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handoutMasters/handoutMaster1.xml" ContentType="application/vnd.openxmlformats-officedocument.presentationml.handoutMaster+xml"/>
  <Override PartName="/ppt/media/image16.svg" ContentType="image/svg+xml"/>
  <Override PartName="/ppt/media/image18.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7"/>
  </p:handoutMasterIdLst>
  <p:sldIdLst>
    <p:sldId id="257" r:id="rId3"/>
    <p:sldId id="258" r:id="rId4"/>
    <p:sldId id="276"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72" r:id="rId19"/>
    <p:sldId id="273" r:id="rId20"/>
    <p:sldId id="274" r:id="rId21"/>
    <p:sldId id="275" r:id="rId22"/>
    <p:sldId id="277" r:id="rId23"/>
    <p:sldId id="278" r:id="rId24"/>
    <p:sldId id="287" r:id="rId25"/>
    <p:sldId id="279" r:id="rId26"/>
    <p:sldId id="288" r:id="rId27"/>
    <p:sldId id="280" r:id="rId28"/>
    <p:sldId id="282" r:id="rId29"/>
    <p:sldId id="281" r:id="rId30"/>
    <p:sldId id="291" r:id="rId31"/>
    <p:sldId id="283" r:id="rId32"/>
    <p:sldId id="284" r:id="rId33"/>
    <p:sldId id="289" r:id="rId34"/>
    <p:sldId id="290" r:id="rId35"/>
    <p:sldId id="286" r:id="rId3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0" clrIdx="0"/>
  <p:cmAuthor id="2" name="丽雯 邓" initials="丽雯" lastIdx="0" clrIdx="1"/>
  <p:cmAuthor id="3" name="scwx" initials="s" lastIdx="0" clrIdx="2"/>
  <p:cmAuthor id="4" name="V23494" initials="V" lastIdx="0" clrIdx="3"/>
  <p:cmAuthor id="5" name="Microsoft Office User" initials="MOU" lastIdx="0" clrIdx="4"/>
  <p:cmAuthor id="6" name="刘 征洲" initials="刘" lastIdx="0" clrIdx="5"/>
  <p:cmAuthor id="7" name="THINKPAD" initials="T" lastIdx="0" clrIdx="6"/>
  <p:cmAuthor id="8" name="梁 雪" initials="梁" lastIdx="0" clrIdx="7"/>
  <p:cmAuthor id="9" name="谭晓洋" initials="谭" lastIdx="0" clrIdx="8"/>
  <p:cmAuthor id="10" name="Ronald deng" initials="Rd" lastIdx="0" clrIdx="9"/>
  <p:cmAuthor id="11" name="1" initials="1" lastIdx="0" clrIdx="10"/>
  <p:cmAuthor id="12" name="作者" initials="A" lastIdx="0" clrIdx="11"/>
  <p:cmAuthor id="13" name="彭 郡杰" initials="彭" lastIdx="0" clrIdx="12"/>
  <p:cmAuthor id="14" name="陈 皓" initials="陈" lastIdx="0" clrIdx="13"/>
  <p:cmAuthor id="15" name="1206988966@qq.com" initials="1" lastIdx="0" clrIdx="14"/>
  <p:cmAuthor id="16" name="杨 恩文" initials="杨" lastIdx="0" clrIdx="15"/>
  <p:cmAuthor id="17" name="姜伟光" initials="姜" lastIdx="0" clrIdx="16"/>
  <p:cmAuthor id="18" name="韩雨" initials="韩" lastIdx="0" clrIdx="17"/>
  <p:cmAuthor id="19" name="宋洁然" initials="宋" lastIdx="0" clrIdx="18"/>
  <p:cmAuthor id="20" name="ming qiu" initials="m" lastIdx="0" clrIdx="19"/>
  <p:cmAuthor id="21" name="caiyan" initials="c" lastIdx="0" clrIdx="20"/>
  <p:cmAuthor id="22" name="yeecing" initials="y" lastIdx="0" clrIdx="21"/>
  <p:cmAuthor id="23" name="LENOVO" initials="L" lastIdx="0" clrIdx="22"/>
  <p:cmAuthor id="24" name="琚志伟_3Qf2BZrE" initials="authorId_54618925" lastIdx="0" clrIdx="23"/>
  <p:cmAuthor id="25" name="lenovo" initials="l" lastIdx="0" clrIdx="24"/>
  <p:cmAuthor id="26" name="juzhi" initials="j" lastIdx="0" clrIdx="25"/>
  <p:cmAuthor id="27" name="admin、" initials="a" lastIdx="0" clrIdx="26"/>
  <p:cmAuthor id="28" name="admin" initials="a" lastIdx="0" clrIdx="27"/>
  <p:cmAuthor id="29" name="李 贝贝" initials="李" lastIdx="0" clrIdx="28"/>
  <p:cmAuthor id="30" name="luxuan" initials="l" lastIdx="0" clrIdx="29"/>
  <p:cmAuthor id="31" name="mani" initials="m" lastIdx="0" clrIdx="30"/>
  <p:cmAuthor id="32" name="Mona" initials="M" lastIdx="0" clrIdx="31"/>
  <p:cmAuthor id="33" name="sonia" initials="s" lastIdx="0" clrIdx="32"/>
  <p:cmAuthor id="34" name="work" initials="w" lastIdx="0" clrIdx="33"/>
  <p:cmAuthor id="35" name="Hzt" initials="H" lastIdx="0" clrIdx="34"/>
  <p:cmAuthor id="36" name="zhangfushuang" initials="z" lastIdx="0" clrIdx="35"/>
  <p:cmAuthor id="37" name="hyy" initials="h" lastIdx="0" clrIdx="36"/>
  <p:cmAuthor id="38" name="张若" initials="authorId_275853392" lastIdx="0" clrIdx="37"/>
  <p:cmAuthor id="39" name="Administrator" initials="A" lastIdx="0" clrIdx="38"/>
  <p:cmAuthor id="40" name="cherry" initials="c" lastIdx="0" clrIdx="39"/>
  <p:cmAuthor id="41" name="86152" initials="8" lastIdx="0" clrIdx="40"/>
  <p:cmAuthor id="42" name="89296" initials="8" lastIdx="0" clrIdx="41"/>
  <p:cmAuthor id="43" name="未知用户1" initials="" lastIdx="0" clrIdx="42"/>
  <p:cmAuthor id="44" name="17860" initials="1" lastIdx="0" clrIdx="43"/>
  <p:cmAuthor id="45" name="86138" initials="8" lastIdx="0" clrIdx="44"/>
  <p:cmAuthor id="46" name="berry" initials="b" lastIdx="0" clrIdx="45"/>
  <p:cmAuthor id="47" name="谢欣" initials="谢" lastIdx="0" clrIdx="46"/>
  <p:cmAuthor id="48" name="86150" initials="8" lastIdx="0" clrIdx="47"/>
  <p:cmAuthor id="49" name="Acer" initials="A" lastIdx="0" clrIdx="48"/>
  <p:cmAuthor id="50" name="刘浩" initials="刘" lastIdx="0" clrIdx="49"/>
  <p:cmAuthor id="51" name="wangyuting" initials="w" lastIdx="0" clrIdx="50"/>
  <p:cmAuthor id="52" name="Vivian Liu" initials="VL" lastIdx="0" clrIdx="51"/>
  <p:cmAuthor id="53" name="mimigee" initials="m" lastIdx="0" clrIdx="52"/>
  <p:cmAuthor id="54" name="Lenovo" initials="L" lastIdx="0" clrIdx="53"/>
  <p:cmAuthor id="55" name="dailing" initials="d" lastIdx="0" clrIdx="54"/>
  <p:cmAuthor id="56" name="沈霄雷" initials="沈" lastIdx="0" clrIdx="55"/>
  <p:cmAuthor id="57" name="仇怿俊" initials="仇" lastIdx="0" clrIdx="56"/>
  <p:cmAuthor id="58" name="田慧13" initials="田慧13" lastIdx="0" clrIdx="57"/>
  <p:cmAuthor id="59" name="87882" initials="8" lastIdx="0" clrIdx="58"/>
  <p:cmAuthor id="60" name="冯 婧" initials="冯" lastIdx="0" clrIdx="59"/>
  <p:cmAuthor id="61" name="林桦桦" initials="林" lastIdx="0" clrIdx="60"/>
  <p:cmAuthor id="62" name=" " initials="" lastIdx="0" clrIdx="61"/>
  <p:cmAuthor id="63" name="风一样的女子" initials="风" lastIdx="0" clrIdx="62"/>
  <p:cmAuthor id="64" name="七七" initials="七" lastIdx="0" clrIdx="63"/>
  <p:cmAuthor id="65" name="feel" initials="f" lastIdx="0" clrIdx="64"/>
  <p:cmAuthor id="66" name="WPS_1645105741" initials="W" lastIdx="0" clrIdx="65"/>
  <p:cmAuthor id="67" name="zhangfan" initials="z" lastIdx="0" clrIdx="66"/>
  <p:cmAuthor id="68" name="28682" initials="2" lastIdx="0" clrIdx="67"/>
  <p:cmAuthor id="69" name="12498" initials="1" lastIdx="0" clrIdx="68"/>
  <p:cmAuthor id="70" name="lihaimei" initials="l" lastIdx="0" clrIdx="69"/>
  <p:cmAuthor id="71" name="caoyuanyuan" initials="c" lastIdx="0" clrIdx="70"/>
  <p:cmAuthor id="72" name="HUAWEI" initials="H" lastIdx="0" clrIdx="71"/>
  <p:cmAuthor id="73" name="tangmushu" initials="t" lastIdx="0" clrIdx="72"/>
  <p:cmAuthor id="74" name="lulu" initials="l" lastIdx="0" clrIdx="73"/>
  <p:cmAuthor id="75" name="YQ" initials="Y" lastIdx="0" clrIdx="74"/>
  <p:cmAuthor id="76" name="戴青青" initials="戴" lastIdx="0" clrIdx="75"/>
  <p:cmAuthor id="77" name="phoenix" initials="p" lastIdx="0" clrIdx="76"/>
  <p:cmAuthor id="78" name="14193" initials="1" lastIdx="0" clrIdx="77"/>
  <p:cmAuthor id="79" name="lsy" initials="l" lastIdx="0" clrIdx="78"/>
  <p:cmAuthor id="80" name="未知用户21" initials="未" lastIdx="0" clrIdx="79"/>
  <p:cmAuthor id="81" name="未知用户22" initials="未" lastIdx="0" clrIdx="80"/>
  <p:cmAuthor id="82" name="未知用户23" initials="未" lastIdx="0" clrIdx="81"/>
  <p:cmAuthor id="83" name="未知用户27" initials="未" lastIdx="0" clrIdx="82"/>
  <p:cmAuthor id="84" name="未知用户28" initials="未" lastIdx="0" clrIdx="83"/>
  <p:cmAuthor id="85" name="未知用户26" initials="未" lastIdx="0" clrIdx="84"/>
  <p:cmAuthor id="86" name="未知用户16" initials="未" lastIdx="0" clrIdx="85"/>
  <p:cmAuthor id="87" name="未知用户10" initials="未" lastIdx="0" clrIdx="86"/>
  <p:cmAuthor id="88" name="未知用户17" initials="未" lastIdx="0" clrIdx="87"/>
  <p:cmAuthor id="89" name="焱恺 彭" initials="焱恺" lastIdx="0" clrIdx="88"/>
  <p:cmAuthor id="90" name="齐登宝" initials="齐" lastIdx="0" clrIdx="89"/>
  <p:cmAuthor id="91" name="gaojg02" initials="g" lastIdx="0" clrIdx="90"/>
  <p:cmAuthor id="92" name="姜文静" initials="姜" lastIdx="0" clrIdx="91"/>
  <p:cmAuthor id="93" name="陈依依" initials="陈" lastIdx="0" clrIdx="92"/>
  <p:cmAuthor id="94" name="user" initials="u" lastIdx="0" clrIdx="93"/>
  <p:cmAuthor id="95" name="实习生_严政宇" initials="实" lastIdx="0" clrIdx="94"/>
  <p:cmAuthor id="96" name="jing.xue" initials="j" lastIdx="0" clrIdx="95"/>
  <p:cmAuthor id="97" name="刘思蜀" initials="刘" lastIdx="0" clrIdx="96"/>
  <p:cmAuthor id="98" name="tkqd" initials="t" lastIdx="0" clrIdx="97"/>
  <p:cmAuthor id="99" name="方方" initials="方" lastIdx="0" clrIdx="98"/>
  <p:cmAuthor id="100" name="tuhh" initials="t" lastIdx="0" clrIdx="99"/>
  <p:cmAuthor id="101" name="未知用户15" initials="未" lastIdx="0" clrIdx="100"/>
  <p:cmAuthor id="102" name="ZhangYu" initials="Z" lastIdx="0" clrIdx="101"/>
  <p:cmAuthor id="103" name="Microsoft Office 用户" initials="M" lastIdx="0" clrIdx="102"/>
  <p:cmAuthor id="104" name="jxgy15" initials="j" lastIdx="0" clrIdx="103"/>
  <p:cmAuthor id="105" name="朱粒" initials="朱" lastIdx="0" clrIdx="104"/>
  <p:cmAuthor id="106" name="李增增" initials="李" lastIdx="0" clrIdx="105"/>
  <p:cmAuthor id="107" name="未知用户39" initials="未" lastIdx="0" clrIdx="106"/>
  <p:cmAuthor id="108" name="未知用户40" initials="未" lastIdx="0" clrIdx="107"/>
  <p:cmAuthor id="109" name="未知用户41" initials="未" lastIdx="0" clrIdx="108"/>
  <p:cmAuthor id="110" name="未知用户42" initials="未" lastIdx="0" clrIdx="109"/>
  <p:cmAuthor id="111" name="CHEN LONG" initials="C" lastIdx="0" clrIdx="110"/>
  <p:cmAuthor id="112" name="彬 罗" initials="彬" lastIdx="0" clrIdx="111"/>
  <p:cmAuthor id="113" name="PC" initials="P" lastIdx="0" clrIdx="112"/>
  <p:cmAuthor id="114" name="罗彬" initials="罗" lastIdx="0" clrIdx="113"/>
  <p:cmAuthor id="115" name="刘盛潮" initials="刘" lastIdx="0" clrIdx="114"/>
  <p:cmAuthor id="116" name="ozg106" initials="o" lastIdx="0" clrIdx="115"/>
  <p:cmAuthor id="117" name="Q Q" initials="Q" lastIdx="0" clrIdx="116"/>
  <p:cmAuthor id="118" name="caoyq0624" initials="c" lastIdx="0" clrIdx="117"/>
  <p:cmAuthor id="119" name="未知用户36" initials="未" lastIdx="0" clrIdx="118"/>
  <p:cmAuthor id="120" name="冰箱" initials="冰" lastIdx="0" clrIdx="119"/>
  <p:cmAuthor id="121" name="AutoBVT" initials="A" lastIdx="0" clrIdx="120"/>
  <p:cmAuthor id="122" name="松 李" initials="松" lastIdx="0" clrIdx="121"/>
  <p:cmAuthor id="123" name="1 mac" initials="1" lastIdx="0" clrIdx="122"/>
  <p:cmAuthor id="124" name="Calvin G" initials="C" lastIdx="0" clrIdx="123"/>
  <p:cmAuthor id="125" name="张莹" initials="张" lastIdx="0" clrIdx="124"/>
  <p:cmAuthor id="126" name="MC SYSTEM" initials="M" lastIdx="0" clrIdx="125"/>
  <p:cmAuthor id="127" name="Mia Vida Villanueva" initials="M" lastIdx="0" clrIdx="126"/>
  <p:cmAuthor id="128" name="Chen" initials="C" lastIdx="0" clrIdx="127"/>
  <p:cmAuthor id="129" name="王怀璋" initials="王" lastIdx="0" clrIdx="128"/>
  <p:cmAuthor id="130" name="齐涛" initials="齐" lastIdx="0" clrIdx="129"/>
  <p:cmAuthor id="131" name="spring_ren" initials="s" lastIdx="0" clrIdx="130"/>
  <p:cmAuthor id="132" name="330488008@qq.com" initials="3" lastIdx="0" clrIdx="131"/>
  <p:cmAuthor id="133" name="李璐---寿险总公司营销管理部" initials="李" lastIdx="0" clrIdx="132"/>
  <p:cmAuthor id="134" name="xuqing" initials="x" lastIdx="0" clrIdx="133"/>
  <p:cmAuthor id="135" name="王顶" initials="王" lastIdx="0" clrIdx="134"/>
  <p:cmAuthor id="136" name="Petersen, Jenny {MDBD~South San Francisco}" initials="P" lastIdx="0" clrIdx="135"/>
  <p:cmAuthor id="137" name="邓鹏君" initials="邓" lastIdx="0" clrIdx="136"/>
  <p:cmAuthor id="138" name="新萝卜家园" initials="新" lastIdx="0" clrIdx="137"/>
  <p:cmAuthor id="139" name="songchunhua" initials="s" lastIdx="0" clrIdx="138"/>
  <p:cmAuthor id="140" name="宋春华" initials="宋" lastIdx="0" clrIdx="139"/>
  <p:cmAuthor id="141" name="Microsoft 帐户" initials="M" lastIdx="0" clrIdx="140"/>
  <p:cmAuthor id="142" name="liquanxi" initials="l" lastIdx="0" clrIdx="141"/>
  <p:cmAuthor id="143" name="未知用户34" initials="未" lastIdx="0" clrIdx="142"/>
  <p:cmAuthor id="144" name="番茄花园" initials="番" lastIdx="0" clrIdx="143"/>
  <p:cmAuthor id="145" name="Franca, Ryan {MDAO~Basel}" initials="F" lastIdx="0" clrIdx="144"/>
  <p:cmAuthor id="146" name="Gallivan, John-Paul {MDAO~Basel}" initials="G" lastIdx="0" clrIdx="145"/>
  <p:cmAuthor id="147" name="张妍" initials="张" lastIdx="0" clrIdx="146"/>
  <p:cmAuthor id="148" name="朴鹏-lhq" initials="朴" lastIdx="0" clrIdx="147"/>
  <p:cmAuthor id="149" name="W Nic" initials="W" lastIdx="0" clrIdx="148"/>
  <p:cmAuthor id="150" name="张博" initials="张" lastIdx="0" clrIdx="149"/>
  <p:cmAuthor id="151" name="柳 先涛" initials="柳" lastIdx="0" clrIdx="150"/>
  <p:cmAuthor id="152" name="董晔" initials="董" lastIdx="0" clrIdx="151"/>
  <p:cmAuthor id="153" name="刘 念" initials="刘" lastIdx="0" clrIdx="152"/>
  <p:cmAuthor id="154" name="Elfie" initials="E" lastIdx="0" clrIdx="153"/>
  <p:cmAuthor id="155" name="未知用户78" initials="未" lastIdx="0" clrIdx="154"/>
  <p:cmAuthor id="156" name="18043170808" initials="1" lastIdx="0" clrIdx="155"/>
  <p:cmAuthor id="157" name="未知用户13" initials="未" lastIdx="0" clrIdx="156"/>
  <p:cmAuthor id="158" name="未知用户18" initials="未" lastIdx="0" clrIdx="157"/>
  <p:cmAuthor id="159" name="Xzjd" initials="X" lastIdx="0" clrIdx="158"/>
  <p:cmAuthor id="160" name="TaiKang" initials="T" lastIdx="0" clrIdx="159"/>
  <p:cmAuthor id="161" name="njlife" initials="n" lastIdx="0" clrIdx="160"/>
  <p:cmAuthor id="162" name="未知用户19" initials="未" lastIdx="0" clrIdx="161"/>
  <p:cmAuthor id="163" name="未知用户12" initials="未" lastIdx="0" clrIdx="162"/>
  <p:cmAuthor id="164" name="WPS_1679281038" initials="W" lastIdx="0" clrIdx="163"/>
  <p:cmAuthor id="165" name="刘春辉" initials="刘" lastIdx="0" clrIdx="164"/>
  <p:cmAuthor id="166" name="赵兰玉" initials="赵" lastIdx="0" clrIdx="165"/>
  <p:cmAuthor id="167" name="杜娇龙" initials="杜" lastIdx="0" clrIdx="166"/>
  <p:cmAuthor id="168" name="王向羽" initials="王" lastIdx="0" clrIdx="167"/>
  <p:cmAuthor id="169" name="吴军" initials="吴" lastIdx="0" clrIdx="168"/>
  <p:cmAuthor id="170" name="evil" initials="e" lastIdx="0" clrIdx="169"/>
  <p:cmAuthor id="171" name="未知用户9" initials="未" lastIdx="0" clrIdx="170"/>
  <p:cmAuthor id="172" name="宋少霞" initials="宋" lastIdx="0" clrIdx="171"/>
  <p:cmAuthor id="173" name="liying" initials="l" lastIdx="0" clrIdx="172"/>
  <p:cmAuthor id="174" name="张钦" initials="张" lastIdx="0" clrIdx="173"/>
  <p:cmAuthor id="175" name="nine" initials="n" lastIdx="0" clrIdx="174"/>
  <p:cmAuthor id="176" name="宋婉瑜" initials="宋婉瑜" lastIdx="0" clrIdx="175"/>
  <p:cmAuthor id="177" name="天蓝物" initials="天蓝物" lastIdx="0" clrIdx="176"/>
  <p:cmAuthor id="178" name="米拉" initials="米" lastIdx="0" clrIdx="177"/>
  <p:cmAuthor id="179" name="86188" initials="8" lastIdx="0" clrIdx="178"/>
  <p:cmAuthor id="180" name="suran" initials="s" lastIdx="0" clrIdx="179"/>
  <p:cmAuthor id="181" name="zhiyi" initials="z" lastIdx="0" clrIdx="180"/>
  <p:cmAuthor id="182" name="wangshuaishuai" initials="w" lastIdx="0" clrIdx="181"/>
  <p:cmAuthor id="183" name="张永权" initials="张" lastIdx="0" clrIdx="182"/>
  <p:cmAuthor id="184" name="新东方世纪城谭老师" initials="新" lastIdx="0" clrIdx="183"/>
  <p:cmAuthor id="185" name="杨育林" initials="杨" lastIdx="0" clrIdx="184"/>
  <p:cmAuthor id="247488611" name="初见" initials="初" lastIdx="1" clrIdx="51"/>
  <p:cmAuthor id="1124351642" name="Nam" initials="N" lastIdx="2" clrIdx="17"/>
  <p:cmAuthor id="215" name="Mr.Yu" initials="M" lastIdx="0" clrIdx="214"/>
  <p:cmAuthor id="216" name="theonly-黄家小姐" initials="t" lastIdx="0" clrIdx="215"/>
  <p:cmAuthor id="217" name="86158" initials="8" lastIdx="0" clrIdx="216"/>
  <p:cmAuthor id="218" name="石头" initials="石头" lastIdx="0" clrIdx="217"/>
  <p:cmAuthor id="219" name="Windows 用户" initials="W用" lastIdx="0" clrIdx="218"/>
  <p:cmAuthor id="220" name="Kenson Chan" initials="KC" lastIdx="0" clrIdx="219"/>
  <p:cmAuthor id="221" name="麻俊宇" initials="麻" lastIdx="0" clrIdx="220"/>
  <p:cmAuthor id="222" name="yushuying" initials="y" lastIdx="0" clrIdx="221"/>
  <p:cmAuthor id="223" name="panyingxian" initials="p" lastIdx="0" clrIdx="222"/>
  <p:cmAuthor id="224" name="杨洁34" initials="杨洁34" lastIdx="0" clrIdx="223"/>
  <p:cmAuthor id="225" name="Student" initials="S" lastIdx="0" clrIdx="224"/>
  <p:cmAuthor id="307" name="zhangyujiao3" initials="z" lastIdx="0" clrIdx="306"/>
  <p:cmAuthor id="308" name="ASUS" initials="A" lastIdx="0" clrIdx="307"/>
  <p:cmAuthor id="309" name="l" initials="l" lastIdx="0" clrIdx="308"/>
  <p:cmAuthor id="310" name="ThinkPad" initials="T" lastIdx="0" clrIdx="309"/>
  <p:cmAuthor id="311" name="zhangrui" initials="z" lastIdx="0" clrIdx="310"/>
  <p:cmAuthor id="312" name="wangxinyue" initials="w" lastIdx="0" clrIdx="311"/>
  <p:cmAuthor id="313" name="liuxinjin" initials="l" lastIdx="0" clrIdx="312"/>
  <p:cmAuthor id="314" name="lf505" initials="l" lastIdx="0" clrIdx="313"/>
  <p:cmAuthor id="315" name="zhulingyuan" initials="z" lastIdx="0" clrIdx="314"/>
  <p:cmAuthor id="316" name="80004025" initials="8" lastIdx="0" clrIdx="315"/>
  <p:cmAuthor id="317" name="jackie" initials="j" lastIdx="0" clrIdx="316"/>
  <p:cmAuthor id="318" name="李威" initials="李" lastIdx="0" clrIdx="317"/>
  <p:cmAuthor id="319" name="jiangchenchen" initials="j" lastIdx="0" clrIdx="318"/>
  <p:cmAuthor id="320" name="xuan" initials="x" lastIdx="0" clrIdx="319"/>
  <p:cmAuthor id="321" name="xiaoxi" initials="x" lastIdx="0" clrIdx="320"/>
  <p:cmAuthor id="322" name="13548986964" initials="1" lastIdx="0" clrIdx="321"/>
  <p:cmAuthor id="323" name="cuijiaqi6" initials="c" lastIdx="0" clrIdx="322"/>
  <p:cmAuthor id="324" name="panhong" initials="p" lastIdx="0" clrIdx="323"/>
  <p:cmAuthor id="325" name="未知用户4" initials="未" lastIdx="0" clrIdx="324"/>
  <p:cmAuthor id="326" name="李丽华" initials="李" lastIdx="0" clrIdx="325"/>
  <p:cmAuthor id="327" name="jl liu" initials="j" lastIdx="0" clrIdx="326"/>
  <p:cmAuthor id="328" name="未定义" initials="未" lastIdx="0" clrIdx="327"/>
  <p:cmAuthor id="329" name="张惠" initials="张" lastIdx="0" clrIdx="328"/>
  <p:cmAuthor id="330" name="吴铭锐" initials="吴" lastIdx="0" clrIdx="329"/>
  <p:cmAuthor id="331" name="wangyunxin" initials="w" lastIdx="0" clrIdx="330"/>
  <p:cmAuthor id="332" name="包珊珊" initials="包" lastIdx="0" clrIdx="331"/>
  <p:cmAuthor id="333" name="YuQing" initials="Y" lastIdx="0" clrIdx="332"/>
  <p:cmAuthor id="334" name="zhou shuyu" initials="zs" lastIdx="0" clrIdx="333"/>
  <p:cmAuthor id="335" name="王 迎庆" initials="王" lastIdx="0" clrIdx="334"/>
  <p:cmAuthor id="336" name="lin tianbin" initials="lt" lastIdx="0" clrIdx="335"/>
  <p:cmAuthor id="337" name="海纳百川" initials="海" lastIdx="0" clrIdx="336"/>
  <p:cmAuthor id="338" name="maxredsnow@163.com" initials="m" lastIdx="0" clrIdx="337"/>
  <p:cmAuthor id="339" name="396471883@qq.com" initials="3" lastIdx="0" clrIdx="338"/>
  <p:cmAuthor id="340" name="Dolores Bai" initials="DB" lastIdx="0" clrIdx="339"/>
  <p:cmAuthor id="341" name="Chen Jiayi" initials="CJ" lastIdx="0" clrIdx="340"/>
  <p:cmAuthor id="342" name="陈韦豪3" initials="陈韦豪3" lastIdx="0" clrIdx="341"/>
  <p:cmAuthor id="344" name="袁 悦" initials="袁" lastIdx="0" clrIdx="343"/>
  <p:cmAuthor id="230" name="liu weiqiang" initials="lw" lastIdx="0" clrIdx="229"/>
  <p:cmAuthor id="231" name="Zhu Hans" initials="ZH" lastIdx="0" clrIdx="230"/>
  <p:cmAuthor id="232" name="Emtional" initials="E" lastIdx="0" clrIdx="231"/>
  <p:cmAuthor id="233" name="52365" initials="5" lastIdx="0" clrIdx="232"/>
  <p:cmAuthor id="234" name="61408" initials="6" lastIdx="0" clrIdx="233"/>
  <p:cmAuthor id="235" name="Fan" initials="F" lastIdx="0" clrIdx="234"/>
  <p:cmAuthor id="236" name="杨静" initials="杨" lastIdx="0" clrIdx="235"/>
  <p:cmAuthor id="237" name="Zhou, Judy" initials="Z" lastIdx="0" clrIdx="236"/>
  <p:cmAuthor id="238" name="范作霖" initials="范" lastIdx="0" clrIdx="237"/>
  <p:cmAuthor id="239" name="张立鑫" initials="张" lastIdx="0" clrIdx="238"/>
  <p:cmAuthor id="240" name="Youwen Sun" initials="Y" lastIdx="0" clrIdx="239"/>
  <p:cmAuthor id="241" name="未知" initials="未" lastIdx="0" clrIdx="240"/>
  <p:cmAuthor id="242" name="周满红" initials="周" lastIdx="0" clrIdx="241"/>
  <p:cmAuthor id="243" name="未知用户11" initials="未" lastIdx="0" clrIdx="242"/>
  <p:cmAuthor id="244" name="魏永生" initials="魏" lastIdx="0" clrIdx="243"/>
  <p:cmAuthor id="245" name="zhanghuihui" initials="z" lastIdx="0" clrIdx="244"/>
  <p:cmAuthor id="246" name="dingbo" initials="d" lastIdx="0" clrIdx="245"/>
  <p:cmAuthor id="247" name="郝崇" initials="郝" lastIdx="0" clrIdx="246"/>
  <p:cmAuthor id="248" name="吴杰" initials="吴" lastIdx="0" clrIdx="247"/>
  <p:cmAuthor id="249" name="刘丽仙" initials="刘" lastIdx="0" clrIdx="248"/>
  <p:cmAuthor id="250" name="陶川" initials="陶" lastIdx="0" clrIdx="249"/>
  <p:cmAuthor id="251" name="张杰" initials="张" lastIdx="0" clrIdx="250"/>
  <p:cmAuthor id="252" name="杨艳霞" initials="杨" lastIdx="0" clrIdx="251"/>
  <p:cmAuthor id="253" name="吕喜龙" initials="吕" lastIdx="0" clrIdx="252"/>
  <p:cmAuthor id="254" name="chunsong_hu" initials="c" lastIdx="0" clrIdx="253"/>
  <p:cmAuthor id="255" name="杨洋" initials="杨" lastIdx="0" clrIdx="254"/>
  <p:cmAuthor id="256" name="未知用户24" initials="未" lastIdx="0" clrIdx="255"/>
  <p:cmAuthor id="257" name="palashatihahaerman@tal.com" initials="p" lastIdx="0" clrIdx="256"/>
  <p:cmAuthor id="258" name="未知用户25" initials="未" lastIdx="0" clrIdx="257"/>
  <p:cmAuthor id="259" name="凯" initials="凯" lastIdx="0" clrIdx="258"/>
  <p:cmAuthor id="260" name="未知用户29" initials="未" lastIdx="0" clrIdx="259"/>
  <p:cmAuthor id="261" name="未知用户30" initials="未" lastIdx="0" clrIdx="260"/>
  <p:cmAuthor id="262" name="yangkun" initials="y" lastIdx="0" clrIdx="261"/>
  <p:cmAuthor id="263" name="Lenovo User" initials="L" lastIdx="0" clrIdx="262"/>
  <p:cmAuthor id="264" name="hys2" initials="h" lastIdx="0" clrIdx="263"/>
  <p:cmAuthor id="265" name="朱绍春" initials="朱" lastIdx="0" clrIdx="264"/>
  <p:cmAuthor id="266" name="邹洋" initials="邹" lastIdx="0" clrIdx="265"/>
  <p:cmAuthor id="267" name="孟祥超" initials="孟" lastIdx="0" clrIdx="266"/>
  <p:cmAuthor id="268" name="贡鑫" initials="贡" lastIdx="0" clrIdx="267"/>
  <p:cmAuthor id="269" name="administrator1" initials="a" lastIdx="0" clrIdx="268"/>
  <p:cmAuthor id="270" name="杜雪梅" initials="杜" lastIdx="0" clrIdx="269"/>
  <p:cmAuthor id="271" name="仝德志" initials="仝" lastIdx="0" clrIdx="270"/>
  <p:cmAuthor id="272" name="马静" initials="马" lastIdx="0" clrIdx="271"/>
  <p:cmAuthor id="273" name="涛娜" initials="涛" lastIdx="0" clrIdx="272"/>
  <p:cmAuthor id="274" name="桓蕾" initials="桓" lastIdx="0" clrIdx="273"/>
  <p:cmAuthor id="275" name="鲍华明" initials="鲍" lastIdx="0" clrIdx="274"/>
  <p:cmAuthor id="276" name="刘广艳" initials="刘" lastIdx="0" clrIdx="275"/>
  <p:cmAuthor id="277" name="邹积逊" initials="邹" lastIdx="0" clrIdx="276"/>
  <p:cmAuthor id="278" name="yangyanxia" initials="y" lastIdx="0" clrIdx="277"/>
  <p:cmAuthor id="279" name="Qingyunli" initials="Q" lastIdx="0" clrIdx="278"/>
  <p:cmAuthor id="280" name="dell" initials="d" lastIdx="0" clrIdx="279"/>
  <p:cmAuthor id="281" name="叶得会" initials="叶" lastIdx="0" clrIdx="280"/>
  <p:cmAuthor id="282" name="未知用户6" initials="未" lastIdx="0" clrIdx="281"/>
  <p:cmAuthor id="283" name="未知用户8" initials="未" lastIdx="0" clrIdx="282"/>
  <p:cmAuthor id="284" name="未知用户7" initials="未" lastIdx="0" clrIdx="283"/>
  <p:cmAuthor id="285" name="USER" initials="U" lastIdx="0" clrIdx="284"/>
  <p:cmAuthor id="286" name="未知用户20" initials="未" lastIdx="0" clrIdx="285"/>
  <p:cmAuthor id="287" name="Lzy" initials="L" lastIdx="0" clrIdx="286"/>
  <p:cmAuthor id="288" name="盼盼" initials="盼" lastIdx="0" clrIdx="287"/>
  <p:cmAuthor id="289" name="C++信奥集训营" initials="C" lastIdx="0" clrIdx="288"/>
  <p:cmAuthor id="290" name="陈尚文" initials="陈" lastIdx="0" clrIdx="289"/>
  <p:cmAuthor id="291" name="张宏伟" initials="张" lastIdx="0" clrIdx="290"/>
  <p:cmAuthor id="292" name="张 开阔" initials="张" lastIdx="0" clrIdx="291"/>
  <p:cmAuthor id="293" name="刘彤彤" initials="x" lastIdx="0" clrIdx="292"/>
  <p:cmAuthor id="294" name="334857932@qq.com" initials="3" lastIdx="0" clrIdx="293"/>
  <p:cmAuthor id="295" name="KC" initials="K" lastIdx="0" clrIdx="294"/>
  <p:cmAuthor id="296" name="木子吉" initials="木" lastIdx="0" clrIdx="295"/>
  <p:cmAuthor id="297" name="yinan" initials="y" lastIdx="0" clrIdx="296"/>
  <p:cmAuthor id="298" name="隽秀1" initials="隽" lastIdx="0" clrIdx="297"/>
  <p:cmAuthor id="299" name="youjiali" initials="y" lastIdx="0" clrIdx="298"/>
  <p:cmAuthor id="300" name="baiye" initials="b" lastIdx="0" clrIdx="299"/>
  <p:cmAuthor id="301" name="yekui" initials="y" lastIdx="0" clrIdx="300"/>
  <p:cmAuthor id="302" name="lijuf" initials="l" lastIdx="0" clrIdx="301"/>
  <p:cmAuthor id="303" name="number520a@sina.com" initials="n" lastIdx="0" clrIdx="302"/>
  <p:cmAuthor id="304" name="xu minglu" initials="x" lastIdx="0" clrIdx="303"/>
  <p:cmAuthor id="305" name="Thinkpad" initials="T" lastIdx="0" clrIdx="304"/>
  <p:cmAuthor id="306" name="雷楠" initials="雷楠" lastIdx="0" clrIdx="30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6537E"/>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39"/>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C523DDF-F71D-8745-AAE8-9B64A07F9F03}" type="doc">
      <dgm:prSet loTypeId="urn:microsoft.com/office/officeart/2009/3/layout/StepUpProcess#2" loCatId="" qsTypeId="urn:microsoft.com/office/officeart/2005/8/quickstyle/simple1#2" qsCatId="simple" csTypeId="urn:microsoft.com/office/officeart/2005/8/colors/accent1_2#2" csCatId="accent1" phldr="1"/>
      <dgm:spPr/>
      <dgm:t>
        <a:bodyPr/>
        <a:lstStyle/>
        <a:p>
          <a:endParaRPr lang="zh-CN" altLang="en-US"/>
        </a:p>
      </dgm:t>
    </dgm:pt>
    <dgm:pt modelId="{DC92E5A2-9B66-DE40-BAB4-E37A761A6D52}">
      <dgm:prSet phldrT="[文本]" phldr="0" custT="1"/>
      <dgm:spPr/>
      <dgm:t>
        <a:bodyPr vert="horz" wrap="square"/>
        <a:lstStyle/>
        <a:p>
          <a:pPr>
            <a:lnSpc>
              <a:spcPct val="100000"/>
            </a:lnSpc>
            <a:spcBef>
              <a:spcPct val="0"/>
            </a:spcBef>
            <a:spcAft>
              <a:spcPct val="35000"/>
            </a:spcAft>
          </a:pPr>
          <a:r>
            <a:rPr lang="zh-CN" altLang="en-US" sz="2200" b="1" dirty="0">
              <a:solidFill>
                <a:schemeClr val="tx1"/>
              </a:solidFill>
              <a:latin typeface="微软雅黑" charset="-122"/>
              <a:ea typeface="微软雅黑" charset="-122"/>
            </a:rPr>
            <a:t>确认高中</a:t>
          </a:r>
          <a:endParaRPr sz="2200" dirty="0">
            <a:solidFill>
              <a:schemeClr val="tx1"/>
            </a:solidFill>
          </a:endParaRPr>
        </a:p>
      </dgm:t>
    </dgm:pt>
    <dgm:pt modelId="{E555574E-7283-A246-BB27-D961C262DFC4}" cxnId="{AB8837D9-D724-4337-90E9-6BBCB2449AD7}" type="parTrans">
      <dgm:prSet/>
      <dgm:spPr/>
      <dgm:t>
        <a:bodyPr/>
        <a:lstStyle/>
        <a:p>
          <a:endParaRPr lang="zh-CN" altLang="en-US">
            <a:solidFill>
              <a:schemeClr val="tx1"/>
            </a:solidFill>
          </a:endParaRPr>
        </a:p>
      </dgm:t>
    </dgm:pt>
    <dgm:pt modelId="{77ADAC43-FA05-4E4D-8DF1-F6334736A6B3}" cxnId="{AB8837D9-D724-4337-90E9-6BBCB2449AD7}" type="sibTrans">
      <dgm:prSet/>
      <dgm:spPr/>
      <dgm:t>
        <a:bodyPr/>
        <a:lstStyle/>
        <a:p>
          <a:endParaRPr lang="zh-CN" altLang="en-US">
            <a:solidFill>
              <a:schemeClr val="tx1"/>
            </a:solidFill>
          </a:endParaRPr>
        </a:p>
      </dgm:t>
    </dgm:pt>
    <dgm:pt modelId="{CBF678C5-4F7A-0548-A86C-DE4F62BC947B}">
      <dgm:prSet phldrT="[文本]" phldr="0" custT="1"/>
      <dgm:spPr/>
      <dgm:t>
        <a:bodyPr vert="horz" wrap="square"/>
        <a:lstStyle/>
        <a:p>
          <a:pPr>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5</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12</a:t>
          </a:r>
          <a:r>
            <a:rPr lang="zh-CN" altLang="en-US" sz="2200" b="1" dirty="0">
              <a:solidFill>
                <a:schemeClr val="tx1"/>
              </a:solidFill>
              <a:latin typeface="微软雅黑" charset="-122"/>
              <a:ea typeface="微软雅黑" charset="-122"/>
              <a:cs typeface="微软雅黑" charset="-122"/>
              <a:sym typeface="+mn-ea"/>
            </a:rPr>
            <a:t>日</a:t>
          </a:r>
          <a:r>
            <a:rPr lang="en-US" altLang="zh-CN" sz="2200" b="1" dirty="0">
              <a:solidFill>
                <a:schemeClr val="tx1"/>
              </a:solidFill>
              <a:latin typeface="微软雅黑" charset="-122"/>
              <a:ea typeface="微软雅黑" charset="-122"/>
              <a:cs typeface="微软雅黑" charset="-122"/>
              <a:sym typeface="+mn-ea"/>
            </a:rPr>
            <a:t>-15</a:t>
          </a:r>
          <a:r>
            <a:rPr lang="zh-CN" altLang="en-US" sz="2200" b="1" dirty="0">
              <a:solidFill>
                <a:schemeClr val="tx1"/>
              </a:solidFill>
              <a:latin typeface="微软雅黑" charset="-122"/>
              <a:ea typeface="微软雅黑" charset="-122"/>
              <a:cs typeface="微软雅黑" charset="-122"/>
              <a:sym typeface="+mn-ea"/>
            </a:rPr>
            <a:t>日</a:t>
          </a:r>
          <a:r>
            <a:rPr lang="zh-CN" altLang="en-US" sz="1600" b="1" dirty="0">
              <a:solidFill>
                <a:schemeClr val="tx1"/>
              </a:solidFill>
              <a:latin typeface="微软雅黑" charset="-122"/>
              <a:ea typeface="微软雅黑" charset="-122"/>
              <a:cs typeface="微软雅黑" charset="-122"/>
              <a:sym typeface="+mn-ea"/>
            </a:rPr>
            <a:t>（</a:t>
          </a:r>
          <a:r>
            <a:rPr lang="en-US" altLang="zh-CN" sz="1600" b="1" dirty="0">
              <a:solidFill>
                <a:schemeClr val="tx1"/>
              </a:solidFill>
              <a:latin typeface="微软雅黑" charset="-122"/>
              <a:ea typeface="微软雅黑" charset="-122"/>
              <a:cs typeface="微软雅黑" charset="-122"/>
              <a:sym typeface="+mn-ea"/>
            </a:rPr>
            <a:t>2</a:t>
          </a:r>
          <a:r>
            <a:rPr lang="zh-CN" altLang="en-US" sz="1600" b="1" dirty="0">
              <a:solidFill>
                <a:schemeClr val="tx1"/>
              </a:solidFill>
              <a:latin typeface="微软雅黑" charset="-122"/>
              <a:ea typeface="微软雅黑" charset="-122"/>
              <a:cs typeface="微软雅黑" charset="-122"/>
              <a:sym typeface="+mn-ea"/>
            </a:rPr>
            <a:t>个学校）</a:t>
          </a:r>
          <a:endParaRPr lang="zh-CN" altLang="en-US" sz="1600" dirty="0">
            <a:solidFill>
              <a:schemeClr val="tx1"/>
            </a:solidFill>
          </a:endParaRPr>
        </a:p>
      </dgm:t>
    </dgm:pt>
    <dgm:pt modelId="{F8B21BEF-54ED-7F49-95A7-54E38A655864}" cxnId="{D2A14E92-C1D6-4AE6-8CEA-4CB269BB4E2B}" type="parTrans">
      <dgm:prSet/>
      <dgm:spPr/>
      <dgm:t>
        <a:bodyPr/>
        <a:lstStyle/>
        <a:p>
          <a:endParaRPr lang="zh-CN" altLang="en-US">
            <a:solidFill>
              <a:schemeClr val="tx1"/>
            </a:solidFill>
          </a:endParaRPr>
        </a:p>
      </dgm:t>
    </dgm:pt>
    <dgm:pt modelId="{49D8EB25-025D-1F40-96B9-6B7099B768DA}" cxnId="{D2A14E92-C1D6-4AE6-8CEA-4CB269BB4E2B}" type="sibTrans">
      <dgm:prSet/>
      <dgm:spPr/>
      <dgm:t>
        <a:bodyPr/>
        <a:lstStyle/>
        <a:p>
          <a:endParaRPr lang="zh-CN" altLang="en-US">
            <a:solidFill>
              <a:schemeClr val="tx1"/>
            </a:solidFill>
          </a:endParaRPr>
        </a:p>
      </dgm:t>
    </dgm:pt>
    <dgm:pt modelId="{0B49F3B2-5459-B046-A6D5-D8862F35122E}">
      <dgm:prSet phldrT="[文本]" phldr="0" custT="1"/>
      <dgm:spPr/>
      <dgm:t>
        <a:bodyPr vert="horz" wrap="square"/>
        <a:lstStyle/>
        <a:p>
          <a:pPr>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5</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20</a:t>
          </a:r>
          <a:r>
            <a:rPr lang="zh-CN" altLang="en-US" sz="2200" b="1" dirty="0">
              <a:solidFill>
                <a:schemeClr val="tx1"/>
              </a:solidFill>
              <a:latin typeface="微软雅黑" charset="-122"/>
              <a:ea typeface="微软雅黑" charset="-122"/>
              <a:cs typeface="微软雅黑" charset="-122"/>
              <a:sym typeface="+mn-ea"/>
            </a:rPr>
            <a:t>日前</a:t>
          </a:r>
          <a:endParaRPr lang="zh-CN" altLang="en-US" sz="2200" dirty="0">
            <a:solidFill>
              <a:schemeClr val="tx1"/>
            </a:solidFill>
          </a:endParaRPr>
        </a:p>
      </dgm:t>
    </dgm:pt>
    <dgm:pt modelId="{89BB08FA-778C-C84F-91F4-27051EDA91E3}" cxnId="{1DFC4463-8CF1-44D7-93BE-67C0C9084AF3}" type="parTrans">
      <dgm:prSet/>
      <dgm:spPr/>
      <dgm:t>
        <a:bodyPr/>
        <a:lstStyle/>
        <a:p>
          <a:endParaRPr lang="zh-CN" altLang="en-US">
            <a:solidFill>
              <a:schemeClr val="tx1"/>
            </a:solidFill>
          </a:endParaRPr>
        </a:p>
      </dgm:t>
    </dgm:pt>
    <dgm:pt modelId="{B37E2732-D8B4-DE4B-B303-D8E102AFD732}" cxnId="{1DFC4463-8CF1-44D7-93BE-67C0C9084AF3}" type="sibTrans">
      <dgm:prSet/>
      <dgm:spPr/>
      <dgm:t>
        <a:bodyPr/>
        <a:lstStyle/>
        <a:p>
          <a:endParaRPr lang="zh-CN" altLang="en-US">
            <a:solidFill>
              <a:schemeClr val="tx1"/>
            </a:solidFill>
          </a:endParaRPr>
        </a:p>
      </dgm:t>
    </dgm:pt>
    <dgm:pt modelId="{A9E356FF-C5F8-B646-9F70-D20DB01D4723}">
      <dgm:prSet phldr="0" custT="1"/>
      <dgm:spPr/>
      <dgm:t>
        <a:bodyPr vert="horz" wrap="square"/>
        <a:lstStyle/>
        <a:p>
          <a:pPr>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6</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1</a:t>
          </a:r>
          <a:r>
            <a:rPr lang="zh-CN" altLang="en-US" sz="2200" b="1" dirty="0">
              <a:solidFill>
                <a:schemeClr val="tx1"/>
              </a:solidFill>
              <a:latin typeface="微软雅黑" charset="-122"/>
              <a:ea typeface="微软雅黑" charset="-122"/>
              <a:cs typeface="微软雅黑" charset="-122"/>
              <a:sym typeface="+mn-ea"/>
            </a:rPr>
            <a:t>日</a:t>
          </a:r>
          <a:r>
            <a:rPr lang="en-US" altLang="zh-CN" sz="2200" b="1" dirty="0">
              <a:solidFill>
                <a:schemeClr val="tx1"/>
              </a:solidFill>
              <a:latin typeface="微软雅黑" charset="-122"/>
              <a:ea typeface="微软雅黑" charset="-122"/>
              <a:cs typeface="微软雅黑" charset="-122"/>
              <a:sym typeface="+mn-ea"/>
            </a:rPr>
            <a:t>-5</a:t>
          </a:r>
          <a:r>
            <a:rPr lang="zh-CN" altLang="en-US" sz="2200" b="1" dirty="0">
              <a:solidFill>
                <a:schemeClr val="tx1"/>
              </a:solidFill>
              <a:latin typeface="微软雅黑" charset="-122"/>
              <a:ea typeface="微软雅黑" charset="-122"/>
              <a:cs typeface="微软雅黑" charset="-122"/>
              <a:sym typeface="+mn-ea"/>
            </a:rPr>
            <a:t>日</a:t>
          </a:r>
          <a:endParaRPr lang="zh-CN" altLang="en-US" sz="2200" dirty="0">
            <a:solidFill>
              <a:schemeClr val="tx1"/>
            </a:solidFill>
          </a:endParaRPr>
        </a:p>
      </dgm:t>
    </dgm:pt>
    <dgm:pt modelId="{FA8B925E-EB76-4748-8308-7E7EA2675B0D}" cxnId="{D7D287A1-4DC1-42CD-8FC4-0A4DA1210937}" type="parTrans">
      <dgm:prSet/>
      <dgm:spPr/>
      <dgm:t>
        <a:bodyPr/>
        <a:lstStyle/>
        <a:p>
          <a:endParaRPr lang="zh-CN" altLang="en-US">
            <a:solidFill>
              <a:schemeClr val="tx1"/>
            </a:solidFill>
          </a:endParaRPr>
        </a:p>
      </dgm:t>
    </dgm:pt>
    <dgm:pt modelId="{AE6EC7E8-66ED-7147-97F5-8C1CD354151F}" cxnId="{D7D287A1-4DC1-42CD-8FC4-0A4DA1210937}" type="sibTrans">
      <dgm:prSet/>
      <dgm:spPr/>
      <dgm:t>
        <a:bodyPr/>
        <a:lstStyle/>
        <a:p>
          <a:endParaRPr lang="zh-CN" altLang="en-US">
            <a:solidFill>
              <a:schemeClr val="tx1"/>
            </a:solidFill>
          </a:endParaRPr>
        </a:p>
      </dgm:t>
    </dgm:pt>
    <dgm:pt modelId="{C862453D-9706-3E48-83E5-DC632C91D9EA}">
      <dgm:prSet phldr="0" custT="1"/>
      <dgm:spPr/>
      <dgm:t>
        <a:bodyPr vert="horz" wrap="square"/>
        <a:lstStyle/>
        <a:p>
          <a:pPr>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7</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5</a:t>
          </a:r>
          <a:r>
            <a:rPr lang="zh-CN" altLang="en-US" sz="2200" b="1" dirty="0">
              <a:solidFill>
                <a:schemeClr val="tx1"/>
              </a:solidFill>
              <a:latin typeface="微软雅黑" charset="-122"/>
              <a:ea typeface="微软雅黑" charset="-122"/>
              <a:cs typeface="微软雅黑" charset="-122"/>
              <a:sym typeface="+mn-ea"/>
            </a:rPr>
            <a:t>日</a:t>
          </a:r>
          <a:r>
            <a:rPr lang="en-US" altLang="zh-CN" sz="2200" b="1" dirty="0">
              <a:solidFill>
                <a:schemeClr val="tx1"/>
              </a:solidFill>
              <a:latin typeface="微软雅黑" charset="-122"/>
              <a:ea typeface="微软雅黑" charset="-122"/>
              <a:cs typeface="微软雅黑" charset="-122"/>
              <a:sym typeface="+mn-ea"/>
            </a:rPr>
            <a:t>-6</a:t>
          </a:r>
          <a:r>
            <a:rPr lang="zh-CN" altLang="en-US" sz="2200" b="1" dirty="0">
              <a:solidFill>
                <a:schemeClr val="tx1"/>
              </a:solidFill>
              <a:latin typeface="微软雅黑" charset="-122"/>
              <a:ea typeface="微软雅黑" charset="-122"/>
              <a:cs typeface="微软雅黑" charset="-122"/>
              <a:sym typeface="+mn-ea"/>
            </a:rPr>
            <a:t>日</a:t>
          </a:r>
          <a:endParaRPr lang="zh-CN" altLang="en-US" sz="2200" dirty="0">
            <a:solidFill>
              <a:schemeClr val="tx1"/>
            </a:solidFill>
          </a:endParaRPr>
        </a:p>
      </dgm:t>
    </dgm:pt>
    <dgm:pt modelId="{7C875864-8785-3B4E-942E-7918EA4078AB}" cxnId="{0ABD8548-58C1-40EC-827D-5A4A54F7811B}" type="parTrans">
      <dgm:prSet/>
      <dgm:spPr/>
      <dgm:t>
        <a:bodyPr/>
        <a:lstStyle/>
        <a:p>
          <a:endParaRPr lang="zh-CN" altLang="en-US">
            <a:solidFill>
              <a:schemeClr val="tx1"/>
            </a:solidFill>
          </a:endParaRPr>
        </a:p>
      </dgm:t>
    </dgm:pt>
    <dgm:pt modelId="{9F1FF69C-C23B-B046-B788-1584477AED1A}" cxnId="{0ABD8548-58C1-40EC-827D-5A4A54F7811B}" type="sibTrans">
      <dgm:prSet/>
      <dgm:spPr/>
      <dgm:t>
        <a:bodyPr/>
        <a:lstStyle/>
        <a:p>
          <a:endParaRPr lang="zh-CN" altLang="en-US">
            <a:solidFill>
              <a:schemeClr val="tx1"/>
            </a:solidFill>
          </a:endParaRPr>
        </a:p>
      </dgm:t>
    </dgm:pt>
    <dgm:pt modelId="{EFB2B2D6-4C83-214B-A90F-D23B569CE7C8}">
      <dgm:prSet phldr="0" custT="1"/>
      <dgm:spPr/>
      <dgm:t>
        <a:bodyPr vert="horz" wrap="square"/>
        <a:lstStyle/>
        <a:p>
          <a:pPr>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7</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14</a:t>
          </a:r>
          <a:r>
            <a:rPr lang="zh-CN" altLang="en-US" sz="2200" b="1" dirty="0">
              <a:solidFill>
                <a:schemeClr val="tx1"/>
              </a:solidFill>
              <a:latin typeface="微软雅黑" charset="-122"/>
              <a:ea typeface="微软雅黑" charset="-122"/>
              <a:cs typeface="微软雅黑" charset="-122"/>
              <a:sym typeface="+mn-ea"/>
            </a:rPr>
            <a:t>日前</a:t>
          </a:r>
          <a:endParaRPr lang="zh-CN" altLang="en-US" sz="2200" dirty="0">
            <a:solidFill>
              <a:schemeClr val="tx1"/>
            </a:solidFill>
          </a:endParaRPr>
        </a:p>
      </dgm:t>
    </dgm:pt>
    <dgm:pt modelId="{1EEBF590-AFA5-DB49-B1A4-3C27AE79E6DA}" cxnId="{7CEAFE38-A4E5-4AA3-A89A-4DC68040012A}" type="parTrans">
      <dgm:prSet/>
      <dgm:spPr/>
      <dgm:t>
        <a:bodyPr/>
        <a:lstStyle/>
        <a:p>
          <a:endParaRPr lang="zh-CN" altLang="en-US">
            <a:solidFill>
              <a:schemeClr val="tx1"/>
            </a:solidFill>
          </a:endParaRPr>
        </a:p>
      </dgm:t>
    </dgm:pt>
    <dgm:pt modelId="{AD99FC14-D6E9-024A-BA6E-987EC47E6113}" cxnId="{7CEAFE38-A4E5-4AA3-A89A-4DC68040012A}" type="sibTrans">
      <dgm:prSet/>
      <dgm:spPr/>
      <dgm:t>
        <a:bodyPr/>
        <a:lstStyle/>
        <a:p>
          <a:endParaRPr lang="zh-CN" altLang="en-US">
            <a:solidFill>
              <a:schemeClr val="tx1"/>
            </a:solidFill>
          </a:endParaRPr>
        </a:p>
      </dgm:t>
    </dgm:pt>
    <dgm:pt modelId="{99BD9D9D-46D1-E746-BE32-1A91320204FF}">
      <dgm:prSet phldr="0" custT="1"/>
      <dgm:spPr/>
      <dgm:t>
        <a:bodyPr vert="horz" wrap="square"/>
        <a:lstStyle/>
        <a:p>
          <a:pPr>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7</a:t>
          </a:r>
          <a:r>
            <a:rPr lang="zh-CN" altLang="en-US" sz="2200" b="1" dirty="0">
              <a:solidFill>
                <a:schemeClr val="tx1"/>
              </a:solidFill>
              <a:latin typeface="微软雅黑" charset="-122"/>
              <a:ea typeface="微软雅黑" charset="-122"/>
              <a:cs typeface="微软雅黑" charset="-122"/>
              <a:sym typeface="+mn-ea"/>
            </a:rPr>
            <a:t>月中下旬</a:t>
          </a:r>
          <a:r>
            <a:rPr lang="en-US" altLang="zh-CN" sz="1600" b="1" dirty="0">
              <a:solidFill>
                <a:schemeClr val="tx1"/>
              </a:solidFill>
              <a:latin typeface="微软雅黑" charset="-122"/>
              <a:ea typeface="微软雅黑" charset="-122"/>
              <a:cs typeface="微软雅黑" charset="-122"/>
              <a:sym typeface="+mn-ea"/>
            </a:rPr>
            <a:t>(70%</a:t>
          </a:r>
          <a:r>
            <a:rPr lang="zh-CN" altLang="en-US" sz="1600" b="1" dirty="0">
              <a:solidFill>
                <a:schemeClr val="tx1"/>
              </a:solidFill>
              <a:latin typeface="微软雅黑" charset="-122"/>
              <a:ea typeface="微软雅黑" charset="-122"/>
              <a:cs typeface="微软雅黑" charset="-122"/>
              <a:sym typeface="+mn-ea"/>
            </a:rPr>
            <a:t>中考</a:t>
          </a:r>
          <a:r>
            <a:rPr lang="en-US" altLang="zh-CN" sz="1600" b="1" dirty="0">
              <a:solidFill>
                <a:schemeClr val="tx1"/>
              </a:solidFill>
              <a:latin typeface="微软雅黑" charset="-122"/>
              <a:ea typeface="微软雅黑" charset="-122"/>
              <a:cs typeface="微软雅黑" charset="-122"/>
              <a:sym typeface="+mn-ea"/>
            </a:rPr>
            <a:t>+30%</a:t>
          </a:r>
          <a:r>
            <a:rPr lang="zh-CN" altLang="en-US" sz="1600" b="1" dirty="0">
              <a:solidFill>
                <a:schemeClr val="tx1"/>
              </a:solidFill>
              <a:latin typeface="微软雅黑" charset="-122"/>
              <a:ea typeface="微软雅黑" charset="-122"/>
              <a:cs typeface="微软雅黑" charset="-122"/>
              <a:sym typeface="+mn-ea"/>
            </a:rPr>
            <a:t>面试</a:t>
          </a:r>
          <a:r>
            <a:rPr lang="en-US" altLang="zh-CN" sz="1600" b="1" dirty="0">
              <a:solidFill>
                <a:schemeClr val="tx1"/>
              </a:solidFill>
              <a:latin typeface="微软雅黑" charset="-122"/>
              <a:ea typeface="微软雅黑" charset="-122"/>
              <a:cs typeface="微软雅黑" charset="-122"/>
              <a:sym typeface="+mn-ea"/>
            </a:rPr>
            <a:t>)</a:t>
          </a:r>
          <a:endParaRPr lang="zh-CN" altLang="en-US" sz="1600" dirty="0">
            <a:solidFill>
              <a:schemeClr val="tx1"/>
            </a:solidFill>
          </a:endParaRPr>
        </a:p>
      </dgm:t>
    </dgm:pt>
    <dgm:pt modelId="{5EA5C362-B235-614E-A929-FFE9491AFCFB}" cxnId="{BF925822-2A32-42DA-BF86-892E2F68EA9B}" type="parTrans">
      <dgm:prSet/>
      <dgm:spPr/>
      <dgm:t>
        <a:bodyPr/>
        <a:lstStyle/>
        <a:p>
          <a:endParaRPr lang="zh-CN" altLang="en-US">
            <a:solidFill>
              <a:schemeClr val="tx1"/>
            </a:solidFill>
          </a:endParaRPr>
        </a:p>
      </dgm:t>
    </dgm:pt>
    <dgm:pt modelId="{0545ABE7-72C3-CD43-B210-422DB2C8118C}" cxnId="{BF925822-2A32-42DA-BF86-892E2F68EA9B}" type="sibTrans">
      <dgm:prSet/>
      <dgm:spPr/>
      <dgm:t>
        <a:bodyPr/>
        <a:lstStyle/>
        <a:p>
          <a:endParaRPr lang="zh-CN" altLang="en-US">
            <a:solidFill>
              <a:schemeClr val="tx1"/>
            </a:solidFill>
          </a:endParaRPr>
        </a:p>
      </dgm:t>
    </dgm:pt>
    <dgm:pt modelId="{6B1F5411-9010-6841-936C-78E7E6CB1292}" type="pres">
      <dgm:prSet presAssocID="{0C523DDF-F71D-8745-AAE8-9B64A07F9F03}" presName="rootnode" presStyleCnt="0">
        <dgm:presLayoutVars>
          <dgm:chMax/>
          <dgm:chPref/>
          <dgm:dir/>
          <dgm:animLvl val="lvl"/>
        </dgm:presLayoutVars>
      </dgm:prSet>
      <dgm:spPr/>
    </dgm:pt>
    <dgm:pt modelId="{B6F8391B-D524-3C44-BF47-D4D22A9FA725}" type="pres">
      <dgm:prSet presAssocID="{DC92E5A2-9B66-DE40-BAB4-E37A761A6D52}" presName="composite" presStyleCnt="0"/>
      <dgm:spPr/>
    </dgm:pt>
    <dgm:pt modelId="{F3AC9C1B-3F08-9143-93B9-36E7B1579C7B}" type="pres">
      <dgm:prSet presAssocID="{DC92E5A2-9B66-DE40-BAB4-E37A761A6D52}" presName="LShape" presStyleLbl="alignNode1" presStyleIdx="0" presStyleCnt="13"/>
      <dgm:spPr>
        <a:solidFill>
          <a:srgbClr val="4CB49A"/>
        </a:solidFill>
      </dgm:spPr>
    </dgm:pt>
    <dgm:pt modelId="{9F3127F6-4EFE-E643-AE19-B61EB6EE7DC2}" type="pres">
      <dgm:prSet presAssocID="{DC92E5A2-9B66-DE40-BAB4-E37A761A6D52}" presName="ParentText" presStyleLbl="revTx" presStyleIdx="0" presStyleCnt="7">
        <dgm:presLayoutVars>
          <dgm:chMax val="0"/>
          <dgm:chPref val="0"/>
          <dgm:bulletEnabled val="1"/>
        </dgm:presLayoutVars>
      </dgm:prSet>
      <dgm:spPr/>
    </dgm:pt>
    <dgm:pt modelId="{9B2E089C-9DA9-9C46-B18C-B43FFFDCC5A3}" type="pres">
      <dgm:prSet presAssocID="{DC92E5A2-9B66-DE40-BAB4-E37A761A6D52}" presName="Triangle" presStyleLbl="alignNode1" presStyleIdx="1" presStyleCnt="13"/>
      <dgm:spPr>
        <a:solidFill>
          <a:srgbClr val="4CB49A"/>
        </a:solidFill>
      </dgm:spPr>
    </dgm:pt>
    <dgm:pt modelId="{BAC09B63-ACD0-1142-A6B8-8EFFE1030C33}" type="pres">
      <dgm:prSet presAssocID="{77ADAC43-FA05-4E4D-8DF1-F6334736A6B3}" presName="sibTrans" presStyleCnt="0"/>
      <dgm:spPr/>
    </dgm:pt>
    <dgm:pt modelId="{848E7809-9DF6-394F-AF25-FAE42AF20A0E}" type="pres">
      <dgm:prSet presAssocID="{77ADAC43-FA05-4E4D-8DF1-F6334736A6B3}" presName="space" presStyleCnt="0"/>
      <dgm:spPr/>
    </dgm:pt>
    <dgm:pt modelId="{DDC47FD7-18D6-EC40-804F-A1C1CF6DBBA9}" type="pres">
      <dgm:prSet presAssocID="{CBF678C5-4F7A-0548-A86C-DE4F62BC947B}" presName="composite" presStyleCnt="0"/>
      <dgm:spPr/>
    </dgm:pt>
    <dgm:pt modelId="{94D4065C-A9B6-D241-B46D-BC8F2111BB68}" type="pres">
      <dgm:prSet presAssocID="{CBF678C5-4F7A-0548-A86C-DE4F62BC947B}" presName="LShape" presStyleLbl="alignNode1" presStyleIdx="2" presStyleCnt="13"/>
      <dgm:spPr>
        <a:solidFill>
          <a:srgbClr val="4CB49A"/>
        </a:solidFill>
      </dgm:spPr>
    </dgm:pt>
    <dgm:pt modelId="{32573D05-E50E-3D4A-8CF0-BE1483DF445B}" type="pres">
      <dgm:prSet presAssocID="{CBF678C5-4F7A-0548-A86C-DE4F62BC947B}" presName="ParentText" presStyleLbl="revTx" presStyleIdx="1" presStyleCnt="7">
        <dgm:presLayoutVars>
          <dgm:chMax val="0"/>
          <dgm:chPref val="0"/>
          <dgm:bulletEnabled val="1"/>
        </dgm:presLayoutVars>
      </dgm:prSet>
      <dgm:spPr/>
    </dgm:pt>
    <dgm:pt modelId="{B8EEB74B-E9F9-0A40-B6C2-AC68BDACE33D}" type="pres">
      <dgm:prSet presAssocID="{CBF678C5-4F7A-0548-A86C-DE4F62BC947B}" presName="Triangle" presStyleLbl="alignNode1" presStyleIdx="3" presStyleCnt="13"/>
      <dgm:spPr>
        <a:solidFill>
          <a:srgbClr val="4CB49A"/>
        </a:solidFill>
      </dgm:spPr>
    </dgm:pt>
    <dgm:pt modelId="{01F3D131-A52C-4841-BF2D-976E5CB8987C}" type="pres">
      <dgm:prSet presAssocID="{49D8EB25-025D-1F40-96B9-6B7099B768DA}" presName="sibTrans" presStyleCnt="0"/>
      <dgm:spPr/>
    </dgm:pt>
    <dgm:pt modelId="{BAE24E4C-555B-7A46-8A90-6E6FCFB4C6B3}" type="pres">
      <dgm:prSet presAssocID="{49D8EB25-025D-1F40-96B9-6B7099B768DA}" presName="space" presStyleCnt="0"/>
      <dgm:spPr/>
    </dgm:pt>
    <dgm:pt modelId="{B9ED8DAD-A059-F24E-B2A1-6350DD8241DF}" type="pres">
      <dgm:prSet presAssocID="{0B49F3B2-5459-B046-A6D5-D8862F35122E}" presName="composite" presStyleCnt="0"/>
      <dgm:spPr/>
    </dgm:pt>
    <dgm:pt modelId="{85BEAD0D-79D8-A84A-8FDC-37F1006BD04F}" type="pres">
      <dgm:prSet presAssocID="{0B49F3B2-5459-B046-A6D5-D8862F35122E}" presName="LShape" presStyleLbl="alignNode1" presStyleIdx="4" presStyleCnt="13"/>
      <dgm:spPr>
        <a:solidFill>
          <a:srgbClr val="4CB49A"/>
        </a:solidFill>
      </dgm:spPr>
    </dgm:pt>
    <dgm:pt modelId="{1F0E206E-51DB-CF4B-8BDC-52D2323FD0BA}" type="pres">
      <dgm:prSet presAssocID="{0B49F3B2-5459-B046-A6D5-D8862F35122E}" presName="ParentText" presStyleLbl="revTx" presStyleIdx="2" presStyleCnt="7">
        <dgm:presLayoutVars>
          <dgm:chMax val="0"/>
          <dgm:chPref val="0"/>
          <dgm:bulletEnabled val="1"/>
        </dgm:presLayoutVars>
      </dgm:prSet>
      <dgm:spPr/>
    </dgm:pt>
    <dgm:pt modelId="{B7BC1CE3-1381-8749-A6CA-6180006BF353}" type="pres">
      <dgm:prSet presAssocID="{0B49F3B2-5459-B046-A6D5-D8862F35122E}" presName="Triangle" presStyleLbl="alignNode1" presStyleIdx="5" presStyleCnt="13"/>
      <dgm:spPr>
        <a:solidFill>
          <a:srgbClr val="4CB49A"/>
        </a:solidFill>
      </dgm:spPr>
    </dgm:pt>
    <dgm:pt modelId="{DABB34DE-61A9-474B-9FD0-8FDEC42F97DC}" type="pres">
      <dgm:prSet presAssocID="{B37E2732-D8B4-DE4B-B303-D8E102AFD732}" presName="sibTrans" presStyleCnt="0"/>
      <dgm:spPr/>
    </dgm:pt>
    <dgm:pt modelId="{E2EC8399-75E0-DD42-870A-5AA5248C81C6}" type="pres">
      <dgm:prSet presAssocID="{B37E2732-D8B4-DE4B-B303-D8E102AFD732}" presName="space" presStyleCnt="0"/>
      <dgm:spPr/>
    </dgm:pt>
    <dgm:pt modelId="{C988AE91-E3C1-9340-9B97-A8F5E5DD754A}" type="pres">
      <dgm:prSet presAssocID="{A9E356FF-C5F8-B646-9F70-D20DB01D4723}" presName="composite" presStyleCnt="0"/>
      <dgm:spPr/>
    </dgm:pt>
    <dgm:pt modelId="{C217BF0D-0C44-D649-9ECA-C61D63D9575F}" type="pres">
      <dgm:prSet presAssocID="{A9E356FF-C5F8-B646-9F70-D20DB01D4723}" presName="LShape" presStyleLbl="alignNode1" presStyleIdx="6" presStyleCnt="13"/>
      <dgm:spPr>
        <a:solidFill>
          <a:srgbClr val="4CB49A"/>
        </a:solidFill>
      </dgm:spPr>
    </dgm:pt>
    <dgm:pt modelId="{EF12B8FE-4BB0-7A4F-9B99-82339C75A31B}" type="pres">
      <dgm:prSet presAssocID="{A9E356FF-C5F8-B646-9F70-D20DB01D4723}" presName="ParentText" presStyleLbl="revTx" presStyleIdx="3" presStyleCnt="7">
        <dgm:presLayoutVars>
          <dgm:chMax val="0"/>
          <dgm:chPref val="0"/>
          <dgm:bulletEnabled val="1"/>
        </dgm:presLayoutVars>
      </dgm:prSet>
      <dgm:spPr/>
    </dgm:pt>
    <dgm:pt modelId="{551FB514-AD2B-3A4D-88A2-556490EBA417}" type="pres">
      <dgm:prSet presAssocID="{A9E356FF-C5F8-B646-9F70-D20DB01D4723}" presName="Triangle" presStyleLbl="alignNode1" presStyleIdx="7" presStyleCnt="13"/>
      <dgm:spPr>
        <a:solidFill>
          <a:srgbClr val="4CB49A"/>
        </a:solidFill>
      </dgm:spPr>
    </dgm:pt>
    <dgm:pt modelId="{4F86B815-6C61-7849-B434-F63E35C46139}" type="pres">
      <dgm:prSet presAssocID="{AE6EC7E8-66ED-7147-97F5-8C1CD354151F}" presName="sibTrans" presStyleCnt="0"/>
      <dgm:spPr/>
    </dgm:pt>
    <dgm:pt modelId="{153F6C4A-6A13-B54E-9581-AD7D35270E5E}" type="pres">
      <dgm:prSet presAssocID="{AE6EC7E8-66ED-7147-97F5-8C1CD354151F}" presName="space" presStyleCnt="0"/>
      <dgm:spPr/>
    </dgm:pt>
    <dgm:pt modelId="{6CF52EEF-FFDD-3C44-A14B-E559052112AF}" type="pres">
      <dgm:prSet presAssocID="{C862453D-9706-3E48-83E5-DC632C91D9EA}" presName="composite" presStyleCnt="0"/>
      <dgm:spPr/>
    </dgm:pt>
    <dgm:pt modelId="{2E75497B-0341-5F44-BC44-E4CAE5B502AD}" type="pres">
      <dgm:prSet presAssocID="{C862453D-9706-3E48-83E5-DC632C91D9EA}" presName="LShape" presStyleLbl="alignNode1" presStyleIdx="8" presStyleCnt="13"/>
      <dgm:spPr>
        <a:solidFill>
          <a:srgbClr val="4CB49A"/>
        </a:solidFill>
      </dgm:spPr>
    </dgm:pt>
    <dgm:pt modelId="{D0F65E14-F9F3-3846-AB01-71D1DFF80057}" type="pres">
      <dgm:prSet presAssocID="{C862453D-9706-3E48-83E5-DC632C91D9EA}" presName="ParentText" presStyleLbl="revTx" presStyleIdx="4" presStyleCnt="7">
        <dgm:presLayoutVars>
          <dgm:chMax val="0"/>
          <dgm:chPref val="0"/>
          <dgm:bulletEnabled val="1"/>
        </dgm:presLayoutVars>
      </dgm:prSet>
      <dgm:spPr/>
    </dgm:pt>
    <dgm:pt modelId="{CEB7733D-6F26-1A4E-9442-6960FB87A5FC}" type="pres">
      <dgm:prSet presAssocID="{C862453D-9706-3E48-83E5-DC632C91D9EA}" presName="Triangle" presStyleLbl="alignNode1" presStyleIdx="9" presStyleCnt="13"/>
      <dgm:spPr>
        <a:solidFill>
          <a:srgbClr val="4CB49A"/>
        </a:solidFill>
      </dgm:spPr>
    </dgm:pt>
    <dgm:pt modelId="{21AE6ABE-9BBF-5640-86C3-F8A093740049}" type="pres">
      <dgm:prSet presAssocID="{9F1FF69C-C23B-B046-B788-1584477AED1A}" presName="sibTrans" presStyleCnt="0"/>
      <dgm:spPr/>
    </dgm:pt>
    <dgm:pt modelId="{177087EE-C09F-344B-B5F1-D8033BB5BA7C}" type="pres">
      <dgm:prSet presAssocID="{9F1FF69C-C23B-B046-B788-1584477AED1A}" presName="space" presStyleCnt="0"/>
      <dgm:spPr/>
    </dgm:pt>
    <dgm:pt modelId="{99D6B860-F115-A549-87AD-1B074DADD7F4}" type="pres">
      <dgm:prSet presAssocID="{EFB2B2D6-4C83-214B-A90F-D23B569CE7C8}" presName="composite" presStyleCnt="0"/>
      <dgm:spPr/>
    </dgm:pt>
    <dgm:pt modelId="{6BA29A0D-3212-1646-A0B5-B65BDF847449}" type="pres">
      <dgm:prSet presAssocID="{EFB2B2D6-4C83-214B-A90F-D23B569CE7C8}" presName="LShape" presStyleLbl="alignNode1" presStyleIdx="10" presStyleCnt="13"/>
      <dgm:spPr>
        <a:solidFill>
          <a:srgbClr val="4CB49A"/>
        </a:solidFill>
      </dgm:spPr>
    </dgm:pt>
    <dgm:pt modelId="{AAD0E850-6633-F940-80C5-1CDAD9FF2967}" type="pres">
      <dgm:prSet presAssocID="{EFB2B2D6-4C83-214B-A90F-D23B569CE7C8}" presName="ParentText" presStyleLbl="revTx" presStyleIdx="5" presStyleCnt="7">
        <dgm:presLayoutVars>
          <dgm:chMax val="0"/>
          <dgm:chPref val="0"/>
          <dgm:bulletEnabled val="1"/>
        </dgm:presLayoutVars>
      </dgm:prSet>
      <dgm:spPr/>
    </dgm:pt>
    <dgm:pt modelId="{4C8665D3-ECC2-2C41-8971-E0E97A22EC22}" type="pres">
      <dgm:prSet presAssocID="{EFB2B2D6-4C83-214B-A90F-D23B569CE7C8}" presName="Triangle" presStyleLbl="alignNode1" presStyleIdx="11" presStyleCnt="13"/>
      <dgm:spPr>
        <a:solidFill>
          <a:srgbClr val="4CB49A"/>
        </a:solidFill>
      </dgm:spPr>
    </dgm:pt>
    <dgm:pt modelId="{2A2D52A3-FB22-F243-B6B9-EF35C803ED36}" type="pres">
      <dgm:prSet presAssocID="{AD99FC14-D6E9-024A-BA6E-987EC47E6113}" presName="sibTrans" presStyleCnt="0"/>
      <dgm:spPr/>
    </dgm:pt>
    <dgm:pt modelId="{467D9C74-8AE8-9C4B-A317-3BE406C3D372}" type="pres">
      <dgm:prSet presAssocID="{AD99FC14-D6E9-024A-BA6E-987EC47E6113}" presName="space" presStyleCnt="0"/>
      <dgm:spPr/>
    </dgm:pt>
    <dgm:pt modelId="{C1EAC5F4-4C25-9F47-85E0-7232B2D1B829}" type="pres">
      <dgm:prSet presAssocID="{99BD9D9D-46D1-E746-BE32-1A91320204FF}" presName="composite" presStyleCnt="0"/>
      <dgm:spPr/>
    </dgm:pt>
    <dgm:pt modelId="{1BEE272D-2867-AD47-AD8C-A5527A5C26DF}" type="pres">
      <dgm:prSet presAssocID="{99BD9D9D-46D1-E746-BE32-1A91320204FF}" presName="LShape" presStyleLbl="alignNode1" presStyleIdx="12" presStyleCnt="13"/>
      <dgm:spPr>
        <a:solidFill>
          <a:srgbClr val="4CB49A"/>
        </a:solidFill>
      </dgm:spPr>
    </dgm:pt>
    <dgm:pt modelId="{50896141-3169-CC4E-9DB0-30ABF796C04B}" type="pres">
      <dgm:prSet presAssocID="{99BD9D9D-46D1-E746-BE32-1A91320204FF}" presName="ParentText" presStyleLbl="revTx" presStyleIdx="6" presStyleCnt="7" custScaleY="194809" custLinFactNeighborX="-1115" custLinFactNeighborY="45806">
        <dgm:presLayoutVars>
          <dgm:chMax val="0"/>
          <dgm:chPref val="0"/>
          <dgm:bulletEnabled val="1"/>
        </dgm:presLayoutVars>
      </dgm:prSet>
      <dgm:spPr/>
    </dgm:pt>
  </dgm:ptLst>
  <dgm:cxnLst>
    <dgm:cxn modelId="{4EAC9601-2E5B-4FD8-B0DD-BF6AAA7079F5}" type="presOf" srcId="{A9E356FF-C5F8-B646-9F70-D20DB01D4723}" destId="{EF12B8FE-4BB0-7A4F-9B99-82339C75A31B}" srcOrd="0" destOrd="0" presId="urn:microsoft.com/office/officeart/2009/3/layout/StepUpProcess#2"/>
    <dgm:cxn modelId="{F7CB6D0E-95AA-4756-B366-174A964202A2}" type="presOf" srcId="{99BD9D9D-46D1-E746-BE32-1A91320204FF}" destId="{50896141-3169-CC4E-9DB0-30ABF796C04B}" srcOrd="0" destOrd="0" presId="urn:microsoft.com/office/officeart/2009/3/layout/StepUpProcess#2"/>
    <dgm:cxn modelId="{BF925822-2A32-42DA-BF86-892E2F68EA9B}" srcId="{0C523DDF-F71D-8745-AAE8-9B64A07F9F03}" destId="{99BD9D9D-46D1-E746-BE32-1A91320204FF}" srcOrd="6" destOrd="0" parTransId="{5EA5C362-B235-614E-A929-FFE9491AFCFB}" sibTransId="{0545ABE7-72C3-CD43-B210-422DB2C8118C}"/>
    <dgm:cxn modelId="{52980F34-DBA9-49B4-9D12-809B70FD47D2}" type="presOf" srcId="{0C523DDF-F71D-8745-AAE8-9B64A07F9F03}" destId="{6B1F5411-9010-6841-936C-78E7E6CB1292}" srcOrd="0" destOrd="0" presId="urn:microsoft.com/office/officeart/2009/3/layout/StepUpProcess#2"/>
    <dgm:cxn modelId="{7CEAFE38-A4E5-4AA3-A89A-4DC68040012A}" srcId="{0C523DDF-F71D-8745-AAE8-9B64A07F9F03}" destId="{EFB2B2D6-4C83-214B-A90F-D23B569CE7C8}" srcOrd="5" destOrd="0" parTransId="{1EEBF590-AFA5-DB49-B1A4-3C27AE79E6DA}" sibTransId="{AD99FC14-D6E9-024A-BA6E-987EC47E6113}"/>
    <dgm:cxn modelId="{0ABD8548-58C1-40EC-827D-5A4A54F7811B}" srcId="{0C523DDF-F71D-8745-AAE8-9B64A07F9F03}" destId="{C862453D-9706-3E48-83E5-DC632C91D9EA}" srcOrd="4" destOrd="0" parTransId="{7C875864-8785-3B4E-942E-7918EA4078AB}" sibTransId="{9F1FF69C-C23B-B046-B788-1584477AED1A}"/>
    <dgm:cxn modelId="{2E5F514E-F638-4713-8E09-B065241E49AC}" type="presOf" srcId="{DC92E5A2-9B66-DE40-BAB4-E37A761A6D52}" destId="{9F3127F6-4EFE-E643-AE19-B61EB6EE7DC2}" srcOrd="0" destOrd="0" presId="urn:microsoft.com/office/officeart/2009/3/layout/StepUpProcess#2"/>
    <dgm:cxn modelId="{1DFC4463-8CF1-44D7-93BE-67C0C9084AF3}" srcId="{0C523DDF-F71D-8745-AAE8-9B64A07F9F03}" destId="{0B49F3B2-5459-B046-A6D5-D8862F35122E}" srcOrd="2" destOrd="0" parTransId="{89BB08FA-778C-C84F-91F4-27051EDA91E3}" sibTransId="{B37E2732-D8B4-DE4B-B303-D8E102AFD732}"/>
    <dgm:cxn modelId="{D2A14E92-C1D6-4AE6-8CEA-4CB269BB4E2B}" srcId="{0C523DDF-F71D-8745-AAE8-9B64A07F9F03}" destId="{CBF678C5-4F7A-0548-A86C-DE4F62BC947B}" srcOrd="1" destOrd="0" parTransId="{F8B21BEF-54ED-7F49-95A7-54E38A655864}" sibTransId="{49D8EB25-025D-1F40-96B9-6B7099B768DA}"/>
    <dgm:cxn modelId="{D7D287A1-4DC1-42CD-8FC4-0A4DA1210937}" srcId="{0C523DDF-F71D-8745-AAE8-9B64A07F9F03}" destId="{A9E356FF-C5F8-B646-9F70-D20DB01D4723}" srcOrd="3" destOrd="0" parTransId="{FA8B925E-EB76-4748-8308-7E7EA2675B0D}" sibTransId="{AE6EC7E8-66ED-7147-97F5-8C1CD354151F}"/>
    <dgm:cxn modelId="{E6A393A7-E5B0-4AE1-963C-CCE16DAA4917}" type="presOf" srcId="{C862453D-9706-3E48-83E5-DC632C91D9EA}" destId="{D0F65E14-F9F3-3846-AB01-71D1DFF80057}" srcOrd="0" destOrd="0" presId="urn:microsoft.com/office/officeart/2009/3/layout/StepUpProcess#2"/>
    <dgm:cxn modelId="{012A5BB2-4C56-4892-8F59-12AB60D2B6B7}" type="presOf" srcId="{0B49F3B2-5459-B046-A6D5-D8862F35122E}" destId="{1F0E206E-51DB-CF4B-8BDC-52D2323FD0BA}" srcOrd="0" destOrd="0" presId="urn:microsoft.com/office/officeart/2009/3/layout/StepUpProcess#2"/>
    <dgm:cxn modelId="{7F467AC5-E683-409F-AFC9-729FFD7236E8}" type="presOf" srcId="{CBF678C5-4F7A-0548-A86C-DE4F62BC947B}" destId="{32573D05-E50E-3D4A-8CF0-BE1483DF445B}" srcOrd="0" destOrd="0" presId="urn:microsoft.com/office/officeart/2009/3/layout/StepUpProcess#2"/>
    <dgm:cxn modelId="{6EF920CF-4DEB-4A17-A586-5D079DE5099D}" type="presOf" srcId="{EFB2B2D6-4C83-214B-A90F-D23B569CE7C8}" destId="{AAD0E850-6633-F940-80C5-1CDAD9FF2967}" srcOrd="0" destOrd="0" presId="urn:microsoft.com/office/officeart/2009/3/layout/StepUpProcess#2"/>
    <dgm:cxn modelId="{AB8837D9-D724-4337-90E9-6BBCB2449AD7}" srcId="{0C523DDF-F71D-8745-AAE8-9B64A07F9F03}" destId="{DC92E5A2-9B66-DE40-BAB4-E37A761A6D52}" srcOrd="0" destOrd="0" parTransId="{E555574E-7283-A246-BB27-D961C262DFC4}" sibTransId="{77ADAC43-FA05-4E4D-8DF1-F6334736A6B3}"/>
    <dgm:cxn modelId="{63157F40-9A61-47B0-A405-35E02F04FA93}" type="presParOf" srcId="{6B1F5411-9010-6841-936C-78E7E6CB1292}" destId="{B6F8391B-D524-3C44-BF47-D4D22A9FA725}" srcOrd="0" destOrd="0" presId="urn:microsoft.com/office/officeart/2009/3/layout/StepUpProcess#2"/>
    <dgm:cxn modelId="{5A348E69-36F5-4135-9EFF-7639C3B10C8E}" type="presParOf" srcId="{B6F8391B-D524-3C44-BF47-D4D22A9FA725}" destId="{F3AC9C1B-3F08-9143-93B9-36E7B1579C7B}" srcOrd="0" destOrd="0" presId="urn:microsoft.com/office/officeart/2009/3/layout/StepUpProcess#2"/>
    <dgm:cxn modelId="{C1CF1C7D-B688-4722-8B1C-FF15935CEFD4}" type="presParOf" srcId="{B6F8391B-D524-3C44-BF47-D4D22A9FA725}" destId="{9F3127F6-4EFE-E643-AE19-B61EB6EE7DC2}" srcOrd="1" destOrd="0" presId="urn:microsoft.com/office/officeart/2009/3/layout/StepUpProcess#2"/>
    <dgm:cxn modelId="{0E181324-A592-485C-8B0F-EC092DB9ECC9}" type="presParOf" srcId="{B6F8391B-D524-3C44-BF47-D4D22A9FA725}" destId="{9B2E089C-9DA9-9C46-B18C-B43FFFDCC5A3}" srcOrd="2" destOrd="0" presId="urn:microsoft.com/office/officeart/2009/3/layout/StepUpProcess#2"/>
    <dgm:cxn modelId="{F34DA659-FC01-4EF1-B3A7-359A12E4DB55}" type="presParOf" srcId="{6B1F5411-9010-6841-936C-78E7E6CB1292}" destId="{BAC09B63-ACD0-1142-A6B8-8EFFE1030C33}" srcOrd="1" destOrd="0" presId="urn:microsoft.com/office/officeart/2009/3/layout/StepUpProcess#2"/>
    <dgm:cxn modelId="{8B42DB8B-C284-4DAF-9EF6-D45B0E49338C}" type="presParOf" srcId="{BAC09B63-ACD0-1142-A6B8-8EFFE1030C33}" destId="{848E7809-9DF6-394F-AF25-FAE42AF20A0E}" srcOrd="0" destOrd="0" presId="urn:microsoft.com/office/officeart/2009/3/layout/StepUpProcess#2"/>
    <dgm:cxn modelId="{D7133DBE-71B2-431D-B974-A78D571CB837}" type="presParOf" srcId="{6B1F5411-9010-6841-936C-78E7E6CB1292}" destId="{DDC47FD7-18D6-EC40-804F-A1C1CF6DBBA9}" srcOrd="2" destOrd="0" presId="urn:microsoft.com/office/officeart/2009/3/layout/StepUpProcess#2"/>
    <dgm:cxn modelId="{CD100A99-3038-41A1-9C61-EFFA63B93293}" type="presParOf" srcId="{DDC47FD7-18D6-EC40-804F-A1C1CF6DBBA9}" destId="{94D4065C-A9B6-D241-B46D-BC8F2111BB68}" srcOrd="0" destOrd="0" presId="urn:microsoft.com/office/officeart/2009/3/layout/StepUpProcess#2"/>
    <dgm:cxn modelId="{070231BF-DBB7-43E8-B2E5-ED0F1970E842}" type="presParOf" srcId="{DDC47FD7-18D6-EC40-804F-A1C1CF6DBBA9}" destId="{32573D05-E50E-3D4A-8CF0-BE1483DF445B}" srcOrd="1" destOrd="0" presId="urn:microsoft.com/office/officeart/2009/3/layout/StepUpProcess#2"/>
    <dgm:cxn modelId="{85987EBA-9493-44FF-9B6A-B793C7E580CF}" type="presParOf" srcId="{DDC47FD7-18D6-EC40-804F-A1C1CF6DBBA9}" destId="{B8EEB74B-E9F9-0A40-B6C2-AC68BDACE33D}" srcOrd="2" destOrd="0" presId="urn:microsoft.com/office/officeart/2009/3/layout/StepUpProcess#2"/>
    <dgm:cxn modelId="{F04588EF-49A3-4CEE-A2BE-AFF5828F5D79}" type="presParOf" srcId="{6B1F5411-9010-6841-936C-78E7E6CB1292}" destId="{01F3D131-A52C-4841-BF2D-976E5CB8987C}" srcOrd="3" destOrd="0" presId="urn:microsoft.com/office/officeart/2009/3/layout/StepUpProcess#2"/>
    <dgm:cxn modelId="{6A4E4CAF-EFCF-4045-97E4-74B7C1A57F40}" type="presParOf" srcId="{01F3D131-A52C-4841-BF2D-976E5CB8987C}" destId="{BAE24E4C-555B-7A46-8A90-6E6FCFB4C6B3}" srcOrd="0" destOrd="0" presId="urn:microsoft.com/office/officeart/2009/3/layout/StepUpProcess#2"/>
    <dgm:cxn modelId="{CBB3111A-00CA-4E0E-9796-80BA8DAB8A79}" type="presParOf" srcId="{6B1F5411-9010-6841-936C-78E7E6CB1292}" destId="{B9ED8DAD-A059-F24E-B2A1-6350DD8241DF}" srcOrd="4" destOrd="0" presId="urn:microsoft.com/office/officeart/2009/3/layout/StepUpProcess#2"/>
    <dgm:cxn modelId="{912EB970-9DF3-453F-9D52-DDAFE49CC806}" type="presParOf" srcId="{B9ED8DAD-A059-F24E-B2A1-6350DD8241DF}" destId="{85BEAD0D-79D8-A84A-8FDC-37F1006BD04F}" srcOrd="0" destOrd="0" presId="urn:microsoft.com/office/officeart/2009/3/layout/StepUpProcess#2"/>
    <dgm:cxn modelId="{69E04097-2D14-4B70-8AF9-0DF28018E75D}" type="presParOf" srcId="{B9ED8DAD-A059-F24E-B2A1-6350DD8241DF}" destId="{1F0E206E-51DB-CF4B-8BDC-52D2323FD0BA}" srcOrd="1" destOrd="0" presId="urn:microsoft.com/office/officeart/2009/3/layout/StepUpProcess#2"/>
    <dgm:cxn modelId="{3B0B31E8-80EB-424E-82C6-7BA232DE51FC}" type="presParOf" srcId="{B9ED8DAD-A059-F24E-B2A1-6350DD8241DF}" destId="{B7BC1CE3-1381-8749-A6CA-6180006BF353}" srcOrd="2" destOrd="0" presId="urn:microsoft.com/office/officeart/2009/3/layout/StepUpProcess#2"/>
    <dgm:cxn modelId="{6D13ABA6-A23F-4576-9D52-9B158D037515}" type="presParOf" srcId="{6B1F5411-9010-6841-936C-78E7E6CB1292}" destId="{DABB34DE-61A9-474B-9FD0-8FDEC42F97DC}" srcOrd="5" destOrd="0" presId="urn:microsoft.com/office/officeart/2009/3/layout/StepUpProcess#2"/>
    <dgm:cxn modelId="{0D745611-1C1F-43C1-B807-2B8DC466A2F4}" type="presParOf" srcId="{DABB34DE-61A9-474B-9FD0-8FDEC42F97DC}" destId="{E2EC8399-75E0-DD42-870A-5AA5248C81C6}" srcOrd="0" destOrd="0" presId="urn:microsoft.com/office/officeart/2009/3/layout/StepUpProcess#2"/>
    <dgm:cxn modelId="{8DA34311-4E1D-4F32-9D2D-77560DDEE631}" type="presParOf" srcId="{6B1F5411-9010-6841-936C-78E7E6CB1292}" destId="{C988AE91-E3C1-9340-9B97-A8F5E5DD754A}" srcOrd="6" destOrd="0" presId="urn:microsoft.com/office/officeart/2009/3/layout/StepUpProcess#2"/>
    <dgm:cxn modelId="{3915FD66-2979-483A-9359-F576B8EE138B}" type="presParOf" srcId="{C988AE91-E3C1-9340-9B97-A8F5E5DD754A}" destId="{C217BF0D-0C44-D649-9ECA-C61D63D9575F}" srcOrd="0" destOrd="0" presId="urn:microsoft.com/office/officeart/2009/3/layout/StepUpProcess#2"/>
    <dgm:cxn modelId="{F2C85987-FDAF-4A42-AA1A-9D8968B0C984}" type="presParOf" srcId="{C988AE91-E3C1-9340-9B97-A8F5E5DD754A}" destId="{EF12B8FE-4BB0-7A4F-9B99-82339C75A31B}" srcOrd="1" destOrd="0" presId="urn:microsoft.com/office/officeart/2009/3/layout/StepUpProcess#2"/>
    <dgm:cxn modelId="{0936EA2F-DD73-4FAD-8512-612C0A951E3B}" type="presParOf" srcId="{C988AE91-E3C1-9340-9B97-A8F5E5DD754A}" destId="{551FB514-AD2B-3A4D-88A2-556490EBA417}" srcOrd="2" destOrd="0" presId="urn:microsoft.com/office/officeart/2009/3/layout/StepUpProcess#2"/>
    <dgm:cxn modelId="{F9AFADCA-532C-4C0F-9C76-F114434C7F60}" type="presParOf" srcId="{6B1F5411-9010-6841-936C-78E7E6CB1292}" destId="{4F86B815-6C61-7849-B434-F63E35C46139}" srcOrd="7" destOrd="0" presId="urn:microsoft.com/office/officeart/2009/3/layout/StepUpProcess#2"/>
    <dgm:cxn modelId="{EFAD05EC-92B2-4564-9A9C-7863E183261F}" type="presParOf" srcId="{4F86B815-6C61-7849-B434-F63E35C46139}" destId="{153F6C4A-6A13-B54E-9581-AD7D35270E5E}" srcOrd="0" destOrd="0" presId="urn:microsoft.com/office/officeart/2009/3/layout/StepUpProcess#2"/>
    <dgm:cxn modelId="{D0783A87-2A7D-40D2-B1C6-7D08AB287F9D}" type="presParOf" srcId="{6B1F5411-9010-6841-936C-78E7E6CB1292}" destId="{6CF52EEF-FFDD-3C44-A14B-E559052112AF}" srcOrd="8" destOrd="0" presId="urn:microsoft.com/office/officeart/2009/3/layout/StepUpProcess#2"/>
    <dgm:cxn modelId="{5D9ADFFB-ABEC-47F4-8BB6-7E36E912656F}" type="presParOf" srcId="{6CF52EEF-FFDD-3C44-A14B-E559052112AF}" destId="{2E75497B-0341-5F44-BC44-E4CAE5B502AD}" srcOrd="0" destOrd="0" presId="urn:microsoft.com/office/officeart/2009/3/layout/StepUpProcess#2"/>
    <dgm:cxn modelId="{7899E219-4CCC-4515-A2A5-30DEA97335E2}" type="presParOf" srcId="{6CF52EEF-FFDD-3C44-A14B-E559052112AF}" destId="{D0F65E14-F9F3-3846-AB01-71D1DFF80057}" srcOrd="1" destOrd="0" presId="urn:microsoft.com/office/officeart/2009/3/layout/StepUpProcess#2"/>
    <dgm:cxn modelId="{5164C69E-29E6-4475-9204-C7EBDB5AE839}" type="presParOf" srcId="{6CF52EEF-FFDD-3C44-A14B-E559052112AF}" destId="{CEB7733D-6F26-1A4E-9442-6960FB87A5FC}" srcOrd="2" destOrd="0" presId="urn:microsoft.com/office/officeart/2009/3/layout/StepUpProcess#2"/>
    <dgm:cxn modelId="{925EC848-4CFA-446D-9450-AF0653EFCB80}" type="presParOf" srcId="{6B1F5411-9010-6841-936C-78E7E6CB1292}" destId="{21AE6ABE-9BBF-5640-86C3-F8A093740049}" srcOrd="9" destOrd="0" presId="urn:microsoft.com/office/officeart/2009/3/layout/StepUpProcess#2"/>
    <dgm:cxn modelId="{6A55B0AB-27D5-4C12-BD8F-47B4CBD7C541}" type="presParOf" srcId="{21AE6ABE-9BBF-5640-86C3-F8A093740049}" destId="{177087EE-C09F-344B-B5F1-D8033BB5BA7C}" srcOrd="0" destOrd="0" presId="urn:microsoft.com/office/officeart/2009/3/layout/StepUpProcess#2"/>
    <dgm:cxn modelId="{8F14FBDD-8A6B-4D9A-A65F-351AFB06F802}" type="presParOf" srcId="{6B1F5411-9010-6841-936C-78E7E6CB1292}" destId="{99D6B860-F115-A549-87AD-1B074DADD7F4}" srcOrd="10" destOrd="0" presId="urn:microsoft.com/office/officeart/2009/3/layout/StepUpProcess#2"/>
    <dgm:cxn modelId="{8932EFB0-4B28-435E-B86E-090B64E59FA1}" type="presParOf" srcId="{99D6B860-F115-A549-87AD-1B074DADD7F4}" destId="{6BA29A0D-3212-1646-A0B5-B65BDF847449}" srcOrd="0" destOrd="0" presId="urn:microsoft.com/office/officeart/2009/3/layout/StepUpProcess#2"/>
    <dgm:cxn modelId="{9978F5FC-09C4-4BEA-BF58-E773E000FC91}" type="presParOf" srcId="{99D6B860-F115-A549-87AD-1B074DADD7F4}" destId="{AAD0E850-6633-F940-80C5-1CDAD9FF2967}" srcOrd="1" destOrd="0" presId="urn:microsoft.com/office/officeart/2009/3/layout/StepUpProcess#2"/>
    <dgm:cxn modelId="{4772D48B-06BA-4304-B667-D5DA5A6662F0}" type="presParOf" srcId="{99D6B860-F115-A549-87AD-1B074DADD7F4}" destId="{4C8665D3-ECC2-2C41-8971-E0E97A22EC22}" srcOrd="2" destOrd="0" presId="urn:microsoft.com/office/officeart/2009/3/layout/StepUpProcess#2"/>
    <dgm:cxn modelId="{D73BC359-CF96-48BD-9D04-8B2EB066AD4E}" type="presParOf" srcId="{6B1F5411-9010-6841-936C-78E7E6CB1292}" destId="{2A2D52A3-FB22-F243-B6B9-EF35C803ED36}" srcOrd="11" destOrd="0" presId="urn:microsoft.com/office/officeart/2009/3/layout/StepUpProcess#2"/>
    <dgm:cxn modelId="{B9BBC1F5-7485-41E9-B740-7456D8C36B8C}" type="presParOf" srcId="{2A2D52A3-FB22-F243-B6B9-EF35C803ED36}" destId="{467D9C74-8AE8-9C4B-A317-3BE406C3D372}" srcOrd="0" destOrd="0" presId="urn:microsoft.com/office/officeart/2009/3/layout/StepUpProcess#2"/>
    <dgm:cxn modelId="{0B279678-7E55-4992-8F06-57A24D971222}" type="presParOf" srcId="{6B1F5411-9010-6841-936C-78E7E6CB1292}" destId="{C1EAC5F4-4C25-9F47-85E0-7232B2D1B829}" srcOrd="12" destOrd="0" presId="urn:microsoft.com/office/officeart/2009/3/layout/StepUpProcess#2"/>
    <dgm:cxn modelId="{25044D6F-5743-4295-8EF2-4F21938DE0E6}" type="presParOf" srcId="{C1EAC5F4-4C25-9F47-85E0-7232B2D1B829}" destId="{1BEE272D-2867-AD47-AD8C-A5527A5C26DF}" srcOrd="0" destOrd="0" presId="urn:microsoft.com/office/officeart/2009/3/layout/StepUpProcess#2"/>
    <dgm:cxn modelId="{B0FDA91C-9181-442C-8191-F0D18557AD51}" type="presParOf" srcId="{C1EAC5F4-4C25-9F47-85E0-7232B2D1B829}" destId="{50896141-3169-CC4E-9DB0-30ABF796C04B}" srcOrd="1" destOrd="0" presId="urn:microsoft.com/office/officeart/2009/3/layout/StepUpProcess#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C16A6D-FBE4-4D7D-8924-1A868E3E39A5}" type="doc">
      <dgm:prSet loTypeId="urn:microsoft.com/office/officeart/2005/8/layout/equation1" loCatId="relationship" qsTypeId="urn:microsoft.com/office/officeart/2005/8/quickstyle/simple1" qsCatId="simple" csTypeId="urn:microsoft.com/office/officeart/2005/8/colors/accent1_2" csCatId="accent1" phldr="0"/>
      <dgm:spPr/>
    </dgm:pt>
    <dgm:pt modelId="{581580C3-2AD7-4027-A070-853644A6AD63}">
      <dgm:prSet phldrT="[文本]" phldr="0" custT="0"/>
      <dgm:spPr/>
      <dgm:t>
        <a:bodyPr vert="horz" wrap="square"/>
        <a:p>
          <a:pPr>
            <a:lnSpc>
              <a:spcPct val="100000"/>
            </a:lnSpc>
            <a:spcBef>
              <a:spcPct val="0"/>
            </a:spcBef>
            <a:spcAft>
              <a:spcPct val="35000"/>
            </a:spcAft>
          </a:pPr>
          <a:r>
            <a:rPr lang="zh-CN" altLang="en-US"/>
            <a:t>学员</a:t>
          </a:r>
          <a:r>
            <a:rPr lang="zh-CN" altLang="en-US"/>
            <a:t>信息</a:t>
          </a:r>
          <a:r>
            <a:rPr lang="zh-CN" altLang="en-US"/>
            <a:t/>
          </a:r>
          <a:endParaRPr lang="zh-CN" altLang="en-US"/>
        </a:p>
      </dgm:t>
    </dgm:pt>
    <dgm:pt modelId="{DB71C421-2C04-4A27-A16A-8A2D4CEF38D7}" cxnId="{700194DE-2E44-46EF-B3F6-E4C5F3204FB7}" type="parTrans">
      <dgm:prSet/>
      <dgm:spPr/>
    </dgm:pt>
    <dgm:pt modelId="{C6CA7FBF-0A96-4697-A004-AF5EA54741E9}" cxnId="{700194DE-2E44-46EF-B3F6-E4C5F3204FB7}" type="sibTrans">
      <dgm:prSet/>
      <dgm:spPr/>
      <dgm:t>
        <a:bodyPr/>
        <a:p>
          <a:endParaRPr lang="zh-CN" altLang="en-US"/>
        </a:p>
      </dgm:t>
    </dgm:pt>
    <dgm:pt modelId="{CE5E2533-9287-424E-9BBB-99100BB555BE}">
      <dgm:prSet phldrT="[文本]" phldr="0" custT="0"/>
      <dgm:spPr/>
      <dgm:t>
        <a:bodyPr vert="horz" wrap="square"/>
        <a:p>
          <a:pPr>
            <a:lnSpc>
              <a:spcPct val="100000"/>
            </a:lnSpc>
            <a:spcBef>
              <a:spcPct val="0"/>
            </a:spcBef>
            <a:spcAft>
              <a:spcPct val="35000"/>
            </a:spcAft>
          </a:pPr>
          <a:r>
            <a:rPr lang="zh-CN" altLang="en-US"/>
            <a:t>目标</a:t>
          </a:r>
          <a:r>
            <a:rPr lang="zh-CN" altLang="en-US"/>
            <a:t>学校</a:t>
          </a:r>
          <a:r>
            <a:rPr lang="zh-CN" altLang="en-US"/>
            <a:t/>
          </a:r>
          <a:endParaRPr lang="zh-CN" altLang="en-US"/>
        </a:p>
      </dgm:t>
    </dgm:pt>
    <dgm:pt modelId="{DF2F75AC-DBBC-41CA-9907-37CAD7ACE6FD}" cxnId="{C39BCBA8-A4B8-46D1-9B9E-DA501E8CB31A}" type="parTrans">
      <dgm:prSet/>
      <dgm:spPr/>
    </dgm:pt>
    <dgm:pt modelId="{50EA5145-449C-4B3D-AF43-7C8E897ECF58}" cxnId="{C39BCBA8-A4B8-46D1-9B9E-DA501E8CB31A}" type="sibTrans">
      <dgm:prSet/>
      <dgm:spPr/>
      <dgm:t>
        <a:bodyPr/>
        <a:p>
          <a:endParaRPr lang="zh-CN" altLang="en-US"/>
        </a:p>
      </dgm:t>
    </dgm:pt>
    <dgm:pt modelId="{FDF1F9FF-FC31-4FFD-B540-DED69DE96CE7}">
      <dgm:prSet phldr="0" custT="0"/>
      <dgm:spPr/>
      <dgm:t>
        <a:bodyPr vert="horz" wrap="square"/>
        <a:p>
          <a:pPr>
            <a:lnSpc>
              <a:spcPct val="100000"/>
            </a:lnSpc>
            <a:spcBef>
              <a:spcPct val="0"/>
            </a:spcBef>
            <a:spcAft>
              <a:spcPct val="35000"/>
            </a:spcAft>
          </a:pPr>
          <a:r>
            <a:rPr lang="zh-CN"/>
            <a:t>家长</a:t>
          </a:r>
          <a:r>
            <a:rPr lang="zh-CN"/>
            <a:t>期许</a:t>
          </a:r>
          <a:r>
            <a:rPr lang="zh-CN"/>
            <a:t/>
          </a:r>
          <a:endParaRPr lang="zh-CN"/>
        </a:p>
      </dgm:t>
    </dgm:pt>
    <dgm:pt modelId="{308A2FE4-B294-43A7-8A71-4511A08297D8}" cxnId="{8D6C2CEF-85C3-48F6-86B3-2F381C3A6447}" type="parTrans">
      <dgm:prSet/>
      <dgm:spPr/>
    </dgm:pt>
    <dgm:pt modelId="{D452699D-DAC8-433A-915C-4C74376710B5}" cxnId="{8D6C2CEF-85C3-48F6-86B3-2F381C3A6447}" type="sibTrans">
      <dgm:prSet/>
      <dgm:spPr/>
    </dgm:pt>
    <dgm:pt modelId="{4A9495EA-F159-42B0-8FBA-37EA03112423}">
      <dgm:prSet phldrT="[文本]" phldr="0" custT="0"/>
      <dgm:spPr/>
      <dgm:t>
        <a:bodyPr vert="horz" wrap="square"/>
        <a:p>
          <a:pPr>
            <a:lnSpc>
              <a:spcPct val="100000"/>
            </a:lnSpc>
            <a:spcBef>
              <a:spcPct val="0"/>
            </a:spcBef>
            <a:spcAft>
              <a:spcPct val="35000"/>
            </a:spcAft>
          </a:pPr>
          <a:r>
            <a:rPr lang="zh-CN" altLang="en-US"/>
            <a:t>需求</a:t>
          </a:r>
          <a:r>
            <a:rPr lang="zh-CN" altLang="en-US"/>
            <a:t/>
          </a:r>
          <a:endParaRPr lang="zh-CN" altLang="en-US"/>
        </a:p>
      </dgm:t>
    </dgm:pt>
    <dgm:pt modelId="{6C1C5DA7-2DF7-401C-8FD1-C92A83243071}" cxnId="{6F9167DA-4626-4BDD-9B98-3D3D8E57914F}" type="parTrans">
      <dgm:prSet/>
      <dgm:spPr/>
    </dgm:pt>
    <dgm:pt modelId="{5C750A99-5016-4522-ABB3-8CBA84A2CE1F}" cxnId="{6F9167DA-4626-4BDD-9B98-3D3D8E57914F}" type="sibTrans">
      <dgm:prSet/>
      <dgm:spPr/>
    </dgm:pt>
    <dgm:pt modelId="{1FCEDCE4-88CC-4712-BBBC-6B84BD66B74B}" type="pres">
      <dgm:prSet presAssocID="{4CC16A6D-FBE4-4D7D-8924-1A868E3E39A5}" presName="linearFlow" presStyleCnt="0">
        <dgm:presLayoutVars>
          <dgm:dir/>
          <dgm:resizeHandles val="exact"/>
        </dgm:presLayoutVars>
      </dgm:prSet>
      <dgm:spPr/>
    </dgm:pt>
    <dgm:pt modelId="{9E2ED5AF-ED0B-42AC-8931-92524B23DC6C}" type="pres">
      <dgm:prSet presAssocID="{581580C3-2AD7-4027-A070-853644A6AD63}" presName="node" presStyleLbl="node1" presStyleIdx="0" presStyleCnt="4">
        <dgm:presLayoutVars>
          <dgm:bulletEnabled val="1"/>
        </dgm:presLayoutVars>
      </dgm:prSet>
      <dgm:spPr/>
    </dgm:pt>
    <dgm:pt modelId="{9CA9B672-4493-46EB-991F-452E90CF40BD}" type="pres">
      <dgm:prSet presAssocID="{C6CA7FBF-0A96-4697-A004-AF5EA54741E9}" presName="spacerL" presStyleCnt="0"/>
      <dgm:spPr/>
    </dgm:pt>
    <dgm:pt modelId="{9D0A0829-D75B-4023-B25E-249C847BBB02}" type="pres">
      <dgm:prSet presAssocID="{C6CA7FBF-0A96-4697-A004-AF5EA54741E9}" presName="sibTrans" presStyleLbl="sibTrans2D1" presStyleIdx="0" presStyleCnt="3"/>
      <dgm:spPr/>
    </dgm:pt>
    <dgm:pt modelId="{60BDDED0-C980-40A3-963C-4E7332F3BF20}" type="pres">
      <dgm:prSet presAssocID="{C6CA7FBF-0A96-4697-A004-AF5EA54741E9}" presName="spacerR" presStyleCnt="0"/>
      <dgm:spPr/>
    </dgm:pt>
    <dgm:pt modelId="{7D35403D-EAAE-44AC-83DF-5EA15CDF3026}" type="pres">
      <dgm:prSet presAssocID="{CE5E2533-9287-424E-9BBB-99100BB555BE}" presName="node" presStyleLbl="node1" presStyleIdx="1" presStyleCnt="4">
        <dgm:presLayoutVars>
          <dgm:bulletEnabled val="1"/>
        </dgm:presLayoutVars>
      </dgm:prSet>
      <dgm:spPr/>
    </dgm:pt>
    <dgm:pt modelId="{8B93EFF9-4E14-4E33-B012-0C11DB3D7742}" type="pres">
      <dgm:prSet presAssocID="{50EA5145-449C-4B3D-AF43-7C8E897ECF58}" presName="spacerL" presStyleCnt="0"/>
      <dgm:spPr/>
    </dgm:pt>
    <dgm:pt modelId="{0EEA513F-368F-429D-B181-8D03EF33D12E}" type="pres">
      <dgm:prSet presAssocID="{50EA5145-449C-4B3D-AF43-7C8E897ECF58}" presName="sibTrans" presStyleLbl="sibTrans2D1" presStyleIdx="1" presStyleCnt="3"/>
      <dgm:spPr/>
    </dgm:pt>
    <dgm:pt modelId="{8CF65313-C216-417D-87C5-1F985DC8C3E6}" type="pres">
      <dgm:prSet presAssocID="{50EA5145-449C-4B3D-AF43-7C8E897ECF58}" presName="spacerR" presStyleCnt="0"/>
      <dgm:spPr/>
    </dgm:pt>
    <dgm:pt modelId="{14CB52FE-A378-430A-B10B-5DDE93CFB446}" type="pres">
      <dgm:prSet presAssocID="{FDF1F9FF-FC31-4FFD-B540-DED69DE96CE7}" presName="node" presStyleLbl="node1" presStyleIdx="2" presStyleCnt="4">
        <dgm:presLayoutVars>
          <dgm:bulletEnabled val="1"/>
        </dgm:presLayoutVars>
      </dgm:prSet>
      <dgm:spPr/>
    </dgm:pt>
    <dgm:pt modelId="{3362CB68-4BA7-4503-A6E9-B6BB5E8244AC}" type="pres">
      <dgm:prSet presAssocID="{D452699D-DAC8-433A-915C-4C74376710B5}" presName="spacerL" presStyleCnt="0"/>
      <dgm:spPr/>
    </dgm:pt>
    <dgm:pt modelId="{D1786092-9F7E-487A-9364-D012DB056B28}" type="pres">
      <dgm:prSet presAssocID="{D452699D-DAC8-433A-915C-4C74376710B5}" presName="sibTrans" presStyleLbl="sibTrans2D1" presStyleIdx="2" presStyleCnt="3"/>
      <dgm:spPr/>
    </dgm:pt>
    <dgm:pt modelId="{7F0A7ED4-1F5A-4A85-86FA-D4C47459ED82}" type="pres">
      <dgm:prSet presAssocID="{D452699D-DAC8-433A-915C-4C74376710B5}" presName="spacerR" presStyleCnt="0"/>
      <dgm:spPr/>
    </dgm:pt>
    <dgm:pt modelId="{B586FDC3-05D8-4C83-99A7-65CA5D80A3D8}" type="pres">
      <dgm:prSet presAssocID="{4A9495EA-F159-42B0-8FBA-37EA03112423}" presName="node" presStyleLbl="node1" presStyleIdx="3" presStyleCnt="4">
        <dgm:presLayoutVars>
          <dgm:bulletEnabled val="1"/>
        </dgm:presLayoutVars>
      </dgm:prSet>
      <dgm:spPr/>
    </dgm:pt>
  </dgm:ptLst>
  <dgm:cxnLst>
    <dgm:cxn modelId="{700194DE-2E44-46EF-B3F6-E4C5F3204FB7}" srcId="{4CC16A6D-FBE4-4D7D-8924-1A868E3E39A5}" destId="{581580C3-2AD7-4027-A070-853644A6AD63}" srcOrd="0" destOrd="0" parTransId="{DB71C421-2C04-4A27-A16A-8A2D4CEF38D7}" sibTransId="{C6CA7FBF-0A96-4697-A004-AF5EA54741E9}"/>
    <dgm:cxn modelId="{C39BCBA8-A4B8-46D1-9B9E-DA501E8CB31A}" srcId="{4CC16A6D-FBE4-4D7D-8924-1A868E3E39A5}" destId="{CE5E2533-9287-424E-9BBB-99100BB555BE}" srcOrd="1" destOrd="0" parTransId="{DF2F75AC-DBBC-41CA-9907-37CAD7ACE6FD}" sibTransId="{50EA5145-449C-4B3D-AF43-7C8E897ECF58}"/>
    <dgm:cxn modelId="{8D6C2CEF-85C3-48F6-86B3-2F381C3A6447}" srcId="{4CC16A6D-FBE4-4D7D-8924-1A868E3E39A5}" destId="{FDF1F9FF-FC31-4FFD-B540-DED69DE96CE7}" srcOrd="2" destOrd="0" parTransId="{308A2FE4-B294-43A7-8A71-4511A08297D8}" sibTransId="{D452699D-DAC8-433A-915C-4C74376710B5}"/>
    <dgm:cxn modelId="{6F9167DA-4626-4BDD-9B98-3D3D8E57914F}" srcId="{4CC16A6D-FBE4-4D7D-8924-1A868E3E39A5}" destId="{4A9495EA-F159-42B0-8FBA-37EA03112423}" srcOrd="3" destOrd="0" parTransId="{6C1C5DA7-2DF7-401C-8FD1-C92A83243071}" sibTransId="{5C750A99-5016-4522-ABB3-8CBA84A2CE1F}"/>
    <dgm:cxn modelId="{A56CB99C-9133-4475-8BAD-7A526D73C5A2}" type="presOf" srcId="{4CC16A6D-FBE4-4D7D-8924-1A868E3E39A5}" destId="{1FCEDCE4-88CC-4712-BBBC-6B84BD66B74B}" srcOrd="0" destOrd="0" presId="urn:microsoft.com/office/officeart/2005/8/layout/equation1"/>
    <dgm:cxn modelId="{520109F1-2D7D-40C0-AFBA-ED642ED6A197}" type="presParOf" srcId="{1FCEDCE4-88CC-4712-BBBC-6B84BD66B74B}" destId="{9E2ED5AF-ED0B-42AC-8931-92524B23DC6C}" srcOrd="0" destOrd="0" presId="urn:microsoft.com/office/officeart/2005/8/layout/equation1"/>
    <dgm:cxn modelId="{DECEC0A7-638E-45A1-9798-6E0A008437D2}" type="presOf" srcId="{581580C3-2AD7-4027-A070-853644A6AD63}" destId="{9E2ED5AF-ED0B-42AC-8931-92524B23DC6C}" srcOrd="0" destOrd="0" presId="urn:microsoft.com/office/officeart/2005/8/layout/equation1"/>
    <dgm:cxn modelId="{F1ED50F4-CE70-4DE6-BB23-A0922536E528}" type="presParOf" srcId="{1FCEDCE4-88CC-4712-BBBC-6B84BD66B74B}" destId="{9CA9B672-4493-46EB-991F-452E90CF40BD}" srcOrd="1" destOrd="0" presId="urn:microsoft.com/office/officeart/2005/8/layout/equation1"/>
    <dgm:cxn modelId="{99D62391-0A75-426F-AD7D-06EC0C769DD9}" type="presParOf" srcId="{1FCEDCE4-88CC-4712-BBBC-6B84BD66B74B}" destId="{9D0A0829-D75B-4023-B25E-249C847BBB02}" srcOrd="2" destOrd="0" presId="urn:microsoft.com/office/officeart/2005/8/layout/equation1"/>
    <dgm:cxn modelId="{6B2E8518-2377-4F58-A5A5-680BDE2BDA91}" type="presOf" srcId="{C6CA7FBF-0A96-4697-A004-AF5EA54741E9}" destId="{9D0A0829-D75B-4023-B25E-249C847BBB02}" srcOrd="0" destOrd="0" presId="urn:microsoft.com/office/officeart/2005/8/layout/equation1"/>
    <dgm:cxn modelId="{B3074EA0-D1A5-40AA-8BB0-90443B7EF710}" type="presParOf" srcId="{1FCEDCE4-88CC-4712-BBBC-6B84BD66B74B}" destId="{60BDDED0-C980-40A3-963C-4E7332F3BF20}" srcOrd="3" destOrd="0" presId="urn:microsoft.com/office/officeart/2005/8/layout/equation1"/>
    <dgm:cxn modelId="{DB1EB33C-BDE3-4C99-8F22-5737FFC90C93}" type="presParOf" srcId="{1FCEDCE4-88CC-4712-BBBC-6B84BD66B74B}" destId="{7D35403D-EAAE-44AC-83DF-5EA15CDF3026}" srcOrd="4" destOrd="0" presId="urn:microsoft.com/office/officeart/2005/8/layout/equation1"/>
    <dgm:cxn modelId="{EAC19E6A-BB13-491E-AF7F-BF5255DFFE3E}" type="presOf" srcId="{CE5E2533-9287-424E-9BBB-99100BB555BE}" destId="{7D35403D-EAAE-44AC-83DF-5EA15CDF3026}" srcOrd="0" destOrd="0" presId="urn:microsoft.com/office/officeart/2005/8/layout/equation1"/>
    <dgm:cxn modelId="{0FCC492E-099F-4069-AF9F-329C8223EA0F}" type="presParOf" srcId="{1FCEDCE4-88CC-4712-BBBC-6B84BD66B74B}" destId="{8B93EFF9-4E14-4E33-B012-0C11DB3D7742}" srcOrd="5" destOrd="0" presId="urn:microsoft.com/office/officeart/2005/8/layout/equation1"/>
    <dgm:cxn modelId="{97A58C20-7D97-45E2-B69C-1D11A8C33A52}" type="presParOf" srcId="{1FCEDCE4-88CC-4712-BBBC-6B84BD66B74B}" destId="{0EEA513F-368F-429D-B181-8D03EF33D12E}" srcOrd="6" destOrd="0" presId="urn:microsoft.com/office/officeart/2005/8/layout/equation1"/>
    <dgm:cxn modelId="{9666A52B-FAF9-495C-ACE6-C9C59589A69D}" type="presOf" srcId="{50EA5145-449C-4B3D-AF43-7C8E897ECF58}" destId="{0EEA513F-368F-429D-B181-8D03EF33D12E}" srcOrd="0" destOrd="0" presId="urn:microsoft.com/office/officeart/2005/8/layout/equation1"/>
    <dgm:cxn modelId="{C7A372A4-9393-4F3A-8EFB-BBF3E4F02494}" type="presParOf" srcId="{1FCEDCE4-88CC-4712-BBBC-6B84BD66B74B}" destId="{8CF65313-C216-417D-87C5-1F985DC8C3E6}" srcOrd="7" destOrd="0" presId="urn:microsoft.com/office/officeart/2005/8/layout/equation1"/>
    <dgm:cxn modelId="{3739514A-1CE8-4D53-B5FF-BF5348213F64}" type="presParOf" srcId="{1FCEDCE4-88CC-4712-BBBC-6B84BD66B74B}" destId="{14CB52FE-A378-430A-B10B-5DDE93CFB446}" srcOrd="8" destOrd="0" presId="urn:microsoft.com/office/officeart/2005/8/layout/equation1"/>
    <dgm:cxn modelId="{BC00C8FE-0381-46C7-8CC9-5F772AE7C71A}" type="presOf" srcId="{FDF1F9FF-FC31-4FFD-B540-DED69DE96CE7}" destId="{14CB52FE-A378-430A-B10B-5DDE93CFB446}" srcOrd="0" destOrd="0" presId="urn:microsoft.com/office/officeart/2005/8/layout/equation1"/>
    <dgm:cxn modelId="{63014469-CC2D-4A8E-B6D5-FDC949660AF0}" type="presParOf" srcId="{1FCEDCE4-88CC-4712-BBBC-6B84BD66B74B}" destId="{3362CB68-4BA7-4503-A6E9-B6BB5E8244AC}" srcOrd="9" destOrd="0" presId="urn:microsoft.com/office/officeart/2005/8/layout/equation1"/>
    <dgm:cxn modelId="{EDBDE382-B171-417E-91C3-D531235BFC1B}" type="presParOf" srcId="{1FCEDCE4-88CC-4712-BBBC-6B84BD66B74B}" destId="{D1786092-9F7E-487A-9364-D012DB056B28}" srcOrd="10" destOrd="0" presId="urn:microsoft.com/office/officeart/2005/8/layout/equation1"/>
    <dgm:cxn modelId="{48067C57-E662-48DD-B786-D9BE77D98D06}" type="presOf" srcId="{D452699D-DAC8-433A-915C-4C74376710B5}" destId="{D1786092-9F7E-487A-9364-D012DB056B28}" srcOrd="0" destOrd="0" presId="urn:microsoft.com/office/officeart/2005/8/layout/equation1"/>
    <dgm:cxn modelId="{D42C193C-EBA9-4A8A-9BB6-5DCCF170133F}" type="presParOf" srcId="{1FCEDCE4-88CC-4712-BBBC-6B84BD66B74B}" destId="{7F0A7ED4-1F5A-4A85-86FA-D4C47459ED82}" srcOrd="11" destOrd="0" presId="urn:microsoft.com/office/officeart/2005/8/layout/equation1"/>
    <dgm:cxn modelId="{D2692B3E-12E7-4DD3-9F96-6B41F0FC6B81}" type="presParOf" srcId="{1FCEDCE4-88CC-4712-BBBC-6B84BD66B74B}" destId="{B586FDC3-05D8-4C83-99A7-65CA5D80A3D8}" srcOrd="12" destOrd="0" presId="urn:microsoft.com/office/officeart/2005/8/layout/equation1"/>
    <dgm:cxn modelId="{E7F99793-0E0E-4340-9D77-F51A7620D4DF}" type="presOf" srcId="{4A9495EA-F159-42B0-8FBA-37EA03112423}" destId="{B586FDC3-05D8-4C83-99A7-65CA5D80A3D8}" srcOrd="0" destOrd="0" presId="urn:microsoft.com/office/officeart/2005/8/layout/equati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C16A6D-FBE4-4D7D-8924-1A868E3E39A5}" type="doc">
      <dgm:prSet loTypeId="urn:microsoft.com/office/officeart/2005/8/layout/equation1" loCatId="relationship" qsTypeId="urn:microsoft.com/office/officeart/2005/8/quickstyle/simple5" qsCatId="simple" csTypeId="urn:microsoft.com/office/officeart/2005/8/colors/accent1_2" csCatId="accent1" phldr="0"/>
      <dgm:spPr/>
    </dgm:pt>
    <dgm:pt modelId="{581580C3-2AD7-4027-A070-853644A6AD63}">
      <dgm:prSet phldrT="[文本]" phldr="0" custT="0"/>
      <dgm:spPr/>
      <dgm:t>
        <a:bodyPr vert="horz" wrap="square"/>
        <a:p>
          <a:pPr>
            <a:lnSpc>
              <a:spcPct val="100000"/>
            </a:lnSpc>
            <a:spcBef>
              <a:spcPct val="0"/>
            </a:spcBef>
            <a:spcAft>
              <a:spcPct val="35000"/>
            </a:spcAft>
          </a:pPr>
          <a:r>
            <a:rPr lang="zh-CN" altLang="en-US"/>
            <a:t>服务</a:t>
          </a:r>
          <a:r>
            <a:rPr lang="zh-CN" altLang="en-US"/>
            <a:t/>
          </a:r>
          <a:endParaRPr lang="zh-CN" altLang="en-US"/>
        </a:p>
      </dgm:t>
    </dgm:pt>
    <dgm:pt modelId="{DB71C421-2C04-4A27-A16A-8A2D4CEF38D7}" cxnId="{3A8F945D-2CB3-45EF-8F38-DE7B00F65029}" type="parTrans">
      <dgm:prSet/>
      <dgm:spPr/>
    </dgm:pt>
    <dgm:pt modelId="{C6CA7FBF-0A96-4697-A004-AF5EA54741E9}" cxnId="{3A8F945D-2CB3-45EF-8F38-DE7B00F65029}" type="sibTrans">
      <dgm:prSet/>
      <dgm:spPr/>
      <dgm:t>
        <a:bodyPr/>
        <a:p>
          <a:endParaRPr lang="zh-CN" altLang="en-US"/>
        </a:p>
      </dgm:t>
    </dgm:pt>
    <dgm:pt modelId="{CE5E2533-9287-424E-9BBB-99100BB555BE}">
      <dgm:prSet phldrT="[文本]" phldr="0" custT="0"/>
      <dgm:spPr/>
      <dgm:t>
        <a:bodyPr vert="horz" wrap="square"/>
        <a:p>
          <a:pPr>
            <a:lnSpc>
              <a:spcPct val="100000"/>
            </a:lnSpc>
            <a:spcBef>
              <a:spcPct val="0"/>
            </a:spcBef>
            <a:spcAft>
              <a:spcPct val="35000"/>
            </a:spcAft>
          </a:pPr>
          <a:r>
            <a:rPr lang="zh-CN" altLang="en-US"/>
            <a:t>家长</a:t>
          </a:r>
          <a:r>
            <a:rPr lang="zh-CN" altLang="en-US"/>
            <a:t>需求</a:t>
          </a:r>
          <a:r>
            <a:rPr lang="zh-CN" altLang="en-US"/>
            <a:t/>
          </a:r>
          <a:endParaRPr lang="zh-CN" altLang="en-US"/>
        </a:p>
      </dgm:t>
    </dgm:pt>
    <dgm:pt modelId="{DF2F75AC-DBBC-41CA-9907-37CAD7ACE6FD}" cxnId="{967932D5-25E6-47E5-B68E-48E63B18F125}" type="parTrans">
      <dgm:prSet/>
      <dgm:spPr/>
    </dgm:pt>
    <dgm:pt modelId="{50EA5145-449C-4B3D-AF43-7C8E897ECF58}" cxnId="{967932D5-25E6-47E5-B68E-48E63B18F125}" type="sibTrans">
      <dgm:prSet/>
      <dgm:spPr/>
      <dgm:t>
        <a:bodyPr/>
        <a:p>
          <a:endParaRPr lang="zh-CN" altLang="en-US"/>
        </a:p>
      </dgm:t>
    </dgm:pt>
    <dgm:pt modelId="{FDF1F9FF-FC31-4FFD-B540-DED69DE96CE7}">
      <dgm:prSet phldr="0" custT="0"/>
      <dgm:spPr/>
      <dgm:t>
        <a:bodyPr vert="horz" wrap="square"/>
        <a:p>
          <a:pPr>
            <a:lnSpc>
              <a:spcPct val="100000"/>
            </a:lnSpc>
            <a:spcBef>
              <a:spcPct val="0"/>
            </a:spcBef>
            <a:spcAft>
              <a:spcPct val="35000"/>
            </a:spcAft>
          </a:pPr>
          <a:r>
            <a:rPr lang="zh-CN"/>
            <a:t>匹配</a:t>
          </a:r>
          <a:r>
            <a:rPr lang="zh-CN"/>
            <a:t>方案</a:t>
          </a:r>
          <a:r>
            <a:rPr lang="zh-CN"/>
            <a:t/>
          </a:r>
          <a:endParaRPr lang="zh-CN"/>
        </a:p>
      </dgm:t>
    </dgm:pt>
    <dgm:pt modelId="{308A2FE4-B294-43A7-8A71-4511A08297D8}" cxnId="{7A16B3AA-691A-4436-A471-B61ED189B9B5}" type="parTrans">
      <dgm:prSet/>
      <dgm:spPr/>
    </dgm:pt>
    <dgm:pt modelId="{D452699D-DAC8-433A-915C-4C74376710B5}" cxnId="{7A16B3AA-691A-4436-A471-B61ED189B9B5}" type="sibTrans">
      <dgm:prSet/>
      <dgm:spPr/>
    </dgm:pt>
    <dgm:pt modelId="{98DFC681-F203-49B3-A7EA-A752EB9DAD6C}">
      <dgm:prSet phldr="0" custT="0"/>
      <dgm:spPr/>
      <dgm:t>
        <a:bodyPr vert="horz" wrap="square"/>
        <a:p>
          <a:pPr>
            <a:lnSpc>
              <a:spcPct val="100000"/>
            </a:lnSpc>
            <a:spcBef>
              <a:spcPct val="0"/>
            </a:spcBef>
            <a:spcAft>
              <a:spcPct val="35000"/>
            </a:spcAft>
          </a:pPr>
          <a:r>
            <a:rPr lang="zh-CN"/>
            <a:t>异议</a:t>
          </a:r>
          <a:r>
            <a:rPr lang="zh-CN"/>
            <a:t>处理</a:t>
          </a:r>
          <a:r>
            <a:rPr lang="zh-CN"/>
            <a:t/>
          </a:r>
          <a:endParaRPr lang="zh-CN"/>
        </a:p>
      </dgm:t>
    </dgm:pt>
    <dgm:pt modelId="{AE616789-2BB1-429B-B307-2CB2DE86F390}" cxnId="{A62A3B91-972E-493C-8229-0279C0460BDF}" type="parTrans">
      <dgm:prSet/>
      <dgm:spPr/>
    </dgm:pt>
    <dgm:pt modelId="{95486BAF-139F-4764-A430-89751FDB364D}" cxnId="{A62A3B91-972E-493C-8229-0279C0460BDF}" type="sibTrans">
      <dgm:prSet/>
      <dgm:spPr/>
    </dgm:pt>
    <dgm:pt modelId="{4A9495EA-F159-42B0-8FBA-37EA03112423}">
      <dgm:prSet phldrT="[文本]" phldr="0" custT="0"/>
      <dgm:spPr/>
      <dgm:t>
        <a:bodyPr vert="horz" wrap="square"/>
        <a:p>
          <a:pPr>
            <a:lnSpc>
              <a:spcPct val="100000"/>
            </a:lnSpc>
            <a:spcBef>
              <a:spcPct val="0"/>
            </a:spcBef>
            <a:spcAft>
              <a:spcPct val="35000"/>
            </a:spcAft>
          </a:pPr>
          <a:r>
            <a:rPr lang="zh-CN" altLang="en-US"/>
            <a:t>转化</a:t>
          </a:r>
          <a:r>
            <a:rPr lang="zh-CN" altLang="en-US"/>
            <a:t/>
          </a:r>
          <a:endParaRPr lang="zh-CN" altLang="en-US"/>
        </a:p>
      </dgm:t>
    </dgm:pt>
    <dgm:pt modelId="{6C1C5DA7-2DF7-401C-8FD1-C92A83243071}" cxnId="{EBC6DE08-B501-42F3-81BF-59FBEC4A8AD2}" type="parTrans">
      <dgm:prSet/>
      <dgm:spPr/>
    </dgm:pt>
    <dgm:pt modelId="{5C750A99-5016-4522-ABB3-8CBA84A2CE1F}" cxnId="{EBC6DE08-B501-42F3-81BF-59FBEC4A8AD2}" type="sibTrans">
      <dgm:prSet/>
      <dgm:spPr/>
    </dgm:pt>
    <dgm:pt modelId="{1FCEDCE4-88CC-4712-BBBC-6B84BD66B74B}" type="pres">
      <dgm:prSet presAssocID="{4CC16A6D-FBE4-4D7D-8924-1A868E3E39A5}" presName="linearFlow" presStyleCnt="0">
        <dgm:presLayoutVars>
          <dgm:dir/>
          <dgm:resizeHandles val="exact"/>
        </dgm:presLayoutVars>
      </dgm:prSet>
      <dgm:spPr/>
    </dgm:pt>
    <dgm:pt modelId="{9E2ED5AF-ED0B-42AC-8931-92524B23DC6C}" type="pres">
      <dgm:prSet presAssocID="{581580C3-2AD7-4027-A070-853644A6AD63}" presName="node" presStyleLbl="node1" presStyleIdx="0" presStyleCnt="5">
        <dgm:presLayoutVars>
          <dgm:bulletEnabled val="1"/>
        </dgm:presLayoutVars>
      </dgm:prSet>
      <dgm:spPr/>
    </dgm:pt>
    <dgm:pt modelId="{9CA9B672-4493-46EB-991F-452E90CF40BD}" type="pres">
      <dgm:prSet presAssocID="{C6CA7FBF-0A96-4697-A004-AF5EA54741E9}" presName="spacerL" presStyleCnt="0"/>
      <dgm:spPr/>
    </dgm:pt>
    <dgm:pt modelId="{9D0A0829-D75B-4023-B25E-249C847BBB02}" type="pres">
      <dgm:prSet presAssocID="{C6CA7FBF-0A96-4697-A004-AF5EA54741E9}" presName="sibTrans" presStyleLbl="sibTrans2D1" presStyleIdx="0" presStyleCnt="4"/>
      <dgm:spPr/>
    </dgm:pt>
    <dgm:pt modelId="{60BDDED0-C980-40A3-963C-4E7332F3BF20}" type="pres">
      <dgm:prSet presAssocID="{C6CA7FBF-0A96-4697-A004-AF5EA54741E9}" presName="spacerR" presStyleCnt="0"/>
      <dgm:spPr/>
    </dgm:pt>
    <dgm:pt modelId="{7D35403D-EAAE-44AC-83DF-5EA15CDF3026}" type="pres">
      <dgm:prSet presAssocID="{CE5E2533-9287-424E-9BBB-99100BB555BE}" presName="node" presStyleLbl="node1" presStyleIdx="1" presStyleCnt="5">
        <dgm:presLayoutVars>
          <dgm:bulletEnabled val="1"/>
        </dgm:presLayoutVars>
      </dgm:prSet>
      <dgm:spPr/>
    </dgm:pt>
    <dgm:pt modelId="{8B93EFF9-4E14-4E33-B012-0C11DB3D7742}" type="pres">
      <dgm:prSet presAssocID="{50EA5145-449C-4B3D-AF43-7C8E897ECF58}" presName="spacerL" presStyleCnt="0"/>
      <dgm:spPr/>
    </dgm:pt>
    <dgm:pt modelId="{0EEA513F-368F-429D-B181-8D03EF33D12E}" type="pres">
      <dgm:prSet presAssocID="{50EA5145-449C-4B3D-AF43-7C8E897ECF58}" presName="sibTrans" presStyleLbl="sibTrans2D1" presStyleIdx="1" presStyleCnt="4"/>
      <dgm:spPr/>
    </dgm:pt>
    <dgm:pt modelId="{8CF65313-C216-417D-87C5-1F985DC8C3E6}" type="pres">
      <dgm:prSet presAssocID="{50EA5145-449C-4B3D-AF43-7C8E897ECF58}" presName="spacerR" presStyleCnt="0"/>
      <dgm:spPr/>
    </dgm:pt>
    <dgm:pt modelId="{14CB52FE-A378-430A-B10B-5DDE93CFB446}" type="pres">
      <dgm:prSet presAssocID="{FDF1F9FF-FC31-4FFD-B540-DED69DE96CE7}" presName="node" presStyleLbl="node1" presStyleIdx="2" presStyleCnt="5">
        <dgm:presLayoutVars>
          <dgm:bulletEnabled val="1"/>
        </dgm:presLayoutVars>
      </dgm:prSet>
      <dgm:spPr/>
    </dgm:pt>
    <dgm:pt modelId="{3362CB68-4BA7-4503-A6E9-B6BB5E8244AC}" type="pres">
      <dgm:prSet presAssocID="{D452699D-DAC8-433A-915C-4C74376710B5}" presName="spacerL" presStyleCnt="0"/>
      <dgm:spPr/>
    </dgm:pt>
    <dgm:pt modelId="{D1786092-9F7E-487A-9364-D012DB056B28}" type="pres">
      <dgm:prSet presAssocID="{D452699D-DAC8-433A-915C-4C74376710B5}" presName="sibTrans" presStyleLbl="sibTrans2D1" presStyleIdx="2" presStyleCnt="4"/>
      <dgm:spPr/>
    </dgm:pt>
    <dgm:pt modelId="{7F0A7ED4-1F5A-4A85-86FA-D4C47459ED82}" type="pres">
      <dgm:prSet presAssocID="{D452699D-DAC8-433A-915C-4C74376710B5}" presName="spacerR" presStyleCnt="0"/>
      <dgm:spPr/>
    </dgm:pt>
    <dgm:pt modelId="{287C8B3A-B429-4087-817A-7855C4E64FD9}" type="pres">
      <dgm:prSet presAssocID="{98DFC681-F203-49B3-A7EA-A752EB9DAD6C}" presName="node" presStyleLbl="node1" presStyleIdx="3" presStyleCnt="5">
        <dgm:presLayoutVars>
          <dgm:bulletEnabled val="1"/>
        </dgm:presLayoutVars>
      </dgm:prSet>
      <dgm:spPr/>
    </dgm:pt>
    <dgm:pt modelId="{BF9A02F8-DBAB-4DF0-B64B-0A619428023D}" type="pres">
      <dgm:prSet presAssocID="{95486BAF-139F-4764-A430-89751FDB364D}" presName="spacerL" presStyleCnt="0"/>
      <dgm:spPr/>
    </dgm:pt>
    <dgm:pt modelId="{DEAC8C9A-4057-4494-97B7-8DFBA0A8D6F3}" type="pres">
      <dgm:prSet presAssocID="{95486BAF-139F-4764-A430-89751FDB364D}" presName="sibTrans" presStyleLbl="sibTrans2D1" presStyleIdx="3" presStyleCnt="4"/>
      <dgm:spPr/>
    </dgm:pt>
    <dgm:pt modelId="{BA108677-0666-4F61-A01F-73549CFC8744}" type="pres">
      <dgm:prSet presAssocID="{95486BAF-139F-4764-A430-89751FDB364D}" presName="spacerR" presStyleCnt="0"/>
      <dgm:spPr/>
    </dgm:pt>
    <dgm:pt modelId="{B586FDC3-05D8-4C83-99A7-65CA5D80A3D8}" type="pres">
      <dgm:prSet presAssocID="{4A9495EA-F159-42B0-8FBA-37EA03112423}" presName="node" presStyleLbl="node1" presStyleIdx="4" presStyleCnt="5">
        <dgm:presLayoutVars>
          <dgm:bulletEnabled val="1"/>
        </dgm:presLayoutVars>
      </dgm:prSet>
      <dgm:spPr/>
    </dgm:pt>
  </dgm:ptLst>
  <dgm:cxnLst>
    <dgm:cxn modelId="{3A8F945D-2CB3-45EF-8F38-DE7B00F65029}" srcId="{4CC16A6D-FBE4-4D7D-8924-1A868E3E39A5}" destId="{581580C3-2AD7-4027-A070-853644A6AD63}" srcOrd="0" destOrd="0" parTransId="{DB71C421-2C04-4A27-A16A-8A2D4CEF38D7}" sibTransId="{C6CA7FBF-0A96-4697-A004-AF5EA54741E9}"/>
    <dgm:cxn modelId="{967932D5-25E6-47E5-B68E-48E63B18F125}" srcId="{4CC16A6D-FBE4-4D7D-8924-1A868E3E39A5}" destId="{CE5E2533-9287-424E-9BBB-99100BB555BE}" srcOrd="1" destOrd="0" parTransId="{DF2F75AC-DBBC-41CA-9907-37CAD7ACE6FD}" sibTransId="{50EA5145-449C-4B3D-AF43-7C8E897ECF58}"/>
    <dgm:cxn modelId="{7A16B3AA-691A-4436-A471-B61ED189B9B5}" srcId="{4CC16A6D-FBE4-4D7D-8924-1A868E3E39A5}" destId="{FDF1F9FF-FC31-4FFD-B540-DED69DE96CE7}" srcOrd="2" destOrd="0" parTransId="{308A2FE4-B294-43A7-8A71-4511A08297D8}" sibTransId="{D452699D-DAC8-433A-915C-4C74376710B5}"/>
    <dgm:cxn modelId="{A62A3B91-972E-493C-8229-0279C0460BDF}" srcId="{4CC16A6D-FBE4-4D7D-8924-1A868E3E39A5}" destId="{98DFC681-F203-49B3-A7EA-A752EB9DAD6C}" srcOrd="3" destOrd="0" parTransId="{AE616789-2BB1-429B-B307-2CB2DE86F390}" sibTransId="{95486BAF-139F-4764-A430-89751FDB364D}"/>
    <dgm:cxn modelId="{EBC6DE08-B501-42F3-81BF-59FBEC4A8AD2}" srcId="{4CC16A6D-FBE4-4D7D-8924-1A868E3E39A5}" destId="{4A9495EA-F159-42B0-8FBA-37EA03112423}" srcOrd="4" destOrd="0" parTransId="{6C1C5DA7-2DF7-401C-8FD1-C92A83243071}" sibTransId="{5C750A99-5016-4522-ABB3-8CBA84A2CE1F}"/>
    <dgm:cxn modelId="{8BB9B29A-6857-4B19-8EE5-EE20296B52A0}" type="presOf" srcId="{4CC16A6D-FBE4-4D7D-8924-1A868E3E39A5}" destId="{1FCEDCE4-88CC-4712-BBBC-6B84BD66B74B}" srcOrd="0" destOrd="0" presId="urn:microsoft.com/office/officeart/2005/8/layout/equation1"/>
    <dgm:cxn modelId="{67B88DF4-EA60-45CC-A67D-6DF0473FA650}" type="presParOf" srcId="{1FCEDCE4-88CC-4712-BBBC-6B84BD66B74B}" destId="{9E2ED5AF-ED0B-42AC-8931-92524B23DC6C}" srcOrd="0" destOrd="0" presId="urn:microsoft.com/office/officeart/2005/8/layout/equation1"/>
    <dgm:cxn modelId="{35E28414-DACA-4365-9050-7134A0BA0479}" type="presOf" srcId="{581580C3-2AD7-4027-A070-853644A6AD63}" destId="{9E2ED5AF-ED0B-42AC-8931-92524B23DC6C}" srcOrd="0" destOrd="0" presId="urn:microsoft.com/office/officeart/2005/8/layout/equation1"/>
    <dgm:cxn modelId="{5BAA3415-27D6-449A-AF15-3875ABD3D7A2}" type="presParOf" srcId="{1FCEDCE4-88CC-4712-BBBC-6B84BD66B74B}" destId="{9CA9B672-4493-46EB-991F-452E90CF40BD}" srcOrd="1" destOrd="0" presId="urn:microsoft.com/office/officeart/2005/8/layout/equation1"/>
    <dgm:cxn modelId="{CDB790C8-C340-4C01-A2B1-BEB7158778A1}" type="presParOf" srcId="{1FCEDCE4-88CC-4712-BBBC-6B84BD66B74B}" destId="{9D0A0829-D75B-4023-B25E-249C847BBB02}" srcOrd="2" destOrd="0" presId="urn:microsoft.com/office/officeart/2005/8/layout/equation1"/>
    <dgm:cxn modelId="{D10402C9-A7F7-420B-B381-FBBAF376E6AE}" type="presOf" srcId="{C6CA7FBF-0A96-4697-A004-AF5EA54741E9}" destId="{9D0A0829-D75B-4023-B25E-249C847BBB02}" srcOrd="0" destOrd="0" presId="urn:microsoft.com/office/officeart/2005/8/layout/equation1"/>
    <dgm:cxn modelId="{5A4E773D-0902-4B9B-AF91-C4473117EC1D}" type="presParOf" srcId="{1FCEDCE4-88CC-4712-BBBC-6B84BD66B74B}" destId="{60BDDED0-C980-40A3-963C-4E7332F3BF20}" srcOrd="3" destOrd="0" presId="urn:microsoft.com/office/officeart/2005/8/layout/equation1"/>
    <dgm:cxn modelId="{F8140426-3641-419B-8FD4-87358BAAE49A}" type="presParOf" srcId="{1FCEDCE4-88CC-4712-BBBC-6B84BD66B74B}" destId="{7D35403D-EAAE-44AC-83DF-5EA15CDF3026}" srcOrd="4" destOrd="0" presId="urn:microsoft.com/office/officeart/2005/8/layout/equation1"/>
    <dgm:cxn modelId="{5C65D6A6-3D46-4993-AFD0-FDA0ECF9EC93}" type="presOf" srcId="{CE5E2533-9287-424E-9BBB-99100BB555BE}" destId="{7D35403D-EAAE-44AC-83DF-5EA15CDF3026}" srcOrd="0" destOrd="0" presId="urn:microsoft.com/office/officeart/2005/8/layout/equation1"/>
    <dgm:cxn modelId="{8D962D4B-A62A-4092-AE9C-E21FB26F3E0D}" type="presParOf" srcId="{1FCEDCE4-88CC-4712-BBBC-6B84BD66B74B}" destId="{8B93EFF9-4E14-4E33-B012-0C11DB3D7742}" srcOrd="5" destOrd="0" presId="urn:microsoft.com/office/officeart/2005/8/layout/equation1"/>
    <dgm:cxn modelId="{CA80535F-6CD5-47A0-BE75-8BC4A8A84994}" type="presParOf" srcId="{1FCEDCE4-88CC-4712-BBBC-6B84BD66B74B}" destId="{0EEA513F-368F-429D-B181-8D03EF33D12E}" srcOrd="6" destOrd="0" presId="urn:microsoft.com/office/officeart/2005/8/layout/equation1"/>
    <dgm:cxn modelId="{48FB6C7F-646F-46EF-A79E-31C6F8B41763}" type="presOf" srcId="{50EA5145-449C-4B3D-AF43-7C8E897ECF58}" destId="{0EEA513F-368F-429D-B181-8D03EF33D12E}" srcOrd="0" destOrd="0" presId="urn:microsoft.com/office/officeart/2005/8/layout/equation1"/>
    <dgm:cxn modelId="{DEAB2C7E-BFCF-4CA4-BF67-DF6D49715285}" type="presParOf" srcId="{1FCEDCE4-88CC-4712-BBBC-6B84BD66B74B}" destId="{8CF65313-C216-417D-87C5-1F985DC8C3E6}" srcOrd="7" destOrd="0" presId="urn:microsoft.com/office/officeart/2005/8/layout/equation1"/>
    <dgm:cxn modelId="{5522754F-E28E-4321-A3CD-87528B592C75}" type="presParOf" srcId="{1FCEDCE4-88CC-4712-BBBC-6B84BD66B74B}" destId="{14CB52FE-A378-430A-B10B-5DDE93CFB446}" srcOrd="8" destOrd="0" presId="urn:microsoft.com/office/officeart/2005/8/layout/equation1"/>
    <dgm:cxn modelId="{52399A1A-F554-424D-9D1D-011C93344F52}" type="presOf" srcId="{FDF1F9FF-FC31-4FFD-B540-DED69DE96CE7}" destId="{14CB52FE-A378-430A-B10B-5DDE93CFB446}" srcOrd="0" destOrd="0" presId="urn:microsoft.com/office/officeart/2005/8/layout/equation1"/>
    <dgm:cxn modelId="{7FB1B908-ED9E-48F4-8922-63523DB365C5}" type="presParOf" srcId="{1FCEDCE4-88CC-4712-BBBC-6B84BD66B74B}" destId="{3362CB68-4BA7-4503-A6E9-B6BB5E8244AC}" srcOrd="9" destOrd="0" presId="urn:microsoft.com/office/officeart/2005/8/layout/equation1"/>
    <dgm:cxn modelId="{2C287D4B-D31D-40F3-8898-84C1F4FBB7ED}" type="presParOf" srcId="{1FCEDCE4-88CC-4712-BBBC-6B84BD66B74B}" destId="{D1786092-9F7E-487A-9364-D012DB056B28}" srcOrd="10" destOrd="0" presId="urn:microsoft.com/office/officeart/2005/8/layout/equation1"/>
    <dgm:cxn modelId="{D87C091D-8977-4009-BCA1-D3668E4B11F7}" type="presOf" srcId="{D452699D-DAC8-433A-915C-4C74376710B5}" destId="{D1786092-9F7E-487A-9364-D012DB056B28}" srcOrd="0" destOrd="0" presId="urn:microsoft.com/office/officeart/2005/8/layout/equation1"/>
    <dgm:cxn modelId="{4E6196E0-4B55-4666-8529-BDF2437040A3}" type="presParOf" srcId="{1FCEDCE4-88CC-4712-BBBC-6B84BD66B74B}" destId="{7F0A7ED4-1F5A-4A85-86FA-D4C47459ED82}" srcOrd="11" destOrd="0" presId="urn:microsoft.com/office/officeart/2005/8/layout/equation1"/>
    <dgm:cxn modelId="{24DE5C88-EB0C-4719-88EA-94699D5193AA}" type="presParOf" srcId="{1FCEDCE4-88CC-4712-BBBC-6B84BD66B74B}" destId="{287C8B3A-B429-4087-817A-7855C4E64FD9}" srcOrd="12" destOrd="0" presId="urn:microsoft.com/office/officeart/2005/8/layout/equation1"/>
    <dgm:cxn modelId="{2EDFB2DE-13A2-4E69-A122-3DED5FAE64BD}" type="presOf" srcId="{98DFC681-F203-49B3-A7EA-A752EB9DAD6C}" destId="{287C8B3A-B429-4087-817A-7855C4E64FD9}" srcOrd="0" destOrd="0" presId="urn:microsoft.com/office/officeart/2005/8/layout/equation1"/>
    <dgm:cxn modelId="{FD01BC8D-DE96-4DFF-8087-B0D25DF78779}" type="presParOf" srcId="{1FCEDCE4-88CC-4712-BBBC-6B84BD66B74B}" destId="{BF9A02F8-DBAB-4DF0-B64B-0A619428023D}" srcOrd="13" destOrd="0" presId="urn:microsoft.com/office/officeart/2005/8/layout/equation1"/>
    <dgm:cxn modelId="{84B748BA-77E3-426E-9997-AB6AA0DCB70E}" type="presParOf" srcId="{1FCEDCE4-88CC-4712-BBBC-6B84BD66B74B}" destId="{DEAC8C9A-4057-4494-97B7-8DFBA0A8D6F3}" srcOrd="14" destOrd="0" presId="urn:microsoft.com/office/officeart/2005/8/layout/equation1"/>
    <dgm:cxn modelId="{FE048A99-596D-4B7F-B7F8-BC51145AFDBB}" type="presOf" srcId="{95486BAF-139F-4764-A430-89751FDB364D}" destId="{DEAC8C9A-4057-4494-97B7-8DFBA0A8D6F3}" srcOrd="0" destOrd="0" presId="urn:microsoft.com/office/officeart/2005/8/layout/equation1"/>
    <dgm:cxn modelId="{B71C9961-497F-4311-88BE-1CE60292A0F0}" type="presParOf" srcId="{1FCEDCE4-88CC-4712-BBBC-6B84BD66B74B}" destId="{BA108677-0666-4F61-A01F-73549CFC8744}" srcOrd="15" destOrd="0" presId="urn:microsoft.com/office/officeart/2005/8/layout/equation1"/>
    <dgm:cxn modelId="{1E4F41DB-458B-41F0-8674-72196B00ED72}" type="presParOf" srcId="{1FCEDCE4-88CC-4712-BBBC-6B84BD66B74B}" destId="{B586FDC3-05D8-4C83-99A7-65CA5D80A3D8}" srcOrd="16" destOrd="0" presId="urn:microsoft.com/office/officeart/2005/8/layout/equation1"/>
    <dgm:cxn modelId="{A9FEC2D0-1B28-44AF-A3BF-36334D4EB020}" type="presOf" srcId="{4A9495EA-F159-42B0-8FBA-37EA03112423}" destId="{B586FDC3-05D8-4C83-99A7-65CA5D80A3D8}" srcOrd="0" destOrd="0" presId="urn:microsoft.com/office/officeart/2005/8/layout/equatio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2021820" cy="4867275"/>
        <a:chOff x="0" y="0"/>
        <a:chExt cx="12021820" cy="4867275"/>
      </a:xfrm>
    </dsp:grpSpPr>
    <dsp:sp modelId="{F3AC9C1B-3F08-9143-93B9-36E7B1579C7B}">
      <dsp:nvSpPr>
        <dsp:cNvPr id="3" name="L 形 2"/>
        <dsp:cNvSpPr/>
      </dsp:nvSpPr>
      <dsp:spPr bwMode="white">
        <a:xfrm rot="5400000">
          <a:off x="314221" y="2925319"/>
          <a:ext cx="946482" cy="1574925"/>
        </a:xfrm>
        <a:prstGeom prst="corner">
          <a:avLst>
            <a:gd name="adj1" fmla="val 16120"/>
            <a:gd name="adj2" fmla="val 16110"/>
          </a:avLst>
        </a:prstGeom>
        <a:solidFill>
          <a:srgbClr val="4CB49A"/>
        </a:solidFill>
      </dsp:spPr>
      <dsp:style>
        <a:lnRef idx="2">
          <a:schemeClr val="accent1"/>
        </a:lnRef>
        <a:fillRef idx="1">
          <a:schemeClr val="accent1"/>
        </a:fillRef>
        <a:effectRef idx="0">
          <a:scrgbClr r="0" g="0" b="0"/>
        </a:effectRef>
        <a:fontRef idx="minor">
          <a:schemeClr val="lt1"/>
        </a:fontRef>
      </dsp:style>
      <dsp:txXfrm rot="5400000">
        <a:off x="314221" y="2925319"/>
        <a:ext cx="946482" cy="1574925"/>
      </dsp:txXfrm>
    </dsp:sp>
    <dsp:sp modelId="{9F3127F6-4EFE-E643-AE19-B61EB6EE7DC2}">
      <dsp:nvSpPr>
        <dsp:cNvPr id="4" name="矩形 3"/>
        <dsp:cNvSpPr/>
      </dsp:nvSpPr>
      <dsp:spPr bwMode="white">
        <a:xfrm>
          <a:off x="156230" y="3395882"/>
          <a:ext cx="1421851" cy="1246336"/>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3820" tIns="83820" rIns="83820" bIns="8382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200" b="1" dirty="0">
              <a:solidFill>
                <a:schemeClr val="tx1"/>
              </a:solidFill>
              <a:latin typeface="微软雅黑" charset="-122"/>
              <a:ea typeface="微软雅黑" charset="-122"/>
            </a:rPr>
            <a:t>确认高中</a:t>
          </a:r>
          <a:endParaRPr sz="2200" dirty="0">
            <a:solidFill>
              <a:schemeClr val="tx1"/>
            </a:solidFill>
          </a:endParaRPr>
        </a:p>
      </dsp:txBody>
      <dsp:txXfrm>
        <a:off x="156230" y="3395882"/>
        <a:ext cx="1421851" cy="1246336"/>
      </dsp:txXfrm>
    </dsp:sp>
    <dsp:sp modelId="{9B2E089C-9DA9-9C46-B18C-B43FFFDCC5A3}">
      <dsp:nvSpPr>
        <dsp:cNvPr id="5" name="等腰三角形 4"/>
        <dsp:cNvSpPr/>
      </dsp:nvSpPr>
      <dsp:spPr bwMode="white">
        <a:xfrm>
          <a:off x="1309807" y="2809371"/>
          <a:ext cx="268274" cy="268274"/>
        </a:xfrm>
        <a:prstGeom prst="triangle">
          <a:avLst>
            <a:gd name="adj" fmla="val 100000"/>
          </a:avLst>
        </a:prstGeom>
        <a:solidFill>
          <a:srgbClr val="4CB49A"/>
        </a:solidFill>
      </dsp:spPr>
      <dsp:style>
        <a:lnRef idx="2">
          <a:schemeClr val="accent1"/>
        </a:lnRef>
        <a:fillRef idx="1">
          <a:schemeClr val="accent1"/>
        </a:fillRef>
        <a:effectRef idx="0">
          <a:scrgbClr r="0" g="0" b="0"/>
        </a:effectRef>
        <a:fontRef idx="minor">
          <a:schemeClr val="lt1"/>
        </a:fontRef>
      </dsp:style>
      <dsp:txXfrm>
        <a:off x="1309807" y="2809371"/>
        <a:ext cx="268274" cy="268274"/>
      </dsp:txXfrm>
    </dsp:sp>
    <dsp:sp modelId="{94D4065C-A9B6-D241-B46D-BC8F2111BB68}">
      <dsp:nvSpPr>
        <dsp:cNvPr id="6" name="L 形 5"/>
        <dsp:cNvSpPr/>
      </dsp:nvSpPr>
      <dsp:spPr bwMode="white">
        <a:xfrm rot="5400000">
          <a:off x="2054845" y="2494600"/>
          <a:ext cx="946482" cy="1574925"/>
        </a:xfrm>
        <a:prstGeom prst="corner">
          <a:avLst>
            <a:gd name="adj1" fmla="val 16120"/>
            <a:gd name="adj2" fmla="val 16110"/>
          </a:avLst>
        </a:prstGeom>
        <a:solidFill>
          <a:srgbClr val="4CB49A"/>
        </a:solidFill>
      </dsp:spPr>
      <dsp:style>
        <a:lnRef idx="2">
          <a:schemeClr val="accent1"/>
        </a:lnRef>
        <a:fillRef idx="1">
          <a:schemeClr val="accent1"/>
        </a:fillRef>
        <a:effectRef idx="0">
          <a:scrgbClr r="0" g="0" b="0"/>
        </a:effectRef>
        <a:fontRef idx="minor">
          <a:schemeClr val="lt1"/>
        </a:fontRef>
      </dsp:style>
      <dsp:txXfrm rot="5400000">
        <a:off x="2054845" y="2494600"/>
        <a:ext cx="946482" cy="1574925"/>
      </dsp:txXfrm>
    </dsp:sp>
    <dsp:sp modelId="{32573D05-E50E-3D4A-8CF0-BE1483DF445B}">
      <dsp:nvSpPr>
        <dsp:cNvPr id="7" name="矩形 6"/>
        <dsp:cNvSpPr/>
      </dsp:nvSpPr>
      <dsp:spPr bwMode="white">
        <a:xfrm>
          <a:off x="1896853" y="2965163"/>
          <a:ext cx="1421851" cy="1246336"/>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3820" tIns="83820" rIns="83820" bIns="8382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5</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12</a:t>
          </a:r>
          <a:r>
            <a:rPr lang="zh-CN" altLang="en-US" sz="2200" b="1" dirty="0">
              <a:solidFill>
                <a:schemeClr val="tx1"/>
              </a:solidFill>
              <a:latin typeface="微软雅黑" charset="-122"/>
              <a:ea typeface="微软雅黑" charset="-122"/>
              <a:cs typeface="微软雅黑" charset="-122"/>
              <a:sym typeface="+mn-ea"/>
            </a:rPr>
            <a:t>日</a:t>
          </a:r>
          <a:r>
            <a:rPr lang="en-US" altLang="zh-CN" sz="2200" b="1" dirty="0">
              <a:solidFill>
                <a:schemeClr val="tx1"/>
              </a:solidFill>
              <a:latin typeface="微软雅黑" charset="-122"/>
              <a:ea typeface="微软雅黑" charset="-122"/>
              <a:cs typeface="微软雅黑" charset="-122"/>
              <a:sym typeface="+mn-ea"/>
            </a:rPr>
            <a:t>-15</a:t>
          </a:r>
          <a:r>
            <a:rPr lang="zh-CN" altLang="en-US" sz="2200" b="1" dirty="0">
              <a:solidFill>
                <a:schemeClr val="tx1"/>
              </a:solidFill>
              <a:latin typeface="微软雅黑" charset="-122"/>
              <a:ea typeface="微软雅黑" charset="-122"/>
              <a:cs typeface="微软雅黑" charset="-122"/>
              <a:sym typeface="+mn-ea"/>
            </a:rPr>
            <a:t>日</a:t>
          </a:r>
          <a:r>
            <a:rPr lang="zh-CN" altLang="en-US" sz="1600" b="1" dirty="0">
              <a:solidFill>
                <a:schemeClr val="tx1"/>
              </a:solidFill>
              <a:latin typeface="微软雅黑" charset="-122"/>
              <a:ea typeface="微软雅黑" charset="-122"/>
              <a:cs typeface="微软雅黑" charset="-122"/>
              <a:sym typeface="+mn-ea"/>
            </a:rPr>
            <a:t>（</a:t>
          </a:r>
          <a:r>
            <a:rPr lang="en-US" altLang="zh-CN" sz="1600" b="1" dirty="0">
              <a:solidFill>
                <a:schemeClr val="tx1"/>
              </a:solidFill>
              <a:latin typeface="微软雅黑" charset="-122"/>
              <a:ea typeface="微软雅黑" charset="-122"/>
              <a:cs typeface="微软雅黑" charset="-122"/>
              <a:sym typeface="+mn-ea"/>
            </a:rPr>
            <a:t>2</a:t>
          </a:r>
          <a:r>
            <a:rPr lang="zh-CN" altLang="en-US" sz="1600" b="1" dirty="0">
              <a:solidFill>
                <a:schemeClr val="tx1"/>
              </a:solidFill>
              <a:latin typeface="微软雅黑" charset="-122"/>
              <a:ea typeface="微软雅黑" charset="-122"/>
              <a:cs typeface="微软雅黑" charset="-122"/>
              <a:sym typeface="+mn-ea"/>
            </a:rPr>
            <a:t>个学校）</a:t>
          </a:r>
          <a:endParaRPr lang="zh-CN" altLang="en-US" sz="1600" dirty="0">
            <a:solidFill>
              <a:schemeClr val="tx1"/>
            </a:solidFill>
          </a:endParaRPr>
        </a:p>
      </dsp:txBody>
      <dsp:txXfrm>
        <a:off x="1896853" y="2965163"/>
        <a:ext cx="1421851" cy="1246336"/>
      </dsp:txXfrm>
    </dsp:sp>
    <dsp:sp modelId="{B8EEB74B-E9F9-0A40-B6C2-AC68BDACE33D}">
      <dsp:nvSpPr>
        <dsp:cNvPr id="8" name="等腰三角形 7"/>
        <dsp:cNvSpPr/>
      </dsp:nvSpPr>
      <dsp:spPr bwMode="white">
        <a:xfrm>
          <a:off x="3050430" y="2378652"/>
          <a:ext cx="268274" cy="268274"/>
        </a:xfrm>
        <a:prstGeom prst="triangle">
          <a:avLst>
            <a:gd name="adj" fmla="val 100000"/>
          </a:avLst>
        </a:prstGeom>
        <a:solidFill>
          <a:srgbClr val="4CB49A"/>
        </a:solidFill>
      </dsp:spPr>
      <dsp:style>
        <a:lnRef idx="2">
          <a:schemeClr val="accent1"/>
        </a:lnRef>
        <a:fillRef idx="1">
          <a:schemeClr val="accent1"/>
        </a:fillRef>
        <a:effectRef idx="0">
          <a:scrgbClr r="0" g="0" b="0"/>
        </a:effectRef>
        <a:fontRef idx="minor">
          <a:schemeClr val="lt1"/>
        </a:fontRef>
      </dsp:style>
      <dsp:txXfrm>
        <a:off x="3050430" y="2378652"/>
        <a:ext cx="268274" cy="268274"/>
      </dsp:txXfrm>
    </dsp:sp>
    <dsp:sp modelId="{85BEAD0D-79D8-A84A-8FDC-37F1006BD04F}">
      <dsp:nvSpPr>
        <dsp:cNvPr id="9" name="L 形 8"/>
        <dsp:cNvSpPr/>
      </dsp:nvSpPr>
      <dsp:spPr bwMode="white">
        <a:xfrm rot="5400000">
          <a:off x="3795468" y="2063881"/>
          <a:ext cx="946482" cy="1574925"/>
        </a:xfrm>
        <a:prstGeom prst="corner">
          <a:avLst>
            <a:gd name="adj1" fmla="val 16120"/>
            <a:gd name="adj2" fmla="val 16110"/>
          </a:avLst>
        </a:prstGeom>
        <a:solidFill>
          <a:srgbClr val="4CB49A"/>
        </a:solidFill>
      </dsp:spPr>
      <dsp:style>
        <a:lnRef idx="2">
          <a:schemeClr val="accent1"/>
        </a:lnRef>
        <a:fillRef idx="1">
          <a:schemeClr val="accent1"/>
        </a:fillRef>
        <a:effectRef idx="0">
          <a:scrgbClr r="0" g="0" b="0"/>
        </a:effectRef>
        <a:fontRef idx="minor">
          <a:schemeClr val="lt1"/>
        </a:fontRef>
      </dsp:style>
      <dsp:txXfrm rot="5400000">
        <a:off x="3795468" y="2063881"/>
        <a:ext cx="946482" cy="1574925"/>
      </dsp:txXfrm>
    </dsp:sp>
    <dsp:sp modelId="{1F0E206E-51DB-CF4B-8BDC-52D2323FD0BA}">
      <dsp:nvSpPr>
        <dsp:cNvPr id="10" name="矩形 9"/>
        <dsp:cNvSpPr/>
      </dsp:nvSpPr>
      <dsp:spPr bwMode="white">
        <a:xfrm>
          <a:off x="3637476" y="2534444"/>
          <a:ext cx="1421851" cy="1246336"/>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3820" tIns="83820" rIns="83820" bIns="8382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5</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20</a:t>
          </a:r>
          <a:r>
            <a:rPr lang="zh-CN" altLang="en-US" sz="2200" b="1" dirty="0">
              <a:solidFill>
                <a:schemeClr val="tx1"/>
              </a:solidFill>
              <a:latin typeface="微软雅黑" charset="-122"/>
              <a:ea typeface="微软雅黑" charset="-122"/>
              <a:cs typeface="微软雅黑" charset="-122"/>
              <a:sym typeface="+mn-ea"/>
            </a:rPr>
            <a:t>日前</a:t>
          </a:r>
          <a:endParaRPr lang="zh-CN" altLang="en-US" sz="2200" dirty="0">
            <a:solidFill>
              <a:schemeClr val="tx1"/>
            </a:solidFill>
          </a:endParaRPr>
        </a:p>
      </dsp:txBody>
      <dsp:txXfrm>
        <a:off x="3637476" y="2534444"/>
        <a:ext cx="1421851" cy="1246336"/>
      </dsp:txXfrm>
    </dsp:sp>
    <dsp:sp modelId="{B7BC1CE3-1381-8749-A6CA-6180006BF353}">
      <dsp:nvSpPr>
        <dsp:cNvPr id="11" name="等腰三角形 10"/>
        <dsp:cNvSpPr/>
      </dsp:nvSpPr>
      <dsp:spPr bwMode="white">
        <a:xfrm>
          <a:off x="4791053" y="1947933"/>
          <a:ext cx="268274" cy="268274"/>
        </a:xfrm>
        <a:prstGeom prst="triangle">
          <a:avLst>
            <a:gd name="adj" fmla="val 100000"/>
          </a:avLst>
        </a:prstGeom>
        <a:solidFill>
          <a:srgbClr val="4CB49A"/>
        </a:solidFill>
      </dsp:spPr>
      <dsp:style>
        <a:lnRef idx="2">
          <a:schemeClr val="accent1"/>
        </a:lnRef>
        <a:fillRef idx="1">
          <a:schemeClr val="accent1"/>
        </a:fillRef>
        <a:effectRef idx="0">
          <a:scrgbClr r="0" g="0" b="0"/>
        </a:effectRef>
        <a:fontRef idx="minor">
          <a:schemeClr val="lt1"/>
        </a:fontRef>
      </dsp:style>
      <dsp:txXfrm>
        <a:off x="4791053" y="1947933"/>
        <a:ext cx="268274" cy="268274"/>
      </dsp:txXfrm>
    </dsp:sp>
    <dsp:sp modelId="{C217BF0D-0C44-D649-9ECA-C61D63D9575F}">
      <dsp:nvSpPr>
        <dsp:cNvPr id="12" name="L 形 11"/>
        <dsp:cNvSpPr/>
      </dsp:nvSpPr>
      <dsp:spPr bwMode="white">
        <a:xfrm rot="5400000">
          <a:off x="5536091" y="1633162"/>
          <a:ext cx="946482" cy="1574925"/>
        </a:xfrm>
        <a:prstGeom prst="corner">
          <a:avLst>
            <a:gd name="adj1" fmla="val 16120"/>
            <a:gd name="adj2" fmla="val 16110"/>
          </a:avLst>
        </a:prstGeom>
        <a:solidFill>
          <a:srgbClr val="4CB49A"/>
        </a:solidFill>
      </dsp:spPr>
      <dsp:style>
        <a:lnRef idx="2">
          <a:schemeClr val="accent1"/>
        </a:lnRef>
        <a:fillRef idx="1">
          <a:schemeClr val="accent1"/>
        </a:fillRef>
        <a:effectRef idx="0">
          <a:scrgbClr r="0" g="0" b="0"/>
        </a:effectRef>
        <a:fontRef idx="minor">
          <a:schemeClr val="lt1"/>
        </a:fontRef>
      </dsp:style>
      <dsp:txXfrm rot="5400000">
        <a:off x="5536091" y="1633162"/>
        <a:ext cx="946482" cy="1574925"/>
      </dsp:txXfrm>
    </dsp:sp>
    <dsp:sp modelId="{EF12B8FE-4BB0-7A4F-9B99-82339C75A31B}">
      <dsp:nvSpPr>
        <dsp:cNvPr id="13" name="矩形 12"/>
        <dsp:cNvSpPr/>
      </dsp:nvSpPr>
      <dsp:spPr bwMode="white">
        <a:xfrm>
          <a:off x="5378100" y="2103725"/>
          <a:ext cx="1421851" cy="1246336"/>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3820" tIns="83820" rIns="83820" bIns="8382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6</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1</a:t>
          </a:r>
          <a:r>
            <a:rPr lang="zh-CN" altLang="en-US" sz="2200" b="1" dirty="0">
              <a:solidFill>
                <a:schemeClr val="tx1"/>
              </a:solidFill>
              <a:latin typeface="微软雅黑" charset="-122"/>
              <a:ea typeface="微软雅黑" charset="-122"/>
              <a:cs typeface="微软雅黑" charset="-122"/>
              <a:sym typeface="+mn-ea"/>
            </a:rPr>
            <a:t>日</a:t>
          </a:r>
          <a:r>
            <a:rPr lang="en-US" altLang="zh-CN" sz="2200" b="1" dirty="0">
              <a:solidFill>
                <a:schemeClr val="tx1"/>
              </a:solidFill>
              <a:latin typeface="微软雅黑" charset="-122"/>
              <a:ea typeface="微软雅黑" charset="-122"/>
              <a:cs typeface="微软雅黑" charset="-122"/>
              <a:sym typeface="+mn-ea"/>
            </a:rPr>
            <a:t>-5</a:t>
          </a:r>
          <a:r>
            <a:rPr lang="zh-CN" altLang="en-US" sz="2200" b="1" dirty="0">
              <a:solidFill>
                <a:schemeClr val="tx1"/>
              </a:solidFill>
              <a:latin typeface="微软雅黑" charset="-122"/>
              <a:ea typeface="微软雅黑" charset="-122"/>
              <a:cs typeface="微软雅黑" charset="-122"/>
              <a:sym typeface="+mn-ea"/>
            </a:rPr>
            <a:t>日</a:t>
          </a:r>
          <a:endParaRPr lang="zh-CN" altLang="en-US" sz="2200" dirty="0">
            <a:solidFill>
              <a:schemeClr val="tx1"/>
            </a:solidFill>
          </a:endParaRPr>
        </a:p>
      </dsp:txBody>
      <dsp:txXfrm>
        <a:off x="5378100" y="2103725"/>
        <a:ext cx="1421851" cy="1246336"/>
      </dsp:txXfrm>
    </dsp:sp>
    <dsp:sp modelId="{551FB514-AD2B-3A4D-88A2-556490EBA417}">
      <dsp:nvSpPr>
        <dsp:cNvPr id="14" name="等腰三角形 13"/>
        <dsp:cNvSpPr/>
      </dsp:nvSpPr>
      <dsp:spPr bwMode="white">
        <a:xfrm>
          <a:off x="6531677" y="1517214"/>
          <a:ext cx="268274" cy="268274"/>
        </a:xfrm>
        <a:prstGeom prst="triangle">
          <a:avLst>
            <a:gd name="adj" fmla="val 100000"/>
          </a:avLst>
        </a:prstGeom>
        <a:solidFill>
          <a:srgbClr val="4CB49A"/>
        </a:solidFill>
      </dsp:spPr>
      <dsp:style>
        <a:lnRef idx="2">
          <a:schemeClr val="accent1"/>
        </a:lnRef>
        <a:fillRef idx="1">
          <a:schemeClr val="accent1"/>
        </a:fillRef>
        <a:effectRef idx="0">
          <a:scrgbClr r="0" g="0" b="0"/>
        </a:effectRef>
        <a:fontRef idx="minor">
          <a:schemeClr val="lt1"/>
        </a:fontRef>
      </dsp:style>
      <dsp:txXfrm>
        <a:off x="6531677" y="1517214"/>
        <a:ext cx="268274" cy="268274"/>
      </dsp:txXfrm>
    </dsp:sp>
    <dsp:sp modelId="{2E75497B-0341-5F44-BC44-E4CAE5B502AD}">
      <dsp:nvSpPr>
        <dsp:cNvPr id="15" name="L 形 14"/>
        <dsp:cNvSpPr/>
      </dsp:nvSpPr>
      <dsp:spPr bwMode="white">
        <a:xfrm rot="5400000">
          <a:off x="7276714" y="1202443"/>
          <a:ext cx="946482" cy="1574925"/>
        </a:xfrm>
        <a:prstGeom prst="corner">
          <a:avLst>
            <a:gd name="adj1" fmla="val 16120"/>
            <a:gd name="adj2" fmla="val 16110"/>
          </a:avLst>
        </a:prstGeom>
        <a:solidFill>
          <a:srgbClr val="4CB49A"/>
        </a:solidFill>
      </dsp:spPr>
      <dsp:style>
        <a:lnRef idx="2">
          <a:schemeClr val="accent1"/>
        </a:lnRef>
        <a:fillRef idx="1">
          <a:schemeClr val="accent1"/>
        </a:fillRef>
        <a:effectRef idx="0">
          <a:scrgbClr r="0" g="0" b="0"/>
        </a:effectRef>
        <a:fontRef idx="minor">
          <a:schemeClr val="lt1"/>
        </a:fontRef>
      </dsp:style>
      <dsp:txXfrm rot="5400000">
        <a:off x="7276714" y="1202443"/>
        <a:ext cx="946482" cy="1574925"/>
      </dsp:txXfrm>
    </dsp:sp>
    <dsp:sp modelId="{D0F65E14-F9F3-3846-AB01-71D1DFF80057}">
      <dsp:nvSpPr>
        <dsp:cNvPr id="16" name="矩形 15"/>
        <dsp:cNvSpPr/>
      </dsp:nvSpPr>
      <dsp:spPr bwMode="white">
        <a:xfrm>
          <a:off x="7118723" y="1673006"/>
          <a:ext cx="1421851" cy="1246336"/>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3820" tIns="83820" rIns="83820" bIns="8382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7</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5</a:t>
          </a:r>
          <a:r>
            <a:rPr lang="zh-CN" altLang="en-US" sz="2200" b="1" dirty="0">
              <a:solidFill>
                <a:schemeClr val="tx1"/>
              </a:solidFill>
              <a:latin typeface="微软雅黑" charset="-122"/>
              <a:ea typeface="微软雅黑" charset="-122"/>
              <a:cs typeface="微软雅黑" charset="-122"/>
              <a:sym typeface="+mn-ea"/>
            </a:rPr>
            <a:t>日</a:t>
          </a:r>
          <a:r>
            <a:rPr lang="en-US" altLang="zh-CN" sz="2200" b="1" dirty="0">
              <a:solidFill>
                <a:schemeClr val="tx1"/>
              </a:solidFill>
              <a:latin typeface="微软雅黑" charset="-122"/>
              <a:ea typeface="微软雅黑" charset="-122"/>
              <a:cs typeface="微软雅黑" charset="-122"/>
              <a:sym typeface="+mn-ea"/>
            </a:rPr>
            <a:t>-6</a:t>
          </a:r>
          <a:r>
            <a:rPr lang="zh-CN" altLang="en-US" sz="2200" b="1" dirty="0">
              <a:solidFill>
                <a:schemeClr val="tx1"/>
              </a:solidFill>
              <a:latin typeface="微软雅黑" charset="-122"/>
              <a:ea typeface="微软雅黑" charset="-122"/>
              <a:cs typeface="微软雅黑" charset="-122"/>
              <a:sym typeface="+mn-ea"/>
            </a:rPr>
            <a:t>日</a:t>
          </a:r>
          <a:endParaRPr lang="zh-CN" altLang="en-US" sz="2200" dirty="0">
            <a:solidFill>
              <a:schemeClr val="tx1"/>
            </a:solidFill>
          </a:endParaRPr>
        </a:p>
      </dsp:txBody>
      <dsp:txXfrm>
        <a:off x="7118723" y="1673006"/>
        <a:ext cx="1421851" cy="1246336"/>
      </dsp:txXfrm>
    </dsp:sp>
    <dsp:sp modelId="{CEB7733D-6F26-1A4E-9442-6960FB87A5FC}">
      <dsp:nvSpPr>
        <dsp:cNvPr id="17" name="等腰三角形 16"/>
        <dsp:cNvSpPr/>
      </dsp:nvSpPr>
      <dsp:spPr bwMode="white">
        <a:xfrm>
          <a:off x="8272300" y="1086495"/>
          <a:ext cx="268274" cy="268274"/>
        </a:xfrm>
        <a:prstGeom prst="triangle">
          <a:avLst>
            <a:gd name="adj" fmla="val 100000"/>
          </a:avLst>
        </a:prstGeom>
        <a:solidFill>
          <a:srgbClr val="4CB49A"/>
        </a:solidFill>
      </dsp:spPr>
      <dsp:style>
        <a:lnRef idx="2">
          <a:schemeClr val="accent1"/>
        </a:lnRef>
        <a:fillRef idx="1">
          <a:schemeClr val="accent1"/>
        </a:fillRef>
        <a:effectRef idx="0">
          <a:scrgbClr r="0" g="0" b="0"/>
        </a:effectRef>
        <a:fontRef idx="minor">
          <a:schemeClr val="lt1"/>
        </a:fontRef>
      </dsp:style>
      <dsp:txXfrm>
        <a:off x="8272300" y="1086495"/>
        <a:ext cx="268274" cy="268274"/>
      </dsp:txXfrm>
    </dsp:sp>
    <dsp:sp modelId="{6BA29A0D-3212-1646-A0B5-B65BDF847449}">
      <dsp:nvSpPr>
        <dsp:cNvPr id="18" name="L 形 17"/>
        <dsp:cNvSpPr/>
      </dsp:nvSpPr>
      <dsp:spPr bwMode="white">
        <a:xfrm rot="5400000">
          <a:off x="9017337" y="771724"/>
          <a:ext cx="946482" cy="1574925"/>
        </a:xfrm>
        <a:prstGeom prst="corner">
          <a:avLst>
            <a:gd name="adj1" fmla="val 16120"/>
            <a:gd name="adj2" fmla="val 16110"/>
          </a:avLst>
        </a:prstGeom>
        <a:solidFill>
          <a:srgbClr val="4CB49A"/>
        </a:solidFill>
      </dsp:spPr>
      <dsp:style>
        <a:lnRef idx="2">
          <a:schemeClr val="accent1"/>
        </a:lnRef>
        <a:fillRef idx="1">
          <a:schemeClr val="accent1"/>
        </a:fillRef>
        <a:effectRef idx="0">
          <a:scrgbClr r="0" g="0" b="0"/>
        </a:effectRef>
        <a:fontRef idx="minor">
          <a:schemeClr val="lt1"/>
        </a:fontRef>
      </dsp:style>
      <dsp:txXfrm rot="5400000">
        <a:off x="9017337" y="771724"/>
        <a:ext cx="946482" cy="1574925"/>
      </dsp:txXfrm>
    </dsp:sp>
    <dsp:sp modelId="{AAD0E850-6633-F940-80C5-1CDAD9FF2967}">
      <dsp:nvSpPr>
        <dsp:cNvPr id="19" name="矩形 18"/>
        <dsp:cNvSpPr/>
      </dsp:nvSpPr>
      <dsp:spPr bwMode="white">
        <a:xfrm>
          <a:off x="8859346" y="1242287"/>
          <a:ext cx="1421851" cy="1246336"/>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3820" tIns="83820" rIns="83820" bIns="8382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7</a:t>
          </a:r>
          <a:r>
            <a:rPr lang="zh-CN" altLang="en-US" sz="2200" b="1" dirty="0">
              <a:solidFill>
                <a:schemeClr val="tx1"/>
              </a:solidFill>
              <a:latin typeface="微软雅黑" charset="-122"/>
              <a:ea typeface="微软雅黑" charset="-122"/>
              <a:cs typeface="微软雅黑" charset="-122"/>
              <a:sym typeface="+mn-ea"/>
            </a:rPr>
            <a:t>月</a:t>
          </a:r>
          <a:r>
            <a:rPr lang="en-US" altLang="zh-CN" sz="2200" b="1" dirty="0">
              <a:solidFill>
                <a:schemeClr val="tx1"/>
              </a:solidFill>
              <a:latin typeface="微软雅黑" charset="-122"/>
              <a:ea typeface="微软雅黑" charset="-122"/>
              <a:cs typeface="微软雅黑" charset="-122"/>
              <a:sym typeface="+mn-ea"/>
            </a:rPr>
            <a:t>14</a:t>
          </a:r>
          <a:r>
            <a:rPr lang="zh-CN" altLang="en-US" sz="2200" b="1" dirty="0">
              <a:solidFill>
                <a:schemeClr val="tx1"/>
              </a:solidFill>
              <a:latin typeface="微软雅黑" charset="-122"/>
              <a:ea typeface="微软雅黑" charset="-122"/>
              <a:cs typeface="微软雅黑" charset="-122"/>
              <a:sym typeface="+mn-ea"/>
            </a:rPr>
            <a:t>日前</a:t>
          </a:r>
          <a:endParaRPr lang="zh-CN" altLang="en-US" sz="2200" dirty="0">
            <a:solidFill>
              <a:schemeClr val="tx1"/>
            </a:solidFill>
          </a:endParaRPr>
        </a:p>
      </dsp:txBody>
      <dsp:txXfrm>
        <a:off x="8859346" y="1242287"/>
        <a:ext cx="1421851" cy="1246336"/>
      </dsp:txXfrm>
    </dsp:sp>
    <dsp:sp modelId="{4C8665D3-ECC2-2C41-8971-E0E97A22EC22}">
      <dsp:nvSpPr>
        <dsp:cNvPr id="20" name="等腰三角形 19"/>
        <dsp:cNvSpPr/>
      </dsp:nvSpPr>
      <dsp:spPr bwMode="white">
        <a:xfrm>
          <a:off x="10012923" y="655776"/>
          <a:ext cx="268274" cy="268274"/>
        </a:xfrm>
        <a:prstGeom prst="triangle">
          <a:avLst>
            <a:gd name="adj" fmla="val 100000"/>
          </a:avLst>
        </a:prstGeom>
        <a:solidFill>
          <a:srgbClr val="4CB49A"/>
        </a:solidFill>
      </dsp:spPr>
      <dsp:style>
        <a:lnRef idx="2">
          <a:schemeClr val="accent1"/>
        </a:lnRef>
        <a:fillRef idx="1">
          <a:schemeClr val="accent1"/>
        </a:fillRef>
        <a:effectRef idx="0">
          <a:scrgbClr r="0" g="0" b="0"/>
        </a:effectRef>
        <a:fontRef idx="minor">
          <a:schemeClr val="lt1"/>
        </a:fontRef>
      </dsp:style>
      <dsp:txXfrm>
        <a:off x="10012923" y="655776"/>
        <a:ext cx="268274" cy="268274"/>
      </dsp:txXfrm>
    </dsp:sp>
    <dsp:sp modelId="{1BEE272D-2867-AD47-AD8C-A5527A5C26DF}">
      <dsp:nvSpPr>
        <dsp:cNvPr id="21" name="L 形 20"/>
        <dsp:cNvSpPr/>
      </dsp:nvSpPr>
      <dsp:spPr bwMode="white">
        <a:xfrm rot="5400000">
          <a:off x="10757961" y="341005"/>
          <a:ext cx="946482" cy="1574925"/>
        </a:xfrm>
        <a:prstGeom prst="corner">
          <a:avLst>
            <a:gd name="adj1" fmla="val 16120"/>
            <a:gd name="adj2" fmla="val 16110"/>
          </a:avLst>
        </a:prstGeom>
        <a:solidFill>
          <a:srgbClr val="4CB49A"/>
        </a:solidFill>
      </dsp:spPr>
      <dsp:style>
        <a:lnRef idx="2">
          <a:schemeClr val="accent1"/>
        </a:lnRef>
        <a:fillRef idx="1">
          <a:schemeClr val="accent1"/>
        </a:fillRef>
        <a:effectRef idx="0">
          <a:scrgbClr r="0" g="0" b="0"/>
        </a:effectRef>
        <a:fontRef idx="minor">
          <a:schemeClr val="lt1"/>
        </a:fontRef>
      </dsp:style>
      <dsp:txXfrm rot="5400000">
        <a:off x="10757961" y="341005"/>
        <a:ext cx="946482" cy="1574925"/>
      </dsp:txXfrm>
    </dsp:sp>
    <dsp:sp modelId="{50896141-3169-CC4E-9DB0-30ABF796C04B}">
      <dsp:nvSpPr>
        <dsp:cNvPr id="22" name="矩形 21"/>
        <dsp:cNvSpPr/>
      </dsp:nvSpPr>
      <dsp:spPr bwMode="white">
        <a:xfrm>
          <a:off x="10584116" y="1104623"/>
          <a:ext cx="1421851" cy="1246336"/>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3820" tIns="83820" rIns="83820" bIns="8382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b="1" dirty="0">
              <a:solidFill>
                <a:schemeClr val="tx1"/>
              </a:solidFill>
              <a:latin typeface="微软雅黑" charset="-122"/>
              <a:ea typeface="微软雅黑" charset="-122"/>
              <a:cs typeface="微软雅黑" charset="-122"/>
              <a:sym typeface="+mn-ea"/>
            </a:rPr>
            <a:t>7</a:t>
          </a:r>
          <a:r>
            <a:rPr lang="zh-CN" altLang="en-US" sz="2200" b="1" dirty="0">
              <a:solidFill>
                <a:schemeClr val="tx1"/>
              </a:solidFill>
              <a:latin typeface="微软雅黑" charset="-122"/>
              <a:ea typeface="微软雅黑" charset="-122"/>
              <a:cs typeface="微软雅黑" charset="-122"/>
              <a:sym typeface="+mn-ea"/>
            </a:rPr>
            <a:t>月中下旬</a:t>
          </a:r>
          <a:r>
            <a:rPr lang="en-US" altLang="zh-CN" sz="1600" b="1" dirty="0">
              <a:solidFill>
                <a:schemeClr val="tx1"/>
              </a:solidFill>
              <a:latin typeface="微软雅黑" charset="-122"/>
              <a:ea typeface="微软雅黑" charset="-122"/>
              <a:cs typeface="微软雅黑" charset="-122"/>
              <a:sym typeface="+mn-ea"/>
            </a:rPr>
            <a:t>(70%</a:t>
          </a:r>
          <a:r>
            <a:rPr lang="zh-CN" altLang="en-US" sz="1600" b="1" dirty="0">
              <a:solidFill>
                <a:schemeClr val="tx1"/>
              </a:solidFill>
              <a:latin typeface="微软雅黑" charset="-122"/>
              <a:ea typeface="微软雅黑" charset="-122"/>
              <a:cs typeface="微软雅黑" charset="-122"/>
              <a:sym typeface="+mn-ea"/>
            </a:rPr>
            <a:t>中考</a:t>
          </a:r>
          <a:r>
            <a:rPr lang="en-US" altLang="zh-CN" sz="1600" b="1" dirty="0">
              <a:solidFill>
                <a:schemeClr val="tx1"/>
              </a:solidFill>
              <a:latin typeface="微软雅黑" charset="-122"/>
              <a:ea typeface="微软雅黑" charset="-122"/>
              <a:cs typeface="微软雅黑" charset="-122"/>
              <a:sym typeface="+mn-ea"/>
            </a:rPr>
            <a:t>+30%</a:t>
          </a:r>
          <a:r>
            <a:rPr lang="zh-CN" altLang="en-US" sz="1600" b="1" dirty="0">
              <a:solidFill>
                <a:schemeClr val="tx1"/>
              </a:solidFill>
              <a:latin typeface="微软雅黑" charset="-122"/>
              <a:ea typeface="微软雅黑" charset="-122"/>
              <a:cs typeface="微软雅黑" charset="-122"/>
              <a:sym typeface="+mn-ea"/>
            </a:rPr>
            <a:t>面试</a:t>
          </a:r>
          <a:r>
            <a:rPr lang="en-US" altLang="zh-CN" sz="1600" b="1" dirty="0">
              <a:solidFill>
                <a:schemeClr val="tx1"/>
              </a:solidFill>
              <a:latin typeface="微软雅黑" charset="-122"/>
              <a:ea typeface="微软雅黑" charset="-122"/>
              <a:cs typeface="微软雅黑" charset="-122"/>
              <a:sym typeface="+mn-ea"/>
            </a:rPr>
            <a:t>)</a:t>
          </a:r>
          <a:endParaRPr lang="zh-CN" altLang="en-US" sz="1600" dirty="0">
            <a:solidFill>
              <a:schemeClr val="tx1"/>
            </a:solidFill>
          </a:endParaRPr>
        </a:p>
      </dsp:txBody>
      <dsp:txXfrm>
        <a:off x="10584116" y="1104623"/>
        <a:ext cx="1421851" cy="1246336"/>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78065" cy="5215890"/>
        <a:chOff x="0" y="0"/>
        <a:chExt cx="7378065" cy="5215890"/>
      </a:xfrm>
    </dsp:grpSpPr>
    <dsp:sp modelId="{9E2ED5AF-ED0B-42AC-8931-92524B23DC6C}">
      <dsp:nvSpPr>
        <dsp:cNvPr id="3" name="椭圆 2"/>
        <dsp:cNvSpPr/>
      </dsp:nvSpPr>
      <dsp:spPr bwMode="white">
        <a:xfrm>
          <a:off x="0" y="2015539"/>
          <a:ext cx="1184813" cy="1184813"/>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31750" tIns="31750" rIns="31750" bIns="317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a:t>学员</a:t>
          </a:r>
          <a:r>
            <a:rPr lang="zh-CN" altLang="en-US"/>
            <a:t>信息</a:t>
          </a:r>
          <a:endParaRPr lang="zh-CN" altLang="en-US"/>
        </a:p>
      </dsp:txBody>
      <dsp:txXfrm>
        <a:off x="0" y="2015539"/>
        <a:ext cx="1184813" cy="1184813"/>
      </dsp:txXfrm>
    </dsp:sp>
    <dsp:sp modelId="{9D0A0829-D75B-4023-B25E-249C847BBB02}">
      <dsp:nvSpPr>
        <dsp:cNvPr id="4" name="加号 3"/>
        <dsp:cNvSpPr/>
      </dsp:nvSpPr>
      <dsp:spPr bwMode="white">
        <a:xfrm>
          <a:off x="1281019" y="2264349"/>
          <a:ext cx="687191" cy="687191"/>
        </a:xfrm>
        <a:prstGeom prst="mathPlus">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0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endParaRPr lang="zh-CN" altLang="en-US"/>
        </a:p>
      </dsp:txBody>
      <dsp:txXfrm>
        <a:off x="1281019" y="2264349"/>
        <a:ext cx="687191" cy="687191"/>
      </dsp:txXfrm>
    </dsp:sp>
    <dsp:sp modelId="{7D35403D-EAAE-44AC-83DF-5EA15CDF3026}">
      <dsp:nvSpPr>
        <dsp:cNvPr id="5" name="椭圆 4"/>
        <dsp:cNvSpPr/>
      </dsp:nvSpPr>
      <dsp:spPr bwMode="white">
        <a:xfrm>
          <a:off x="2064417" y="2015539"/>
          <a:ext cx="1184813" cy="1184813"/>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31750" tIns="31750" rIns="31750" bIns="317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a:t>目标</a:t>
          </a:r>
          <a:r>
            <a:rPr lang="zh-CN" altLang="en-US"/>
            <a:t>学校</a:t>
          </a:r>
          <a:endParaRPr lang="zh-CN" altLang="en-US"/>
        </a:p>
      </dsp:txBody>
      <dsp:txXfrm>
        <a:off x="2064417" y="2015539"/>
        <a:ext cx="1184813" cy="1184813"/>
      </dsp:txXfrm>
    </dsp:sp>
    <dsp:sp modelId="{0EEA513F-368F-429D-B181-8D03EF33D12E}">
      <dsp:nvSpPr>
        <dsp:cNvPr id="6" name="加号 5"/>
        <dsp:cNvSpPr/>
      </dsp:nvSpPr>
      <dsp:spPr bwMode="white">
        <a:xfrm>
          <a:off x="3345437" y="2264349"/>
          <a:ext cx="687191" cy="687191"/>
        </a:xfrm>
        <a:prstGeom prst="mathPlus">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0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endParaRPr lang="zh-CN" altLang="en-US"/>
        </a:p>
      </dsp:txBody>
      <dsp:txXfrm>
        <a:off x="3345437" y="2264349"/>
        <a:ext cx="687191" cy="687191"/>
      </dsp:txXfrm>
    </dsp:sp>
    <dsp:sp modelId="{14CB52FE-A378-430A-B10B-5DDE93CFB446}">
      <dsp:nvSpPr>
        <dsp:cNvPr id="7" name="椭圆 6"/>
        <dsp:cNvSpPr/>
      </dsp:nvSpPr>
      <dsp:spPr bwMode="white">
        <a:xfrm>
          <a:off x="4128835" y="2015539"/>
          <a:ext cx="1184813" cy="1184813"/>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31750" tIns="31750" rIns="31750" bIns="317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t>家长</a:t>
          </a:r>
          <a:r>
            <a:rPr lang="zh-CN"/>
            <a:t>期许</a:t>
          </a:r>
          <a:endParaRPr lang="zh-CN"/>
        </a:p>
      </dsp:txBody>
      <dsp:txXfrm>
        <a:off x="4128835" y="2015539"/>
        <a:ext cx="1184813" cy="1184813"/>
      </dsp:txXfrm>
    </dsp:sp>
    <dsp:sp modelId="{D1786092-9F7E-487A-9364-D012DB056B28}">
      <dsp:nvSpPr>
        <dsp:cNvPr id="8" name="等于号 7"/>
        <dsp:cNvSpPr/>
      </dsp:nvSpPr>
      <dsp:spPr bwMode="white">
        <a:xfrm>
          <a:off x="5409854" y="2264349"/>
          <a:ext cx="687191" cy="687191"/>
        </a:xfrm>
        <a:prstGeom prst="mathEqual">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p>
      </dsp:txBody>
      <dsp:txXfrm>
        <a:off x="5409854" y="2264349"/>
        <a:ext cx="687191" cy="687191"/>
      </dsp:txXfrm>
    </dsp:sp>
    <dsp:sp modelId="{B586FDC3-05D8-4C83-99A7-65CA5D80A3D8}">
      <dsp:nvSpPr>
        <dsp:cNvPr id="9" name="椭圆 8"/>
        <dsp:cNvSpPr/>
      </dsp:nvSpPr>
      <dsp:spPr bwMode="white">
        <a:xfrm>
          <a:off x="6193252" y="2015539"/>
          <a:ext cx="1184813" cy="1184813"/>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31750" tIns="31750" rIns="31750" bIns="317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a:t>需求</a:t>
          </a:r>
          <a:endParaRPr lang="zh-CN" altLang="en-US"/>
        </a:p>
      </dsp:txBody>
      <dsp:txXfrm>
        <a:off x="6193252" y="2015539"/>
        <a:ext cx="1184813" cy="1184813"/>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917430" cy="5076190"/>
        <a:chOff x="0" y="0"/>
        <a:chExt cx="9917430" cy="5076190"/>
      </a:xfrm>
    </dsp:grpSpPr>
    <dsp:sp modelId="{9E2ED5AF-ED0B-42AC-8931-92524B23DC6C}">
      <dsp:nvSpPr>
        <dsp:cNvPr id="3" name="椭圆 2"/>
        <dsp:cNvSpPr/>
      </dsp:nvSpPr>
      <dsp:spPr bwMode="white">
        <a:xfrm>
          <a:off x="0" y="1915891"/>
          <a:ext cx="1244407" cy="1244407"/>
        </a:xfrm>
        <a:prstGeom prst="ellipse">
          <a:avLst/>
        </a:prstGeom>
      </dsp:spPr>
      <dsp:style>
        <a:lnRef idx="0">
          <a:schemeClr val="lt1"/>
        </a:lnRef>
        <a:fillRef idx="3">
          <a:schemeClr val="accent1"/>
        </a:fillRef>
        <a:effectRef idx="3">
          <a:scrgbClr r="0" g="0" b="0"/>
        </a:effectRef>
        <a:fontRef idx="minor">
          <a:schemeClr val="lt1"/>
        </a:fontRef>
      </dsp:style>
      <dsp:txBody>
        <a:bodyPr vert="horz" wrap="square" lIns="33020" tIns="33020" rIns="33020" bIns="3302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a:t>服务</a:t>
          </a:r>
          <a:endParaRPr lang="zh-CN" altLang="en-US"/>
        </a:p>
      </dsp:txBody>
      <dsp:txXfrm>
        <a:off x="0" y="1915891"/>
        <a:ext cx="1244407" cy="1244407"/>
      </dsp:txXfrm>
    </dsp:sp>
    <dsp:sp modelId="{9D0A0829-D75B-4023-B25E-249C847BBB02}">
      <dsp:nvSpPr>
        <dsp:cNvPr id="4" name="加号 3"/>
        <dsp:cNvSpPr/>
      </dsp:nvSpPr>
      <dsp:spPr bwMode="white">
        <a:xfrm>
          <a:off x="1345453" y="2177217"/>
          <a:ext cx="721756" cy="721756"/>
        </a:xfrm>
        <a:prstGeom prst="mathPlus">
          <a:avLst/>
        </a:prstGeom>
      </dsp:spPr>
      <dsp:style>
        <a:lnRef idx="0">
          <a:schemeClr val="accent1">
            <a:tint val="60000"/>
          </a:schemeClr>
        </a:lnRef>
        <a:fillRef idx="3">
          <a:schemeClr val="accent1">
            <a:tint val="60000"/>
          </a:schemeClr>
        </a:fillRef>
        <a:effectRef idx="3">
          <a:scrgbClr r="0" g="0" b="0"/>
        </a:effectRef>
        <a:fontRef idx="minor">
          <a:schemeClr val="lt1"/>
        </a:fontRef>
      </dsp:style>
      <dsp:txBody>
        <a:bodyPr lIns="0" tIns="0" rIns="0" bIns="0" anchor="ctr"/>
        <a:lstStyle>
          <a:lvl1pPr algn="ctr">
            <a:defRPr sz="11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zh-CN" altLang="en-US"/>
        </a:p>
      </dsp:txBody>
      <dsp:txXfrm>
        <a:off x="1345453" y="2177217"/>
        <a:ext cx="721756" cy="721756"/>
      </dsp:txXfrm>
    </dsp:sp>
    <dsp:sp modelId="{7D35403D-EAAE-44AC-83DF-5EA15CDF3026}">
      <dsp:nvSpPr>
        <dsp:cNvPr id="5" name="椭圆 4"/>
        <dsp:cNvSpPr/>
      </dsp:nvSpPr>
      <dsp:spPr bwMode="white">
        <a:xfrm>
          <a:off x="2168256" y="1915891"/>
          <a:ext cx="1244407" cy="1244407"/>
        </a:xfrm>
        <a:prstGeom prst="ellipse">
          <a:avLst/>
        </a:prstGeom>
      </dsp:spPr>
      <dsp:style>
        <a:lnRef idx="0">
          <a:schemeClr val="lt1"/>
        </a:lnRef>
        <a:fillRef idx="3">
          <a:schemeClr val="accent1"/>
        </a:fillRef>
        <a:effectRef idx="3">
          <a:scrgbClr r="0" g="0" b="0"/>
        </a:effectRef>
        <a:fontRef idx="minor">
          <a:schemeClr val="lt1"/>
        </a:fontRef>
      </dsp:style>
      <dsp:txBody>
        <a:bodyPr vert="horz" wrap="square" lIns="33020" tIns="33020" rIns="33020" bIns="3302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a:t>家长</a:t>
          </a:r>
          <a:r>
            <a:rPr lang="zh-CN" altLang="en-US"/>
            <a:t>需求</a:t>
          </a:r>
          <a:endParaRPr lang="zh-CN" altLang="en-US"/>
        </a:p>
      </dsp:txBody>
      <dsp:txXfrm>
        <a:off x="2168256" y="1915891"/>
        <a:ext cx="1244407" cy="1244407"/>
      </dsp:txXfrm>
    </dsp:sp>
    <dsp:sp modelId="{0EEA513F-368F-429D-B181-8D03EF33D12E}">
      <dsp:nvSpPr>
        <dsp:cNvPr id="6" name="加号 5"/>
        <dsp:cNvSpPr/>
      </dsp:nvSpPr>
      <dsp:spPr bwMode="white">
        <a:xfrm>
          <a:off x="3513709" y="2177217"/>
          <a:ext cx="721756" cy="721756"/>
        </a:xfrm>
        <a:prstGeom prst="mathPlus">
          <a:avLst/>
        </a:prstGeom>
      </dsp:spPr>
      <dsp:style>
        <a:lnRef idx="0">
          <a:schemeClr val="accent1">
            <a:tint val="60000"/>
          </a:schemeClr>
        </a:lnRef>
        <a:fillRef idx="3">
          <a:schemeClr val="accent1">
            <a:tint val="60000"/>
          </a:schemeClr>
        </a:fillRef>
        <a:effectRef idx="3">
          <a:scrgbClr r="0" g="0" b="0"/>
        </a:effectRef>
        <a:fontRef idx="minor">
          <a:schemeClr val="lt1"/>
        </a:fontRef>
      </dsp:style>
      <dsp:txBody>
        <a:bodyPr lIns="0" tIns="0" rIns="0" bIns="0" anchor="ctr"/>
        <a:lstStyle>
          <a:lvl1pPr algn="ctr">
            <a:defRPr sz="11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zh-CN" altLang="en-US"/>
        </a:p>
      </dsp:txBody>
      <dsp:txXfrm>
        <a:off x="3513709" y="2177217"/>
        <a:ext cx="721756" cy="721756"/>
      </dsp:txXfrm>
    </dsp:sp>
    <dsp:sp modelId="{14CB52FE-A378-430A-B10B-5DDE93CFB446}">
      <dsp:nvSpPr>
        <dsp:cNvPr id="7" name="椭圆 6"/>
        <dsp:cNvSpPr/>
      </dsp:nvSpPr>
      <dsp:spPr bwMode="white">
        <a:xfrm>
          <a:off x="4336511" y="1915891"/>
          <a:ext cx="1244407" cy="1244407"/>
        </a:xfrm>
        <a:prstGeom prst="ellipse">
          <a:avLst/>
        </a:prstGeom>
      </dsp:spPr>
      <dsp:style>
        <a:lnRef idx="0">
          <a:schemeClr val="lt1"/>
        </a:lnRef>
        <a:fillRef idx="3">
          <a:schemeClr val="accent1"/>
        </a:fillRef>
        <a:effectRef idx="3">
          <a:scrgbClr r="0" g="0" b="0"/>
        </a:effectRef>
        <a:fontRef idx="minor">
          <a:schemeClr val="lt1"/>
        </a:fontRef>
      </dsp:style>
      <dsp:txBody>
        <a:bodyPr vert="horz" wrap="square" lIns="33020" tIns="33020" rIns="33020" bIns="3302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t>匹配</a:t>
          </a:r>
          <a:r>
            <a:rPr lang="zh-CN"/>
            <a:t>方案</a:t>
          </a:r>
          <a:endParaRPr lang="zh-CN"/>
        </a:p>
      </dsp:txBody>
      <dsp:txXfrm>
        <a:off x="4336511" y="1915891"/>
        <a:ext cx="1244407" cy="1244407"/>
      </dsp:txXfrm>
    </dsp:sp>
    <dsp:sp modelId="{D1786092-9F7E-487A-9364-D012DB056B28}">
      <dsp:nvSpPr>
        <dsp:cNvPr id="8" name="加号 7"/>
        <dsp:cNvSpPr/>
      </dsp:nvSpPr>
      <dsp:spPr bwMode="white">
        <a:xfrm>
          <a:off x="5681965" y="2177217"/>
          <a:ext cx="721756" cy="721756"/>
        </a:xfrm>
        <a:prstGeom prst="mathPlus">
          <a:avLst/>
        </a:prstGeom>
      </dsp:spPr>
      <dsp:style>
        <a:lnRef idx="0">
          <a:schemeClr val="accent1">
            <a:tint val="60000"/>
          </a:schemeClr>
        </a:lnRef>
        <a:fillRef idx="3">
          <a:schemeClr val="accent1">
            <a:tint val="60000"/>
          </a:schemeClr>
        </a:fillRef>
        <a:effectRef idx="3">
          <a:scrgbClr r="0" g="0" b="0"/>
        </a:effectRef>
        <a:fontRef idx="minor">
          <a:schemeClr val="lt1"/>
        </a:fontRef>
      </dsp:style>
      <dsp:txBody>
        <a:bodyPr lIns="0" tIns="0" rIns="0" bIns="0" anchor="ctr"/>
        <a:lstStyle>
          <a:lvl1pPr algn="ctr">
            <a:defRPr sz="11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p>
      </dsp:txBody>
      <dsp:txXfrm>
        <a:off x="5681965" y="2177217"/>
        <a:ext cx="721756" cy="721756"/>
      </dsp:txXfrm>
    </dsp:sp>
    <dsp:sp modelId="{287C8B3A-B429-4087-817A-7855C4E64FD9}">
      <dsp:nvSpPr>
        <dsp:cNvPr id="9" name="椭圆 8"/>
        <dsp:cNvSpPr/>
      </dsp:nvSpPr>
      <dsp:spPr bwMode="white">
        <a:xfrm>
          <a:off x="6504767" y="1915891"/>
          <a:ext cx="1244407" cy="1244407"/>
        </a:xfrm>
        <a:prstGeom prst="ellipse">
          <a:avLst/>
        </a:prstGeom>
      </dsp:spPr>
      <dsp:style>
        <a:lnRef idx="0">
          <a:schemeClr val="lt1"/>
        </a:lnRef>
        <a:fillRef idx="3">
          <a:schemeClr val="accent1"/>
        </a:fillRef>
        <a:effectRef idx="3">
          <a:scrgbClr r="0" g="0" b="0"/>
        </a:effectRef>
        <a:fontRef idx="minor">
          <a:schemeClr val="lt1"/>
        </a:fontRef>
      </dsp:style>
      <dsp:txBody>
        <a:bodyPr vert="horz" wrap="square" lIns="33020" tIns="33020" rIns="33020" bIns="3302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t>异议</a:t>
          </a:r>
          <a:r>
            <a:rPr lang="zh-CN"/>
            <a:t>处理</a:t>
          </a:r>
          <a:endParaRPr lang="zh-CN"/>
        </a:p>
      </dsp:txBody>
      <dsp:txXfrm>
        <a:off x="6504767" y="1915891"/>
        <a:ext cx="1244407" cy="1244407"/>
      </dsp:txXfrm>
    </dsp:sp>
    <dsp:sp modelId="{DEAC8C9A-4057-4494-97B7-8DFBA0A8D6F3}">
      <dsp:nvSpPr>
        <dsp:cNvPr id="10" name="等于号 9"/>
        <dsp:cNvSpPr/>
      </dsp:nvSpPr>
      <dsp:spPr bwMode="white">
        <a:xfrm>
          <a:off x="7850220" y="2177217"/>
          <a:ext cx="721756" cy="721756"/>
        </a:xfrm>
        <a:prstGeom prst="mathEqual">
          <a:avLst/>
        </a:prstGeom>
      </dsp:spPr>
      <dsp:style>
        <a:lnRef idx="0">
          <a:schemeClr val="accent1">
            <a:tint val="60000"/>
          </a:schemeClr>
        </a:lnRef>
        <a:fillRef idx="3">
          <a:schemeClr val="accent1">
            <a:tint val="60000"/>
          </a:schemeClr>
        </a:fillRef>
        <a:effectRef idx="3">
          <a:scrgbClr r="0" g="0" b="0"/>
        </a:effectRef>
        <a:fontRef idx="minor">
          <a:schemeClr val="lt1"/>
        </a:fontRef>
      </dsp:style>
      <dsp:txBody>
        <a:bodyPr lIns="0" tIns="0" rIns="0" bIns="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p>
      </dsp:txBody>
      <dsp:txXfrm>
        <a:off x="7850220" y="2177217"/>
        <a:ext cx="721756" cy="721756"/>
      </dsp:txXfrm>
    </dsp:sp>
    <dsp:sp modelId="{B586FDC3-05D8-4C83-99A7-65CA5D80A3D8}">
      <dsp:nvSpPr>
        <dsp:cNvPr id="11" name="椭圆 10"/>
        <dsp:cNvSpPr/>
      </dsp:nvSpPr>
      <dsp:spPr bwMode="white">
        <a:xfrm>
          <a:off x="8673023" y="1915891"/>
          <a:ext cx="1244407" cy="1244407"/>
        </a:xfrm>
        <a:prstGeom prst="ellipse">
          <a:avLst/>
        </a:prstGeom>
      </dsp:spPr>
      <dsp:style>
        <a:lnRef idx="0">
          <a:schemeClr val="lt1"/>
        </a:lnRef>
        <a:fillRef idx="3">
          <a:schemeClr val="accent1"/>
        </a:fillRef>
        <a:effectRef idx="3">
          <a:scrgbClr r="0" g="0" b="0"/>
        </a:effectRef>
        <a:fontRef idx="minor">
          <a:schemeClr val="lt1"/>
        </a:fontRef>
      </dsp:style>
      <dsp:txBody>
        <a:bodyPr vert="horz" wrap="square" lIns="33020" tIns="33020" rIns="33020" bIns="3302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a:t>转化</a:t>
          </a:r>
          <a:endParaRPr lang="zh-CN" altLang="en-US"/>
        </a:p>
      </dsp:txBody>
      <dsp:txXfrm>
        <a:off x="8673023" y="1915891"/>
        <a:ext cx="1244407" cy="1244407"/>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2">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bL"/>
          <dgm:param type="flowDir" val="row"/>
        </dgm:alg>
      </dgm:if>
      <dgm:else name="Name2">
        <dgm:alg type="snake">
          <dgm:param type="bkpt" val="fixed"/>
          <dgm:param type="bkPtFixedVal" val="1"/>
          <dgm:param type="off" val="off"/>
          <dgm:param type="grDir" val="bR"/>
          <dgm:param type="flowDir" val="row"/>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type="corner" r:blip="" rot="90">
                <dgm:adjLst>
                  <dgm:adj idx="1" val="0.1612"/>
                  <dgm:adj idx="2" val="0.1611"/>
                </dgm:adjLst>
              </dgm:shape>
            </dgm:if>
            <dgm:else name="Name8">
              <dgm:shape xmlns:r="http://schemas.openxmlformats.org/officeDocument/2006/relationships" type="corner" r:blip="" rot="180">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type="triangle" r:blip="" rot="90">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艺术学校可以不讲</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第二批录取，也是是说你可以低分可以进名校，以</a:t>
            </a:r>
            <a:r>
              <a:rPr lang="en-US" altLang="zh-CN">
                <a:sym typeface="+mn-ea"/>
              </a:rPr>
              <a:t>24</a:t>
            </a:r>
            <a:r>
              <a:rPr lang="zh-CN" altLang="en-US">
                <a:sym typeface="+mn-ea"/>
              </a:rPr>
              <a:t>年为例。</a:t>
            </a:r>
            <a:br>
              <a:rPr lang="zh-CN" altLang="en-US">
                <a:sym typeface="+mn-ea"/>
              </a:rPr>
            </a:br>
            <a:r>
              <a:rPr lang="en-US" altLang="zh-CN">
                <a:sym typeface="+mn-ea"/>
              </a:rPr>
              <a:t>1.</a:t>
            </a:r>
            <a:r>
              <a:rPr lang="zh-CN" altLang="en-US">
                <a:sym typeface="+mn-ea"/>
              </a:rPr>
              <a:t>在</a:t>
            </a:r>
            <a:r>
              <a:rPr lang="en-US" altLang="zh-CN">
                <a:sym typeface="+mn-ea"/>
              </a:rPr>
              <a:t>23</a:t>
            </a:r>
            <a:r>
              <a:rPr lang="zh-CN" altLang="en-US">
                <a:sym typeface="+mn-ea"/>
              </a:rPr>
              <a:t>年的时候我给一个家长志愿填报，印象非常深刻，因为那次她是学生跟家长过来一起过来的，还带了一个红包过来，她在普校的重点班，在校内的排名还是挺靠前的，所以在名额分配第一志愿冲了七中，结果真的录取了。</a:t>
            </a:r>
            <a:br>
              <a:rPr lang="zh-CN" altLang="en-US">
                <a:sym typeface="+mn-ea"/>
              </a:rPr>
            </a:br>
            <a:r>
              <a:rPr lang="en-US" altLang="zh-CN">
                <a:sym typeface="+mn-ea"/>
              </a:rPr>
              <a:t>2.</a:t>
            </a:r>
            <a:r>
              <a:rPr lang="zh-CN" altLang="en-US">
                <a:sym typeface="+mn-ea"/>
              </a:rPr>
              <a:t>录取了很开心，我在朋友圈看到，暑假的时候就这么游玩，哪里游玩。开学在第一学期回来在第一学生还是正常的学习，但是发现每次考试都是在班上倒数。你觉得是这个学生在课堂上偷懒，并没有。在第二学期，这个学生对学习兴趣是越来越低了。为什么，因为她考试的成绩，排名，因为得不到认可。然后就慢慢开始什么呢，天天化妆，逛街买新衣服，这么玩哪里完，发自拍照发朋友圈。</a:t>
            </a:r>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五个部分。首先，我们将解读“阳光分班”政策带来的新挑战；其次，通过数据洞察中考竞争的真实情况；接着，深入剖析小学到初中的巨大差异；然后，我们会分享针对不同类型家长的沟通策略；最后，将为您介绍我们精心设计的暑假预习课程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五个部分。首先，我们将解读“阳光分班”政策带来的新挑战；其次，通过数据洞察中考竞争的真实情况；接着，深入剖析小学到初中的巨大差异；然后，我们会分享针对不同类型家长的沟通策略；最后，将为您介绍我们精心设计的暑假预习课程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五个部分。首先，我们将解读“阳光分班”政策带来的新挑战；其次，通过数据洞察中考竞争的真实情况；接着，深入剖析小学到初中的巨大差异；然后，我们会分享针对不同类型家长的沟通策略；最后，将为您介绍我们精心设计的暑假预习课程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五个部分。首先，我们将解读“阳光分班”政策带来的新挑战；其次，通过数据洞察中考竞争的真实情况；接着，深入剖析小学到初中的巨大差异；然后，我们会分享针对不同类型家长的沟通策略；最后，将为您介绍我们精心设计的暑假预习课程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五个部分。首先，我们将解读“阳光分班”政策带来的新挑战；其次，通过数据洞察中考竞争的真实情况；接着，深入剖析小学到初中的巨大差异；然后，我们会分享针对不同类型家长的沟通策略；最后，将为您介绍我们精心设计的暑假预习课程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五个部分。首先，我们将解读“阳光分班”政策带来的新挑战；其次，通过数据洞察中考竞争的真实情况；接着，深入剖析小学到初中的巨大差异；然后，我们会分享针对不同类型家长的沟通策略；最后，将为您介绍我们精心设计的暑假预习课程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一组数据。很多家长看到普高录取率逐年攀升，超过了60%，会觉得中考压力小了。但事实是，报考人数也在持续增加，2025年已经接近14万人。这意味着，虽然“蛋糕”做大了，但分蛋糕的人更多了，竞争的激烈程度并没有真正降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深入剖析一下，为什么很多孩子到了初中会感到不适应。这张表格清晰地展示了小学和初中在学习上的巨大差异。从知识量、难度、节奏、方法到考试密度，初中都实现了“断崖式”的跨越。可以说，小学是“保姆式”教学，而初中更像是“放养式”，非常考验孩子的自主学习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深入剖析一下，为什么很多孩子到了初中会感到不适应。这张表格清晰地展示了小学和初中在学习上的巨大差异。从知识量、难度、节奏、方法到考试密度，初中都实现了“断崖式”的跨越。可以说，小学是“保姆式”教学，而初中更像是“放养式”，非常考验孩子的自主学习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深入剖析一下，为什么很多孩子到了初中会感到不适应。这张表格清晰地展示了小学和初中在学习上的巨大差异。从知识量、难度、节奏、方法到考试密度，初中都实现了“断崖式”的跨越。可以说，小学是“保姆式”教学，而初中更像是“放养式”，非常考验孩子的自主学习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sz="quarter"/>
          </p:nvPr>
        </p:nvSpPr>
        <p:spPr>
          <a:xfrm>
            <a:off x="662016" y="3931500"/>
            <a:ext cx="5296132" cy="3216682"/>
          </a:xfrm>
          <a:prstGeom prst="rect">
            <a:avLst/>
          </a:prstGeom>
        </p:spPr>
        <p:txBody>
          <a:bodyPr/>
          <a:lstStyle/>
          <a:p>
            <a:r>
              <a:rPr lang="zh-CN" altLang="en-US" dirty="0">
                <a:sym typeface="+mn-ea"/>
              </a:rPr>
              <a:t>各位家长大家好，接下来由我来给大家进行“</a:t>
            </a:r>
            <a:r>
              <a:rPr lang="en-US" altLang="zh-CN" dirty="0">
                <a:sym typeface="+mn-ea"/>
              </a:rPr>
              <a:t>2026</a:t>
            </a:r>
            <a:r>
              <a:rPr lang="zh-CN" altLang="en-US" dirty="0">
                <a:sym typeface="+mn-ea"/>
              </a:rPr>
              <a:t>年新初一升学政策以及新初一学习规划”的分享</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空白页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screen"/>
          <a:stretch>
            <a:fillRect/>
          </a:stretch>
        </p:blipFill>
        <p:spPr>
          <a:xfrm>
            <a:off x="0" y="0"/>
            <a:ext cx="12192000"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空白页2">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4" name="图片 3" descr="蓝色的天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2.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7.png"/><Relationship Id="rId2" Type="http://schemas.openxmlformats.org/officeDocument/2006/relationships/tags" Target="../tags/tag1.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3.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3.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3.xml"/><Relationship Id="rId6" Type="http://schemas.openxmlformats.org/officeDocument/2006/relationships/tags" Target="../tags/tag14.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11.png"/><Relationship Id="rId3" Type="http://schemas.openxmlformats.org/officeDocument/2006/relationships/tags" Target="../tags/tag16.xml"/><Relationship Id="rId2" Type="http://schemas.openxmlformats.org/officeDocument/2006/relationships/image" Target="../media/image10.jpeg"/><Relationship Id="rId10" Type="http://schemas.openxmlformats.org/officeDocument/2006/relationships/notesSlide" Target="../notesSlides/notesSlide1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25.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tags" Target="../tags/tag27.xml"/><Relationship Id="rId1" Type="http://schemas.openxmlformats.org/officeDocument/2006/relationships/tags" Target="../tags/tag26.xml"/></Relationships>
</file>

<file path=ppt/slides/_rels/slide17.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image" Target="../media/image12.png"/><Relationship Id="rId3" Type="http://schemas.openxmlformats.org/officeDocument/2006/relationships/tags" Target="../tags/tag29.xml"/><Relationship Id="rId26" Type="http://schemas.openxmlformats.org/officeDocument/2006/relationships/notesSlide" Target="../notesSlides/notesSlide15.xml"/><Relationship Id="rId25" Type="http://schemas.openxmlformats.org/officeDocument/2006/relationships/slideLayout" Target="../slideLayouts/slideLayout1.xml"/><Relationship Id="rId24" Type="http://schemas.openxmlformats.org/officeDocument/2006/relationships/tags" Target="../tags/tag49.xml"/><Relationship Id="rId23" Type="http://schemas.openxmlformats.org/officeDocument/2006/relationships/tags" Target="../tags/tag48.xml"/><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8.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0.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image" Target="../media/image14.jpeg"/><Relationship Id="rId2" Type="http://schemas.openxmlformats.org/officeDocument/2006/relationships/tags" Target="../tags/tag52.xml"/><Relationship Id="rId13" Type="http://schemas.openxmlformats.org/officeDocument/2006/relationships/notesSlide" Target="../notesSlides/notesSlide17.xml"/><Relationship Id="rId12" Type="http://schemas.openxmlformats.org/officeDocument/2006/relationships/slideLayout" Target="../slideLayouts/slideLayout13.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tags" Target="../tags/tag51.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60.xml"/><Relationship Id="rId1" Type="http://schemas.openxmlformats.org/officeDocument/2006/relationships/tags" Target="../tags/tag59.xml"/></Relationships>
</file>

<file path=ppt/slides/_rels/slide23.xml.rels><?xml version="1.0" encoding="UTF-8" standalone="yes"?>
<Relationships xmlns="http://schemas.openxmlformats.org/package/2006/relationships"><Relationship Id="rId9" Type="http://schemas.openxmlformats.org/officeDocument/2006/relationships/image" Target="../media/image18.svg"/><Relationship Id="rId8" Type="http://schemas.openxmlformats.org/officeDocument/2006/relationships/image" Target="../media/image17.png"/><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7" Type="http://schemas.openxmlformats.org/officeDocument/2006/relationships/notesSlide" Target="../notesSlides/notesSlide19.xml"/><Relationship Id="rId26" Type="http://schemas.openxmlformats.org/officeDocument/2006/relationships/slideLayout" Target="../slideLayouts/slideLayout1.xml"/><Relationship Id="rId25" Type="http://schemas.openxmlformats.org/officeDocument/2006/relationships/tags" Target="../tags/tag83.xml"/><Relationship Id="rId24" Type="http://schemas.openxmlformats.org/officeDocument/2006/relationships/tags" Target="../tags/tag82.xml"/><Relationship Id="rId23" Type="http://schemas.openxmlformats.org/officeDocument/2006/relationships/tags" Target="../tags/tag81.xml"/><Relationship Id="rId22" Type="http://schemas.openxmlformats.org/officeDocument/2006/relationships/tags" Target="../tags/tag80.xml"/><Relationship Id="rId21" Type="http://schemas.openxmlformats.org/officeDocument/2006/relationships/tags" Target="../tags/tag79.xml"/><Relationship Id="rId20" Type="http://schemas.openxmlformats.org/officeDocument/2006/relationships/tags" Target="../tags/tag78.xml"/><Relationship Id="rId2" Type="http://schemas.openxmlformats.org/officeDocument/2006/relationships/tags" Target="../tags/tag62.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61.xml"/></Relationships>
</file>

<file path=ppt/slides/_rels/slide24.xml.rels><?xml version="1.0" encoding="UTF-8" standalone="yes"?>
<Relationships xmlns="http://schemas.openxmlformats.org/package/2006/relationships"><Relationship Id="rId9" Type="http://schemas.openxmlformats.org/officeDocument/2006/relationships/tags" Target="../tags/tag87.xml"/><Relationship Id="rId8" Type="http://schemas.microsoft.com/office/2007/relationships/diagramDrawing" Target="../diagrams/drawing2.xml"/><Relationship Id="rId7" Type="http://schemas.openxmlformats.org/officeDocument/2006/relationships/diagramColors" Target="../diagrams/colors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3" Type="http://schemas.openxmlformats.org/officeDocument/2006/relationships/tags" Target="../tags/tag86.xml"/><Relationship Id="rId2" Type="http://schemas.openxmlformats.org/officeDocument/2006/relationships/tags" Target="../tags/tag85.xml"/><Relationship Id="rId16" Type="http://schemas.openxmlformats.org/officeDocument/2006/relationships/notesSlide" Target="../notesSlides/notesSlide20.xml"/><Relationship Id="rId15" Type="http://schemas.openxmlformats.org/officeDocument/2006/relationships/slideLayout" Target="../slideLayouts/slideLayout1.xml"/><Relationship Id="rId14" Type="http://schemas.microsoft.com/office/2007/relationships/diagramDrawing" Target="../diagrams/drawing3.xml"/><Relationship Id="rId13" Type="http://schemas.openxmlformats.org/officeDocument/2006/relationships/diagramColors" Target="../diagrams/colors3.xml"/><Relationship Id="rId12" Type="http://schemas.openxmlformats.org/officeDocument/2006/relationships/diagramQuickStyle" Target="../diagrams/quickStyle3.xml"/><Relationship Id="rId11" Type="http://schemas.openxmlformats.org/officeDocument/2006/relationships/diagramLayout" Target="../diagrams/layout3.xml"/><Relationship Id="rId10" Type="http://schemas.openxmlformats.org/officeDocument/2006/relationships/diagramData" Target="../diagrams/data3.xml"/><Relationship Id="rId1" Type="http://schemas.openxmlformats.org/officeDocument/2006/relationships/tags" Target="../tags/tag84.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xml"/><Relationship Id="rId6" Type="http://schemas.openxmlformats.org/officeDocument/2006/relationships/tags" Target="../tags/tag92.xml"/><Relationship Id="rId5" Type="http://schemas.openxmlformats.org/officeDocument/2006/relationships/image" Target="../media/image19.jpeg"/><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26.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1" Type="http://schemas.openxmlformats.org/officeDocument/2006/relationships/notesSlide" Target="../notesSlides/notesSlide22.xml"/><Relationship Id="rId20" Type="http://schemas.openxmlformats.org/officeDocument/2006/relationships/slideLayout" Target="../slideLayouts/slideLayout1.xml"/><Relationship Id="rId2" Type="http://schemas.openxmlformats.org/officeDocument/2006/relationships/tags" Target="../tags/tag94.xml"/><Relationship Id="rId19" Type="http://schemas.openxmlformats.org/officeDocument/2006/relationships/tags" Target="../tags/tag105.xml"/><Relationship Id="rId18" Type="http://schemas.openxmlformats.org/officeDocument/2006/relationships/image" Target="../media/image25.svg"/><Relationship Id="rId17" Type="http://schemas.openxmlformats.org/officeDocument/2006/relationships/image" Target="../media/image24.png"/><Relationship Id="rId16" Type="http://schemas.openxmlformats.org/officeDocument/2006/relationships/tags" Target="../tags/tag104.xml"/><Relationship Id="rId15" Type="http://schemas.openxmlformats.org/officeDocument/2006/relationships/tags" Target="../tags/tag103.xml"/><Relationship Id="rId14" Type="http://schemas.openxmlformats.org/officeDocument/2006/relationships/tags" Target="../tags/tag102.xml"/><Relationship Id="rId13" Type="http://schemas.openxmlformats.org/officeDocument/2006/relationships/image" Target="../media/image23.svg"/><Relationship Id="rId12" Type="http://schemas.openxmlformats.org/officeDocument/2006/relationships/image" Target="../media/image22.png"/><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3.xml"/></Relationships>
</file>

<file path=ppt/slides/_rels/slide27.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7" Type="http://schemas.openxmlformats.org/officeDocument/2006/relationships/notesSlide" Target="../notesSlides/notesSlide23.xml"/><Relationship Id="rId16" Type="http://schemas.openxmlformats.org/officeDocument/2006/relationships/slideLayout" Target="../slideLayouts/slideLayout1.xml"/><Relationship Id="rId15" Type="http://schemas.openxmlformats.org/officeDocument/2006/relationships/tags" Target="../tags/tag120.xml"/><Relationship Id="rId14" Type="http://schemas.openxmlformats.org/officeDocument/2006/relationships/tags" Target="../tags/tag11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tags" Target="../tags/tag106.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9.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27.svg"/><Relationship Id="rId17" Type="http://schemas.openxmlformats.org/officeDocument/2006/relationships/notesSlide" Target="../notesSlides/notesSlide24.xml"/><Relationship Id="rId16" Type="http://schemas.openxmlformats.org/officeDocument/2006/relationships/slideLayout" Target="../slideLayouts/slideLayout1.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1.xml"/><Relationship Id="rId5" Type="http://schemas.openxmlformats.org/officeDocument/2006/relationships/tags" Target="../tags/tag150.xml"/><Relationship Id="rId4" Type="http://schemas.openxmlformats.org/officeDocument/2006/relationships/tags" Target="../tags/tag149.xml"/><Relationship Id="rId3" Type="http://schemas.microsoft.com/office/2007/relationships/hdphoto" Target="../media/image32.wdp"/><Relationship Id="rId2" Type="http://schemas.openxmlformats.org/officeDocument/2006/relationships/image" Target="../media/image31.png"/><Relationship Id="rId1"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04" name="图片 29" descr="图片 29"/>
          <p:cNvPicPr>
            <a:picLocks noChangeAspect="1"/>
          </p:cNvPicPr>
          <p:nvPr/>
        </p:nvPicPr>
        <p:blipFill>
          <a:blip r:embed="rId1"/>
          <a:stretch>
            <a:fillRect/>
          </a:stretch>
        </p:blipFill>
        <p:spPr>
          <a:xfrm>
            <a:off x="0" y="45720"/>
            <a:ext cx="12192000" cy="6858000"/>
          </a:xfrm>
          <a:prstGeom prst="rect">
            <a:avLst/>
          </a:prstGeom>
          <a:ln w="12700">
            <a:miter lim="400000"/>
            <a:headEnd/>
            <a:tailEnd/>
          </a:ln>
        </p:spPr>
      </p:pic>
      <p:sp>
        <p:nvSpPr>
          <p:cNvPr id="2705" name="矩形 30"/>
          <p:cNvSpPr/>
          <p:nvPr/>
        </p:nvSpPr>
        <p:spPr>
          <a:xfrm>
            <a:off x="0" y="0"/>
            <a:ext cx="12075160" cy="789940"/>
          </a:xfrm>
          <a:prstGeom prst="rect">
            <a:avLst/>
          </a:prstGeom>
          <a:solidFill>
            <a:srgbClr val="FFFFFF"/>
          </a:solidFill>
          <a:ln w="12700">
            <a:miter lim="400000"/>
          </a:ln>
        </p:spPr>
        <p:txBody>
          <a:bodyPr lIns="45718" tIns="45718" rIns="45718" bIns="45718"/>
          <a:lstStyle/>
          <a:p>
            <a:pPr marL="0" marR="0" lvl="0" indent="0" algn="l" defTabSz="914400" rtl="0" eaLnBrk="1" fontAlgn="auto" latinLnBrk="0" hangingPunct="1">
              <a:lnSpc>
                <a:spcPct val="100000"/>
              </a:lnSpc>
              <a:spcBef>
                <a:spcPts val="0"/>
              </a:spcBef>
              <a:spcAft>
                <a:spcPts val="0"/>
              </a:spcAft>
              <a:buClrTx/>
              <a:buSzTx/>
              <a:buFontTx/>
              <a:buNone/>
              <a:defRPr>
                <a:latin typeface="微软雅黑" charset="-122"/>
                <a:ea typeface="微软雅黑" charset="-122"/>
                <a:cs typeface="微软雅黑" charset="-122"/>
                <a:sym typeface="微软雅黑" charset="-122"/>
              </a:defRPr>
            </a:pPr>
            <a:endParaRPr kumimoji="0" sz="1800" b="0" i="0" u="none" strike="noStrike" kern="1200" cap="none" spc="0" normalizeH="0" baseline="0" noProof="0">
              <a:ln>
                <a:noFill/>
              </a:ln>
              <a:solidFill>
                <a:srgbClr val="262625"/>
              </a:solidFill>
              <a:effectLst/>
              <a:uLnTx/>
              <a:uFillTx/>
              <a:latin typeface="微软雅黑" charset="-122"/>
              <a:ea typeface="微软雅黑" charset="-122"/>
              <a:sym typeface="微软雅黑" charset="-122"/>
            </a:endParaRPr>
          </a:p>
        </p:txBody>
      </p:sp>
      <p:sp>
        <p:nvSpPr>
          <p:cNvPr id="2706" name="矩形 13"/>
          <p:cNvSpPr/>
          <p:nvPr/>
        </p:nvSpPr>
        <p:spPr>
          <a:xfrm>
            <a:off x="0" y="-116205"/>
            <a:ext cx="12192000" cy="906145"/>
          </a:xfrm>
          <a:prstGeom prst="rect">
            <a:avLst/>
          </a:prstGeom>
          <a:solidFill>
            <a:srgbClr val="FFFFFF"/>
          </a:solidFill>
          <a:ln w="12700">
            <a:miter lim="400000"/>
          </a:ln>
        </p:spPr>
        <p:txBody>
          <a:bodyPr lIns="45718" tIns="45718" rIns="45718" bIns="45718"/>
          <a:lstStyle/>
          <a:p>
            <a:pPr marL="0" marR="0" lvl="0" indent="0" algn="l" defTabSz="914400" rtl="0" eaLnBrk="1" fontAlgn="auto" latinLnBrk="0" hangingPunct="1">
              <a:lnSpc>
                <a:spcPct val="100000"/>
              </a:lnSpc>
              <a:spcBef>
                <a:spcPts val="0"/>
              </a:spcBef>
              <a:spcAft>
                <a:spcPts val="0"/>
              </a:spcAft>
              <a:buClrTx/>
              <a:buSzTx/>
              <a:buFontTx/>
              <a:buNone/>
              <a:defRPr>
                <a:latin typeface="微软雅黑" charset="-122"/>
                <a:ea typeface="微软雅黑" charset="-122"/>
                <a:cs typeface="微软雅黑" charset="-122"/>
                <a:sym typeface="微软雅黑" charset="-122"/>
              </a:defRPr>
            </a:pPr>
            <a:endParaRPr kumimoji="0" sz="1800" b="0" i="0" u="none" strike="noStrike" kern="1200" cap="none" spc="0" normalizeH="0" baseline="0" noProof="0">
              <a:ln>
                <a:noFill/>
              </a:ln>
              <a:solidFill>
                <a:srgbClr val="262625"/>
              </a:solidFill>
              <a:effectLst/>
              <a:uLnTx/>
              <a:uFillTx/>
              <a:latin typeface="微软雅黑" charset="-122"/>
              <a:ea typeface="微软雅黑" charset="-122"/>
              <a:sym typeface="微软雅黑" charset="-122"/>
            </a:endParaRPr>
          </a:p>
        </p:txBody>
      </p:sp>
      <p:pic>
        <p:nvPicPr>
          <p:cNvPr id="2707" name="图片 15" descr="图片 15"/>
          <p:cNvPicPr>
            <a:picLocks noChangeAspect="1"/>
          </p:cNvPicPr>
          <p:nvPr/>
        </p:nvPicPr>
        <p:blipFill>
          <a:blip r:embed="rId2"/>
          <a:stretch>
            <a:fillRect/>
          </a:stretch>
        </p:blipFill>
        <p:spPr>
          <a:xfrm>
            <a:off x="387643" y="141144"/>
            <a:ext cx="1288758" cy="515695"/>
          </a:xfrm>
          <a:prstGeom prst="rect">
            <a:avLst/>
          </a:prstGeom>
          <a:ln w="12700">
            <a:miter lim="400000"/>
            <a:headEnd/>
            <a:tailEnd/>
          </a:ln>
        </p:spPr>
      </p:pic>
      <p:pic>
        <p:nvPicPr>
          <p:cNvPr id="2708" name="图片 35" descr="图片 35"/>
          <p:cNvPicPr>
            <a:picLocks noChangeAspect="1"/>
          </p:cNvPicPr>
          <p:nvPr/>
        </p:nvPicPr>
        <p:blipFill>
          <a:blip r:embed="rId3"/>
          <a:stretch>
            <a:fillRect/>
          </a:stretch>
        </p:blipFill>
        <p:spPr>
          <a:xfrm>
            <a:off x="602774" y="6311443"/>
            <a:ext cx="2258967" cy="317787"/>
          </a:xfrm>
          <a:prstGeom prst="rect">
            <a:avLst/>
          </a:prstGeom>
          <a:ln w="12700">
            <a:miter lim="400000"/>
            <a:headEnd/>
            <a:tailEnd/>
          </a:ln>
        </p:spPr>
      </p:pic>
      <p:pic>
        <p:nvPicPr>
          <p:cNvPr id="2709" name="图片 36" descr="图片 36"/>
          <p:cNvPicPr>
            <a:picLocks noChangeAspect="1"/>
          </p:cNvPicPr>
          <p:nvPr/>
        </p:nvPicPr>
        <p:blipFill>
          <a:blip r:embed="rId2"/>
          <a:stretch>
            <a:fillRect/>
          </a:stretch>
        </p:blipFill>
        <p:spPr>
          <a:xfrm>
            <a:off x="387643" y="141144"/>
            <a:ext cx="1288758" cy="515695"/>
          </a:xfrm>
          <a:prstGeom prst="rect">
            <a:avLst/>
          </a:prstGeom>
          <a:ln w="12700">
            <a:miter lim="400000"/>
            <a:headEnd/>
            <a:tailEnd/>
          </a:ln>
        </p:spPr>
      </p:pic>
      <p:sp>
        <p:nvSpPr>
          <p:cNvPr id="3" name="文本框 2"/>
          <p:cNvSpPr txBox="1"/>
          <p:nvPr/>
        </p:nvSpPr>
        <p:spPr>
          <a:xfrm>
            <a:off x="170815" y="2072005"/>
            <a:ext cx="11904345" cy="11988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中考政策解读</a:t>
            </a:r>
            <a:r>
              <a:rPr kumimoji="0" lang="en-US" altLang="zh-CN" sz="7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&amp;</a:t>
            </a:r>
            <a:r>
              <a:rPr kumimoji="0" lang="zh-CN" altLang="en-US" sz="7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推班思路</a:t>
            </a:r>
            <a:endParaRPr kumimoji="0" lang="zh-CN" altLang="en-US" sz="7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endParaRPr>
          </a:p>
        </p:txBody>
      </p:sp>
      <p:sp>
        <p:nvSpPr>
          <p:cNvPr id="2" name="文本框 1"/>
          <p:cNvSpPr txBox="1"/>
          <p:nvPr/>
        </p:nvSpPr>
        <p:spPr>
          <a:xfrm>
            <a:off x="1043940" y="3522345"/>
            <a:ext cx="10104755" cy="7067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番禺南沙</a:t>
            </a:r>
            <a:r>
              <a:rPr kumimoji="0" lang="en-US" altLang="zh-CN" sz="4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2</a:t>
            </a:r>
            <a:r>
              <a:rPr kumimoji="0" lang="zh-CN" altLang="en-US" sz="4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区</a:t>
            </a:r>
            <a:r>
              <a:rPr kumimoji="0" lang="en-US" altLang="zh-CN" sz="4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  </a:t>
            </a:r>
            <a:r>
              <a:rPr kumimoji="0" lang="zh-CN" altLang="en-US" sz="4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邓丽雯</a:t>
            </a:r>
            <a:endParaRPr kumimoji="0" lang="zh-CN" altLang="en-US" sz="4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endParaRPr>
          </a:p>
        </p:txBody>
      </p:sp>
      <p:sp>
        <p:nvSpPr>
          <p:cNvPr id="4" name="文本框 3"/>
          <p:cNvSpPr txBox="1"/>
          <p:nvPr/>
        </p:nvSpPr>
        <p:spPr>
          <a:xfrm>
            <a:off x="1010920" y="4575175"/>
            <a:ext cx="10104755" cy="3987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2026</a:t>
            </a:r>
            <a:r>
              <a:rPr kumimoji="0" lang="zh-CN" altLang="en-US" sz="2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年</a:t>
            </a:r>
            <a:r>
              <a:rPr kumimoji="0" lang="en-US" altLang="zh-CN" sz="2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5</a:t>
            </a:r>
            <a:r>
              <a:rPr kumimoji="0" lang="zh-CN" altLang="en-US" sz="2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rPr>
              <a:t>月</a:t>
            </a:r>
            <a:endParaRPr kumimoji="0" lang="zh-CN" altLang="en-US" sz="20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charset="-122"/>
              <a:ea typeface="微软雅黑" charset="-122"/>
              <a:cs typeface="+mn-cs"/>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9575800" y="135255"/>
            <a:ext cx="2615565" cy="368300"/>
          </a:xfrm>
          <a:prstGeom prst="rect">
            <a:avLst/>
          </a:prstGeom>
        </p:spPr>
      </p:pic>
      <p:sp>
        <p:nvSpPr>
          <p:cNvPr id="6" name="TextBox 82" descr="e7d195523061f1c0f0ec610a92cff745ee13794c7b8d98f8E73673273C9E8BE17CC3D63B9B1D6426C348A354AD505654C28F453CD7C8F90EADD06C08281DAED7140E5AAAED5880ECE414DFB6A93B82BE019406867034C3A8500A4827DCF3FBF74A471B736410707E336A01C9ADC9BE02ACCB8DF2121D81636A067B8AE80C6AB6F014154F4E7B7247"/>
          <p:cNvSpPr txBox="1"/>
          <p:nvPr/>
        </p:nvSpPr>
        <p:spPr>
          <a:xfrm>
            <a:off x="39370" y="13335"/>
            <a:ext cx="1925955" cy="490220"/>
          </a:xfrm>
          <a:prstGeom prst="roundRect">
            <a:avLst/>
          </a:prstGeom>
          <a:solidFill>
            <a:srgbClr val="088C60"/>
          </a:solidFill>
          <a:ln w="12700" cap="flat" cmpd="sng" algn="ctr">
            <a:noFill/>
            <a:prstDash val="solid"/>
            <a:miter lim="800000"/>
          </a:ln>
          <a:effectLst>
            <a:outerShdw blurRad="190500" dist="63500" dir="5400000" algn="t" rotWithShape="0">
              <a:srgbClr val="088C60">
                <a:alpha val="40000"/>
              </a:srgbClr>
            </a:outerShdw>
          </a:effectLst>
        </p:spPr>
        <p:txBody>
          <a:bodyPr rtlCol="0" anchor="ctr"/>
          <a:lstStyle>
            <a:defPPr>
              <a:defRPr lang="zh-CN"/>
            </a:defPPr>
            <a:lvl1pPr algn="ctr">
              <a:defRPr sz="600" b="1">
                <a:solidFill>
                  <a:schemeClr val="lt1"/>
                </a:solidFill>
                <a:latin typeface="Meiryo UI" panose="020B0604030504040204" pitchFamily="34" charset="-128"/>
                <a:ea typeface="Meiryo UI" panose="020B0604030504040204" pitchFamily="34" charset="-128"/>
                <a:cs typeface="Meiryo UI" panose="020B0604030504040204" pitchFamily="34"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spcBef>
                <a:spcPct val="0"/>
              </a:spcBef>
              <a:defRPr/>
            </a:pPr>
            <a:r>
              <a:rPr lang="zh-CN" sz="2400" kern="0" dirty="0">
                <a:solidFill>
                  <a:prstClr val="white"/>
                </a:solidFill>
                <a:latin typeface="微软雅黑" charset="-122"/>
                <a:ea typeface="微软雅黑" charset="-122"/>
              </a:rPr>
              <a:t>个人</a:t>
            </a:r>
            <a:r>
              <a:rPr lang="zh-CN" sz="2400" kern="0" dirty="0">
                <a:solidFill>
                  <a:prstClr val="white"/>
                </a:solidFill>
                <a:latin typeface="微软雅黑" charset="-122"/>
                <a:ea typeface="微软雅黑" charset="-122"/>
              </a:rPr>
              <a:t>介绍</a:t>
            </a:r>
            <a:endParaRPr lang="zh-CN" sz="2400" kern="0" dirty="0">
              <a:solidFill>
                <a:prstClr val="white"/>
              </a:solidFill>
              <a:latin typeface="微软雅黑" charset="-122"/>
              <a:ea typeface="微软雅黑" charset="-122"/>
            </a:endParaRPr>
          </a:p>
        </p:txBody>
      </p:sp>
      <p:sp>
        <p:nvSpPr>
          <p:cNvPr id="5" name="矩形 4"/>
          <p:cNvSpPr/>
          <p:nvPr/>
        </p:nvSpPr>
        <p:spPr>
          <a:xfrm>
            <a:off x="267335" y="690880"/>
            <a:ext cx="7002145" cy="6039485"/>
          </a:xfrm>
          <a:prstGeom prst="rect">
            <a:avLst/>
          </a:prstGeom>
          <a:ln>
            <a:solidFill>
              <a:srgbClr val="088C60"/>
            </a:solidFill>
          </a:ln>
        </p:spPr>
        <p:style>
          <a:lnRef idx="3">
            <a:schemeClr val="accent1"/>
          </a:lnRef>
          <a:fillRef idx="0">
            <a:srgbClr val="FFFFFF"/>
          </a:fillRef>
          <a:effectRef idx="0">
            <a:srgbClr val="FFFFFF"/>
          </a:effectRef>
          <a:fontRef idx="minor">
            <a:schemeClr val="tx1"/>
          </a:fontRef>
        </p:style>
        <p:txBody>
          <a:bodyPr rtlCol="0" anchor="ctr"/>
          <a:p>
            <a:pPr marL="457200" indent="-457200" algn="l">
              <a:lnSpc>
                <a:spcPct val="130000"/>
              </a:lnSpc>
              <a:buFont typeface="Arial" panose="020B0704020202020204" pitchFamily="34" charset="0"/>
              <a:buChar char="•"/>
            </a:pPr>
            <a:endParaRPr lang="zh-CN" altLang="en-US" sz="2000">
              <a:sym typeface="+mn-ea"/>
            </a:endParaRPr>
          </a:p>
        </p:txBody>
      </p:sp>
      <p:pic>
        <p:nvPicPr>
          <p:cNvPr id="20" name="图片 19" descr="/private/var/folders/nn/6gf65_yj6sbbtm02hbt0l9zc0000gn/T/com.kingsoft.wpsoffice.mac/photoeditapp/20260316134113/temp.pngtemp"/>
          <p:cNvPicPr>
            <a:picLocks noChangeAspect="1"/>
          </p:cNvPicPr>
          <p:nvPr>
            <p:custDataLst>
              <p:tags r:id="rId2"/>
            </p:custDataLst>
          </p:nvPr>
        </p:nvPicPr>
        <p:blipFill>
          <a:blip r:embed="rId3"/>
          <a:stretch>
            <a:fillRect/>
          </a:stretch>
        </p:blipFill>
        <p:spPr>
          <a:xfrm>
            <a:off x="7371080" y="690880"/>
            <a:ext cx="4605655" cy="5843905"/>
          </a:xfrm>
          <a:prstGeom prst="rect">
            <a:avLst/>
          </a:prstGeom>
        </p:spPr>
      </p:pic>
      <p:sp>
        <p:nvSpPr>
          <p:cNvPr id="3" name="AutoShape 7"/>
          <p:cNvSpPr/>
          <p:nvPr>
            <p:custDataLst>
              <p:tags r:id="rId4"/>
            </p:custDataLst>
          </p:nvPr>
        </p:nvSpPr>
        <p:spPr>
          <a:xfrm>
            <a:off x="362585" y="912495"/>
            <a:ext cx="6779260" cy="986790"/>
          </a:xfrm>
          <a:prstGeom prst="roundRect">
            <a:avLst>
              <a:gd name="adj" fmla="val 11111"/>
            </a:avLst>
          </a:prstGeom>
          <a:solidFill>
            <a:srgbClr val="003153">
              <a:alpha val="5000"/>
            </a:srgbClr>
          </a:solidFill>
          <a:ln w="12700" cap="flat" cmpd="sng">
            <a:solidFill>
              <a:srgbClr val="003153">
                <a:alpha val="10000"/>
              </a:srgbClr>
            </a:solidFill>
            <a:prstDash val="solid"/>
            <a:round/>
          </a:ln>
        </p:spPr>
        <p:txBody>
          <a:bodyPr vert="horz" wrap="square" lIns="63500" tIns="63500" rIns="63500" bIns="63500" rtlCol="0" anchor="ctr"/>
          <a:p>
            <a:pPr algn="ctr">
              <a:defRPr/>
            </a:pPr>
          </a:p>
        </p:txBody>
      </p:sp>
      <p:sp>
        <p:nvSpPr>
          <p:cNvPr id="8" name="AutoShape 8"/>
          <p:cNvSpPr/>
          <p:nvPr>
            <p:custDataLst>
              <p:tags r:id="rId5"/>
            </p:custDataLst>
          </p:nvPr>
        </p:nvSpPr>
        <p:spPr>
          <a:xfrm>
            <a:off x="616585" y="1039495"/>
            <a:ext cx="2033905" cy="329565"/>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zh-CN" altLang="en-US" sz="2400" b="1" i="0" u="none" strike="noStrike">
                <a:solidFill>
                  <a:srgbClr val="003153"/>
                </a:solidFill>
                <a:latin typeface="微软雅黑" charset="0"/>
                <a:ea typeface="微软雅黑" charset="0"/>
                <a:cs typeface="微软雅黑" charset="0"/>
                <a:sym typeface="Noto Sans SC"/>
              </a:rPr>
              <a:t>邓丽雯</a:t>
            </a:r>
            <a:r>
              <a:rPr lang="en-US" sz="1400" b="0" i="0" u="none" strike="noStrike">
                <a:solidFill>
                  <a:srgbClr val="646464"/>
                </a:solidFill>
                <a:latin typeface="微软雅黑" charset="0"/>
                <a:ea typeface="微软雅黑" charset="0"/>
                <a:cs typeface="微软雅黑" charset="0"/>
                <a:sym typeface="Noto Sans SC"/>
              </a:rPr>
              <a:t>| </a:t>
            </a:r>
            <a:r>
              <a:rPr lang="zh-CN" altLang="en-US" sz="1600" b="0" i="0" u="none" strike="noStrike">
                <a:solidFill>
                  <a:srgbClr val="646464"/>
                </a:solidFill>
                <a:latin typeface="微软雅黑" charset="0"/>
                <a:ea typeface="微软雅黑" charset="0"/>
                <a:cs typeface="微软雅黑" charset="0"/>
                <a:sym typeface="Noto Sans SC"/>
              </a:rPr>
              <a:t>校区主管</a:t>
            </a:r>
            <a:endParaRPr lang="zh-CN" altLang="en-US" sz="1600" b="0" i="0" u="none" strike="noStrike">
              <a:solidFill>
                <a:srgbClr val="646464"/>
              </a:solidFill>
              <a:latin typeface="微软雅黑" charset="0"/>
              <a:ea typeface="微软雅黑" charset="0"/>
              <a:cs typeface="微软雅黑" charset="0"/>
              <a:sym typeface="Noto Sans SC"/>
            </a:endParaRPr>
          </a:p>
        </p:txBody>
      </p:sp>
      <p:sp>
        <p:nvSpPr>
          <p:cNvPr id="9" name="AutoShape 9"/>
          <p:cNvSpPr/>
          <p:nvPr>
            <p:custDataLst>
              <p:tags r:id="rId6"/>
            </p:custDataLst>
          </p:nvPr>
        </p:nvSpPr>
        <p:spPr>
          <a:xfrm>
            <a:off x="616585" y="1483995"/>
            <a:ext cx="6440170" cy="329565"/>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1200" b="1" i="0" u="none" strike="noStrike">
                <a:solidFill>
                  <a:srgbClr val="333333"/>
                </a:solidFill>
                <a:latin typeface="+mn-ea"/>
                <a:cs typeface="+mn-ea"/>
                <a:sym typeface="Noto Sans SC"/>
              </a:rPr>
              <a:t>经验：</a:t>
            </a:r>
            <a:r>
              <a:rPr lang="en-US" sz="1200" b="0" i="0" u="none" strike="noStrike">
                <a:solidFill>
                  <a:srgbClr val="505050"/>
                </a:solidFill>
                <a:latin typeface="+mn-ea"/>
                <a:cs typeface="+mn-ea"/>
                <a:sym typeface="Noto Sans SC"/>
              </a:rPr>
              <a:t>2.5</a:t>
            </a:r>
            <a:r>
              <a:rPr lang="zh-CN" altLang="en-US" sz="1200" b="0" i="0" u="none" strike="noStrike">
                <a:solidFill>
                  <a:srgbClr val="505050"/>
                </a:solidFill>
                <a:latin typeface="+mn-ea"/>
                <a:cs typeface="+mn-ea"/>
                <a:sym typeface="Noto Sans SC"/>
              </a:rPr>
              <a:t>年</a:t>
            </a:r>
            <a:r>
              <a:rPr lang="en-US" sz="1200" b="0" i="0" u="none" strike="noStrike">
                <a:solidFill>
                  <a:srgbClr val="505050"/>
                </a:solidFill>
                <a:latin typeface="+mn-ea"/>
                <a:cs typeface="+mn-ea"/>
                <a:sym typeface="Noto Sans SC"/>
              </a:rPr>
              <a:t>教育行业运营管理经验</a:t>
            </a:r>
            <a:r>
              <a:rPr lang="zh-CN" altLang="en-US" sz="1200" b="0" i="0" u="none" strike="noStrike">
                <a:solidFill>
                  <a:srgbClr val="505050"/>
                </a:solidFill>
                <a:latin typeface="+mn-ea"/>
                <a:cs typeface="+mn-ea"/>
                <a:sym typeface="Noto Sans SC"/>
              </a:rPr>
              <a:t>，</a:t>
            </a:r>
            <a:r>
              <a:rPr lang="en-US" altLang="zh-CN" sz="1200" b="0" i="0" u="none" strike="noStrike">
                <a:solidFill>
                  <a:srgbClr val="505050"/>
                </a:solidFill>
                <a:latin typeface="+mn-ea"/>
                <a:cs typeface="+mn-ea"/>
                <a:sym typeface="Noto Sans SC"/>
              </a:rPr>
              <a:t>2021</a:t>
            </a:r>
            <a:r>
              <a:rPr lang="zh-CN" altLang="en-US" sz="1200" b="0" i="0" u="none" strike="noStrike">
                <a:solidFill>
                  <a:srgbClr val="505050"/>
                </a:solidFill>
                <a:latin typeface="+mn-ea"/>
                <a:cs typeface="+mn-ea"/>
                <a:sym typeface="Noto Sans SC"/>
              </a:rPr>
              <a:t>年</a:t>
            </a:r>
            <a:r>
              <a:rPr lang="en-US" altLang="zh-CN" sz="1200" b="0" i="0" u="none" strike="noStrike">
                <a:solidFill>
                  <a:srgbClr val="505050"/>
                </a:solidFill>
                <a:latin typeface="+mn-ea"/>
                <a:cs typeface="+mn-ea"/>
                <a:sym typeface="Noto Sans SC"/>
              </a:rPr>
              <a:t>3</a:t>
            </a:r>
            <a:r>
              <a:rPr lang="zh-CN" altLang="en-US" sz="1200" b="0" i="0" u="none" strike="noStrike">
                <a:solidFill>
                  <a:srgbClr val="505050"/>
                </a:solidFill>
                <a:latin typeface="+mn-ea"/>
                <a:cs typeface="+mn-ea"/>
                <a:sym typeface="Noto Sans SC"/>
              </a:rPr>
              <a:t>月入职顾问岗位，</a:t>
            </a:r>
            <a:r>
              <a:rPr lang="en-US" altLang="zh-CN" sz="1200" b="0" i="0" u="none" strike="noStrike">
                <a:solidFill>
                  <a:srgbClr val="505050"/>
                </a:solidFill>
                <a:latin typeface="+mn-ea"/>
                <a:cs typeface="+mn-ea"/>
                <a:sym typeface="Noto Sans SC"/>
              </a:rPr>
              <a:t>2023</a:t>
            </a:r>
            <a:r>
              <a:rPr lang="zh-CN" altLang="en-US" sz="1200" b="0" i="0" u="none" strike="noStrike">
                <a:solidFill>
                  <a:srgbClr val="505050"/>
                </a:solidFill>
                <a:latin typeface="+mn-ea"/>
                <a:cs typeface="+mn-ea"/>
                <a:sym typeface="Noto Sans SC"/>
              </a:rPr>
              <a:t>年</a:t>
            </a:r>
            <a:r>
              <a:rPr lang="en-US" altLang="zh-CN" sz="1200" b="0" i="0" u="none" strike="noStrike">
                <a:solidFill>
                  <a:srgbClr val="505050"/>
                </a:solidFill>
                <a:latin typeface="+mn-ea"/>
                <a:cs typeface="+mn-ea"/>
                <a:sym typeface="Noto Sans SC"/>
              </a:rPr>
              <a:t>9</a:t>
            </a:r>
            <a:r>
              <a:rPr lang="zh-CN" altLang="en-US" sz="1200" b="0" i="0" u="none" strike="noStrike">
                <a:solidFill>
                  <a:srgbClr val="505050"/>
                </a:solidFill>
                <a:latin typeface="+mn-ea"/>
                <a:cs typeface="+mn-ea"/>
                <a:sym typeface="Noto Sans SC"/>
              </a:rPr>
              <a:t>月晋升校区主管</a:t>
            </a:r>
            <a:endParaRPr lang="zh-CN" altLang="en-US" sz="1200" b="0" i="0" u="none" strike="noStrike">
              <a:solidFill>
                <a:srgbClr val="505050"/>
              </a:solidFill>
              <a:latin typeface="+mn-ea"/>
              <a:cs typeface="+mn-ea"/>
              <a:sym typeface="Noto Sans SC"/>
            </a:endParaRPr>
          </a:p>
        </p:txBody>
      </p:sp>
      <p:sp>
        <p:nvSpPr>
          <p:cNvPr id="50" name="文本框 49"/>
          <p:cNvSpPr txBox="1"/>
          <p:nvPr>
            <p:custDataLst>
              <p:tags r:id="rId7"/>
            </p:custDataLst>
          </p:nvPr>
        </p:nvSpPr>
        <p:spPr>
          <a:xfrm>
            <a:off x="362585" y="1988820"/>
            <a:ext cx="6779895" cy="4378325"/>
          </a:xfrm>
          <a:prstGeom prst="rect">
            <a:avLst/>
          </a:prstGeom>
          <a:noFill/>
        </p:spPr>
        <p:txBody>
          <a:bodyPr wrap="square" rtlCol="0">
            <a:noAutofit/>
          </a:bodyPr>
          <a:p>
            <a:pPr marL="0" marR="0" lvl="0" indent="0" algn="l" defTabSz="914400" rtl="0" eaLnBrk="1" fontAlgn="auto" latinLnBrk="0" hangingPunct="0">
              <a:lnSpc>
                <a:spcPct val="160000"/>
              </a:lnSpc>
              <a:spcBef>
                <a:spcPts val="0"/>
              </a:spcBef>
              <a:spcAft>
                <a:spcPts val="0"/>
              </a:spcAft>
              <a:buClr>
                <a:srgbClr val="ED6B00"/>
              </a:buClr>
              <a:buSzPct val="100000"/>
              <a:buNone/>
              <a:defRPr sz="2000" b="1">
                <a:solidFill>
                  <a:srgbClr val="139176"/>
                </a:solidFill>
                <a:latin typeface="FZLanTingHeiS-R-GB"/>
                <a:ea typeface="FZLanTingHeiS-R-GB"/>
                <a:cs typeface="FZLanTingHeiS-R-GB"/>
                <a:sym typeface="FZLanTingHeiS-R-GB"/>
              </a:defRPr>
            </a:pPr>
            <a:r>
              <a:rPr lang="en-US" sz="1400" b="0" kern="0">
                <a:solidFill>
                  <a:srgbClr val="505050"/>
                </a:solidFill>
                <a:latin typeface="PingFang SC" panose="020B0400000000000000" charset="-122"/>
                <a:ea typeface="PingFang SC" panose="020B0400000000000000" charset="-122"/>
                <a:cs typeface="Noto Sans SC"/>
                <a:sym typeface="FZLanTingHeiS-R-GB"/>
              </a:rPr>
              <a:t>◆</a:t>
            </a:r>
            <a:r>
              <a:rPr lang="en-US" sz="1400" b="0" kern="0">
                <a:solidFill>
                  <a:srgbClr val="505050"/>
                </a:solidFill>
                <a:latin typeface="Noto Sans SC"/>
                <a:ea typeface="Noto Sans SC"/>
                <a:cs typeface="Noto Sans SC"/>
                <a:sym typeface="FZLanTingHeiS-R-GB"/>
              </a:rPr>
              <a:t>2021年3月入职新东方，任职新东方广州学校番禺区课程顾问；10月份转到番禺市桥。</a:t>
            </a:r>
            <a:endParaRPr lang="en-US" sz="1400" b="0" kern="0">
              <a:solidFill>
                <a:srgbClr val="505050"/>
              </a:solidFill>
              <a:latin typeface="Noto Sans SC"/>
              <a:ea typeface="Noto Sans SC"/>
              <a:cs typeface="Noto Sans SC"/>
              <a:sym typeface="FZLanTingHeiS-R-GB"/>
            </a:endParaRPr>
          </a:p>
          <a:p>
            <a:pPr marL="0" marR="0" lvl="0" indent="0" algn="l" defTabSz="914400" rtl="0" eaLnBrk="1" fontAlgn="auto" latinLnBrk="0" hangingPunct="0">
              <a:lnSpc>
                <a:spcPct val="160000"/>
              </a:lnSpc>
              <a:spcBef>
                <a:spcPts val="0"/>
              </a:spcBef>
              <a:spcAft>
                <a:spcPts val="0"/>
              </a:spcAft>
              <a:buClr>
                <a:srgbClr val="ED6B00"/>
              </a:buClr>
              <a:buSzPct val="100000"/>
              <a:buNone/>
              <a:defRPr sz="2000" b="1">
                <a:solidFill>
                  <a:srgbClr val="139176"/>
                </a:solidFill>
                <a:latin typeface="FZLanTingHeiS-R-GB"/>
                <a:ea typeface="FZLanTingHeiS-R-GB"/>
                <a:cs typeface="FZLanTingHeiS-R-GB"/>
                <a:sym typeface="FZLanTingHeiS-R-GB"/>
              </a:defRPr>
            </a:pPr>
            <a:r>
              <a:rPr lang="en-US" sz="1400" b="0" kern="0">
                <a:solidFill>
                  <a:srgbClr val="505050"/>
                </a:solidFill>
                <a:latin typeface="PingFang SC" panose="020B0400000000000000" charset="-122"/>
                <a:ea typeface="PingFang SC" panose="020B0400000000000000" charset="-122"/>
                <a:cs typeface="Noto Sans SC"/>
                <a:sym typeface="FZLanTingHeiS-R-GB"/>
              </a:rPr>
              <a:t>◆</a:t>
            </a:r>
            <a:r>
              <a:rPr lang="zh-CN" altLang="en-US" sz="1400" b="0" kern="0">
                <a:solidFill>
                  <a:srgbClr val="505050"/>
                </a:solidFill>
                <a:latin typeface="PingFang SC" panose="020B0400000000000000" charset="-122"/>
                <a:ea typeface="PingFang SC" panose="020B0400000000000000" charset="-122"/>
                <a:cs typeface="Noto Sans SC"/>
                <a:sym typeface="FZLanTingHeiS-R-GB"/>
              </a:rPr>
              <a:t>顾问期间</a:t>
            </a:r>
            <a:r>
              <a:rPr lang="en-US" sz="1400" b="0" kern="0">
                <a:solidFill>
                  <a:srgbClr val="505050"/>
                </a:solidFill>
                <a:latin typeface="Noto Sans SC"/>
                <a:ea typeface="Noto Sans SC"/>
                <a:cs typeface="Noto Sans SC"/>
                <a:sym typeface="FZLanTingHeiS-R-GB"/>
              </a:rPr>
              <a:t>冲单多次获得冠亚季军，Q1季度团队排名前5%，获得</a:t>
            </a:r>
            <a:r>
              <a:rPr lang="zh-CN" altLang="en-US" sz="1800" b="0" kern="0">
                <a:solidFill>
                  <a:schemeClr val="accent2"/>
                </a:solidFill>
                <a:latin typeface="微软雅黑" charset="0"/>
                <a:ea typeface="微软雅黑" charset="0"/>
                <a:cs typeface="微软雅黑" charset="0"/>
                <a:sym typeface="FZLanTingHeiS-R-GB"/>
              </a:rPr>
              <a:t>“</a:t>
            </a:r>
            <a:r>
              <a:rPr lang="en-US" sz="1800" b="0" kern="0">
                <a:solidFill>
                  <a:schemeClr val="accent2"/>
                </a:solidFill>
                <a:latin typeface="微软雅黑" charset="0"/>
                <a:ea typeface="微软雅黑" charset="0"/>
                <a:cs typeface="微软雅黑" charset="0"/>
                <a:sym typeface="FZLanTingHeiS-R-GB"/>
              </a:rPr>
              <a:t>华南区第四届销冠奖</a:t>
            </a:r>
            <a:r>
              <a:rPr lang="zh-CN" altLang="en-US" sz="1800" b="0" kern="0">
                <a:solidFill>
                  <a:schemeClr val="accent2"/>
                </a:solidFill>
                <a:latin typeface="微软雅黑" charset="0"/>
                <a:ea typeface="微软雅黑" charset="0"/>
                <a:cs typeface="微软雅黑" charset="0"/>
                <a:sym typeface="FZLanTingHeiS-R-GB"/>
              </a:rPr>
              <a:t>”</a:t>
            </a:r>
            <a:endParaRPr lang="en-US" sz="1800" b="0" kern="0">
              <a:solidFill>
                <a:schemeClr val="accent2"/>
              </a:solidFill>
              <a:latin typeface="微软雅黑" charset="0"/>
              <a:ea typeface="微软雅黑" charset="0"/>
              <a:cs typeface="微软雅黑" charset="0"/>
              <a:sym typeface="FZLanTingHeiS-R-GB"/>
            </a:endParaRPr>
          </a:p>
          <a:p>
            <a:pPr marL="0" marR="0" lvl="0" indent="0" algn="l" defTabSz="914400" rtl="0" eaLnBrk="1" fontAlgn="auto" latinLnBrk="0" hangingPunct="0">
              <a:lnSpc>
                <a:spcPct val="160000"/>
              </a:lnSpc>
              <a:spcBef>
                <a:spcPts val="0"/>
              </a:spcBef>
              <a:spcAft>
                <a:spcPts val="0"/>
              </a:spcAft>
              <a:buClr>
                <a:srgbClr val="ED6B00"/>
              </a:buClr>
              <a:buSzPct val="100000"/>
              <a:buNone/>
              <a:defRPr sz="2000" b="1">
                <a:solidFill>
                  <a:srgbClr val="139176"/>
                </a:solidFill>
                <a:latin typeface="FZLanTingHeiS-R-GB"/>
                <a:ea typeface="FZLanTingHeiS-R-GB"/>
                <a:cs typeface="FZLanTingHeiS-R-GB"/>
                <a:sym typeface="FZLanTingHeiS-R-GB"/>
              </a:defRPr>
            </a:pPr>
            <a:r>
              <a:rPr lang="en-US" sz="1400" b="0" kern="0">
                <a:solidFill>
                  <a:srgbClr val="505050"/>
                </a:solidFill>
                <a:latin typeface="PingFang SC" panose="020B0400000000000000" charset="-122"/>
                <a:ea typeface="PingFang SC" panose="020B0400000000000000" charset="-122"/>
                <a:cs typeface="Noto Sans SC"/>
                <a:sym typeface="FZLanTingHeiS-R-GB"/>
              </a:rPr>
              <a:t>◆</a:t>
            </a:r>
            <a:r>
              <a:rPr lang="en-US" sz="1400" b="0" kern="0">
                <a:solidFill>
                  <a:srgbClr val="505050"/>
                </a:solidFill>
                <a:latin typeface="Noto Sans SC"/>
                <a:ea typeface="Noto Sans SC"/>
                <a:cs typeface="Noto Sans SC"/>
                <a:sym typeface="FZLanTingHeiS-R-GB"/>
              </a:rPr>
              <a:t>2022年9月成功入选第一届</a:t>
            </a:r>
            <a:r>
              <a:rPr lang="zh-CN" altLang="en-US" sz="1800" b="0" kern="0">
                <a:solidFill>
                  <a:schemeClr val="accent2"/>
                </a:solidFill>
                <a:latin typeface="微软雅黑" charset="0"/>
                <a:ea typeface="微软雅黑" charset="0"/>
                <a:cs typeface="微软雅黑" charset="0"/>
                <a:sym typeface="FZLanTingHeiS-R-GB"/>
              </a:rPr>
              <a:t>“</a:t>
            </a:r>
            <a:r>
              <a:rPr lang="en-US" sz="1800" b="0" kern="0">
                <a:solidFill>
                  <a:schemeClr val="accent2"/>
                </a:solidFill>
                <a:latin typeface="微软雅黑" charset="0"/>
                <a:ea typeface="微软雅黑" charset="0"/>
                <a:cs typeface="微软雅黑" charset="0"/>
                <a:sym typeface="FZLanTingHeiS-R-GB"/>
              </a:rPr>
              <a:t>华南区管培生</a:t>
            </a:r>
            <a:r>
              <a:rPr lang="zh-CN" altLang="en-US" sz="1800" b="0" kern="0">
                <a:solidFill>
                  <a:schemeClr val="accent2"/>
                </a:solidFill>
                <a:latin typeface="微软雅黑" charset="0"/>
                <a:ea typeface="微软雅黑" charset="0"/>
                <a:cs typeface="微软雅黑" charset="0"/>
                <a:sym typeface="FZLanTingHeiS-R-GB"/>
              </a:rPr>
              <a:t>”</a:t>
            </a:r>
            <a:endParaRPr lang="en-US" sz="1800" b="0" kern="0">
              <a:solidFill>
                <a:schemeClr val="accent2"/>
              </a:solidFill>
              <a:latin typeface="微软雅黑" charset="0"/>
              <a:ea typeface="微软雅黑" charset="0"/>
              <a:cs typeface="微软雅黑" charset="0"/>
              <a:sym typeface="FZLanTingHeiS-R-GB"/>
            </a:endParaRPr>
          </a:p>
          <a:p>
            <a:pPr marL="0" marR="0" lvl="0" indent="0" algn="l" defTabSz="914400" rtl="0" eaLnBrk="1" fontAlgn="auto" latinLnBrk="0" hangingPunct="0">
              <a:lnSpc>
                <a:spcPct val="160000"/>
              </a:lnSpc>
              <a:spcBef>
                <a:spcPts val="0"/>
              </a:spcBef>
              <a:spcAft>
                <a:spcPts val="0"/>
              </a:spcAft>
              <a:buClr>
                <a:srgbClr val="ED6B00"/>
              </a:buClr>
              <a:buSzPct val="100000"/>
              <a:buNone/>
              <a:defRPr sz="2000" b="1">
                <a:solidFill>
                  <a:srgbClr val="139176"/>
                </a:solidFill>
                <a:latin typeface="FZLanTingHeiS-R-GB"/>
                <a:ea typeface="FZLanTingHeiS-R-GB"/>
                <a:cs typeface="FZLanTingHeiS-R-GB"/>
                <a:sym typeface="FZLanTingHeiS-R-GB"/>
              </a:defRPr>
            </a:pPr>
            <a:r>
              <a:rPr lang="en-US" sz="1400" b="0" kern="0">
                <a:solidFill>
                  <a:srgbClr val="505050"/>
                </a:solidFill>
                <a:latin typeface="PingFang SC" panose="020B0400000000000000" charset="-122"/>
                <a:ea typeface="PingFang SC" panose="020B0400000000000000" charset="-122"/>
                <a:cs typeface="Noto Sans SC"/>
                <a:sym typeface="FZLanTingHeiS-R-GB"/>
              </a:rPr>
              <a:t>◆</a:t>
            </a:r>
            <a:r>
              <a:rPr lang="en-US" sz="1400" b="0" kern="0">
                <a:solidFill>
                  <a:srgbClr val="505050"/>
                </a:solidFill>
                <a:latin typeface="Noto Sans SC"/>
                <a:ea typeface="Noto Sans SC"/>
                <a:cs typeface="Noto Sans SC"/>
                <a:sym typeface="FZLanTingHeiS-R-GB"/>
              </a:rPr>
              <a:t>2022年9月晋级</a:t>
            </a:r>
            <a:r>
              <a:rPr lang="en-US" sz="1800" b="0" kern="0">
                <a:solidFill>
                  <a:schemeClr val="accent2"/>
                </a:solidFill>
                <a:latin typeface="微软雅黑" charset="0"/>
                <a:ea typeface="微软雅黑" charset="0"/>
                <a:cs typeface="微软雅黑" charset="0"/>
                <a:sym typeface="FZLanTingHeiS-R-GB"/>
              </a:rPr>
              <a:t>S级销售顾问</a:t>
            </a:r>
            <a:br>
              <a:rPr lang="en-US" sz="1800" b="0" kern="0">
                <a:solidFill>
                  <a:schemeClr val="accent2"/>
                </a:solidFill>
                <a:latin typeface="微软雅黑" charset="0"/>
                <a:ea typeface="微软雅黑" charset="0"/>
                <a:cs typeface="微软雅黑" charset="0"/>
                <a:sym typeface="FZLanTingHeiS-R-GB"/>
              </a:rPr>
            </a:br>
            <a:r>
              <a:rPr lang="en-US" sz="1400" b="0" kern="0">
                <a:solidFill>
                  <a:srgbClr val="505050"/>
                </a:solidFill>
                <a:latin typeface="PingFang SC" panose="020B0400000000000000" charset="-122"/>
                <a:ea typeface="PingFang SC" panose="020B0400000000000000" charset="-122"/>
                <a:cs typeface="Noto Sans SC"/>
                <a:sym typeface="FZLanTingHeiS-R-GB"/>
              </a:rPr>
              <a:t>◆</a:t>
            </a:r>
            <a:r>
              <a:rPr lang="en-US" sz="1400" b="0" kern="0">
                <a:solidFill>
                  <a:srgbClr val="505050"/>
                </a:solidFill>
                <a:latin typeface="Noto Sans SC"/>
                <a:ea typeface="Noto Sans SC"/>
                <a:cs typeface="Noto Sans SC"/>
                <a:sym typeface="FZLanTingHeiS-R-GB"/>
              </a:rPr>
              <a:t>2022年12月晋级</a:t>
            </a:r>
            <a:r>
              <a:rPr lang="en-US" sz="1800" b="0" kern="0">
                <a:solidFill>
                  <a:schemeClr val="accent2"/>
                </a:solidFill>
                <a:latin typeface="微软雅黑" charset="0"/>
                <a:ea typeface="微软雅黑" charset="0"/>
                <a:cs typeface="微软雅黑" charset="0"/>
                <a:sym typeface="FZLanTingHeiS-R-GB"/>
              </a:rPr>
              <a:t>校区助理主管</a:t>
            </a:r>
            <a:r>
              <a:rPr lang="zh-CN" altLang="en-US" sz="1800" b="0" kern="0">
                <a:solidFill>
                  <a:schemeClr val="accent2"/>
                </a:solidFill>
                <a:latin typeface="微软雅黑" charset="0"/>
                <a:ea typeface="微软雅黑" charset="0"/>
                <a:cs typeface="微软雅黑" charset="0"/>
                <a:sym typeface="FZLanTingHeiS-R-GB"/>
              </a:rPr>
              <a:t>，</a:t>
            </a:r>
            <a:r>
              <a:rPr lang="en-US" altLang="zh-CN" sz="1400" b="0">
                <a:solidFill>
                  <a:srgbClr val="505050"/>
                </a:solidFill>
                <a:latin typeface="Noto Sans SC"/>
                <a:ea typeface="宋体" charset="0"/>
                <a:cs typeface="Noto Sans SC"/>
                <a:sym typeface="Noto Sans SC"/>
              </a:rPr>
              <a:t>2023</a:t>
            </a:r>
            <a:r>
              <a:rPr lang="zh-CN" altLang="en-US" sz="1400" b="0">
                <a:solidFill>
                  <a:srgbClr val="505050"/>
                </a:solidFill>
                <a:latin typeface="Noto Sans SC"/>
                <a:ea typeface="宋体" charset="0"/>
                <a:cs typeface="Noto Sans SC"/>
                <a:sym typeface="Noto Sans SC"/>
              </a:rPr>
              <a:t>年</a:t>
            </a:r>
            <a:r>
              <a:rPr lang="en-US" altLang="zh-CN" sz="1400" b="0">
                <a:solidFill>
                  <a:srgbClr val="505050"/>
                </a:solidFill>
                <a:latin typeface="Noto Sans SC"/>
                <a:ea typeface="宋体" charset="0"/>
                <a:cs typeface="Noto Sans SC"/>
                <a:sym typeface="Noto Sans SC"/>
              </a:rPr>
              <a:t>9</a:t>
            </a:r>
            <a:r>
              <a:rPr lang="zh-CN" altLang="en-US" sz="1400" b="0">
                <a:solidFill>
                  <a:srgbClr val="505050"/>
                </a:solidFill>
                <a:latin typeface="Noto Sans SC"/>
                <a:ea typeface="宋体" charset="0"/>
                <a:cs typeface="Noto Sans SC"/>
                <a:sym typeface="Noto Sans SC"/>
              </a:rPr>
              <a:t>月晋升</a:t>
            </a:r>
            <a:r>
              <a:rPr lang="zh-CN" altLang="en-US" sz="1800" b="0">
                <a:solidFill>
                  <a:schemeClr val="accent2"/>
                </a:solidFill>
                <a:latin typeface="微软雅黑" charset="0"/>
                <a:ea typeface="微软雅黑" charset="0"/>
                <a:cs typeface="微软雅黑" charset="0"/>
                <a:sym typeface="Noto Sans SC"/>
              </a:rPr>
              <a:t>校区主管</a:t>
            </a:r>
            <a:br>
              <a:rPr lang="zh-CN" altLang="en-US" sz="1800" b="0" kern="0">
                <a:solidFill>
                  <a:schemeClr val="accent2"/>
                </a:solidFill>
                <a:latin typeface="微软雅黑" charset="0"/>
                <a:ea typeface="微软雅黑" charset="0"/>
                <a:cs typeface="微软雅黑" charset="0"/>
                <a:sym typeface="FZLanTingHeiS-R-GB"/>
              </a:rPr>
            </a:br>
            <a:r>
              <a:rPr lang="en-US" sz="1400" b="0" kern="0">
                <a:solidFill>
                  <a:srgbClr val="505050"/>
                </a:solidFill>
                <a:latin typeface="PingFang SC" panose="020B0400000000000000" charset="-122"/>
                <a:ea typeface="PingFang SC" panose="020B0400000000000000" charset="-122"/>
                <a:cs typeface="Noto Sans SC"/>
                <a:sym typeface="FZLanTingHeiS-R-GB"/>
              </a:rPr>
              <a:t>◆</a:t>
            </a:r>
            <a:r>
              <a:rPr lang="en-US" sz="1400" b="0" kern="0">
                <a:solidFill>
                  <a:srgbClr val="505050"/>
                </a:solidFill>
                <a:latin typeface="Noto Sans SC"/>
                <a:ea typeface="Noto Sans SC"/>
                <a:cs typeface="Noto Sans SC"/>
                <a:sym typeface="FZLanTingHeiS-R-GB"/>
              </a:rPr>
              <a:t>2023年1月份荣获学校</a:t>
            </a:r>
            <a:r>
              <a:rPr lang="zh-CN" altLang="en-US" sz="1800" b="0" kern="0">
                <a:solidFill>
                  <a:schemeClr val="accent2"/>
                </a:solidFill>
                <a:latin typeface="微软雅黑" charset="0"/>
                <a:ea typeface="微软雅黑" charset="0"/>
                <a:cs typeface="微软雅黑" charset="0"/>
                <a:sym typeface="FZLanTingHeiS-R-GB"/>
              </a:rPr>
              <a:t>“</a:t>
            </a:r>
            <a:r>
              <a:rPr lang="en-US" sz="1800" b="0" kern="0">
                <a:solidFill>
                  <a:schemeClr val="accent2"/>
                </a:solidFill>
                <a:latin typeface="微软雅黑" charset="0"/>
                <a:ea typeface="微软雅黑" charset="0"/>
                <a:cs typeface="微软雅黑" charset="0"/>
                <a:sym typeface="FZLanTingHeiS-R-GB"/>
              </a:rPr>
              <a:t>优秀员工</a:t>
            </a:r>
            <a:r>
              <a:rPr lang="zh-CN" altLang="en-US" sz="1800" b="0" kern="0">
                <a:solidFill>
                  <a:schemeClr val="accent2"/>
                </a:solidFill>
                <a:latin typeface="微软雅黑" charset="0"/>
                <a:ea typeface="微软雅黑" charset="0"/>
                <a:cs typeface="微软雅黑" charset="0"/>
                <a:sym typeface="FZLanTingHeiS-R-GB"/>
              </a:rPr>
              <a:t>”</a:t>
            </a:r>
            <a:br>
              <a:rPr lang="en-US" sz="1800" b="0" kern="0">
                <a:solidFill>
                  <a:schemeClr val="accent2"/>
                </a:solidFill>
                <a:latin typeface="微软雅黑" charset="0"/>
                <a:ea typeface="微软雅黑" charset="0"/>
                <a:cs typeface="微软雅黑" charset="0"/>
                <a:sym typeface="FZLanTingHeiS-R-GB"/>
              </a:rPr>
            </a:br>
            <a:r>
              <a:rPr lang="en-US" sz="1400" b="0" kern="0">
                <a:solidFill>
                  <a:srgbClr val="505050"/>
                </a:solidFill>
                <a:latin typeface="PingFang SC" panose="020B0400000000000000" charset="-122"/>
                <a:ea typeface="PingFang SC" panose="020B0400000000000000" charset="-122"/>
                <a:cs typeface="Noto Sans SC"/>
                <a:sym typeface="FZLanTingHeiS-R-GB"/>
              </a:rPr>
              <a:t>◆</a:t>
            </a:r>
            <a:r>
              <a:rPr lang="en-US" sz="1400" b="0" kern="0">
                <a:solidFill>
                  <a:srgbClr val="505050"/>
                </a:solidFill>
                <a:latin typeface="Noto Sans SC"/>
                <a:ea typeface="Noto Sans SC"/>
                <a:cs typeface="Noto Sans SC"/>
                <a:sym typeface="FZLanTingHeiS-R-GB"/>
              </a:rPr>
              <a:t>2025年1月份荣获</a:t>
            </a:r>
            <a:r>
              <a:rPr lang="en-US" sz="1800" b="0" kern="0">
                <a:solidFill>
                  <a:schemeClr val="accent2"/>
                </a:solidFill>
                <a:latin typeface="微软雅黑" charset="0"/>
                <a:ea typeface="微软雅黑" charset="0"/>
                <a:cs typeface="微软雅黑" charset="0"/>
                <a:sym typeface="FZLanTingHeiS-R-GB"/>
              </a:rPr>
              <a:t>“优秀管理者”</a:t>
            </a:r>
            <a:br>
              <a:rPr lang="en-US" sz="1800" b="0" kern="0">
                <a:solidFill>
                  <a:schemeClr val="accent2"/>
                </a:solidFill>
                <a:latin typeface="微软雅黑" charset="0"/>
                <a:ea typeface="微软雅黑" charset="0"/>
                <a:cs typeface="微软雅黑" charset="0"/>
                <a:sym typeface="FZLanTingHeiS-R-GB"/>
              </a:rPr>
            </a:br>
            <a:r>
              <a:rPr lang="en-US" sz="1800" b="0" kern="0">
                <a:solidFill>
                  <a:srgbClr val="505050"/>
                </a:solidFill>
                <a:latin typeface="PingFang SC" panose="020B0400000000000000" charset="-122"/>
                <a:ea typeface="PingFang SC" panose="020B0400000000000000" charset="-122"/>
                <a:cs typeface="Noto Sans SC"/>
                <a:sym typeface="FZLanTingHeiS-R-GB"/>
              </a:rPr>
              <a:t>◆</a:t>
            </a:r>
            <a:r>
              <a:rPr lang="en-US" sz="1800" b="0" kern="0">
                <a:solidFill>
                  <a:srgbClr val="505050"/>
                </a:solidFill>
                <a:latin typeface="Noto Sans SC"/>
                <a:ea typeface="Noto Sans SC"/>
                <a:cs typeface="Noto Sans SC"/>
                <a:sym typeface="FZLanTingHeiS-R-GB"/>
              </a:rPr>
              <a:t>2026年4月份</a:t>
            </a:r>
            <a:r>
              <a:rPr lang="zh-CN" altLang="en-US" sz="1800" b="0" kern="0">
                <a:solidFill>
                  <a:srgbClr val="505050"/>
                </a:solidFill>
                <a:latin typeface="Noto Sans SC"/>
                <a:ea typeface="Noto Sans SC"/>
                <a:cs typeface="Noto Sans SC"/>
                <a:sym typeface="FZLanTingHeiS-R-GB"/>
              </a:rPr>
              <a:t>晋升</a:t>
            </a:r>
            <a:r>
              <a:rPr lang="en-US" sz="1800" b="0" kern="0">
                <a:solidFill>
                  <a:schemeClr val="accent2"/>
                </a:solidFill>
                <a:latin typeface="微软雅黑" charset="0"/>
                <a:ea typeface="微软雅黑" charset="0"/>
                <a:cs typeface="微软雅黑" charset="0"/>
                <a:sym typeface="FZLanTingHeiS-R-GB"/>
              </a:rPr>
              <a:t>“</a:t>
            </a:r>
            <a:r>
              <a:rPr lang="zh-CN" altLang="en-US" sz="1800" b="0" kern="0">
                <a:solidFill>
                  <a:schemeClr val="accent2"/>
                </a:solidFill>
                <a:latin typeface="微软雅黑" charset="0"/>
                <a:ea typeface="微软雅黑" charset="0"/>
                <a:cs typeface="微软雅黑" charset="0"/>
                <a:sym typeface="FZLanTingHeiS-R-GB"/>
              </a:rPr>
              <a:t>校区</a:t>
            </a:r>
            <a:r>
              <a:rPr lang="zh-CN" altLang="en-US" sz="1800" b="0" kern="0">
                <a:solidFill>
                  <a:schemeClr val="accent2"/>
                </a:solidFill>
                <a:latin typeface="微软雅黑" charset="0"/>
                <a:ea typeface="微软雅黑" charset="0"/>
                <a:cs typeface="微软雅黑" charset="0"/>
                <a:sym typeface="FZLanTingHeiS-R-GB"/>
              </a:rPr>
              <a:t>高级主管</a:t>
            </a:r>
            <a:r>
              <a:rPr lang="en-US" sz="1800" b="0" kern="0">
                <a:solidFill>
                  <a:schemeClr val="accent2"/>
                </a:solidFill>
                <a:latin typeface="微软雅黑" charset="0"/>
                <a:ea typeface="微软雅黑" charset="0"/>
                <a:cs typeface="微软雅黑" charset="0"/>
                <a:sym typeface="FZLanTingHeiS-R-GB"/>
              </a:rPr>
              <a:t>”</a:t>
            </a:r>
            <a:br>
              <a:rPr lang="en-US" sz="1800" b="0" kern="0">
                <a:solidFill>
                  <a:schemeClr val="accent2"/>
                </a:solidFill>
                <a:latin typeface="微软雅黑" charset="0"/>
                <a:ea typeface="微软雅黑" charset="0"/>
                <a:cs typeface="微软雅黑" charset="0"/>
                <a:sym typeface="FZLanTingHeiS-R-GB"/>
              </a:rPr>
            </a:br>
            <a:r>
              <a:rPr lang="en-US" sz="1800" b="0">
                <a:solidFill>
                  <a:srgbClr val="505050"/>
                </a:solidFill>
                <a:latin typeface="PingFang SC" panose="020B0400000000000000" charset="-122"/>
                <a:ea typeface="PingFang SC" panose="020B0400000000000000" charset="-122"/>
                <a:cs typeface="Noto Sans SC"/>
                <a:sym typeface="FZLanTingHeiS-R-GB"/>
              </a:rPr>
              <a:t>◆2.5</a:t>
            </a:r>
            <a:r>
              <a:rPr lang="zh-CN" altLang="en-US" sz="1800" b="0">
                <a:solidFill>
                  <a:srgbClr val="505050"/>
                </a:solidFill>
                <a:latin typeface="PingFang SC" panose="020B0400000000000000" charset="-122"/>
                <a:ea typeface="PingFang SC" panose="020B0400000000000000" charset="-122"/>
                <a:cs typeface="Noto Sans SC"/>
                <a:sym typeface="FZLanTingHeiS-R-GB"/>
              </a:rPr>
              <a:t>年任职期间带出</a:t>
            </a:r>
            <a:r>
              <a:rPr lang="en-US" altLang="zh-CN" sz="1800" b="0">
                <a:solidFill>
                  <a:srgbClr val="FF0000"/>
                </a:solidFill>
                <a:latin typeface="PingFang SC" panose="020B0400000000000000" charset="-122"/>
                <a:ea typeface="PingFang SC" panose="020B0400000000000000" charset="-122"/>
                <a:cs typeface="Noto Sans SC"/>
                <a:sym typeface="FZLanTingHeiS-R-GB"/>
              </a:rPr>
              <a:t>2</a:t>
            </a:r>
            <a:r>
              <a:rPr lang="zh-CN" altLang="en-US" sz="1800" b="0">
                <a:solidFill>
                  <a:srgbClr val="FF0000"/>
                </a:solidFill>
                <a:latin typeface="PingFang SC" panose="020B0400000000000000" charset="-122"/>
                <a:ea typeface="PingFang SC" panose="020B0400000000000000" charset="-122"/>
                <a:cs typeface="Noto Sans SC"/>
                <a:sym typeface="FZLanTingHeiS-R-GB"/>
              </a:rPr>
              <a:t>名销售组长，</a:t>
            </a:r>
            <a:r>
              <a:rPr lang="en-US" altLang="zh-CN" sz="1800" b="0">
                <a:solidFill>
                  <a:srgbClr val="FF0000"/>
                </a:solidFill>
                <a:latin typeface="PingFang SC" panose="020B0400000000000000" charset="-122"/>
                <a:ea typeface="PingFang SC" panose="020B0400000000000000" charset="-122"/>
                <a:cs typeface="Noto Sans SC"/>
                <a:sym typeface="FZLanTingHeiS-R-GB"/>
              </a:rPr>
              <a:t>2</a:t>
            </a:r>
            <a:r>
              <a:rPr lang="zh-CN" altLang="en-US" sz="1800" b="0">
                <a:solidFill>
                  <a:srgbClr val="FF0000"/>
                </a:solidFill>
                <a:latin typeface="PingFang SC" panose="020B0400000000000000" charset="-122"/>
                <a:ea typeface="PingFang SC" panose="020B0400000000000000" charset="-122"/>
                <a:cs typeface="Noto Sans SC"/>
                <a:sym typeface="FZLanTingHeiS-R-GB"/>
              </a:rPr>
              <a:t>名</a:t>
            </a:r>
            <a:r>
              <a:rPr lang="en-US" altLang="zh-CN" sz="1800" b="0">
                <a:solidFill>
                  <a:srgbClr val="FF0000"/>
                </a:solidFill>
                <a:latin typeface="PingFang SC" panose="020B0400000000000000" charset="-122"/>
                <a:ea typeface="PingFang SC" panose="020B0400000000000000" charset="-122"/>
                <a:cs typeface="Noto Sans SC"/>
                <a:sym typeface="FZLanTingHeiS-R-GB"/>
              </a:rPr>
              <a:t>ACM</a:t>
            </a:r>
            <a:r>
              <a:rPr lang="zh-CN" altLang="en-US" sz="1800" b="0">
                <a:solidFill>
                  <a:srgbClr val="505050"/>
                </a:solidFill>
                <a:latin typeface="PingFang SC" panose="020B0400000000000000" charset="-122"/>
                <a:ea typeface="PingFang SC" panose="020B0400000000000000" charset="-122"/>
                <a:cs typeface="Noto Sans SC"/>
                <a:sym typeface="FZLanTingHeiS-R-GB"/>
              </a:rPr>
              <a:t>；</a:t>
            </a:r>
            <a:br>
              <a:rPr lang="en-US" sz="1800" b="0" kern="0">
                <a:solidFill>
                  <a:schemeClr val="accent2"/>
                </a:solidFill>
                <a:latin typeface="微软雅黑" charset="0"/>
                <a:ea typeface="微软雅黑" charset="0"/>
                <a:cs typeface="微软雅黑" charset="0"/>
                <a:sym typeface="FZLanTingHeiS-R-GB"/>
              </a:rPr>
            </a:br>
            <a:br>
              <a:rPr lang="zh-CN" altLang="en-US" sz="1800" kern="0" dirty="0">
                <a:solidFill>
                  <a:schemeClr val="accent2"/>
                </a:solidFill>
                <a:latin typeface="微软雅黑" charset="0"/>
                <a:ea typeface="微软雅黑" charset="0"/>
                <a:cs typeface="微软雅黑" charset="0"/>
                <a:sym typeface="FZLanTingHeiS-R-GB"/>
              </a:rPr>
            </a:br>
            <a:endParaRPr lang="zh-CN" altLang="en-US" b="1" kern="0" dirty="0">
              <a:solidFill>
                <a:srgbClr val="139176"/>
              </a:solidFill>
              <a:latin typeface="微软雅黑 Light" panose="020B0502040204020203" charset="-122"/>
              <a:ea typeface="微软雅黑 Light" panose="020B0502040204020203" charset="-122"/>
              <a:cs typeface="微软雅黑 Light" panose="020B0502040204020203" charset="-122"/>
              <a:sym typeface="FZLanTingHeiS-R-GB"/>
            </a:endParaRPr>
          </a:p>
          <a:p>
            <a:pPr marL="200660" marR="0" lvl="0" indent="-200660" algn="l" defTabSz="914400" rtl="0" eaLnBrk="1" fontAlgn="auto" latinLnBrk="0" hangingPunct="0">
              <a:lnSpc>
                <a:spcPct val="160000"/>
              </a:lnSpc>
              <a:spcBef>
                <a:spcPts val="0"/>
              </a:spcBef>
              <a:spcAft>
                <a:spcPts val="0"/>
              </a:spcAft>
              <a:buClr>
                <a:srgbClr val="ED6B00"/>
              </a:buClr>
              <a:buSzPct val="100000"/>
              <a:buFontTx/>
              <a:buChar char="๏"/>
              <a:defRPr sz="2000" b="1">
                <a:solidFill>
                  <a:srgbClr val="139176"/>
                </a:solidFill>
                <a:latin typeface="FZLanTingHeiS-R-GB"/>
                <a:ea typeface="FZLanTingHeiS-R-GB"/>
                <a:cs typeface="FZLanTingHeiS-R-GB"/>
                <a:sym typeface="FZLanTingHeiS-R-GB"/>
              </a:defRPr>
            </a:pPr>
            <a:endParaRPr lang="zh-CN" altLang="en-US" b="1" kern="0" dirty="0">
              <a:solidFill>
                <a:srgbClr val="139176"/>
              </a:solidFill>
              <a:latin typeface="微软雅黑 Light" panose="020B0502040204020203" charset="-122"/>
              <a:ea typeface="微软雅黑 Light" panose="020B0502040204020203" charset="-122"/>
              <a:cs typeface="微软雅黑 Light" panose="020B0502040204020203" charset="-122"/>
              <a:sym typeface="FZLanTingHeiS-R-GB"/>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7"/>
          <p:cNvSpPr/>
          <p:nvPr/>
        </p:nvSpPr>
        <p:spPr>
          <a:xfrm>
            <a:off x="0" y="1819910"/>
            <a:ext cx="11875770" cy="19253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solidFill>
                  <a:srgbClr val="000000"/>
                </a:solidFill>
              </a:defRPr>
            </a:pPr>
            <a:r>
              <a:rPr kumimoji="0" lang="zh-CN" altLang="en-US" sz="6600" b="1" i="0" u="none" strike="noStrike" kern="1200" cap="none" spc="0" normalizeH="0" baseline="0" noProof="0" dirty="0">
                <a:ln>
                  <a:noFill/>
                </a:ln>
                <a:solidFill>
                  <a:srgbClr val="FFFFFF"/>
                </a:solidFill>
                <a:effectLst/>
                <a:uLnTx/>
                <a:uFillTx/>
                <a:latin typeface="Verdana" panose="020B0604030504040204"/>
                <a:ea typeface="微软雅黑" charset="-122"/>
                <a:cs typeface="+mn-cs"/>
                <a:sym typeface="+mn-ea"/>
              </a:rPr>
              <a:t>一、简单的政策解读</a:t>
            </a:r>
            <a:endParaRPr kumimoji="0" lang="zh-CN" altLang="en-US" sz="6600" b="1" i="0" u="none" strike="noStrike" kern="1200" cap="none" spc="0" normalizeH="0" baseline="0" noProof="0" dirty="0">
              <a:ln>
                <a:noFill/>
              </a:ln>
              <a:solidFill>
                <a:srgbClr val="FFFFFF"/>
              </a:solidFill>
              <a:effectLst/>
              <a:uLnTx/>
              <a:uFillTx/>
              <a:latin typeface="Verdana" panose="020B0604030504040204"/>
              <a:ea typeface="微软雅黑" charset="-122"/>
              <a:cs typeface="+mn-cs"/>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p:nvPr>
            <p:custDataLst>
              <p:tags r:id="rId1"/>
            </p:custDataLst>
          </p:nvPr>
        </p:nvGraphicFramePr>
        <p:xfrm>
          <a:off x="222250" y="728345"/>
          <a:ext cx="11748135" cy="5401945"/>
        </p:xfrm>
        <a:graphic>
          <a:graphicData uri="http://schemas.openxmlformats.org/drawingml/2006/table">
            <a:tbl>
              <a:tblPr firstRow="1" bandRow="1">
                <a:tableStyleId>{5C22544A-7EE6-4342-B048-85BDC9FD1C3A}</a:tableStyleId>
              </a:tblPr>
              <a:tblGrid>
                <a:gridCol w="1723390"/>
                <a:gridCol w="2678430"/>
                <a:gridCol w="4667885"/>
                <a:gridCol w="2678430"/>
              </a:tblGrid>
              <a:tr h="714375">
                <a:tc gridSpan="4">
                  <a:txBody>
                    <a:bodyPr/>
                    <a:lstStyle/>
                    <a:p>
                      <a:pPr indent="0" algn="ctr">
                        <a:buNone/>
                      </a:pPr>
                      <a:r>
                        <a:rPr lang="zh-CN" sz="2800" b="1" dirty="0">
                          <a:solidFill>
                            <a:srgbClr val="000000"/>
                          </a:solidFill>
                          <a:latin typeface="Arial" panose="020B0704020202020204" pitchFamily="34" charset="0"/>
                          <a:ea typeface="微软雅黑" charset="-122"/>
                        </a:rPr>
                        <a:t>202</a:t>
                      </a:r>
                      <a:r>
                        <a:rPr lang="en-US" altLang="zh-CN" sz="2800" b="1" dirty="0">
                          <a:solidFill>
                            <a:srgbClr val="000000"/>
                          </a:solidFill>
                          <a:latin typeface="Arial" panose="020B0704020202020204" pitchFamily="34" charset="0"/>
                          <a:ea typeface="微软雅黑" charset="-122"/>
                        </a:rPr>
                        <a:t>6</a:t>
                      </a:r>
                      <a:r>
                        <a:rPr lang="zh-CN" sz="2800" b="1" dirty="0">
                          <a:solidFill>
                            <a:srgbClr val="000000"/>
                          </a:solidFill>
                          <a:latin typeface="Arial" panose="020B0704020202020204" pitchFamily="34" charset="0"/>
                          <a:ea typeface="微软雅黑" charset="-122"/>
                        </a:rPr>
                        <a:t>年录取批次</a:t>
                      </a:r>
                      <a:r>
                        <a:rPr lang="zh-CN" altLang="en-US" sz="2800" b="1" dirty="0">
                          <a:solidFill>
                            <a:srgbClr val="000000"/>
                          </a:solidFill>
                          <a:latin typeface="Arial" panose="020B0704020202020204" pitchFamily="34" charset="0"/>
                          <a:ea typeface="微软雅黑" charset="-122"/>
                        </a:rPr>
                        <a:t>介绍</a:t>
                      </a:r>
                      <a:endParaRPr lang="en-US" altLang="en-US" sz="2800" b="1" dirty="0">
                        <a:solidFill>
                          <a:srgbClr val="000000"/>
                        </a:solidFill>
                        <a:latin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567690">
                <a:tc rowSpan="5">
                  <a:txBody>
                    <a:bodyPr/>
                    <a:lstStyle/>
                    <a:p>
                      <a:pPr indent="0" algn="ctr">
                        <a:buNone/>
                      </a:pPr>
                      <a:r>
                        <a:rPr lang="zh-CN" sz="2600" b="1">
                          <a:solidFill>
                            <a:srgbClr val="000000"/>
                          </a:solidFill>
                          <a:latin typeface="Arial" panose="020B0704020202020204" pitchFamily="34" charset="0"/>
                          <a:ea typeface="微软雅黑" charset="-122"/>
                        </a:rPr>
                        <a:t>录</a:t>
                      </a:r>
                      <a:endParaRPr lang="zh-CN" sz="2600" b="1">
                        <a:solidFill>
                          <a:srgbClr val="000000"/>
                        </a:solidFill>
                        <a:latin typeface="Arial" panose="020B0704020202020204" pitchFamily="34" charset="0"/>
                        <a:ea typeface="微软雅黑" charset="-122"/>
                      </a:endParaRPr>
                    </a:p>
                    <a:p>
                      <a:pPr indent="0" algn="ctr">
                        <a:buNone/>
                      </a:pPr>
                      <a:r>
                        <a:rPr lang="zh-CN" sz="2600" b="1">
                          <a:solidFill>
                            <a:srgbClr val="000000"/>
                          </a:solidFill>
                          <a:latin typeface="Arial" panose="020B0704020202020204" pitchFamily="34" charset="0"/>
                          <a:ea typeface="微软雅黑" charset="-122"/>
                        </a:rPr>
                        <a:t>取</a:t>
                      </a:r>
                      <a:endParaRPr lang="zh-CN" sz="2600" b="1">
                        <a:solidFill>
                          <a:srgbClr val="000000"/>
                        </a:solidFill>
                        <a:latin typeface="Arial" panose="020B0704020202020204" pitchFamily="34" charset="0"/>
                        <a:ea typeface="微软雅黑" charset="-122"/>
                      </a:endParaRPr>
                    </a:p>
                    <a:p>
                      <a:pPr indent="0" algn="ctr">
                        <a:buNone/>
                      </a:pPr>
                      <a:r>
                        <a:rPr lang="zh-CN" sz="2600" b="1">
                          <a:solidFill>
                            <a:srgbClr val="000000"/>
                          </a:solidFill>
                          <a:latin typeface="Arial" panose="020B0704020202020204" pitchFamily="34" charset="0"/>
                          <a:ea typeface="微软雅黑" charset="-122"/>
                        </a:rPr>
                        <a:t>批</a:t>
                      </a:r>
                      <a:endParaRPr lang="zh-CN" sz="2600" b="1">
                        <a:solidFill>
                          <a:srgbClr val="000000"/>
                        </a:solidFill>
                        <a:latin typeface="Arial" panose="020B0704020202020204" pitchFamily="34" charset="0"/>
                        <a:ea typeface="微软雅黑" charset="-122"/>
                      </a:endParaRPr>
                    </a:p>
                    <a:p>
                      <a:pPr indent="0" algn="ctr">
                        <a:buNone/>
                      </a:pPr>
                      <a:r>
                        <a:rPr lang="zh-CN" sz="2600" b="1">
                          <a:solidFill>
                            <a:srgbClr val="000000"/>
                          </a:solidFill>
                          <a:latin typeface="Arial" panose="020B0704020202020204" pitchFamily="34" charset="0"/>
                          <a:ea typeface="微软雅黑" charset="-122"/>
                        </a:rPr>
                        <a:t>次</a:t>
                      </a:r>
                      <a:endParaRPr lang="zh-CN" sz="2600" b="1">
                        <a:solidFill>
                          <a:srgbClr val="000000"/>
                        </a:solidFill>
                        <a:latin typeface="Arial" panose="020B0704020202020204" pitchFamily="34" charset="0"/>
                        <a:ea typeface="微软雅黑" charset="-122"/>
                      </a:endParaRPr>
                    </a:p>
                    <a:p>
                      <a:pPr indent="0" algn="ctr">
                        <a:buNone/>
                      </a:pPr>
                      <a:r>
                        <a:rPr lang="zh-CN" sz="2600" b="1">
                          <a:solidFill>
                            <a:srgbClr val="000000"/>
                          </a:solidFill>
                          <a:latin typeface="Arial" panose="020B0704020202020204" pitchFamily="34" charset="0"/>
                          <a:ea typeface="微软雅黑" charset="-122"/>
                        </a:rPr>
                        <a:t>变</a:t>
                      </a:r>
                      <a:endParaRPr lang="zh-CN" sz="2600" b="1">
                        <a:solidFill>
                          <a:srgbClr val="000000"/>
                        </a:solidFill>
                        <a:latin typeface="Arial" panose="020B0704020202020204" pitchFamily="34" charset="0"/>
                        <a:ea typeface="微软雅黑" charset="-122"/>
                      </a:endParaRPr>
                    </a:p>
                    <a:p>
                      <a:pPr indent="0" algn="ctr">
                        <a:buNone/>
                      </a:pPr>
                      <a:r>
                        <a:rPr lang="zh-CN" sz="2600" b="1">
                          <a:solidFill>
                            <a:srgbClr val="000000"/>
                          </a:solidFill>
                          <a:latin typeface="Arial" panose="020B0704020202020204" pitchFamily="34" charset="0"/>
                          <a:ea typeface="微软雅黑" charset="-122"/>
                        </a:rPr>
                        <a:t>化</a:t>
                      </a:r>
                      <a:endParaRPr lang="en-US" altLang="en-US" sz="2600" b="1">
                        <a:solidFill>
                          <a:srgbClr val="000000"/>
                        </a:solidFill>
                        <a:latin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CE6F1"/>
                    </a:solidFill>
                  </a:tcPr>
                </a:tc>
                <a:tc>
                  <a:txBody>
                    <a:bodyPr/>
                    <a:lstStyle/>
                    <a:p>
                      <a:pPr indent="0" algn="ctr">
                        <a:buNone/>
                      </a:pPr>
                      <a:r>
                        <a:rPr lang="zh-CN" sz="2000" b="1" dirty="0">
                          <a:solidFill>
                            <a:srgbClr val="000000"/>
                          </a:solidFill>
                          <a:latin typeface="Arial" panose="020B0704020202020204" pitchFamily="34" charset="0"/>
                          <a:ea typeface="微软雅黑" charset="-122"/>
                        </a:rPr>
                        <a:t>202</a:t>
                      </a:r>
                      <a:r>
                        <a:rPr lang="en-US" altLang="zh-CN" sz="2000" b="1" dirty="0">
                          <a:solidFill>
                            <a:srgbClr val="000000"/>
                          </a:solidFill>
                          <a:latin typeface="Arial" panose="020B0704020202020204" pitchFamily="34" charset="0"/>
                          <a:ea typeface="微软雅黑" charset="-122"/>
                        </a:rPr>
                        <a:t>6</a:t>
                      </a:r>
                      <a:r>
                        <a:rPr lang="zh-CN" sz="2000" b="1" dirty="0">
                          <a:solidFill>
                            <a:srgbClr val="000000"/>
                          </a:solidFill>
                          <a:latin typeface="Arial" panose="020B0704020202020204" pitchFamily="34" charset="0"/>
                          <a:ea typeface="微软雅黑" charset="-122"/>
                        </a:rPr>
                        <a:t>中考</a:t>
                      </a:r>
                      <a:endParaRPr lang="zh-CN" altLang="en-US" sz="2000" b="1" dirty="0">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8CCE4"/>
                    </a:solidFill>
                  </a:tcPr>
                </a:tc>
                <a:tc>
                  <a:txBody>
                    <a:bodyPr/>
                    <a:lstStyle/>
                    <a:p>
                      <a:pPr indent="0" algn="ctr">
                        <a:buNone/>
                      </a:pPr>
                      <a:r>
                        <a:rPr lang="zh-CN" sz="2000" b="1">
                          <a:solidFill>
                            <a:srgbClr val="000000"/>
                          </a:solidFill>
                          <a:latin typeface="Arial" panose="020B0704020202020204" pitchFamily="34" charset="0"/>
                          <a:ea typeface="微软雅黑" charset="-122"/>
                        </a:rPr>
                        <a:t>招生学校类别</a:t>
                      </a:r>
                      <a:endParaRPr lang="zh-CN" altLang="en-US" sz="2000" b="1">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8CCE4"/>
                    </a:solidFill>
                  </a:tcPr>
                </a:tc>
                <a:tc>
                  <a:txBody>
                    <a:bodyPr/>
                    <a:lstStyle/>
                    <a:p>
                      <a:pPr indent="0" algn="ctr">
                        <a:buNone/>
                      </a:pPr>
                      <a:r>
                        <a:rPr lang="zh-CN" altLang="en-US" sz="2000" b="1" dirty="0">
                          <a:solidFill>
                            <a:srgbClr val="000000"/>
                          </a:solidFill>
                          <a:latin typeface="Arial" panose="020B0704020202020204" pitchFamily="34" charset="0"/>
                          <a:ea typeface="微软雅黑" charset="-122"/>
                        </a:rPr>
                        <a:t>解析说明</a:t>
                      </a:r>
                      <a:endParaRPr lang="zh-CN" altLang="en-US" sz="2000" b="1" dirty="0">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8CCE4"/>
                    </a:solidFill>
                  </a:tcPr>
                </a:tc>
              </a:tr>
              <a:tr h="12776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600" b="1">
                          <a:solidFill>
                            <a:srgbClr val="000000"/>
                          </a:solidFill>
                          <a:latin typeface="Arial" panose="020B0704020202020204" pitchFamily="34" charset="0"/>
                          <a:ea typeface="微软雅黑" charset="-122"/>
                        </a:rPr>
                        <a:t>第一批次</a:t>
                      </a:r>
                      <a:endParaRPr lang="zh-CN" altLang="en-US" sz="1600" b="1">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BF1DE"/>
                    </a:solidFill>
                  </a:tcPr>
                </a:tc>
                <a:tc>
                  <a:txBody>
                    <a:bodyPr/>
                    <a:lstStyle/>
                    <a:p>
                      <a:pPr indent="0" algn="ctr">
                        <a:buNone/>
                      </a:pPr>
                      <a:r>
                        <a:rPr lang="zh-CN" sz="1600" b="1" dirty="0">
                          <a:solidFill>
                            <a:srgbClr val="FF0000"/>
                          </a:solidFill>
                          <a:latin typeface="Arial" panose="020B0704020202020204" pitchFamily="34" charset="0"/>
                          <a:ea typeface="微软雅黑" charset="-122"/>
                        </a:rPr>
                        <a:t>普通高中自主招生计划、外语、艺术类</a:t>
                      </a:r>
                      <a:r>
                        <a:rPr lang="zh-CN" altLang="en-US" sz="1600" b="1" dirty="0">
                          <a:solidFill>
                            <a:srgbClr val="FF0000"/>
                          </a:solidFill>
                          <a:latin typeface="Arial" panose="020B0704020202020204" pitchFamily="34" charset="0"/>
                          <a:ea typeface="微软雅黑" charset="-122"/>
                        </a:rPr>
                        <a:t>普高</a:t>
                      </a:r>
                      <a:r>
                        <a:rPr lang="zh-CN" sz="1600" b="1" dirty="0">
                          <a:solidFill>
                            <a:srgbClr val="FF0000"/>
                          </a:solidFill>
                          <a:latin typeface="Arial" panose="020B0704020202020204" pitchFamily="34" charset="0"/>
                          <a:ea typeface="微软雅黑" charset="-122"/>
                        </a:rPr>
                        <a:t>招生计划、</a:t>
                      </a:r>
                      <a:r>
                        <a:rPr lang="zh-CN" altLang="zh-CN" sz="1600" b="1" dirty="0">
                          <a:solidFill>
                            <a:srgbClr val="FF0000"/>
                          </a:solidFill>
                          <a:latin typeface="Arial" panose="020B0704020202020204" pitchFamily="34" charset="0"/>
                          <a:ea typeface="+mn-ea"/>
                        </a:rPr>
                        <a:t>普通高中</a:t>
                      </a:r>
                      <a:r>
                        <a:rPr lang="zh-CN" altLang="en-US" sz="1600" b="1" dirty="0">
                          <a:solidFill>
                            <a:srgbClr val="FF0000"/>
                          </a:solidFill>
                          <a:latin typeface="Arial" panose="020B0704020202020204" pitchFamily="34" charset="0"/>
                          <a:ea typeface="微软雅黑" charset="-122"/>
                        </a:rPr>
                        <a:t>特长生招生计划、普通高中港澳子弟班招生计划、</a:t>
                      </a:r>
                      <a:r>
                        <a:rPr lang="en-US" sz="1600" b="1" dirty="0" err="1">
                          <a:solidFill>
                            <a:srgbClr val="000000"/>
                          </a:solidFill>
                          <a:latin typeface="微软雅黑" charset="-122"/>
                        </a:rPr>
                        <a:t>中高职贯通培养三二分段试点招生计划</a:t>
                      </a:r>
                      <a:r>
                        <a:rPr lang="zh-CN" altLang="en-US" sz="1600" b="1" dirty="0">
                          <a:solidFill>
                            <a:srgbClr val="000000"/>
                          </a:solidFill>
                          <a:latin typeface="微软雅黑" charset="-122"/>
                        </a:rPr>
                        <a:t>、中本贯通计划</a:t>
                      </a:r>
                      <a:r>
                        <a:rPr lang="en-US" sz="1600" b="1" dirty="0" err="1">
                          <a:solidFill>
                            <a:srgbClr val="000000"/>
                          </a:solidFill>
                          <a:latin typeface="微软雅黑" charset="-122"/>
                        </a:rPr>
                        <a:t>及</a:t>
                      </a:r>
                      <a:r>
                        <a:rPr lang="en-US" altLang="zh-CN" sz="1600" b="1" dirty="0" err="1">
                          <a:solidFill>
                            <a:srgbClr val="000000"/>
                          </a:solidFill>
                          <a:latin typeface="微软雅黑" charset="-122"/>
                        </a:rPr>
                        <a:t>中等职业学校省级及以上重点特色专业招生计划</a:t>
                      </a:r>
                      <a:endParaRPr lang="en-US" altLang="en-US" sz="1600" b="1" dirty="0">
                        <a:solidFill>
                          <a:srgbClr val="000000"/>
                        </a:solidFill>
                        <a:latin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1" dirty="0">
                          <a:solidFill>
                            <a:srgbClr val="000000"/>
                          </a:solidFill>
                          <a:latin typeface="Arial" panose="020B0704020202020204" pitchFamily="34" charset="0"/>
                          <a:ea typeface="微软雅黑" charset="-122"/>
                        </a:rPr>
                        <a:t>自主招生学校批次、独立批</a:t>
                      </a:r>
                      <a:r>
                        <a:rPr lang="zh-CN" altLang="zh-CN" sz="1600" b="1" dirty="0">
                          <a:solidFill>
                            <a:srgbClr val="000000"/>
                          </a:solidFill>
                          <a:latin typeface="Arial" panose="020B0704020202020204" pitchFamily="34" charset="0"/>
                          <a:ea typeface="微软雅黑" charset="-122"/>
                        </a:rPr>
                        <a:t>、</a:t>
                      </a:r>
                      <a:r>
                        <a:rPr lang="zh-CN" altLang="en-US" sz="1600" b="1" dirty="0">
                          <a:solidFill>
                            <a:srgbClr val="000000"/>
                          </a:solidFill>
                          <a:latin typeface="Arial" panose="020B0704020202020204" pitchFamily="34" charset="0"/>
                          <a:ea typeface="微软雅黑" charset="-122"/>
                        </a:rPr>
                        <a:t>港澳等</a:t>
                      </a:r>
                      <a:endParaRPr lang="zh-CN" altLang="en-US" sz="1600" b="1" dirty="0">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BF1DE"/>
                    </a:solidFill>
                  </a:tcPr>
                </a:tc>
              </a:tr>
              <a:tr h="9480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600" b="1">
                          <a:solidFill>
                            <a:srgbClr val="000000"/>
                          </a:solidFill>
                          <a:latin typeface="Arial" panose="020B0704020202020204" pitchFamily="34" charset="0"/>
                          <a:ea typeface="微软雅黑" charset="-122"/>
                        </a:rPr>
                        <a:t>第二批次</a:t>
                      </a:r>
                      <a:endParaRPr lang="zh-CN" altLang="en-US" sz="1600" b="1">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6B8B7"/>
                    </a:solidFill>
                  </a:tcPr>
                </a:tc>
                <a:tc>
                  <a:txBody>
                    <a:bodyPr/>
                    <a:lstStyle/>
                    <a:p>
                      <a:pPr indent="0" algn="ctr">
                        <a:buNone/>
                      </a:pPr>
                      <a:r>
                        <a:rPr lang="zh-CN" sz="1600" b="1" dirty="0">
                          <a:solidFill>
                            <a:srgbClr val="000000"/>
                          </a:solidFill>
                          <a:latin typeface="Arial" panose="020B0704020202020204" pitchFamily="34" charset="0"/>
                          <a:ea typeface="微软雅黑" charset="-122"/>
                        </a:rPr>
                        <a:t>公办的示范性普通高中和</a:t>
                      </a:r>
                      <a:r>
                        <a:rPr lang="zh-CN" altLang="en-US" sz="1600" b="1" dirty="0">
                          <a:solidFill>
                            <a:srgbClr val="000000"/>
                          </a:solidFill>
                          <a:latin typeface="Arial" panose="020B0704020202020204" pitchFamily="34" charset="0"/>
                          <a:ea typeface="微软雅黑" charset="-122"/>
                        </a:rPr>
                        <a:t>省</a:t>
                      </a:r>
                      <a:r>
                        <a:rPr lang="zh-CN" sz="1600" b="1" dirty="0">
                          <a:solidFill>
                            <a:srgbClr val="000000"/>
                          </a:solidFill>
                          <a:latin typeface="Arial" panose="020B0704020202020204" pitchFamily="34" charset="0"/>
                          <a:ea typeface="微软雅黑" charset="-122"/>
                        </a:rPr>
                        <a:t>一级普通高中</a:t>
                      </a:r>
                      <a:r>
                        <a:rPr lang="en-US" sz="1600" b="1" dirty="0" err="1">
                          <a:solidFill>
                            <a:srgbClr val="FF0000"/>
                          </a:solidFill>
                          <a:latin typeface="微软雅黑" charset="-122"/>
                        </a:rPr>
                        <a:t>名额分配计划</a:t>
                      </a:r>
                      <a:endParaRPr lang="en-US" altLang="en-US" sz="1600" b="1" dirty="0" err="1">
                        <a:solidFill>
                          <a:srgbClr val="FF0000"/>
                        </a:solidFill>
                        <a:latin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600" b="1" dirty="0">
                          <a:solidFill>
                            <a:srgbClr val="000000"/>
                          </a:solidFill>
                          <a:latin typeface="Arial" panose="020B0704020202020204" pitchFamily="34" charset="0"/>
                          <a:ea typeface="微软雅黑" charset="-122"/>
                        </a:rPr>
                        <a:t>名额分配到初中学校</a:t>
                      </a:r>
                      <a:endParaRPr lang="zh-CN" altLang="en-US" sz="1600" b="1" dirty="0">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6B8B7"/>
                    </a:solidFill>
                  </a:tcPr>
                </a:tc>
              </a:tr>
              <a:tr h="9467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600" b="1">
                          <a:solidFill>
                            <a:srgbClr val="000000"/>
                          </a:solidFill>
                          <a:latin typeface="Arial" panose="020B0704020202020204" pitchFamily="34" charset="0"/>
                          <a:ea typeface="微软雅黑" charset="-122"/>
                        </a:rPr>
                        <a:t>第三批次</a:t>
                      </a:r>
                      <a:endParaRPr lang="zh-CN" altLang="en-US" sz="1600" b="1">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CC0DA"/>
                    </a:solidFill>
                  </a:tcPr>
                </a:tc>
                <a:tc>
                  <a:txBody>
                    <a:bodyPr/>
                    <a:lstStyle/>
                    <a:p>
                      <a:pPr indent="0" algn="ctr">
                        <a:buNone/>
                      </a:pPr>
                      <a:r>
                        <a:rPr lang="zh-CN" sz="1600" b="1">
                          <a:solidFill>
                            <a:srgbClr val="FF0000"/>
                          </a:solidFill>
                          <a:latin typeface="Arial" panose="020B0704020202020204" pitchFamily="34" charset="0"/>
                          <a:ea typeface="微软雅黑" charset="-122"/>
                        </a:rPr>
                        <a:t>示范性普通高中其他招生计划；</a:t>
                      </a:r>
                      <a:r>
                        <a:rPr lang="en-US" sz="1600" b="1">
                          <a:solidFill>
                            <a:srgbClr val="000000"/>
                          </a:solidFill>
                          <a:latin typeface="微软雅黑" charset="-122"/>
                        </a:rPr>
                        <a:t>引入国家、省、市优质教育资源新建的普通高中学校，经市教育局批准的部分招生计划</a:t>
                      </a:r>
                      <a:endParaRPr lang="en-US" altLang="en-US" sz="1600" b="1">
                        <a:solidFill>
                          <a:srgbClr val="000000"/>
                        </a:solidFill>
                        <a:latin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600" b="1" dirty="0">
                          <a:solidFill>
                            <a:srgbClr val="000000"/>
                          </a:solidFill>
                          <a:latin typeface="Arial" panose="020B0704020202020204" pitchFamily="34" charset="0"/>
                          <a:ea typeface="微软雅黑" charset="-122"/>
                        </a:rPr>
                        <a:t>示范性高中招生批次</a:t>
                      </a:r>
                      <a:endParaRPr lang="zh-CN" altLang="en-US" sz="1600" b="1" dirty="0">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CC0DA"/>
                    </a:solidFill>
                  </a:tcPr>
                </a:tc>
              </a:tr>
              <a:tr h="9474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1600" b="1">
                          <a:solidFill>
                            <a:srgbClr val="000000"/>
                          </a:solidFill>
                          <a:latin typeface="Arial" panose="020B0704020202020204" pitchFamily="34" charset="0"/>
                          <a:ea typeface="微软雅黑" charset="-122"/>
                        </a:rPr>
                        <a:t>第四批次</a:t>
                      </a:r>
                      <a:endParaRPr lang="zh-CN" altLang="en-US" sz="1600" b="1">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CD5B4"/>
                    </a:solidFill>
                  </a:tcPr>
                </a:tc>
                <a:tc>
                  <a:txBody>
                    <a:bodyPr/>
                    <a:lstStyle/>
                    <a:p>
                      <a:pPr indent="0" algn="ctr">
                        <a:buNone/>
                      </a:pPr>
                      <a:r>
                        <a:rPr lang="zh-CN" sz="1600" b="1" dirty="0">
                          <a:solidFill>
                            <a:srgbClr val="000000"/>
                          </a:solidFill>
                          <a:latin typeface="Arial" panose="020B0704020202020204" pitchFamily="34" charset="0"/>
                          <a:ea typeface="微软雅黑" charset="-122"/>
                        </a:rPr>
                        <a:t>非示范性普通高中学校其他招生计划、中等职业学校其他招生计划</a:t>
                      </a:r>
                      <a:endParaRPr lang="zh-CN" altLang="en-US" sz="1600" b="1" dirty="0">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600" b="1" dirty="0">
                          <a:solidFill>
                            <a:srgbClr val="000000"/>
                          </a:solidFill>
                          <a:latin typeface="Arial" panose="020B0704020202020204" pitchFamily="34" charset="0"/>
                          <a:ea typeface="微软雅黑" charset="-122"/>
                        </a:rPr>
                        <a:t>非示范性高中招生批次</a:t>
                      </a:r>
                      <a:endParaRPr lang="zh-CN" altLang="en-US" sz="1600" b="1" dirty="0">
                        <a:solidFill>
                          <a:srgbClr val="000000"/>
                        </a:solidFill>
                        <a:latin typeface="Arial" panose="020B0704020202020204" pitchFamily="34" charset="0"/>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CD5B4"/>
                    </a:solidFill>
                  </a:tcPr>
                </a:tc>
              </a:tr>
            </a:tbl>
          </a:graphicData>
        </a:graphic>
      </p:graphicFrame>
      <p:sp>
        <p:nvSpPr>
          <p:cNvPr id="2" name="流程图: 可选过程 7"/>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solidFill>
                  <a:srgbClr val="000000"/>
                </a:solidFill>
              </a:defRPr>
            </a:pPr>
            <a:r>
              <a:rPr kumimoji="0" lang="zh-CN" altLang="en-US" sz="3200" b="1" i="0" u="none" strike="noStrike" kern="1200" cap="none" spc="0" normalizeH="0" baseline="0" noProof="0" dirty="0">
                <a:ln>
                  <a:noFill/>
                </a:ln>
                <a:solidFill>
                  <a:srgbClr val="FFFFFF"/>
                </a:solidFill>
                <a:effectLst/>
                <a:uLnTx/>
                <a:uFillTx/>
                <a:latin typeface="Verdana" panose="020B0604030504040204"/>
                <a:ea typeface="微软雅黑" charset="-122"/>
                <a:cs typeface="+mn-cs"/>
                <a:sym typeface="+mn-ea"/>
              </a:rPr>
              <a:t>中考批次介绍</a:t>
            </a:r>
            <a:endParaRPr kumimoji="0" lang="zh-CN" altLang="en-US" sz="3200" b="1" i="0" u="none" strike="noStrike" kern="1200" cap="none" spc="0" normalizeH="0" baseline="0" noProof="0" dirty="0">
              <a:ln>
                <a:noFill/>
              </a:ln>
              <a:solidFill>
                <a:srgbClr val="FFFFFF"/>
              </a:solidFill>
              <a:effectLst/>
              <a:uLnTx/>
              <a:uFillTx/>
              <a:latin typeface="Verdana" panose="020B0604030504040204"/>
              <a:ea typeface="微软雅黑" charset="-122"/>
              <a:cs typeface="+mn-cs"/>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908562" y="1494419"/>
            <a:ext cx="1554093" cy="5098694"/>
            <a:chOff x="2075643" y="1341694"/>
            <a:chExt cx="1554093" cy="5098694"/>
          </a:xfrm>
          <a:solidFill>
            <a:schemeClr val="accent1">
              <a:lumMod val="40000"/>
              <a:lumOff val="60000"/>
            </a:schemeClr>
          </a:solidFill>
        </p:grpSpPr>
        <p:sp>
          <p:nvSpPr>
            <p:cNvPr id="8" name="流程图: 可选过程 7"/>
            <p:cNvSpPr/>
            <p:nvPr/>
          </p:nvSpPr>
          <p:spPr>
            <a:xfrm>
              <a:off x="2092547" y="1341694"/>
              <a:ext cx="1512168" cy="504056"/>
            </a:xfrm>
            <a:prstGeom prst="flowChartAlternateProcess">
              <a:avLst/>
            </a:prstGeom>
            <a:grp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rgbClr val="000000"/>
                  </a:solidFill>
                </a:rPr>
                <a:t> 第一批</a:t>
              </a:r>
              <a:endParaRPr lang="zh-CN" altLang="en-US" sz="2400" b="1" dirty="0">
                <a:solidFill>
                  <a:schemeClr val="accent1"/>
                </a:solidFill>
              </a:endParaRPr>
            </a:p>
          </p:txBody>
        </p:sp>
        <p:sp>
          <p:nvSpPr>
            <p:cNvPr id="9" name="流程图: 可选过程 8"/>
            <p:cNvSpPr/>
            <p:nvPr/>
          </p:nvSpPr>
          <p:spPr>
            <a:xfrm>
              <a:off x="2092547" y="4872342"/>
              <a:ext cx="1512168" cy="504056"/>
            </a:xfrm>
            <a:prstGeom prst="flowChartAlternateProcess">
              <a:avLst/>
            </a:prstGeom>
            <a:grp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rgbClr val="000000"/>
                  </a:solidFill>
                </a:rPr>
                <a:t> 第四批</a:t>
              </a:r>
              <a:endParaRPr lang="zh-CN" altLang="en-US" sz="2400" b="1" dirty="0">
                <a:solidFill>
                  <a:schemeClr val="accent1"/>
                </a:solidFill>
              </a:endParaRPr>
            </a:p>
          </p:txBody>
        </p:sp>
        <p:sp>
          <p:nvSpPr>
            <p:cNvPr id="10" name="流程图: 可选过程 9"/>
            <p:cNvSpPr/>
            <p:nvPr/>
          </p:nvSpPr>
          <p:spPr>
            <a:xfrm>
              <a:off x="2075643" y="2485340"/>
              <a:ext cx="1512168" cy="504056"/>
            </a:xfrm>
            <a:prstGeom prst="flowChartAlternateProcess">
              <a:avLst/>
            </a:prstGeom>
            <a:grp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rgbClr val="000000"/>
                  </a:solidFill>
                </a:rPr>
                <a:t> 第二批</a:t>
              </a:r>
              <a:endParaRPr lang="zh-CN" altLang="en-US" sz="2400" b="1" dirty="0">
                <a:solidFill>
                  <a:schemeClr val="accent1"/>
                </a:solidFill>
              </a:endParaRPr>
            </a:p>
          </p:txBody>
        </p:sp>
        <p:sp>
          <p:nvSpPr>
            <p:cNvPr id="11" name="流程图: 可选过程 10"/>
            <p:cNvSpPr/>
            <p:nvPr/>
          </p:nvSpPr>
          <p:spPr>
            <a:xfrm>
              <a:off x="2092547" y="3747496"/>
              <a:ext cx="1512168" cy="504056"/>
            </a:xfrm>
            <a:prstGeom prst="flowChartAlternateProcess">
              <a:avLst/>
            </a:prstGeom>
            <a:grp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rgbClr val="000000"/>
                  </a:solidFill>
                </a:rPr>
                <a:t> 第三批</a:t>
              </a:r>
              <a:endParaRPr lang="zh-CN" altLang="en-US" sz="2400" b="1" dirty="0">
                <a:solidFill>
                  <a:schemeClr val="accent1"/>
                </a:solidFill>
              </a:endParaRPr>
            </a:p>
          </p:txBody>
        </p:sp>
        <p:sp>
          <p:nvSpPr>
            <p:cNvPr id="14" name="流程图: 可选过程 13"/>
            <p:cNvSpPr/>
            <p:nvPr/>
          </p:nvSpPr>
          <p:spPr>
            <a:xfrm>
              <a:off x="2117568" y="5936332"/>
              <a:ext cx="1512168" cy="504056"/>
            </a:xfrm>
            <a:prstGeom prst="flowChartAlternateProcess">
              <a:avLst/>
            </a:prstGeom>
            <a:grp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rgbClr val="000000"/>
                  </a:solidFill>
                </a:rPr>
                <a:t>  补录</a:t>
              </a:r>
              <a:endParaRPr lang="zh-CN" altLang="en-US" sz="2400" b="1" dirty="0">
                <a:solidFill>
                  <a:schemeClr val="accent1"/>
                </a:solidFill>
              </a:endParaRPr>
            </a:p>
          </p:txBody>
        </p:sp>
        <p:sp>
          <p:nvSpPr>
            <p:cNvPr id="15" name="右箭头 14"/>
            <p:cNvSpPr/>
            <p:nvPr/>
          </p:nvSpPr>
          <p:spPr>
            <a:xfrm rot="5400000">
              <a:off x="2632403" y="1981963"/>
              <a:ext cx="422810" cy="432047"/>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右箭头 15"/>
            <p:cNvSpPr/>
            <p:nvPr/>
          </p:nvSpPr>
          <p:spPr>
            <a:xfrm rot="5400000">
              <a:off x="2662246" y="3191428"/>
              <a:ext cx="422810" cy="432047"/>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右箭头 16"/>
            <p:cNvSpPr/>
            <p:nvPr/>
          </p:nvSpPr>
          <p:spPr>
            <a:xfrm rot="5400000">
              <a:off x="2662246" y="5454629"/>
              <a:ext cx="422810" cy="432047"/>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右箭头 17"/>
            <p:cNvSpPr/>
            <p:nvPr/>
          </p:nvSpPr>
          <p:spPr>
            <a:xfrm rot="5400000">
              <a:off x="2662246" y="4354373"/>
              <a:ext cx="422810" cy="432047"/>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Shape 549"/>
          <p:cNvSpPr/>
          <p:nvPr/>
        </p:nvSpPr>
        <p:spPr>
          <a:xfrm>
            <a:off x="8844992" y="1427855"/>
            <a:ext cx="3027218" cy="4093428"/>
          </a:xfrm>
          <a:prstGeom prst="rect">
            <a:avLst/>
          </a:prstGeom>
          <a:ln w="12700">
            <a:miter lim="400000"/>
          </a:ln>
        </p:spPr>
        <p:txBody>
          <a:bodyPr wrap="square" lIns="45719" rIns="45719">
            <a:spAutoFit/>
          </a:bodyPr>
          <a:lstStyle/>
          <a:p>
            <a:pPr>
              <a:defRPr sz="4000">
                <a:latin typeface="黑体" panose="02010609060101010101" charset="-122"/>
                <a:ea typeface="黑体" panose="02010609060101010101" charset="-122"/>
                <a:cs typeface="黑体" panose="02010609060101010101" charset="-122"/>
                <a:sym typeface="黑体" panose="02010609060101010101" charset="-122"/>
              </a:defRPr>
            </a:pPr>
            <a:r>
              <a:rPr lang="zh-CN" altLang="en-US" sz="2600" b="1" dirty="0">
                <a:solidFill>
                  <a:srgbClr val="FF0000"/>
                </a:solidFill>
                <a:latin typeface="微软雅黑" charset="-122"/>
                <a:ea typeface="微软雅黑" charset="-122"/>
                <a:cs typeface="微软雅黑" charset="-122"/>
              </a:rPr>
              <a:t> 注意事项</a:t>
            </a:r>
            <a:r>
              <a:rPr lang="en-US" altLang="zh-CN" sz="2600" b="1" dirty="0">
                <a:solidFill>
                  <a:srgbClr val="FF0000"/>
                </a:solidFill>
                <a:latin typeface="微软雅黑" charset="-122"/>
                <a:ea typeface="微软雅黑" charset="-122"/>
                <a:cs typeface="微软雅黑" charset="-122"/>
              </a:rPr>
              <a:t>:</a:t>
            </a:r>
            <a:endParaRPr lang="en-US" altLang="zh-CN" sz="2600" b="1" dirty="0">
              <a:solidFill>
                <a:srgbClr val="FF0000"/>
              </a:solidFill>
              <a:latin typeface="微软雅黑" charset="-122"/>
              <a:ea typeface="微软雅黑" charset="-122"/>
              <a:cs typeface="微软雅黑" charset="-122"/>
            </a:endParaRPr>
          </a:p>
          <a:p>
            <a:pPr>
              <a:defRPr sz="4000">
                <a:latin typeface="黑体" panose="02010609060101010101" charset="-122"/>
                <a:ea typeface="黑体" panose="02010609060101010101" charset="-122"/>
                <a:cs typeface="黑体" panose="02010609060101010101" charset="-122"/>
                <a:sym typeface="黑体" panose="02010609060101010101" charset="-122"/>
              </a:defRPr>
            </a:pPr>
            <a:endParaRPr lang="en-US" altLang="zh-CN" sz="2600" b="1" dirty="0">
              <a:solidFill>
                <a:srgbClr val="FF0000"/>
              </a:solidFill>
              <a:latin typeface="微软雅黑" charset="-122"/>
              <a:ea typeface="微软雅黑" charset="-122"/>
              <a:cs typeface="微软雅黑" charset="-122"/>
            </a:endParaRPr>
          </a:p>
          <a:p>
            <a:pPr>
              <a:defRPr sz="4000">
                <a:latin typeface="黑体" panose="02010609060101010101" charset="-122"/>
                <a:ea typeface="黑体" panose="02010609060101010101" charset="-122"/>
                <a:cs typeface="黑体" panose="02010609060101010101" charset="-122"/>
                <a:sym typeface="黑体" panose="02010609060101010101" charset="-122"/>
              </a:defRPr>
            </a:pPr>
            <a:br>
              <a:rPr lang="en-US" altLang="zh-CN" sz="2600" b="1" dirty="0">
                <a:solidFill>
                  <a:srgbClr val="FF0000"/>
                </a:solidFill>
                <a:latin typeface="微软雅黑" charset="-122"/>
                <a:ea typeface="微软雅黑" charset="-122"/>
                <a:cs typeface="微软雅黑" charset="-122"/>
              </a:rPr>
            </a:br>
            <a:r>
              <a:rPr lang="en-US" altLang="zh-CN" sz="2600" b="1" dirty="0">
                <a:solidFill>
                  <a:srgbClr val="FF0000"/>
                </a:solidFill>
                <a:latin typeface="微软雅黑" charset="-122"/>
                <a:ea typeface="微软雅黑" charset="-122"/>
                <a:cs typeface="微软雅黑" charset="-122"/>
              </a:rPr>
              <a:t>1 </a:t>
            </a:r>
            <a:r>
              <a:rPr lang="zh-CN" altLang="en-US" sz="2600" b="1" dirty="0">
                <a:solidFill>
                  <a:srgbClr val="FF0000"/>
                </a:solidFill>
                <a:latin typeface="微软雅黑" charset="-122"/>
                <a:ea typeface="微软雅黑" charset="-122"/>
                <a:cs typeface="微软雅黑" charset="-122"/>
              </a:rPr>
              <a:t>按序</a:t>
            </a:r>
            <a:endParaRPr lang="en-US" altLang="zh-CN" sz="2600" b="1" dirty="0">
              <a:solidFill>
                <a:srgbClr val="FF0000"/>
              </a:solidFill>
              <a:latin typeface="微软雅黑" charset="-122"/>
              <a:ea typeface="微软雅黑" charset="-122"/>
              <a:cs typeface="微软雅黑" charset="-122"/>
            </a:endParaRPr>
          </a:p>
          <a:p>
            <a:pPr>
              <a:defRPr sz="4000">
                <a:latin typeface="黑体" panose="02010609060101010101" charset="-122"/>
                <a:ea typeface="黑体" panose="02010609060101010101" charset="-122"/>
                <a:cs typeface="黑体" panose="02010609060101010101" charset="-122"/>
                <a:sym typeface="黑体" panose="02010609060101010101" charset="-122"/>
              </a:defRPr>
            </a:pPr>
            <a:endParaRPr lang="en-US" altLang="zh-CN" sz="2600" b="1" dirty="0">
              <a:solidFill>
                <a:srgbClr val="FF0000"/>
              </a:solidFill>
              <a:latin typeface="微软雅黑" charset="-122"/>
              <a:ea typeface="微软雅黑" charset="-122"/>
              <a:cs typeface="微软雅黑" charset="-122"/>
            </a:endParaRPr>
          </a:p>
          <a:p>
            <a:pPr>
              <a:defRPr sz="4000">
                <a:latin typeface="黑体" panose="02010609060101010101" charset="-122"/>
                <a:ea typeface="黑体" panose="02010609060101010101" charset="-122"/>
                <a:cs typeface="黑体" panose="02010609060101010101" charset="-122"/>
                <a:sym typeface="黑体" panose="02010609060101010101" charset="-122"/>
              </a:defRPr>
            </a:pPr>
            <a:r>
              <a:rPr lang="en-US" altLang="zh-CN" sz="2600" b="1" dirty="0">
                <a:solidFill>
                  <a:srgbClr val="FF0000"/>
                </a:solidFill>
                <a:latin typeface="微软雅黑" charset="-122"/>
                <a:ea typeface="微软雅黑" charset="-122"/>
                <a:cs typeface="微软雅黑" charset="-122"/>
              </a:rPr>
              <a:t>2 </a:t>
            </a:r>
            <a:r>
              <a:rPr lang="zh-CN" altLang="en-US" sz="2600" b="1" dirty="0">
                <a:solidFill>
                  <a:srgbClr val="FF0000"/>
                </a:solidFill>
                <a:latin typeface="微软雅黑" charset="-122"/>
                <a:ea typeface="微软雅黑" charset="-122"/>
                <a:cs typeface="微软雅黑" charset="-122"/>
              </a:rPr>
              <a:t>独立</a:t>
            </a:r>
            <a:endParaRPr lang="en-US" altLang="zh-CN" sz="2600" b="1" dirty="0">
              <a:solidFill>
                <a:srgbClr val="FF0000"/>
              </a:solidFill>
              <a:latin typeface="微软雅黑" charset="-122"/>
              <a:ea typeface="微软雅黑" charset="-122"/>
              <a:cs typeface="微软雅黑" charset="-122"/>
            </a:endParaRPr>
          </a:p>
          <a:p>
            <a:pPr>
              <a:defRPr sz="4000">
                <a:latin typeface="黑体" panose="02010609060101010101" charset="-122"/>
                <a:ea typeface="黑体" panose="02010609060101010101" charset="-122"/>
                <a:cs typeface="黑体" panose="02010609060101010101" charset="-122"/>
                <a:sym typeface="黑体" panose="02010609060101010101" charset="-122"/>
              </a:defRPr>
            </a:pPr>
            <a:endParaRPr lang="en-US" altLang="zh-CN" sz="2600" b="1" dirty="0">
              <a:solidFill>
                <a:srgbClr val="FF0000"/>
              </a:solidFill>
              <a:latin typeface="微软雅黑" charset="-122"/>
              <a:ea typeface="微软雅黑" charset="-122"/>
              <a:cs typeface="微软雅黑" charset="-122"/>
            </a:endParaRPr>
          </a:p>
          <a:p>
            <a:pPr>
              <a:defRPr sz="4000">
                <a:latin typeface="黑体" panose="02010609060101010101" charset="-122"/>
                <a:ea typeface="黑体" panose="02010609060101010101" charset="-122"/>
                <a:cs typeface="黑体" panose="02010609060101010101" charset="-122"/>
                <a:sym typeface="黑体" panose="02010609060101010101" charset="-122"/>
              </a:defRPr>
            </a:pPr>
            <a:r>
              <a:rPr lang="en-US" altLang="zh-CN" sz="2600" b="1" dirty="0">
                <a:solidFill>
                  <a:srgbClr val="FF0000"/>
                </a:solidFill>
                <a:latin typeface="微软雅黑" charset="-122"/>
                <a:ea typeface="微软雅黑" charset="-122"/>
                <a:cs typeface="微软雅黑" charset="-122"/>
              </a:rPr>
              <a:t>3 </a:t>
            </a:r>
            <a:r>
              <a:rPr lang="zh-CN" altLang="en-US" sz="2600" b="1" dirty="0">
                <a:solidFill>
                  <a:srgbClr val="FF0000"/>
                </a:solidFill>
                <a:latin typeface="微软雅黑" charset="-122"/>
                <a:ea typeface="微软雅黑" charset="-122"/>
                <a:cs typeface="微软雅黑" charset="-122"/>
              </a:rPr>
              <a:t>高中</a:t>
            </a:r>
            <a:r>
              <a:rPr lang="en-US" altLang="zh-CN" sz="2600" b="1" dirty="0">
                <a:solidFill>
                  <a:srgbClr val="FF0000"/>
                </a:solidFill>
                <a:latin typeface="微软雅黑" charset="-122"/>
                <a:ea typeface="微软雅黑" charset="-122"/>
                <a:cs typeface="微软雅黑" charset="-122"/>
              </a:rPr>
              <a:t>-</a:t>
            </a:r>
            <a:r>
              <a:rPr lang="zh-CN" altLang="en-US" sz="2600" b="1" dirty="0">
                <a:solidFill>
                  <a:srgbClr val="FF0000"/>
                </a:solidFill>
                <a:latin typeface="微软雅黑" charset="-122"/>
                <a:ea typeface="微软雅黑" charset="-122"/>
                <a:cs typeface="微软雅黑" charset="-122"/>
              </a:rPr>
              <a:t>补录</a:t>
            </a:r>
            <a:r>
              <a:rPr lang="en-US" altLang="zh-CN" sz="2600" b="1" dirty="0">
                <a:solidFill>
                  <a:srgbClr val="FF0000"/>
                </a:solidFill>
                <a:latin typeface="微软雅黑" charset="-122"/>
                <a:ea typeface="微软雅黑" charset="-122"/>
                <a:cs typeface="微软雅黑" charset="-122"/>
              </a:rPr>
              <a:t>-</a:t>
            </a:r>
            <a:r>
              <a:rPr lang="zh-CN" altLang="en-US" sz="2600" b="1" dirty="0">
                <a:solidFill>
                  <a:srgbClr val="FF0000"/>
                </a:solidFill>
                <a:latin typeface="微软雅黑" charset="-122"/>
                <a:ea typeface="微软雅黑" charset="-122"/>
                <a:cs typeface="微软雅黑" charset="-122"/>
              </a:rPr>
              <a:t>中职</a:t>
            </a:r>
            <a:endParaRPr lang="en-US" altLang="zh-CN" sz="2600" b="1" dirty="0">
              <a:solidFill>
                <a:srgbClr val="FF0000"/>
              </a:solidFill>
              <a:latin typeface="微软雅黑" charset="-122"/>
              <a:ea typeface="微软雅黑" charset="-122"/>
              <a:cs typeface="微软雅黑" charset="-122"/>
            </a:endParaRPr>
          </a:p>
          <a:p>
            <a:pPr>
              <a:defRPr sz="4000">
                <a:latin typeface="黑体" panose="02010609060101010101" charset="-122"/>
                <a:ea typeface="黑体" panose="02010609060101010101" charset="-122"/>
                <a:cs typeface="黑体" panose="02010609060101010101" charset="-122"/>
                <a:sym typeface="黑体" panose="02010609060101010101" charset="-122"/>
              </a:defRPr>
            </a:pPr>
            <a:endParaRPr lang="en-US" altLang="zh-CN" sz="2600" b="1" dirty="0">
              <a:solidFill>
                <a:srgbClr val="FF0000"/>
              </a:solidFill>
              <a:latin typeface="微软雅黑" charset="-122"/>
              <a:ea typeface="微软雅黑" charset="-122"/>
              <a:cs typeface="微软雅黑" charset="-122"/>
            </a:endParaRPr>
          </a:p>
          <a:p>
            <a:pPr>
              <a:defRPr sz="4000">
                <a:latin typeface="黑体" panose="02010609060101010101" charset="-122"/>
                <a:ea typeface="黑体" panose="02010609060101010101" charset="-122"/>
                <a:cs typeface="黑体" panose="02010609060101010101" charset="-122"/>
                <a:sym typeface="黑体" panose="02010609060101010101" charset="-122"/>
              </a:defRPr>
            </a:pPr>
            <a:endParaRPr lang="en-US" sz="2600" b="1" dirty="0">
              <a:latin typeface="微软雅黑" charset="-122"/>
              <a:ea typeface="微软雅黑" charset="-122"/>
              <a:cs typeface="微软雅黑" charset="-122"/>
            </a:endParaRPr>
          </a:p>
        </p:txBody>
      </p:sp>
      <p:sp>
        <p:nvSpPr>
          <p:cNvPr id="2" name="流程图: 可选过程 1"/>
          <p:cNvSpPr/>
          <p:nvPr/>
        </p:nvSpPr>
        <p:spPr>
          <a:xfrm>
            <a:off x="0" y="16510"/>
            <a:ext cx="3272155" cy="612775"/>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pic>
        <p:nvPicPr>
          <p:cNvPr id="3" name="图片 2"/>
          <p:cNvPicPr>
            <a:picLocks noChangeAspect="1"/>
          </p:cNvPicPr>
          <p:nvPr/>
        </p:nvPicPr>
        <p:blipFill>
          <a:blip r:embed="rId1"/>
          <a:stretch>
            <a:fillRect/>
          </a:stretch>
        </p:blipFill>
        <p:spPr>
          <a:xfrm>
            <a:off x="3722989" y="149902"/>
            <a:ext cx="4642283" cy="67080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1"/>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第一批</a:t>
            </a:r>
            <a:endParaRPr lang="zh-CN" altLang="en-US" sz="2800" b="1" dirty="0">
              <a:solidFill>
                <a:schemeClr val="tx1"/>
              </a:solidFill>
            </a:endParaRPr>
          </a:p>
        </p:txBody>
      </p:sp>
      <p:sp>
        <p:nvSpPr>
          <p:cNvPr id="4" name="流程图: 可选过程 3"/>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graphicFrame>
        <p:nvGraphicFramePr>
          <p:cNvPr id="6" name="表格 5"/>
          <p:cNvGraphicFramePr/>
          <p:nvPr>
            <p:custDataLst>
              <p:tags r:id="rId1"/>
            </p:custDataLst>
          </p:nvPr>
        </p:nvGraphicFramePr>
        <p:xfrm>
          <a:off x="88900" y="723900"/>
          <a:ext cx="12103100" cy="5882005"/>
        </p:xfrm>
        <a:graphic>
          <a:graphicData uri="http://schemas.openxmlformats.org/drawingml/2006/table">
            <a:tbl>
              <a:tblPr firstRow="1" bandRow="1">
                <a:tableStyleId>{5C22544A-7EE6-4342-B048-85BDC9FD1C3A}</a:tableStyleId>
              </a:tblPr>
              <a:tblGrid>
                <a:gridCol w="1000760"/>
                <a:gridCol w="1292860"/>
                <a:gridCol w="4084955"/>
                <a:gridCol w="5724525"/>
              </a:tblGrid>
              <a:tr h="422910">
                <a:tc rowSpan="7">
                  <a:txBody>
                    <a:bodyPr/>
                    <a:p>
                      <a:pPr algn="ctr">
                        <a:buNone/>
                      </a:pPr>
                      <a:r>
                        <a:rPr lang="zh-CN" altLang="en-US" sz="1600">
                          <a:latin typeface="微软雅黑" charset="0"/>
                          <a:ea typeface="微软雅黑" charset="0"/>
                          <a:cs typeface="微软雅黑" charset="0"/>
                        </a:rPr>
                        <a:t>第一批次（</a:t>
                      </a:r>
                      <a:r>
                        <a:rPr lang="en-US" altLang="zh-CN" sz="1600">
                          <a:latin typeface="微软雅黑" charset="0"/>
                          <a:ea typeface="微软雅黑" charset="0"/>
                          <a:cs typeface="微软雅黑" charset="0"/>
                        </a:rPr>
                        <a:t>10%</a:t>
                      </a:r>
                      <a:r>
                        <a:rPr lang="zh-CN" altLang="en-US"/>
                        <a:t>）</a:t>
                      </a:r>
                      <a:endParaRPr lang="zh-CN" altLang="en-US"/>
                    </a:p>
                  </a:txBody>
                  <a:tcPr anchor="ctr" anchorCtr="0"/>
                </a:tc>
                <a:tc>
                  <a:txBody>
                    <a:bodyPr/>
                    <a:p>
                      <a:pPr algn="ctr">
                        <a:buNone/>
                      </a:pPr>
                      <a:r>
                        <a:rPr lang="zh-CN" altLang="en-US"/>
                        <a:t>包含</a:t>
                      </a:r>
                      <a:endParaRPr lang="zh-CN" altLang="en-US"/>
                    </a:p>
                  </a:txBody>
                  <a:tcPr anchor="ctr" anchorCtr="0"/>
                </a:tc>
                <a:tc>
                  <a:txBody>
                    <a:bodyPr/>
                    <a:p>
                      <a:pPr algn="ctr">
                        <a:buNone/>
                      </a:pPr>
                      <a:r>
                        <a:rPr lang="zh-CN" altLang="en-US"/>
                        <a:t>要求</a:t>
                      </a:r>
                      <a:endParaRPr lang="zh-CN" altLang="en-US"/>
                    </a:p>
                  </a:txBody>
                  <a:tcPr anchor="ctr" anchorCtr="0"/>
                </a:tc>
                <a:tc>
                  <a:txBody>
                    <a:bodyPr/>
                    <a:p>
                      <a:pPr algn="ctr">
                        <a:buNone/>
                      </a:pPr>
                      <a:r>
                        <a:rPr lang="zh-CN" altLang="en-US"/>
                        <a:t>额外</a:t>
                      </a:r>
                      <a:r>
                        <a:rPr lang="zh-CN" altLang="en-US"/>
                        <a:t>注意</a:t>
                      </a:r>
                      <a:endParaRPr lang="zh-CN" altLang="en-US"/>
                    </a:p>
                  </a:txBody>
                  <a:tcPr anchor="ctr" anchorCtr="0"/>
                </a:tc>
              </a:tr>
              <a:tr h="709930">
                <a:tc vMerge="1">
                  <a:tcPr/>
                </a:tc>
                <a:tc>
                  <a:txBody>
                    <a:bodyPr/>
                    <a:p>
                      <a:pPr algn="ctr">
                        <a:buNone/>
                      </a:pPr>
                      <a:r>
                        <a:rPr lang="zh-CN" altLang="en-US" sz="1400">
                          <a:latin typeface="微软雅黑" charset="0"/>
                          <a:ea typeface="微软雅黑" charset="0"/>
                        </a:rPr>
                        <a:t>特长生</a:t>
                      </a:r>
                      <a:endParaRPr lang="zh-CN" altLang="en-US" sz="1400">
                        <a:latin typeface="微软雅黑" charset="0"/>
                        <a:ea typeface="微软雅黑" charset="0"/>
                      </a:endParaRPr>
                    </a:p>
                  </a:txBody>
                  <a:tcPr anchor="ctr" anchorCtr="0"/>
                </a:tc>
                <a:tc>
                  <a:txBody>
                    <a:bodyPr/>
                    <a:p>
                      <a:pPr algn="l">
                        <a:buNone/>
                      </a:pPr>
                      <a:r>
                        <a:rPr lang="zh-CN" altLang="en-US" sz="1400">
                          <a:solidFill>
                            <a:srgbClr val="FF0000"/>
                          </a:solidFill>
                          <a:latin typeface="微软雅黑" charset="0"/>
                          <a:ea typeface="微软雅黑" charset="0"/>
                        </a:rPr>
                        <a:t>国赛，省赛，市赛，区赛相对应的比赛证书</a:t>
                      </a:r>
                      <a:r>
                        <a:rPr lang="zh-CN" altLang="en-US" sz="1400">
                          <a:latin typeface="微软雅黑" charset="0"/>
                          <a:ea typeface="微软雅黑" charset="0"/>
                        </a:rPr>
                        <a:t>，不是学过就能报</a:t>
                      </a:r>
                      <a:endParaRPr lang="zh-CN" altLang="en-US" sz="1400">
                        <a:latin typeface="微软雅黑" charset="0"/>
                        <a:ea typeface="微软雅黑" charset="0"/>
                      </a:endParaRPr>
                    </a:p>
                  </a:txBody>
                  <a:tcPr anchor="ctr" anchorCtr="0"/>
                </a:tc>
                <a:tc>
                  <a:txBody>
                    <a:bodyPr/>
                    <a:p>
                      <a:pPr>
                        <a:buNone/>
                      </a:pPr>
                      <a:r>
                        <a:rPr lang="en-US" altLang="zh-CN" sz="1400">
                          <a:latin typeface="微软雅黑" charset="0"/>
                          <a:ea typeface="微软雅黑" charset="0"/>
                          <a:cs typeface="微软雅黑" charset="0"/>
                        </a:rPr>
                        <a:t>1</a:t>
                      </a:r>
                      <a:r>
                        <a:rPr lang="zh-CN" altLang="en-US" sz="1400">
                          <a:latin typeface="微软雅黑" charset="0"/>
                          <a:ea typeface="微软雅黑" charset="0"/>
                          <a:cs typeface="微软雅黑" charset="0"/>
                        </a:rPr>
                        <a:t>、可报考</a:t>
                      </a:r>
                      <a:r>
                        <a:rPr lang="en-US" altLang="zh-CN" sz="1400">
                          <a:latin typeface="微软雅黑" charset="0"/>
                          <a:ea typeface="微软雅黑" charset="0"/>
                          <a:cs typeface="微软雅黑" charset="0"/>
                        </a:rPr>
                        <a:t>2</a:t>
                      </a:r>
                      <a:r>
                        <a:rPr lang="zh-CN" altLang="en-US" sz="1400">
                          <a:latin typeface="微软雅黑" charset="0"/>
                          <a:ea typeface="微软雅黑" charset="0"/>
                          <a:cs typeface="微软雅黑" charset="0"/>
                        </a:rPr>
                        <a:t>所学校；</a:t>
                      </a:r>
                      <a:endParaRPr lang="zh-CN" altLang="en-US" sz="1400">
                        <a:latin typeface="微软雅黑" charset="0"/>
                        <a:ea typeface="微软雅黑" charset="0"/>
                        <a:cs typeface="微软雅黑" charset="0"/>
                      </a:endParaRPr>
                    </a:p>
                    <a:p>
                      <a:pPr>
                        <a:buNone/>
                      </a:pPr>
                      <a:r>
                        <a:rPr lang="en-US" altLang="zh-CN" sz="1400">
                          <a:latin typeface="微软雅黑" charset="0"/>
                          <a:ea typeface="微软雅黑" charset="0"/>
                          <a:cs typeface="微软雅黑" charset="0"/>
                        </a:rPr>
                        <a:t>2</a:t>
                      </a:r>
                      <a:r>
                        <a:rPr lang="zh-CN" altLang="en-US" sz="1400">
                          <a:latin typeface="微软雅黑" charset="0"/>
                          <a:ea typeface="微软雅黑" charset="0"/>
                          <a:cs typeface="微软雅黑" charset="0"/>
                        </a:rPr>
                        <a:t>、要提前考专业测试</a:t>
                      </a:r>
                      <a:endParaRPr lang="zh-CN" altLang="en-US" sz="1400">
                        <a:latin typeface="微软雅黑" charset="0"/>
                        <a:ea typeface="微软雅黑" charset="0"/>
                        <a:cs typeface="微软雅黑" charset="0"/>
                      </a:endParaRPr>
                    </a:p>
                    <a:p>
                      <a:pPr>
                        <a:buNone/>
                      </a:pPr>
                      <a:r>
                        <a:rPr lang="en-US" altLang="zh-CN" sz="1400">
                          <a:latin typeface="微软雅黑" charset="0"/>
                          <a:ea typeface="微软雅黑" charset="0"/>
                          <a:cs typeface="微软雅黑" charset="0"/>
                        </a:rPr>
                        <a:t>3</a:t>
                      </a:r>
                      <a:r>
                        <a:rPr lang="zh-CN" altLang="en-US" sz="1400">
                          <a:latin typeface="微软雅黑" charset="0"/>
                          <a:ea typeface="微软雅黑" charset="0"/>
                          <a:cs typeface="微软雅黑" charset="0"/>
                        </a:rPr>
                        <a:t>、要达到学校设定的录取分数</a:t>
                      </a:r>
                      <a:endParaRPr lang="en-US" altLang="zh-CN" sz="1400">
                        <a:latin typeface="微软雅黑" charset="0"/>
                        <a:ea typeface="微软雅黑" charset="0"/>
                        <a:cs typeface="微软雅黑" charset="0"/>
                      </a:endParaRPr>
                    </a:p>
                  </a:txBody>
                  <a:tcPr/>
                </a:tc>
              </a:tr>
              <a:tr h="955040">
                <a:tc vMerge="1">
                  <a:tcPr/>
                </a:tc>
                <a:tc>
                  <a:txBody>
                    <a:bodyPr/>
                    <a:p>
                      <a:pPr algn="ctr">
                        <a:buNone/>
                      </a:pPr>
                      <a:r>
                        <a:rPr lang="zh-CN" altLang="en-US" sz="1400">
                          <a:latin typeface="微软雅黑" charset="0"/>
                          <a:ea typeface="微软雅黑" charset="0"/>
                        </a:rPr>
                        <a:t>港澳生</a:t>
                      </a:r>
                      <a:endParaRPr lang="zh-CN" altLang="en-US" sz="1400">
                        <a:latin typeface="微软雅黑" charset="0"/>
                        <a:ea typeface="微软雅黑" charset="0"/>
                      </a:endParaRPr>
                    </a:p>
                  </a:txBody>
                  <a:tcPr anchor="ctr" anchorCtr="0"/>
                </a:tc>
                <a:tc>
                  <a:txBody>
                    <a:bodyPr/>
                    <a:p>
                      <a:pPr algn="l">
                        <a:buNone/>
                      </a:pPr>
                      <a:r>
                        <a:rPr lang="zh-CN" altLang="en-US" sz="1400">
                          <a:latin typeface="微软雅黑" charset="0"/>
                          <a:ea typeface="微软雅黑" charset="0"/>
                        </a:rPr>
                        <a:t>港澳台居民身份</a:t>
                      </a:r>
                      <a:endParaRPr lang="zh-CN" altLang="en-US" sz="1400">
                        <a:latin typeface="微软雅黑" charset="0"/>
                        <a:ea typeface="微软雅黑" charset="0"/>
                      </a:endParaRPr>
                    </a:p>
                  </a:txBody>
                  <a:tcPr anchor="ctr" anchorCtr="0"/>
                </a:tc>
                <a:tc>
                  <a:txBody>
                    <a:bodyPr/>
                    <a:p>
                      <a:pPr>
                        <a:buNone/>
                      </a:pPr>
                      <a:r>
                        <a:rPr lang="zh-CN" altLang="en-US" sz="1400">
                          <a:latin typeface="微软雅黑" charset="0"/>
                          <a:ea typeface="微软雅黑" charset="0"/>
                          <a:cs typeface="微软雅黑" charset="0"/>
                        </a:rPr>
                        <a:t>只有三所学校可以选择：</a:t>
                      </a:r>
                      <a:endParaRPr lang="zh-CN" altLang="en-US" sz="1400">
                        <a:latin typeface="微软雅黑" charset="0"/>
                        <a:ea typeface="微软雅黑" charset="0"/>
                        <a:cs typeface="微软雅黑" charset="0"/>
                      </a:endParaRPr>
                    </a:p>
                    <a:p>
                      <a:pPr>
                        <a:buNone/>
                      </a:pPr>
                      <a:r>
                        <a:rPr lang="en-US" altLang="zh-CN" sz="1400">
                          <a:solidFill>
                            <a:schemeClr val="tx1"/>
                          </a:solidFill>
                          <a:effectLst/>
                          <a:latin typeface="微软雅黑" charset="0"/>
                          <a:ea typeface="微软雅黑" charset="0"/>
                          <a:cs typeface="微软雅黑" charset="0"/>
                          <a:sym typeface="+mn-ea"/>
                        </a:rPr>
                        <a:t>1</a:t>
                      </a:r>
                      <a:r>
                        <a:rPr lang="zh-CN" altLang="en-US" sz="1400">
                          <a:solidFill>
                            <a:schemeClr val="tx1"/>
                          </a:solidFill>
                          <a:effectLst/>
                          <a:latin typeface="微软雅黑" charset="0"/>
                          <a:ea typeface="微软雅黑" charset="0"/>
                          <a:cs typeface="微软雅黑" charset="0"/>
                          <a:sym typeface="+mn-ea"/>
                        </a:rPr>
                        <a:t>、</a:t>
                      </a:r>
                      <a:r>
                        <a:rPr lang="zh-CN" altLang="en-US" sz="1400">
                          <a:solidFill>
                            <a:srgbClr val="FF0000"/>
                          </a:solidFill>
                          <a:effectLst/>
                          <a:latin typeface="微软雅黑" charset="0"/>
                          <a:ea typeface="微软雅黑" charset="0"/>
                          <a:cs typeface="微软雅黑" charset="0"/>
                          <a:sym typeface="+mn-ea"/>
                        </a:rPr>
                        <a:t>广东华侨中学</a:t>
                      </a:r>
                      <a:r>
                        <a:rPr lang="zh-CN" altLang="en-US" sz="1400">
                          <a:solidFill>
                            <a:schemeClr val="tx1"/>
                          </a:solidFill>
                          <a:effectLst/>
                          <a:latin typeface="微软雅黑" charset="0"/>
                          <a:ea typeface="微软雅黑" charset="0"/>
                          <a:cs typeface="微软雅黑" charset="0"/>
                          <a:sym typeface="+mn-ea"/>
                        </a:rPr>
                        <a:t>（港澳子弟班）</a:t>
                      </a:r>
                      <a:endParaRPr lang="zh-CN" altLang="en-US" sz="1400">
                        <a:solidFill>
                          <a:schemeClr val="tx1"/>
                        </a:solidFill>
                        <a:effectLst/>
                        <a:latin typeface="微软雅黑" charset="0"/>
                        <a:ea typeface="微软雅黑" charset="0"/>
                        <a:cs typeface="微软雅黑" charset="0"/>
                      </a:endParaRPr>
                    </a:p>
                    <a:p>
                      <a:pPr algn="l" fontAlgn="ctr" latinLnBrk="1"/>
                      <a:r>
                        <a:rPr lang="en-US" altLang="zh-CN" sz="1400">
                          <a:solidFill>
                            <a:schemeClr val="tx1"/>
                          </a:solidFill>
                          <a:effectLst/>
                          <a:latin typeface="微软雅黑" charset="0"/>
                          <a:ea typeface="微软雅黑" charset="0"/>
                          <a:cs typeface="微软雅黑" charset="0"/>
                          <a:sym typeface="+mn-ea"/>
                        </a:rPr>
                        <a:t>2</a:t>
                      </a:r>
                      <a:r>
                        <a:rPr lang="zh-CN" altLang="en-US" sz="1400">
                          <a:solidFill>
                            <a:schemeClr val="tx1"/>
                          </a:solidFill>
                          <a:effectLst/>
                          <a:latin typeface="微软雅黑" charset="0"/>
                          <a:ea typeface="微软雅黑" charset="0"/>
                          <a:cs typeface="微软雅黑" charset="0"/>
                          <a:sym typeface="+mn-ea"/>
                        </a:rPr>
                        <a:t>、</a:t>
                      </a:r>
                      <a:r>
                        <a:rPr lang="zh-CN" altLang="en-US" sz="1400">
                          <a:solidFill>
                            <a:srgbClr val="FF0000"/>
                          </a:solidFill>
                          <a:effectLst/>
                          <a:latin typeface="微软雅黑" charset="0"/>
                          <a:ea typeface="微软雅黑" charset="0"/>
                          <a:cs typeface="微软雅黑" charset="0"/>
                          <a:sym typeface="+mn-ea"/>
                        </a:rPr>
                        <a:t>广州市培英中学</a:t>
                      </a:r>
                      <a:r>
                        <a:rPr lang="zh-CN" altLang="en-US" sz="1400">
                          <a:solidFill>
                            <a:schemeClr val="tx1"/>
                          </a:solidFill>
                          <a:effectLst/>
                          <a:latin typeface="微软雅黑" charset="0"/>
                          <a:ea typeface="微软雅黑" charset="0"/>
                          <a:cs typeface="微软雅黑" charset="0"/>
                          <a:sym typeface="+mn-ea"/>
                        </a:rPr>
                        <a:t>（鹤洞校区）（港澳子弟班）</a:t>
                      </a:r>
                      <a:endParaRPr lang="zh-CN" altLang="en-US" sz="1400">
                        <a:solidFill>
                          <a:schemeClr val="tx1"/>
                        </a:solidFill>
                        <a:effectLst/>
                        <a:latin typeface="微软雅黑" charset="0"/>
                        <a:ea typeface="微软雅黑" charset="0"/>
                        <a:cs typeface="微软雅黑" charset="0"/>
                        <a:sym typeface="+mn-ea"/>
                      </a:endParaRPr>
                    </a:p>
                    <a:p>
                      <a:pPr algn="l" fontAlgn="ctr" latinLnBrk="1"/>
                      <a:r>
                        <a:rPr lang="en-US" altLang="zh-CN" sz="1400">
                          <a:solidFill>
                            <a:schemeClr val="tx1"/>
                          </a:solidFill>
                          <a:effectLst/>
                          <a:latin typeface="微软雅黑" charset="0"/>
                          <a:ea typeface="微软雅黑" charset="0"/>
                          <a:cs typeface="微软雅黑" charset="0"/>
                          <a:sym typeface="+mn-ea"/>
                        </a:rPr>
                        <a:t>3</a:t>
                      </a:r>
                      <a:r>
                        <a:rPr lang="zh-CN" altLang="en-US" sz="1400">
                          <a:solidFill>
                            <a:schemeClr val="tx1"/>
                          </a:solidFill>
                          <a:effectLst/>
                          <a:latin typeface="微软雅黑" charset="0"/>
                          <a:ea typeface="微软雅黑" charset="0"/>
                          <a:cs typeface="微软雅黑" charset="0"/>
                          <a:sym typeface="+mn-ea"/>
                        </a:rPr>
                        <a:t>、</a:t>
                      </a:r>
                      <a:r>
                        <a:rPr lang="zh-CN" altLang="en-US" sz="1400">
                          <a:solidFill>
                            <a:srgbClr val="FF0000"/>
                          </a:solidFill>
                          <a:effectLst/>
                          <a:latin typeface="微软雅黑" charset="0"/>
                          <a:ea typeface="微软雅黑" charset="0"/>
                          <a:cs typeface="微软雅黑" charset="0"/>
                          <a:sym typeface="+mn-ea"/>
                        </a:rPr>
                        <a:t>广州市花都区邝维煜纪念中学</a:t>
                      </a:r>
                      <a:r>
                        <a:rPr lang="zh-CN" altLang="en-US" sz="1400">
                          <a:solidFill>
                            <a:schemeClr val="tx1"/>
                          </a:solidFill>
                          <a:effectLst/>
                          <a:latin typeface="微软雅黑" charset="0"/>
                          <a:ea typeface="微软雅黑" charset="0"/>
                          <a:cs typeface="微软雅黑" charset="0"/>
                          <a:sym typeface="+mn-ea"/>
                        </a:rPr>
                        <a:t>（雅正校区）（港澳子弟班）</a:t>
                      </a:r>
                      <a:endParaRPr lang="zh-CN" altLang="en-US" sz="1400">
                        <a:latin typeface="微软雅黑" charset="0"/>
                        <a:ea typeface="微软雅黑" charset="0"/>
                        <a:cs typeface="微软雅黑" charset="0"/>
                      </a:endParaRPr>
                    </a:p>
                  </a:txBody>
                  <a:tcPr/>
                </a:tc>
              </a:tr>
              <a:tr h="861695">
                <a:tc vMerge="1">
                  <a:tcPr/>
                </a:tc>
                <a:tc>
                  <a:txBody>
                    <a:bodyPr/>
                    <a:p>
                      <a:pPr algn="ctr">
                        <a:buNone/>
                      </a:pPr>
                      <a:r>
                        <a:rPr lang="zh-CN" altLang="en-US" sz="1400">
                          <a:latin typeface="微软雅黑" charset="0"/>
                          <a:ea typeface="微软雅黑" charset="0"/>
                        </a:rPr>
                        <a:t>中本贯通</a:t>
                      </a:r>
                      <a:endParaRPr lang="zh-CN" altLang="en-US" sz="1400">
                        <a:latin typeface="微软雅黑" charset="0"/>
                        <a:ea typeface="微软雅黑" charset="0"/>
                      </a:endParaRPr>
                    </a:p>
                  </a:txBody>
                  <a:tcPr anchor="ctr" anchorCtr="0"/>
                </a:tc>
                <a:tc>
                  <a:txBody>
                    <a:bodyPr/>
                    <a:p>
                      <a:pPr algn="l">
                        <a:buNone/>
                      </a:pPr>
                      <a:r>
                        <a:rPr lang="zh-CN" altLang="en-US" sz="1400">
                          <a:solidFill>
                            <a:srgbClr val="FF0000"/>
                          </a:solidFill>
                          <a:latin typeface="微软雅黑" charset="0"/>
                          <a:ea typeface="微软雅黑" charset="0"/>
                          <a:cs typeface="微软雅黑" charset="0"/>
                        </a:rPr>
                        <a:t>中职 + 本科 “3+4”七年一体化贯通培养模式</a:t>
                      </a:r>
                      <a:r>
                        <a:rPr lang="zh-CN" altLang="en-US" sz="1400">
                          <a:latin typeface="微软雅黑" charset="0"/>
                          <a:ea typeface="微软雅黑" charset="0"/>
                          <a:cs typeface="微软雅黑" charset="0"/>
                        </a:rPr>
                        <a:t>：前 3 年在中职单独编班，通过转段考核后，无需高考直接升入对口本科高校就读 4 年，毕业获全日制本科毕业证和学位证</a:t>
                      </a:r>
                      <a:endParaRPr lang="zh-CN" altLang="en-US" sz="1400">
                        <a:latin typeface="微软雅黑" charset="0"/>
                        <a:ea typeface="微软雅黑" charset="0"/>
                        <a:cs typeface="微软雅黑" charset="0"/>
                      </a:endParaRPr>
                    </a:p>
                  </a:txBody>
                  <a:tcPr anchor="ctr" anchorCtr="0"/>
                </a:tc>
                <a:tc>
                  <a:txBody>
                    <a:bodyPr/>
                    <a:p>
                      <a:pPr>
                        <a:buNone/>
                      </a:pPr>
                      <a:r>
                        <a:rPr lang="en-US" altLang="zh-CN" sz="1400">
                          <a:latin typeface="微软雅黑" charset="0"/>
                          <a:ea typeface="微软雅黑" charset="0"/>
                        </a:rPr>
                        <a:t>1</a:t>
                      </a:r>
                      <a:r>
                        <a:rPr lang="zh-CN" altLang="en-US" sz="1400">
                          <a:latin typeface="微软雅黑" charset="0"/>
                          <a:ea typeface="微软雅黑" charset="0"/>
                        </a:rPr>
                        <a:t>、只能填报指定试点专业，入学后</a:t>
                      </a:r>
                      <a:r>
                        <a:rPr lang="zh-CN" altLang="en-US" sz="1400">
                          <a:solidFill>
                            <a:srgbClr val="FF0000"/>
                          </a:solidFill>
                          <a:latin typeface="微软雅黑" charset="0"/>
                          <a:ea typeface="微软雅黑" charset="0"/>
                        </a:rPr>
                        <a:t>原则上不得转专业</a:t>
                      </a:r>
                      <a:endParaRPr lang="zh-CN" altLang="en-US" sz="1400">
                        <a:latin typeface="微软雅黑" charset="0"/>
                        <a:ea typeface="微软雅黑" charset="0"/>
                      </a:endParaRPr>
                    </a:p>
                    <a:p>
                      <a:pPr>
                        <a:buNone/>
                      </a:pPr>
                      <a:r>
                        <a:rPr lang="en-US" altLang="zh-CN" sz="1400">
                          <a:latin typeface="微软雅黑" charset="0"/>
                          <a:ea typeface="微软雅黑" charset="0"/>
                        </a:rPr>
                        <a:t>2</a:t>
                      </a:r>
                      <a:r>
                        <a:rPr lang="zh-CN" altLang="en-US" sz="1400">
                          <a:latin typeface="微软雅黑" charset="0"/>
                          <a:ea typeface="微软雅黑" charset="0"/>
                        </a:rPr>
                        <a:t>、</a:t>
                      </a:r>
                      <a:r>
                        <a:rPr lang="zh-CN" altLang="en-US" sz="1400">
                          <a:solidFill>
                            <a:srgbClr val="FF0000"/>
                          </a:solidFill>
                          <a:latin typeface="微软雅黑" charset="0"/>
                          <a:ea typeface="微软雅黑" charset="0"/>
                        </a:rPr>
                        <a:t>转段考核有淘汰风险</a:t>
                      </a:r>
                      <a:r>
                        <a:rPr lang="zh-CN" altLang="en-US" sz="1400">
                          <a:latin typeface="微软雅黑" charset="0"/>
                          <a:ea typeface="微软雅黑" charset="0"/>
                        </a:rPr>
                        <a:t>，需持续保持良好成绩</a:t>
                      </a:r>
                      <a:endParaRPr lang="zh-CN" altLang="en-US" sz="1400">
                        <a:latin typeface="微软雅黑" charset="0"/>
                        <a:ea typeface="微软雅黑" charset="0"/>
                      </a:endParaRPr>
                    </a:p>
                  </a:txBody>
                  <a:tcPr/>
                </a:tc>
              </a:tr>
              <a:tr h="1102995">
                <a:tc vMerge="1">
                  <a:tcPr/>
                </a:tc>
                <a:tc>
                  <a:txBody>
                    <a:bodyPr/>
                    <a:p>
                      <a:pPr algn="ctr">
                        <a:buNone/>
                      </a:pPr>
                      <a:r>
                        <a:rPr lang="zh-CN" altLang="en-US" sz="1400">
                          <a:solidFill>
                            <a:srgbClr val="FF0000"/>
                          </a:solidFill>
                          <a:latin typeface="微软雅黑" charset="0"/>
                          <a:ea typeface="微软雅黑" charset="0"/>
                        </a:rPr>
                        <a:t>自主招生</a:t>
                      </a:r>
                      <a:endParaRPr lang="zh-CN" altLang="en-US" sz="1400">
                        <a:solidFill>
                          <a:srgbClr val="FF0000"/>
                        </a:solidFill>
                        <a:latin typeface="微软雅黑" charset="0"/>
                        <a:ea typeface="微软雅黑" charset="0"/>
                      </a:endParaRPr>
                    </a:p>
                  </a:txBody>
                  <a:tcPr anchor="ctr" anchorCtr="0"/>
                </a:tc>
                <a:tc>
                  <a:txBody>
                    <a:bodyPr/>
                    <a:p>
                      <a:pPr algn="l">
                        <a:buNone/>
                      </a:pPr>
                      <a:r>
                        <a:rPr lang="zh-CN" altLang="en-US" sz="1400">
                          <a:latin typeface="微软雅黑" charset="0"/>
                          <a:ea typeface="微软雅黑" charset="0"/>
                          <a:cs typeface="微软雅黑" charset="0"/>
                        </a:rPr>
                        <a:t>面向</a:t>
                      </a:r>
                      <a:r>
                        <a:rPr lang="zh-CN" altLang="en-US" sz="1400">
                          <a:solidFill>
                            <a:srgbClr val="FF0000"/>
                          </a:solidFill>
                          <a:latin typeface="微软雅黑" charset="0"/>
                          <a:ea typeface="微软雅黑" charset="0"/>
                          <a:cs typeface="微软雅黑" charset="0"/>
                        </a:rPr>
                        <a:t>具有学科特长或创新潜质的</a:t>
                      </a:r>
                      <a:r>
                        <a:rPr lang="zh-CN" altLang="en-US" sz="1400">
                          <a:latin typeface="微软雅黑" charset="0"/>
                          <a:ea typeface="微软雅黑" charset="0"/>
                          <a:cs typeface="微软雅黑" charset="0"/>
                        </a:rPr>
                        <a:t>优秀初中</a:t>
                      </a:r>
                      <a:r>
                        <a:rPr lang="zh-CN" altLang="en-US" sz="1400">
                          <a:solidFill>
                            <a:srgbClr val="FF0000"/>
                          </a:solidFill>
                          <a:latin typeface="微软雅黑" charset="0"/>
                          <a:ea typeface="微软雅黑" charset="0"/>
                          <a:cs typeface="微软雅黑" charset="0"/>
                        </a:rPr>
                        <a:t>应届</a:t>
                      </a:r>
                      <a:r>
                        <a:rPr lang="zh-CN" altLang="en-US" sz="1400">
                          <a:latin typeface="微软雅黑" charset="0"/>
                          <a:ea typeface="微软雅黑" charset="0"/>
                          <a:cs typeface="微软雅黑" charset="0"/>
                        </a:rPr>
                        <a:t>毕业生</a:t>
                      </a:r>
                      <a:endParaRPr lang="zh-CN" altLang="en-US" sz="1400">
                        <a:latin typeface="微软雅黑" charset="0"/>
                        <a:ea typeface="微软雅黑" charset="0"/>
                        <a:cs typeface="微软雅黑" charset="0"/>
                      </a:endParaRPr>
                    </a:p>
                    <a:p>
                      <a:pPr algn="l">
                        <a:buNone/>
                      </a:pPr>
                      <a:r>
                        <a:rPr lang="zh-CN" altLang="en-US" sz="1400">
                          <a:latin typeface="微软雅黑" charset="0"/>
                          <a:ea typeface="微软雅黑" charset="0"/>
                          <a:cs typeface="微软雅黑" charset="0"/>
                        </a:rPr>
                        <a:t>按</a:t>
                      </a:r>
                      <a:r>
                        <a:rPr lang="zh-CN" altLang="en-US" sz="1400">
                          <a:solidFill>
                            <a:srgbClr val="FF0000"/>
                          </a:solidFill>
                          <a:latin typeface="微软雅黑" charset="0"/>
                          <a:ea typeface="微软雅黑" charset="0"/>
                          <a:cs typeface="微软雅黑" charset="0"/>
                        </a:rPr>
                        <a:t>中考成绩 70%+ 学校考核 30% 合成</a:t>
                      </a:r>
                      <a:r>
                        <a:rPr lang="zh-CN" altLang="en-US" sz="1400">
                          <a:latin typeface="微软雅黑" charset="0"/>
                          <a:ea typeface="微软雅黑" charset="0"/>
                          <a:cs typeface="微软雅黑" charset="0"/>
                        </a:rPr>
                        <a:t>总分录取</a:t>
                      </a:r>
                      <a:endParaRPr lang="zh-CN" altLang="en-US" sz="1400">
                        <a:latin typeface="微软雅黑" charset="0"/>
                        <a:ea typeface="微软雅黑" charset="0"/>
                        <a:cs typeface="微软雅黑" charset="0"/>
                      </a:endParaRPr>
                    </a:p>
                  </a:txBody>
                  <a:tcPr anchor="ctr" anchorCtr="0"/>
                </a:tc>
                <a:tc>
                  <a:txBody>
                    <a:bodyPr/>
                    <a:p>
                      <a:pPr>
                        <a:buNone/>
                      </a:pPr>
                      <a:r>
                        <a:rPr lang="en-US" altLang="zh-CN" sz="1400">
                          <a:latin typeface="微软雅黑" charset="0"/>
                          <a:ea typeface="微软雅黑" charset="0"/>
                        </a:rPr>
                        <a:t>1</a:t>
                      </a:r>
                      <a:r>
                        <a:rPr lang="zh-CN" altLang="en-US" sz="1400">
                          <a:latin typeface="微软雅黑" charset="0"/>
                          <a:ea typeface="微软雅黑" charset="0"/>
                        </a:rPr>
                        <a:t>、报名可以报两所，但最终填志愿只能填</a:t>
                      </a:r>
                      <a:r>
                        <a:rPr lang="zh-CN" altLang="en-US" sz="1400">
                          <a:latin typeface="微软雅黑" charset="0"/>
                          <a:ea typeface="微软雅黑" charset="0"/>
                        </a:rPr>
                        <a:t>一所；</a:t>
                      </a:r>
                      <a:endParaRPr lang="zh-CN" altLang="en-US" sz="1400">
                        <a:latin typeface="微软雅黑" charset="0"/>
                        <a:ea typeface="微软雅黑" charset="0"/>
                      </a:endParaRPr>
                    </a:p>
                    <a:p>
                      <a:pPr>
                        <a:buNone/>
                      </a:pPr>
                      <a:r>
                        <a:rPr lang="en-US" altLang="zh-CN" sz="1400">
                          <a:latin typeface="微软雅黑" charset="0"/>
                          <a:ea typeface="微软雅黑" charset="0"/>
                        </a:rPr>
                        <a:t>2</a:t>
                      </a:r>
                      <a:r>
                        <a:rPr lang="zh-CN" altLang="en-US" sz="1400">
                          <a:latin typeface="微软雅黑" charset="0"/>
                          <a:ea typeface="微软雅黑" charset="0"/>
                        </a:rPr>
                        <a:t>、入围名单会填志愿前公布，可以参考填；</a:t>
                      </a:r>
                      <a:r>
                        <a:rPr lang="zh-CN" altLang="en-US" sz="1400">
                          <a:solidFill>
                            <a:srgbClr val="FF0000"/>
                          </a:solidFill>
                          <a:latin typeface="微软雅黑" charset="0"/>
                          <a:ea typeface="微软雅黑" charset="0"/>
                        </a:rPr>
                        <a:t>但这个批次不建议备选的学校；</a:t>
                      </a:r>
                      <a:endParaRPr lang="zh-CN" altLang="en-US" sz="1400">
                        <a:solidFill>
                          <a:srgbClr val="FF0000"/>
                        </a:solidFill>
                        <a:latin typeface="微软雅黑" charset="0"/>
                        <a:ea typeface="微软雅黑" charset="0"/>
                      </a:endParaRPr>
                    </a:p>
                    <a:p>
                      <a:pPr>
                        <a:buNone/>
                      </a:pPr>
                      <a:r>
                        <a:rPr lang="en-US" altLang="zh-CN" sz="1400">
                          <a:latin typeface="微软雅黑" charset="0"/>
                          <a:ea typeface="微软雅黑" charset="0"/>
                        </a:rPr>
                        <a:t>3</a:t>
                      </a:r>
                      <a:r>
                        <a:rPr lang="zh-CN" altLang="en-US" sz="1400">
                          <a:latin typeface="微软雅黑" charset="0"/>
                          <a:ea typeface="微软雅黑" charset="0"/>
                        </a:rPr>
                        <a:t>、可以报市属高中和区属高中，区属不能</a:t>
                      </a:r>
                      <a:r>
                        <a:rPr lang="zh-CN" altLang="en-US" sz="1400">
                          <a:latin typeface="微软雅黑" charset="0"/>
                          <a:ea typeface="微软雅黑" charset="0"/>
                        </a:rPr>
                        <a:t>跨区！</a:t>
                      </a:r>
                      <a:endParaRPr lang="zh-CN" altLang="en-US" sz="1400">
                        <a:latin typeface="微软雅黑" charset="0"/>
                        <a:ea typeface="微软雅黑" charset="0"/>
                      </a:endParaRPr>
                    </a:p>
                  </a:txBody>
                  <a:tcPr/>
                </a:tc>
              </a:tr>
              <a:tr h="709930">
                <a:tc vMerge="1">
                  <a:tcPr/>
                </a:tc>
                <a:tc>
                  <a:txBody>
                    <a:bodyPr/>
                    <a:p>
                      <a:pPr algn="ctr">
                        <a:buNone/>
                      </a:pPr>
                      <a:r>
                        <a:rPr lang="zh-CN" altLang="en-US" sz="1400">
                          <a:latin typeface="微软雅黑" charset="0"/>
                          <a:ea typeface="微软雅黑" charset="0"/>
                        </a:rPr>
                        <a:t>艺术类</a:t>
                      </a:r>
                      <a:endParaRPr lang="zh-CN" altLang="en-US" sz="1400">
                        <a:latin typeface="微软雅黑" charset="0"/>
                        <a:ea typeface="微软雅黑" charset="0"/>
                      </a:endParaRPr>
                    </a:p>
                  </a:txBody>
                  <a:tcPr anchor="ctr" anchorCtr="0"/>
                </a:tc>
                <a:tc>
                  <a:txBody>
                    <a:bodyPr/>
                    <a:p>
                      <a:pPr algn="l">
                        <a:buNone/>
                      </a:pPr>
                      <a:r>
                        <a:rPr lang="zh-CN" altLang="en-US" sz="1400">
                          <a:latin typeface="微软雅黑" charset="0"/>
                          <a:ea typeface="微软雅黑" charset="0"/>
                          <a:cs typeface="微软雅黑" charset="0"/>
                        </a:rPr>
                        <a:t>艺术类院校需要考核专业测试分数，外语类院校需要达到英语</a:t>
                      </a:r>
                      <a:r>
                        <a:rPr lang="en-US" altLang="zh-CN" sz="1400">
                          <a:latin typeface="微软雅黑" charset="0"/>
                          <a:ea typeface="微软雅黑" charset="0"/>
                          <a:cs typeface="微软雅黑" charset="0"/>
                        </a:rPr>
                        <a:t>100</a:t>
                      </a:r>
                      <a:r>
                        <a:rPr lang="zh-CN" altLang="en-US" sz="1400">
                          <a:latin typeface="微软雅黑" charset="0"/>
                          <a:ea typeface="微软雅黑" charset="0"/>
                          <a:cs typeface="微软雅黑" charset="0"/>
                        </a:rPr>
                        <a:t>分的硬性要求</a:t>
                      </a:r>
                      <a:endParaRPr lang="zh-CN" altLang="en-US" sz="1400">
                        <a:latin typeface="微软雅黑" charset="0"/>
                        <a:ea typeface="微软雅黑" charset="0"/>
                        <a:cs typeface="微软雅黑" charset="0"/>
                      </a:endParaRPr>
                    </a:p>
                  </a:txBody>
                  <a:tcPr anchor="ctr" anchorCtr="0"/>
                </a:tc>
                <a:tc>
                  <a:txBody>
                    <a:bodyPr/>
                    <a:p>
                      <a:pPr>
                        <a:buNone/>
                      </a:pPr>
                      <a:r>
                        <a:rPr lang="en-US" altLang="zh-CN" sz="1400">
                          <a:latin typeface="微软雅黑" charset="0"/>
                          <a:ea typeface="微软雅黑" charset="0"/>
                          <a:cs typeface="微软雅黑" charset="0"/>
                        </a:rPr>
                        <a:t>1</a:t>
                      </a:r>
                      <a:r>
                        <a:rPr lang="zh-CN" altLang="en-US" sz="1400">
                          <a:latin typeface="微软雅黑" charset="0"/>
                          <a:ea typeface="微软雅黑" charset="0"/>
                          <a:cs typeface="微软雅黑" charset="0"/>
                        </a:rPr>
                        <a:t>、外语类：</a:t>
                      </a:r>
                      <a:r>
                        <a:rPr lang="zh-CN" altLang="en-US" sz="1400">
                          <a:effectLst/>
                          <a:latin typeface="微软雅黑" charset="0"/>
                          <a:ea typeface="微软雅黑" charset="0"/>
                          <a:cs typeface="微软雅黑" charset="0"/>
                          <a:sym typeface="+mn-ea"/>
                        </a:rPr>
                        <a:t>广州外国语学校（公办）；</a:t>
                      </a:r>
                      <a:r>
                        <a:rPr lang="zh-CN" altLang="en-US" sz="1400" dirty="0">
                          <a:latin typeface="微软雅黑" charset="0"/>
                          <a:ea typeface="微软雅黑" charset="0"/>
                          <a:cs typeface="微软雅黑" charset="0"/>
                          <a:sym typeface="+mn-ea"/>
                        </a:rPr>
                        <a:t>广州市外语实验学校（民办）</a:t>
                      </a:r>
                      <a:endParaRPr lang="zh-CN" altLang="en-US" sz="1400" dirty="0">
                        <a:latin typeface="微软雅黑" charset="0"/>
                        <a:ea typeface="微软雅黑" charset="0"/>
                        <a:cs typeface="微软雅黑" charset="0"/>
                        <a:sym typeface="+mn-ea"/>
                      </a:endParaRPr>
                    </a:p>
                    <a:p>
                      <a:pPr>
                        <a:buNone/>
                      </a:pPr>
                      <a:r>
                        <a:rPr lang="en-US" altLang="zh-CN" sz="1400" dirty="0">
                          <a:latin typeface="微软雅黑" charset="0"/>
                          <a:ea typeface="微软雅黑" charset="0"/>
                          <a:cs typeface="微软雅黑" charset="0"/>
                        </a:rPr>
                        <a:t>2</a:t>
                      </a:r>
                      <a:r>
                        <a:rPr lang="zh-CN" altLang="en-US" sz="1400" dirty="0">
                          <a:latin typeface="微软雅黑" charset="0"/>
                          <a:ea typeface="微软雅黑" charset="0"/>
                          <a:cs typeface="微软雅黑" charset="0"/>
                        </a:rPr>
                        <a:t>、艺术类：</a:t>
                      </a:r>
                      <a:r>
                        <a:rPr lang="zh-CN" altLang="en-US" sz="1400">
                          <a:effectLst/>
                          <a:latin typeface="微软雅黑" charset="0"/>
                          <a:ea typeface="微软雅黑" charset="0"/>
                          <a:cs typeface="微软雅黑" charset="0"/>
                          <a:sym typeface="+mn-ea"/>
                        </a:rPr>
                        <a:t>广州市艺术中学越秀校区（美术类）；广州市艺术中学黄埔校区（传媒）（美术类）；广州市南武中学（岭南画派纪念校区）</a:t>
                      </a:r>
                      <a:endParaRPr lang="zh-CN" altLang="en-US" sz="1400">
                        <a:effectLst/>
                        <a:latin typeface="微软雅黑" charset="0"/>
                        <a:ea typeface="微软雅黑" charset="0"/>
                        <a:cs typeface="微软雅黑" charset="0"/>
                      </a:endParaRPr>
                    </a:p>
                    <a:p>
                      <a:pPr>
                        <a:buNone/>
                      </a:pPr>
                      <a:endParaRPr lang="zh-CN" altLang="en-US" sz="1400">
                        <a:latin typeface="微软雅黑" charset="0"/>
                        <a:ea typeface="微软雅黑" charset="0"/>
                      </a:endParaRPr>
                    </a:p>
                  </a:txBody>
                  <a:tcPr/>
                </a:tc>
              </a:tr>
              <a:tr h="1014730">
                <a:tc vMerge="1">
                  <a:tcPr/>
                </a:tc>
                <a:tc>
                  <a:txBody>
                    <a:bodyPr/>
                    <a:p>
                      <a:pPr>
                        <a:buNone/>
                      </a:pPr>
                      <a:r>
                        <a:rPr lang="zh-CN" altLang="en-US" sz="1400">
                          <a:latin typeface="微软雅黑" charset="0"/>
                          <a:ea typeface="微软雅黑" charset="0"/>
                        </a:rPr>
                        <a:t>三二分段中职以及省级以上重点特色专业</a:t>
                      </a:r>
                      <a:endParaRPr lang="zh-CN" altLang="en-US" sz="1400">
                        <a:latin typeface="微软雅黑" charset="0"/>
                        <a:ea typeface="微软雅黑" charset="0"/>
                      </a:endParaRPr>
                    </a:p>
                  </a:txBody>
                  <a:tcPr/>
                </a:tc>
                <a:tc>
                  <a:txBody>
                    <a:bodyPr/>
                    <a:p>
                      <a:pPr algn="l">
                        <a:buNone/>
                      </a:pPr>
                      <a:r>
                        <a:rPr lang="zh-CN" altLang="en-US" sz="1400">
                          <a:latin typeface="微软雅黑" charset="0"/>
                          <a:ea typeface="微软雅黑" charset="0"/>
                        </a:rPr>
                        <a:t>采用梯度控制线上志愿优先投档方式录取</a:t>
                      </a:r>
                      <a:endParaRPr lang="zh-CN" altLang="en-US" sz="1400">
                        <a:latin typeface="微软雅黑" charset="0"/>
                        <a:ea typeface="微软雅黑" charset="0"/>
                      </a:endParaRPr>
                    </a:p>
                  </a:txBody>
                  <a:tcPr anchor="ctr" anchorCtr="0"/>
                </a:tc>
                <a:tc>
                  <a:txBody>
                    <a:bodyPr/>
                    <a:p>
                      <a:pPr algn="just"/>
                      <a:r>
                        <a:rPr kumimoji="1" lang="en-US" altLang="zh-CN" sz="1400" dirty="0">
                          <a:latin typeface="微软雅黑" charset="0"/>
                          <a:ea typeface="微软雅黑" charset="0"/>
                          <a:cs typeface="微软雅黑" charset="0"/>
                          <a:sym typeface="+mn-ea"/>
                        </a:rPr>
                        <a:t>1</a:t>
                      </a:r>
                      <a:r>
                        <a:rPr kumimoji="1" lang="zh-CN" altLang="en-US" sz="1400" dirty="0">
                          <a:latin typeface="微软雅黑" charset="0"/>
                          <a:ea typeface="微软雅黑" charset="0"/>
                          <a:cs typeface="微软雅黑" charset="0"/>
                          <a:sym typeface="+mn-ea"/>
                        </a:rPr>
                        <a:t>、中职</a:t>
                      </a:r>
                      <a:r>
                        <a:rPr kumimoji="1" lang="en-US" altLang="zh-CN" sz="1400" dirty="0">
                          <a:latin typeface="微软雅黑" charset="0"/>
                          <a:ea typeface="微软雅黑" charset="0"/>
                          <a:cs typeface="微软雅黑" charset="0"/>
                          <a:sym typeface="+mn-ea"/>
                        </a:rPr>
                        <a:t>3+2</a:t>
                      </a:r>
                      <a:r>
                        <a:rPr kumimoji="1" lang="zh-CN" altLang="en-US" sz="1400" dirty="0">
                          <a:latin typeface="微软雅黑" charset="0"/>
                          <a:ea typeface="微软雅黑" charset="0"/>
                          <a:cs typeface="微软雅黑" charset="0"/>
                          <a:sym typeface="+mn-ea"/>
                        </a:rPr>
                        <a:t>，提前锁定大专学位，未来还可以继续专升本</a:t>
                      </a:r>
                      <a:endParaRPr kumimoji="1" lang="en-US" altLang="zh-CN" sz="1400" dirty="0">
                        <a:latin typeface="微软雅黑" charset="0"/>
                        <a:ea typeface="微软雅黑" charset="0"/>
                        <a:cs typeface="微软雅黑" charset="0"/>
                      </a:endParaRPr>
                    </a:p>
                    <a:p>
                      <a:pPr algn="just"/>
                      <a:r>
                        <a:rPr kumimoji="1" lang="en-US" altLang="zh-CN" sz="1400" dirty="0">
                          <a:latin typeface="微软雅黑" charset="0"/>
                          <a:ea typeface="微软雅黑" charset="0"/>
                          <a:cs typeface="微软雅黑" charset="0"/>
                          <a:sym typeface="+mn-ea"/>
                        </a:rPr>
                        <a:t>2</a:t>
                      </a:r>
                      <a:r>
                        <a:rPr kumimoji="1" lang="zh-CN" altLang="en-US" sz="1400" dirty="0">
                          <a:latin typeface="微软雅黑" charset="0"/>
                          <a:ea typeface="微软雅黑" charset="0"/>
                          <a:cs typeface="微软雅黑" charset="0"/>
                          <a:sym typeface="+mn-ea"/>
                        </a:rPr>
                        <a:t>、</a:t>
                      </a:r>
                      <a:r>
                        <a:rPr kumimoji="1" lang="en-US" altLang="zh-CN" sz="1400" dirty="0">
                          <a:latin typeface="微软雅黑" charset="0"/>
                          <a:ea typeface="微软雅黑" charset="0"/>
                          <a:cs typeface="微软雅黑" charset="0"/>
                          <a:sym typeface="+mn-ea"/>
                        </a:rPr>
                        <a:t>3</a:t>
                      </a:r>
                      <a:r>
                        <a:rPr kumimoji="1" lang="zh-CN" altLang="en-US" sz="1400" dirty="0">
                          <a:latin typeface="微软雅黑" charset="0"/>
                          <a:ea typeface="微软雅黑" charset="0"/>
                          <a:cs typeface="微软雅黑" charset="0"/>
                          <a:sym typeface="+mn-ea"/>
                        </a:rPr>
                        <a:t>年中职→转段考试→</a:t>
                      </a:r>
                      <a:r>
                        <a:rPr kumimoji="1" lang="en-US" altLang="zh-CN" sz="1400" dirty="0">
                          <a:latin typeface="微软雅黑" charset="0"/>
                          <a:ea typeface="微软雅黑" charset="0"/>
                          <a:cs typeface="微软雅黑" charset="0"/>
                          <a:sym typeface="+mn-ea"/>
                        </a:rPr>
                        <a:t>2</a:t>
                      </a:r>
                      <a:r>
                        <a:rPr kumimoji="1" lang="zh-CN" altLang="en-US" sz="1400" dirty="0">
                          <a:latin typeface="微软雅黑" charset="0"/>
                          <a:ea typeface="微软雅黑" charset="0"/>
                          <a:cs typeface="微软雅黑" charset="0"/>
                          <a:sym typeface="+mn-ea"/>
                        </a:rPr>
                        <a:t>年专科</a:t>
                      </a:r>
                      <a:endParaRPr kumimoji="1" lang="zh-CN" altLang="en-US" sz="1400" dirty="0">
                        <a:latin typeface="微软雅黑" charset="0"/>
                        <a:ea typeface="微软雅黑" charset="0"/>
                        <a:cs typeface="微软雅黑" charset="0"/>
                      </a:endParaRPr>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1"/>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第一批</a:t>
            </a:r>
            <a:endParaRPr lang="zh-CN" altLang="en-US" sz="2800" b="1" dirty="0">
              <a:solidFill>
                <a:schemeClr val="tx1"/>
              </a:solidFill>
            </a:endParaRPr>
          </a:p>
        </p:txBody>
      </p:sp>
      <p:sp>
        <p:nvSpPr>
          <p:cNvPr id="4" name="流程图: 可选过程 3"/>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5" name="流程图: 可选过程 4"/>
          <p:cNvSpPr/>
          <p:nvPr/>
        </p:nvSpPr>
        <p:spPr>
          <a:xfrm>
            <a:off x="4815840" y="16510"/>
            <a:ext cx="257746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solidFill>
                  <a:srgbClr val="000000"/>
                </a:solidFill>
              </a:defRPr>
            </a:pPr>
            <a:r>
              <a:rPr lang="zh-CN" altLang="en-US" sz="2800" b="1" dirty="0">
                <a:solidFill>
                  <a:schemeClr val="tx1"/>
                </a:solidFill>
              </a:rPr>
              <a:t>对应分数</a:t>
            </a:r>
            <a:r>
              <a:rPr lang="zh-CN" altLang="en-US" sz="2800" b="1" dirty="0">
                <a:solidFill>
                  <a:schemeClr val="tx1"/>
                </a:solidFill>
              </a:rPr>
              <a:t>要求</a:t>
            </a:r>
            <a:endParaRPr lang="zh-CN" altLang="en-US" sz="2800" b="1" dirty="0">
              <a:solidFill>
                <a:schemeClr val="tx1"/>
              </a:solidFill>
            </a:endParaRPr>
          </a:p>
        </p:txBody>
      </p:sp>
      <p:sp>
        <p:nvSpPr>
          <p:cNvPr id="3" name="文本框 2"/>
          <p:cNvSpPr txBox="1"/>
          <p:nvPr>
            <p:custDataLst>
              <p:tags r:id="rId1"/>
            </p:custDataLst>
          </p:nvPr>
        </p:nvSpPr>
        <p:spPr>
          <a:xfrm>
            <a:off x="207817" y="708618"/>
            <a:ext cx="2721415" cy="368300"/>
          </a:xfrm>
          <a:prstGeom prst="rect">
            <a:avLst/>
          </a:prstGeom>
          <a:noFill/>
        </p:spPr>
        <p:txBody>
          <a:bodyPr wrap="square" rtlCol="0">
            <a:spAutoFit/>
          </a:bodyPr>
          <a:p>
            <a:pPr algn="just"/>
            <a:r>
              <a:rPr kumimoji="1" lang="zh-CN" altLang="en-US" dirty="0">
                <a:latin typeface="微软雅黑" charset="0"/>
                <a:ea typeface="微软雅黑" charset="0"/>
              </a:rPr>
              <a:t>港澳子弟班</a:t>
            </a:r>
            <a:endParaRPr kumimoji="1" lang="zh-CN" altLang="en-US" dirty="0">
              <a:latin typeface="微软雅黑" charset="0"/>
              <a:ea typeface="微软雅黑" charset="0"/>
            </a:endParaRPr>
          </a:p>
        </p:txBody>
      </p:sp>
      <p:graphicFrame>
        <p:nvGraphicFramePr>
          <p:cNvPr id="9" name="表格 8"/>
          <p:cNvGraphicFramePr>
            <a:graphicFrameLocks noGrp="1"/>
          </p:cNvGraphicFramePr>
          <p:nvPr>
            <p:custDataLst>
              <p:tags r:id="rId2"/>
            </p:custDataLst>
          </p:nvPr>
        </p:nvGraphicFramePr>
        <p:xfrm>
          <a:off x="207817" y="1164488"/>
          <a:ext cx="11534140" cy="1738630"/>
        </p:xfrm>
        <a:graphic>
          <a:graphicData uri="http://schemas.openxmlformats.org/drawingml/2006/table">
            <a:tbl>
              <a:tblPr firstRow="1" bandRow="1">
                <a:tableStyleId>{5C22544A-7EE6-4342-B048-85BDC9FD1C3A}</a:tableStyleId>
              </a:tblPr>
              <a:tblGrid>
                <a:gridCol w="389255"/>
                <a:gridCol w="3636645"/>
                <a:gridCol w="737235"/>
                <a:gridCol w="774700"/>
                <a:gridCol w="965750"/>
                <a:gridCol w="1257664"/>
                <a:gridCol w="1257664"/>
                <a:gridCol w="1257664"/>
                <a:gridCol w="1257664"/>
              </a:tblGrid>
              <a:tr h="521970">
                <a:tc>
                  <a:txBody>
                    <a:bodyPr/>
                    <a:p>
                      <a:pPr algn="l" fontAlgn="ctr" latinLnBrk="1"/>
                      <a:r>
                        <a:rPr lang="zh-CN" altLang="en-US" sz="1400" b="1" dirty="0">
                          <a:solidFill>
                            <a:schemeClr val="tx1"/>
                          </a:solidFill>
                          <a:effectLst/>
                          <a:latin typeface="微软雅黑" charset="0"/>
                          <a:ea typeface="微软雅黑" charset="0"/>
                        </a:rPr>
                        <a:t>序号</a:t>
                      </a:r>
                      <a:endParaRPr lang="zh-CN" altLang="en-US" sz="1400" b="1" dirty="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b="1">
                          <a:solidFill>
                            <a:schemeClr val="tx1"/>
                          </a:solidFill>
                          <a:effectLst/>
                          <a:latin typeface="微软雅黑" charset="0"/>
                          <a:ea typeface="微软雅黑" charset="0"/>
                        </a:rPr>
                        <a:t>学校名称</a:t>
                      </a:r>
                      <a:endParaRPr lang="zh-CN" altLang="en-US"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b="1">
                          <a:solidFill>
                            <a:schemeClr val="tx1"/>
                          </a:solidFill>
                          <a:effectLst/>
                          <a:latin typeface="微软雅黑" charset="0"/>
                          <a:ea typeface="微软雅黑" charset="0"/>
                        </a:rPr>
                        <a:t>学校性质</a:t>
                      </a:r>
                      <a:endParaRPr lang="zh-CN" altLang="en-US"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b="1">
                          <a:solidFill>
                            <a:schemeClr val="tx1"/>
                          </a:solidFill>
                          <a:effectLst/>
                          <a:latin typeface="微软雅黑" charset="0"/>
                          <a:ea typeface="微软雅黑" charset="0"/>
                        </a:rPr>
                        <a:t>招生范围</a:t>
                      </a:r>
                      <a:endParaRPr lang="zh-CN" altLang="en-US"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b="1">
                          <a:solidFill>
                            <a:schemeClr val="tx1"/>
                          </a:solidFill>
                          <a:effectLst/>
                          <a:latin typeface="微软雅黑" charset="0"/>
                          <a:ea typeface="微软雅黑" charset="0"/>
                        </a:rPr>
                        <a:t>最低分数</a:t>
                      </a:r>
                      <a:endParaRPr lang="zh-CN" altLang="en-US"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b="1">
                          <a:solidFill>
                            <a:schemeClr val="tx1"/>
                          </a:solidFill>
                          <a:effectLst/>
                          <a:latin typeface="微软雅黑" charset="0"/>
                          <a:ea typeface="微软雅黑" charset="0"/>
                        </a:rPr>
                        <a:t>最低分数同分序号</a:t>
                      </a:r>
                      <a:endParaRPr lang="zh-CN" altLang="en-US"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b="1">
                          <a:solidFill>
                            <a:schemeClr val="tx1"/>
                          </a:solidFill>
                          <a:effectLst/>
                          <a:latin typeface="微软雅黑" charset="0"/>
                          <a:ea typeface="微软雅黑" charset="0"/>
                        </a:rPr>
                        <a:t>末位考生志愿序号</a:t>
                      </a:r>
                      <a:endParaRPr lang="zh-CN" altLang="en-US"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b="1">
                          <a:solidFill>
                            <a:schemeClr val="tx1"/>
                          </a:solidFill>
                          <a:effectLst/>
                          <a:latin typeface="微软雅黑" charset="0"/>
                          <a:ea typeface="微软雅黑" charset="0"/>
                        </a:rPr>
                        <a:t>末位考生分数</a:t>
                      </a:r>
                      <a:endParaRPr lang="zh-CN" altLang="en-US"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b="1">
                          <a:solidFill>
                            <a:schemeClr val="tx1"/>
                          </a:solidFill>
                          <a:effectLst/>
                          <a:latin typeface="微软雅黑" charset="0"/>
                          <a:ea typeface="微软雅黑" charset="0"/>
                        </a:rPr>
                        <a:t>末位考生分数同分序号</a:t>
                      </a:r>
                      <a:endParaRPr lang="zh-CN" altLang="en-US"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2110">
                <a:tc>
                  <a:txBody>
                    <a:bodyPr/>
                    <a:p>
                      <a:pPr algn="l" fontAlgn="ctr" latinLnBrk="1"/>
                      <a:r>
                        <a:rPr lang="en-US" altLang="zh-CN" sz="1400">
                          <a:solidFill>
                            <a:schemeClr val="tx1"/>
                          </a:solidFill>
                          <a:effectLst/>
                          <a:latin typeface="微软雅黑" charset="0"/>
                          <a:ea typeface="微软雅黑" charset="0"/>
                        </a:rPr>
                        <a:t>1</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a:solidFill>
                            <a:schemeClr val="tx1"/>
                          </a:solidFill>
                          <a:effectLst/>
                          <a:latin typeface="微软雅黑" charset="0"/>
                          <a:ea typeface="微软雅黑" charset="0"/>
                        </a:rPr>
                        <a:t>广东华侨中学（港澳子弟班）</a:t>
                      </a:r>
                      <a:endParaRPr lang="zh-CN" altLang="en-US"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a:solidFill>
                            <a:schemeClr val="tx1"/>
                          </a:solidFill>
                          <a:effectLst/>
                          <a:latin typeface="微软雅黑" charset="0"/>
                          <a:ea typeface="微软雅黑" charset="0"/>
                        </a:rPr>
                        <a:t>公办</a:t>
                      </a:r>
                      <a:endParaRPr lang="zh-CN" altLang="en-US"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a:solidFill>
                            <a:schemeClr val="tx1"/>
                          </a:solidFill>
                          <a:effectLst/>
                          <a:latin typeface="微软雅黑" charset="0"/>
                          <a:ea typeface="微软雅黑" charset="0"/>
                        </a:rPr>
                        <a:t>全市</a:t>
                      </a:r>
                      <a:endParaRPr lang="zh-CN" altLang="en-US"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b="1">
                          <a:solidFill>
                            <a:schemeClr val="tx1"/>
                          </a:solidFill>
                          <a:effectLst/>
                          <a:latin typeface="微软雅黑" charset="0"/>
                          <a:ea typeface="微软雅黑" charset="0"/>
                        </a:rPr>
                        <a:t>661</a:t>
                      </a:r>
                      <a:endParaRPr lang="en-US" altLang="zh-CN"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a:solidFill>
                            <a:schemeClr val="tx1"/>
                          </a:solidFill>
                          <a:effectLst/>
                          <a:latin typeface="微软雅黑" charset="0"/>
                          <a:ea typeface="微软雅黑" charset="0"/>
                        </a:rPr>
                        <a:t>294</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a:solidFill>
                            <a:schemeClr val="tx1"/>
                          </a:solidFill>
                          <a:effectLst/>
                          <a:latin typeface="微软雅黑" charset="0"/>
                          <a:ea typeface="微软雅黑" charset="0"/>
                        </a:rPr>
                        <a:t>1</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b="1">
                          <a:solidFill>
                            <a:schemeClr val="tx1"/>
                          </a:solidFill>
                          <a:effectLst/>
                          <a:latin typeface="微软雅黑" charset="0"/>
                          <a:ea typeface="微软雅黑" charset="0"/>
                        </a:rPr>
                        <a:t>661</a:t>
                      </a:r>
                      <a:endParaRPr lang="en-US" altLang="zh-CN"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a:solidFill>
                            <a:schemeClr val="tx1"/>
                          </a:solidFill>
                          <a:effectLst/>
                          <a:latin typeface="微软雅黑" charset="0"/>
                          <a:ea typeface="微软雅黑" charset="0"/>
                        </a:rPr>
                        <a:t>294</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p>
                      <a:pPr algn="l" fontAlgn="ctr" latinLnBrk="1"/>
                      <a:r>
                        <a:rPr lang="en-US" altLang="zh-CN" sz="1400">
                          <a:solidFill>
                            <a:schemeClr val="tx1"/>
                          </a:solidFill>
                          <a:effectLst/>
                          <a:latin typeface="微软雅黑" charset="0"/>
                          <a:ea typeface="微软雅黑" charset="0"/>
                        </a:rPr>
                        <a:t>2</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a:solidFill>
                            <a:schemeClr val="tx1"/>
                          </a:solidFill>
                          <a:effectLst/>
                          <a:latin typeface="微软雅黑" charset="0"/>
                          <a:ea typeface="微软雅黑" charset="0"/>
                        </a:rPr>
                        <a:t>广州市培英中学（鹤洞校区）（港澳子弟班）</a:t>
                      </a:r>
                      <a:endParaRPr lang="zh-CN" altLang="en-US"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a:solidFill>
                            <a:schemeClr val="tx1"/>
                          </a:solidFill>
                          <a:effectLst/>
                          <a:latin typeface="微软雅黑" charset="0"/>
                          <a:ea typeface="微软雅黑" charset="0"/>
                        </a:rPr>
                        <a:t>公办</a:t>
                      </a:r>
                      <a:endParaRPr lang="zh-CN" altLang="en-US"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a:solidFill>
                            <a:schemeClr val="tx1"/>
                          </a:solidFill>
                          <a:effectLst/>
                          <a:latin typeface="微软雅黑" charset="0"/>
                          <a:ea typeface="微软雅黑" charset="0"/>
                        </a:rPr>
                        <a:t>全市</a:t>
                      </a:r>
                      <a:endParaRPr lang="zh-CN" altLang="en-US"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b="1">
                          <a:solidFill>
                            <a:schemeClr val="tx1"/>
                          </a:solidFill>
                          <a:effectLst/>
                          <a:latin typeface="微软雅黑" charset="0"/>
                          <a:ea typeface="微软雅黑" charset="0"/>
                        </a:rPr>
                        <a:t>627</a:t>
                      </a:r>
                      <a:endParaRPr lang="en-US" altLang="zh-CN"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a:solidFill>
                            <a:schemeClr val="tx1"/>
                          </a:solidFill>
                          <a:effectLst/>
                          <a:latin typeface="微软雅黑" charset="0"/>
                          <a:ea typeface="微软雅黑" charset="0"/>
                        </a:rPr>
                        <a:t>302</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a:solidFill>
                            <a:schemeClr val="tx1"/>
                          </a:solidFill>
                          <a:effectLst/>
                          <a:latin typeface="微软雅黑" charset="0"/>
                          <a:ea typeface="微软雅黑" charset="0"/>
                        </a:rPr>
                        <a:t>2</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b="1">
                          <a:solidFill>
                            <a:schemeClr val="tx1"/>
                          </a:solidFill>
                          <a:effectLst/>
                          <a:latin typeface="微软雅黑" charset="0"/>
                          <a:ea typeface="微软雅黑" charset="0"/>
                        </a:rPr>
                        <a:t>639</a:t>
                      </a:r>
                      <a:endParaRPr lang="en-US" altLang="zh-CN"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a:solidFill>
                            <a:schemeClr val="tx1"/>
                          </a:solidFill>
                          <a:effectLst/>
                          <a:latin typeface="微软雅黑" charset="0"/>
                          <a:ea typeface="微软雅黑" charset="0"/>
                        </a:rPr>
                        <a:t>318</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p>
                      <a:pPr algn="l" fontAlgn="ctr" latinLnBrk="1"/>
                      <a:r>
                        <a:rPr lang="en-US" altLang="zh-CN" sz="1400">
                          <a:solidFill>
                            <a:schemeClr val="tx1"/>
                          </a:solidFill>
                          <a:effectLst/>
                          <a:latin typeface="微软雅黑" charset="0"/>
                          <a:ea typeface="微软雅黑" charset="0"/>
                        </a:rPr>
                        <a:t>3</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a:solidFill>
                            <a:schemeClr val="tx1"/>
                          </a:solidFill>
                          <a:effectLst/>
                          <a:latin typeface="微软雅黑" charset="0"/>
                          <a:ea typeface="微软雅黑" charset="0"/>
                        </a:rPr>
                        <a:t>广州市花都区邝维煜纪念中学（雅正校区）（港澳子弟班）</a:t>
                      </a:r>
                      <a:endParaRPr lang="zh-CN" altLang="en-US"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a:solidFill>
                            <a:schemeClr val="tx1"/>
                          </a:solidFill>
                          <a:effectLst/>
                          <a:latin typeface="微软雅黑" charset="0"/>
                          <a:ea typeface="微软雅黑" charset="0"/>
                        </a:rPr>
                        <a:t>公办</a:t>
                      </a:r>
                      <a:endParaRPr lang="zh-CN" altLang="en-US"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400">
                          <a:solidFill>
                            <a:schemeClr val="tx1"/>
                          </a:solidFill>
                          <a:effectLst/>
                          <a:latin typeface="微软雅黑" charset="0"/>
                          <a:ea typeface="微软雅黑" charset="0"/>
                        </a:rPr>
                        <a:t>全市</a:t>
                      </a:r>
                      <a:endParaRPr lang="zh-CN" altLang="en-US"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b="1">
                          <a:solidFill>
                            <a:schemeClr val="tx1"/>
                          </a:solidFill>
                          <a:effectLst/>
                          <a:latin typeface="微软雅黑" charset="0"/>
                          <a:ea typeface="微软雅黑" charset="0"/>
                        </a:rPr>
                        <a:t>587</a:t>
                      </a:r>
                      <a:endParaRPr lang="en-US" altLang="zh-CN"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a:solidFill>
                            <a:schemeClr val="tx1"/>
                          </a:solidFill>
                          <a:effectLst/>
                          <a:latin typeface="微软雅黑" charset="0"/>
                          <a:ea typeface="微软雅黑" charset="0"/>
                        </a:rPr>
                        <a:t>310</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a:solidFill>
                            <a:schemeClr val="tx1"/>
                          </a:solidFill>
                          <a:effectLst/>
                          <a:latin typeface="微软雅黑" charset="0"/>
                          <a:ea typeface="微软雅黑" charset="0"/>
                        </a:rPr>
                        <a:t>2</a:t>
                      </a:r>
                      <a:endParaRPr lang="en-US" altLang="zh-CN" sz="140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b="1">
                          <a:solidFill>
                            <a:schemeClr val="tx1"/>
                          </a:solidFill>
                          <a:effectLst/>
                          <a:latin typeface="微软雅黑" charset="0"/>
                          <a:ea typeface="微软雅黑" charset="0"/>
                        </a:rPr>
                        <a:t>626</a:t>
                      </a:r>
                      <a:endParaRPr lang="en-US" altLang="zh-CN" sz="1400" b="1">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400" dirty="0">
                          <a:solidFill>
                            <a:schemeClr val="tx1"/>
                          </a:solidFill>
                          <a:effectLst/>
                          <a:latin typeface="微软雅黑" charset="0"/>
                          <a:ea typeface="微软雅黑" charset="0"/>
                        </a:rPr>
                        <a:t>369</a:t>
                      </a:r>
                      <a:endParaRPr lang="en-US" altLang="zh-CN" sz="1400" dirty="0">
                        <a:solidFill>
                          <a:schemeClr val="tx1"/>
                        </a:solidFill>
                        <a:effectLst/>
                        <a:latin typeface="微软雅黑" charset="0"/>
                        <a:ea typeface="微软雅黑" charset="0"/>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文本框 6"/>
          <p:cNvSpPr txBox="1"/>
          <p:nvPr/>
        </p:nvSpPr>
        <p:spPr>
          <a:xfrm>
            <a:off x="207645" y="3039745"/>
            <a:ext cx="6096000" cy="368300"/>
          </a:xfrm>
          <a:prstGeom prst="rect">
            <a:avLst/>
          </a:prstGeom>
          <a:noFill/>
        </p:spPr>
        <p:txBody>
          <a:bodyPr wrap="square" rtlCol="0" anchor="t">
            <a:spAutoFit/>
          </a:bodyPr>
          <a:p>
            <a:pPr algn="just"/>
            <a:r>
              <a:rPr kumimoji="1" lang="zh-CN" altLang="en-US" dirty="0">
                <a:latin typeface="微软雅黑" charset="0"/>
                <a:ea typeface="微软雅黑" charset="0"/>
                <a:sym typeface="+mn-ea"/>
              </a:rPr>
              <a:t>中本贯通</a:t>
            </a:r>
            <a:endParaRPr kumimoji="1" lang="zh-CN" altLang="en-US" dirty="0">
              <a:latin typeface="微软雅黑" charset="0"/>
              <a:ea typeface="微软雅黑" charset="0"/>
              <a:sym typeface="+mn-ea"/>
            </a:endParaRPr>
          </a:p>
        </p:txBody>
      </p:sp>
      <p:graphicFrame>
        <p:nvGraphicFramePr>
          <p:cNvPr id="8" name="表格 7"/>
          <p:cNvGraphicFramePr>
            <a:graphicFrameLocks noGrp="1"/>
          </p:cNvGraphicFramePr>
          <p:nvPr>
            <p:custDataLst>
              <p:tags r:id="rId3"/>
            </p:custDataLst>
          </p:nvPr>
        </p:nvGraphicFramePr>
        <p:xfrm>
          <a:off x="207645" y="3631565"/>
          <a:ext cx="11533505" cy="1931670"/>
        </p:xfrm>
        <a:graphic>
          <a:graphicData uri="http://schemas.openxmlformats.org/drawingml/2006/table">
            <a:tbl>
              <a:tblPr firstRow="1" bandRow="1">
                <a:tableStyleId>{5C22544A-7EE6-4342-B048-85BDC9FD1C3A}</a:tableStyleId>
              </a:tblPr>
              <a:tblGrid>
                <a:gridCol w="389890"/>
                <a:gridCol w="2172970"/>
                <a:gridCol w="528320"/>
                <a:gridCol w="2035175"/>
                <a:gridCol w="1280795"/>
                <a:gridCol w="1282065"/>
                <a:gridCol w="1281430"/>
                <a:gridCol w="1282065"/>
                <a:gridCol w="1280795"/>
              </a:tblGrid>
              <a:tr h="461010">
                <a:tc>
                  <a:txBody>
                    <a:bodyPr/>
                    <a:p>
                      <a:pPr algn="l" fontAlgn="ctr" latinLnBrk="1"/>
                      <a:r>
                        <a:rPr lang="zh-CN" altLang="en-US" sz="1200" b="1" i="0" kern="1200" dirty="0">
                          <a:solidFill>
                            <a:schemeClr val="tx1"/>
                          </a:solidFill>
                          <a:effectLst/>
                          <a:latin typeface="+mn-lt"/>
                          <a:ea typeface="+mn-ea"/>
                          <a:cs typeface="+mn-cs"/>
                        </a:rPr>
                        <a:t>序号</a:t>
                      </a:r>
                      <a:endParaRPr lang="zh-CN" altLang="en-US" sz="12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b="1" dirty="0">
                          <a:solidFill>
                            <a:schemeClr val="tx1"/>
                          </a:solidFill>
                          <a:effectLst/>
                          <a:latin typeface="微软雅黑" pitchFamily="34" charset="-122"/>
                          <a:ea typeface="微软雅黑" pitchFamily="34" charset="-122"/>
                        </a:rPr>
                        <a:t>学校名称</a:t>
                      </a:r>
                      <a:endParaRPr lang="zh-CN" altLang="en-US" sz="12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b="1">
                          <a:solidFill>
                            <a:schemeClr val="tx1"/>
                          </a:solidFill>
                          <a:effectLst/>
                          <a:latin typeface="微软雅黑" pitchFamily="34" charset="-122"/>
                          <a:ea typeface="微软雅黑" pitchFamily="34" charset="-122"/>
                        </a:rPr>
                        <a:t>类别</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b="1">
                          <a:solidFill>
                            <a:schemeClr val="tx1"/>
                          </a:solidFill>
                          <a:effectLst/>
                          <a:latin typeface="微软雅黑" pitchFamily="34" charset="-122"/>
                          <a:ea typeface="微软雅黑" pitchFamily="34" charset="-122"/>
                        </a:rPr>
                        <a:t>专业名称与方向</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b="1">
                          <a:solidFill>
                            <a:schemeClr val="tx1"/>
                          </a:solidFill>
                          <a:effectLst/>
                          <a:latin typeface="微软雅黑" pitchFamily="34" charset="-122"/>
                          <a:ea typeface="微软雅黑" pitchFamily="34" charset="-122"/>
                        </a:rPr>
                        <a:t>最低分数</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b="1">
                          <a:solidFill>
                            <a:schemeClr val="tx1"/>
                          </a:solidFill>
                          <a:effectLst/>
                          <a:latin typeface="微软雅黑" pitchFamily="34" charset="-122"/>
                          <a:ea typeface="微软雅黑" pitchFamily="34" charset="-122"/>
                        </a:rPr>
                        <a:t>最低分数同分序号</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b="1">
                          <a:solidFill>
                            <a:schemeClr val="tx1"/>
                          </a:solidFill>
                          <a:effectLst/>
                          <a:latin typeface="微软雅黑" pitchFamily="34" charset="-122"/>
                          <a:ea typeface="微软雅黑" pitchFamily="34" charset="-122"/>
                        </a:rPr>
                        <a:t>末位考生分数</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b="1">
                          <a:solidFill>
                            <a:schemeClr val="tx1"/>
                          </a:solidFill>
                          <a:effectLst/>
                          <a:latin typeface="微软雅黑" pitchFamily="34" charset="-122"/>
                          <a:ea typeface="微软雅黑" pitchFamily="34" charset="-122"/>
                        </a:rPr>
                        <a:t>末位考生同分序号</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b="1">
                          <a:solidFill>
                            <a:schemeClr val="tx1"/>
                          </a:solidFill>
                          <a:effectLst/>
                          <a:latin typeface="微软雅黑" pitchFamily="34" charset="-122"/>
                          <a:ea typeface="微软雅黑" pitchFamily="34" charset="-122"/>
                        </a:rPr>
                        <a:t>末位考生学校志愿序号</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3890">
                <a:tc>
                  <a:txBody>
                    <a:bodyPr/>
                    <a:p>
                      <a:pPr algn="l" fontAlgn="ctr" latinLnBrk="1"/>
                      <a:r>
                        <a:rPr lang="en-US" altLang="zh-CN" sz="1200">
                          <a:solidFill>
                            <a:schemeClr val="tx1"/>
                          </a:solidFill>
                          <a:effectLst/>
                          <a:latin typeface="微软雅黑" pitchFamily="34" charset="-122"/>
                          <a:ea typeface="微软雅黑" pitchFamily="34" charset="-122"/>
                        </a:rPr>
                        <a:t>1</a:t>
                      </a:r>
                      <a:endParaRPr lang="en-US" altLang="zh-CN"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a:solidFill>
                            <a:schemeClr val="tx1"/>
                          </a:solidFill>
                          <a:effectLst/>
                          <a:latin typeface="微软雅黑" pitchFamily="34" charset="-122"/>
                          <a:ea typeface="微软雅黑" pitchFamily="34" charset="-122"/>
                        </a:rPr>
                        <a:t>广州市交通运输职业学校（公办，校本部增城区科教城校区）</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a:solidFill>
                            <a:schemeClr val="tx1"/>
                          </a:solidFill>
                          <a:effectLst/>
                          <a:latin typeface="微软雅黑" pitchFamily="34" charset="-122"/>
                          <a:ea typeface="微软雅黑" pitchFamily="34" charset="-122"/>
                        </a:rPr>
                        <a:t>中本贯通</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dirty="0">
                          <a:solidFill>
                            <a:schemeClr val="tx1"/>
                          </a:solidFill>
                          <a:effectLst/>
                          <a:latin typeface="微软雅黑" pitchFamily="34" charset="-122"/>
                          <a:ea typeface="微软雅黑" pitchFamily="34" charset="-122"/>
                        </a:rPr>
                        <a:t>新能源汽车运用与维修（对口本科高校与专业：广州航海学院（车辆工程））</a:t>
                      </a:r>
                      <a:endParaRPr lang="zh-CN" altLang="en-US" sz="12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b="1" dirty="0">
                          <a:solidFill>
                            <a:schemeClr val="tx1"/>
                          </a:solidFill>
                          <a:effectLst/>
                          <a:latin typeface="微软雅黑" pitchFamily="34" charset="-122"/>
                          <a:ea typeface="微软雅黑" pitchFamily="34" charset="-122"/>
                        </a:rPr>
                        <a:t>638</a:t>
                      </a:r>
                      <a:endParaRPr lang="zh-CN" altLang="en-US" sz="16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dirty="0">
                          <a:solidFill>
                            <a:schemeClr val="tx1"/>
                          </a:solidFill>
                          <a:effectLst/>
                          <a:latin typeface="微软雅黑" pitchFamily="34" charset="-122"/>
                          <a:ea typeface="微软雅黑" pitchFamily="34" charset="-122"/>
                        </a:rPr>
                        <a:t>273</a:t>
                      </a:r>
                      <a:endParaRPr lang="en-US" altLang="zh-CN" sz="16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b="1" dirty="0">
                          <a:solidFill>
                            <a:schemeClr val="tx1"/>
                          </a:solidFill>
                          <a:effectLst/>
                          <a:latin typeface="微软雅黑" pitchFamily="34" charset="-122"/>
                          <a:ea typeface="微软雅黑" pitchFamily="34" charset="-122"/>
                        </a:rPr>
                        <a:t>638</a:t>
                      </a:r>
                      <a:endParaRPr lang="zh-CN" altLang="en-US" sz="16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dirty="0">
                          <a:solidFill>
                            <a:schemeClr val="tx1"/>
                          </a:solidFill>
                          <a:effectLst/>
                          <a:latin typeface="微软雅黑" pitchFamily="34" charset="-122"/>
                          <a:ea typeface="微软雅黑" pitchFamily="34" charset="-122"/>
                        </a:rPr>
                        <a:t>273</a:t>
                      </a:r>
                      <a:endParaRPr lang="en-US" altLang="zh-CN" sz="16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dirty="0">
                          <a:solidFill>
                            <a:schemeClr val="tx1"/>
                          </a:solidFill>
                          <a:effectLst/>
                          <a:latin typeface="微软雅黑" pitchFamily="34" charset="-122"/>
                          <a:ea typeface="微软雅黑" pitchFamily="34" charset="-122"/>
                        </a:rPr>
                        <a:t>1</a:t>
                      </a:r>
                      <a:endParaRPr lang="en-US" altLang="zh-CN" sz="16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26770">
                <a:tc>
                  <a:txBody>
                    <a:bodyPr/>
                    <a:p>
                      <a:pPr algn="l" fontAlgn="ctr" latinLnBrk="1"/>
                      <a:r>
                        <a:rPr lang="en-US" altLang="zh-CN" sz="1200">
                          <a:solidFill>
                            <a:schemeClr val="tx1"/>
                          </a:solidFill>
                          <a:effectLst/>
                          <a:latin typeface="微软雅黑" pitchFamily="34" charset="-122"/>
                          <a:ea typeface="微软雅黑" pitchFamily="34" charset="-122"/>
                        </a:rPr>
                        <a:t>2</a:t>
                      </a:r>
                      <a:endParaRPr lang="en-US" altLang="zh-CN"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a:solidFill>
                            <a:schemeClr val="tx1"/>
                          </a:solidFill>
                          <a:effectLst/>
                          <a:latin typeface="微软雅黑" pitchFamily="34" charset="-122"/>
                          <a:ea typeface="微软雅黑" pitchFamily="34" charset="-122"/>
                        </a:rPr>
                        <a:t>广州市轻工职业学校（公办，校本部（科教城校区））</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a:solidFill>
                            <a:schemeClr val="tx1"/>
                          </a:solidFill>
                          <a:effectLst/>
                          <a:latin typeface="微软雅黑" pitchFamily="34" charset="-122"/>
                          <a:ea typeface="微软雅黑" pitchFamily="34" charset="-122"/>
                        </a:rPr>
                        <a:t>中本贯通</a:t>
                      </a:r>
                      <a:endParaRPr lang="zh-CN" altLang="en-US" sz="12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zh-CN" altLang="en-US" sz="1200" dirty="0">
                          <a:solidFill>
                            <a:schemeClr val="tx1"/>
                          </a:solidFill>
                          <a:effectLst/>
                          <a:latin typeface="微软雅黑" pitchFamily="34" charset="-122"/>
                          <a:ea typeface="微软雅黑" pitchFamily="34" charset="-122"/>
                        </a:rPr>
                        <a:t>机电技术应用（对口本科高校与专业：广东轻工职业技术大学（机械电子工程技术））</a:t>
                      </a:r>
                      <a:endParaRPr lang="zh-CN" altLang="en-US" sz="12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b="1">
                          <a:solidFill>
                            <a:schemeClr val="tx1"/>
                          </a:solidFill>
                          <a:effectLst/>
                          <a:latin typeface="微软雅黑" pitchFamily="34" charset="-122"/>
                          <a:ea typeface="微软雅黑" pitchFamily="34" charset="-122"/>
                        </a:rPr>
                        <a:t>655</a:t>
                      </a:r>
                      <a:endParaRPr lang="zh-CN" altLang="en-US" sz="16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a:solidFill>
                            <a:schemeClr val="tx1"/>
                          </a:solidFill>
                          <a:effectLst/>
                          <a:latin typeface="微软雅黑" pitchFamily="34" charset="-122"/>
                          <a:ea typeface="微软雅黑" pitchFamily="34" charset="-122"/>
                        </a:rPr>
                        <a:t>88</a:t>
                      </a:r>
                      <a:endParaRPr lang="en-US" altLang="zh-CN" sz="16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b="1">
                          <a:solidFill>
                            <a:schemeClr val="tx1"/>
                          </a:solidFill>
                          <a:effectLst/>
                          <a:latin typeface="微软雅黑" pitchFamily="34" charset="-122"/>
                          <a:ea typeface="微软雅黑" pitchFamily="34" charset="-122"/>
                        </a:rPr>
                        <a:t>655</a:t>
                      </a:r>
                      <a:endParaRPr lang="zh-CN" altLang="en-US" sz="16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a:solidFill>
                            <a:schemeClr val="tx1"/>
                          </a:solidFill>
                          <a:effectLst/>
                          <a:latin typeface="微软雅黑" pitchFamily="34" charset="-122"/>
                          <a:ea typeface="微软雅黑" pitchFamily="34" charset="-122"/>
                        </a:rPr>
                        <a:t>88</a:t>
                      </a:r>
                      <a:endParaRPr lang="en-US" altLang="zh-CN" sz="160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l" fontAlgn="ctr" latinLnBrk="1"/>
                      <a:r>
                        <a:rPr lang="en-US" altLang="zh-CN" sz="1600" dirty="0">
                          <a:solidFill>
                            <a:schemeClr val="tx1"/>
                          </a:solidFill>
                          <a:effectLst/>
                          <a:latin typeface="微软雅黑" pitchFamily="34" charset="-122"/>
                          <a:ea typeface="微软雅黑" pitchFamily="34" charset="-122"/>
                        </a:rPr>
                        <a:t>1</a:t>
                      </a:r>
                      <a:endParaRPr lang="en-US" altLang="zh-CN" sz="1600" dirty="0">
                        <a:solidFill>
                          <a:schemeClr val="tx1"/>
                        </a:solidFill>
                        <a:effectLst/>
                        <a:latin typeface="微软雅黑" pitchFamily="34" charset="-122"/>
                        <a:ea typeface="微软雅黑" pitchFamily="34" charset="-122"/>
                      </a:endParaRPr>
                    </a:p>
                  </a:txBody>
                  <a:tcPr marL="66675" marR="6667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1"/>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第一批</a:t>
            </a:r>
            <a:endParaRPr lang="zh-CN" altLang="en-US" sz="2800" b="1" dirty="0">
              <a:solidFill>
                <a:schemeClr val="tx1"/>
              </a:solidFill>
            </a:endParaRPr>
          </a:p>
        </p:txBody>
      </p:sp>
      <p:sp>
        <p:nvSpPr>
          <p:cNvPr id="4" name="流程图: 可选过程 3"/>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5" name="流程图: 可选过程 4"/>
          <p:cNvSpPr/>
          <p:nvPr/>
        </p:nvSpPr>
        <p:spPr>
          <a:xfrm>
            <a:off x="4815840" y="16510"/>
            <a:ext cx="2640330"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solidFill>
                  <a:srgbClr val="000000"/>
                </a:solidFill>
              </a:defRPr>
            </a:pPr>
            <a:r>
              <a:rPr lang="zh-CN" altLang="en-US" sz="2800" b="1" dirty="0">
                <a:solidFill>
                  <a:schemeClr val="tx1"/>
                </a:solidFill>
                <a:sym typeface="+mn-ea"/>
              </a:rPr>
              <a:t>对应分数要求</a:t>
            </a:r>
            <a:endParaRPr lang="zh-CN" altLang="en-US" sz="2800" b="1" dirty="0">
              <a:solidFill>
                <a:schemeClr val="tx1"/>
              </a:solidFill>
            </a:endParaRPr>
          </a:p>
        </p:txBody>
      </p:sp>
      <p:sp>
        <p:nvSpPr>
          <p:cNvPr id="9" name="文本框 8"/>
          <p:cNvSpPr txBox="1"/>
          <p:nvPr/>
        </p:nvSpPr>
        <p:spPr>
          <a:xfrm>
            <a:off x="358056" y="875602"/>
            <a:ext cx="10252128" cy="584775"/>
          </a:xfrm>
          <a:prstGeom prst="rect">
            <a:avLst/>
          </a:prstGeom>
          <a:noFill/>
        </p:spPr>
        <p:txBody>
          <a:bodyPr wrap="square">
            <a:spAutoFit/>
          </a:bodyPr>
          <a:lstStyle/>
          <a:p>
            <a:pPr algn="just"/>
            <a:r>
              <a:rPr kumimoji="1" lang="zh-CN" altLang="en-US" sz="3200" dirty="0"/>
              <a:t>外语和艺术类</a:t>
            </a:r>
            <a:endParaRPr kumimoji="1" lang="zh-CN" altLang="en-US" sz="3200" dirty="0"/>
          </a:p>
        </p:txBody>
      </p:sp>
      <p:graphicFrame>
        <p:nvGraphicFramePr>
          <p:cNvPr id="3" name="表格 2"/>
          <p:cNvGraphicFramePr>
            <a:graphicFrameLocks noGrp="1"/>
          </p:cNvGraphicFramePr>
          <p:nvPr/>
        </p:nvGraphicFramePr>
        <p:xfrm>
          <a:off x="358056" y="1460377"/>
          <a:ext cx="11296916" cy="4103370"/>
        </p:xfrm>
        <a:graphic>
          <a:graphicData uri="http://schemas.openxmlformats.org/drawingml/2006/table">
            <a:tbl>
              <a:tblPr firstRow="1" bandRow="1">
                <a:tableStyleId>{5940675A-B579-460E-94D1-54222C63F5DA}</a:tableStyleId>
              </a:tblPr>
              <a:tblGrid>
                <a:gridCol w="585373"/>
                <a:gridCol w="2387969"/>
                <a:gridCol w="706120"/>
                <a:gridCol w="1166400"/>
                <a:gridCol w="1146341"/>
                <a:gridCol w="1196950"/>
                <a:gridCol w="920731"/>
                <a:gridCol w="1058840"/>
                <a:gridCol w="1058840"/>
                <a:gridCol w="1069352"/>
              </a:tblGrid>
              <a:tr h="1014944">
                <a:tc>
                  <a:txBody>
                    <a:bodyPr/>
                    <a:lstStyle/>
                    <a:p>
                      <a:pPr algn="ctr"/>
                      <a:r>
                        <a:rPr lang="zh-CN" altLang="en-US" sz="1800" dirty="0">
                          <a:latin typeface="+mn-ea"/>
                          <a:ea typeface="+mn-ea"/>
                        </a:rPr>
                        <a:t>序号</a:t>
                      </a:r>
                      <a:endParaRPr lang="zh-CN" altLang="en-US" sz="1800" dirty="0">
                        <a:latin typeface="+mn-ea"/>
                        <a:ea typeface="+mn-ea"/>
                      </a:endParaRPr>
                    </a:p>
                  </a:txBody>
                  <a:tcPr anchor="ctr">
                    <a:solidFill>
                      <a:schemeClr val="bg1"/>
                    </a:solidFill>
                  </a:tcPr>
                </a:tc>
                <a:tc>
                  <a:txBody>
                    <a:bodyPr/>
                    <a:lstStyle/>
                    <a:p>
                      <a:pPr algn="ctr"/>
                      <a:r>
                        <a:rPr lang="zh-CN" altLang="en-US" sz="1800" dirty="0">
                          <a:latin typeface="+mn-ea"/>
                          <a:ea typeface="+mn-ea"/>
                        </a:rPr>
                        <a:t>学校名称</a:t>
                      </a:r>
                      <a:endParaRPr lang="zh-CN" altLang="en-US" sz="1800" dirty="0">
                        <a:latin typeface="+mn-ea"/>
                        <a:ea typeface="+mn-ea"/>
                      </a:endParaRPr>
                    </a:p>
                  </a:txBody>
                  <a:tcPr anchor="ctr">
                    <a:solidFill>
                      <a:schemeClr val="bg1"/>
                    </a:solidFill>
                  </a:tcPr>
                </a:tc>
                <a:tc>
                  <a:txBody>
                    <a:bodyPr/>
                    <a:lstStyle/>
                    <a:p>
                      <a:pPr algn="ctr"/>
                      <a:r>
                        <a:rPr lang="zh-CN" altLang="en-US" sz="1800" dirty="0">
                          <a:latin typeface="+mn-ea"/>
                          <a:ea typeface="+mn-ea"/>
                        </a:rPr>
                        <a:t>学校性质</a:t>
                      </a:r>
                      <a:endParaRPr lang="zh-CN" altLang="en-US" sz="1800" dirty="0">
                        <a:latin typeface="+mn-ea"/>
                        <a:ea typeface="+mn-ea"/>
                      </a:endParaRPr>
                    </a:p>
                  </a:txBody>
                  <a:tcPr anchor="ctr">
                    <a:solidFill>
                      <a:schemeClr val="bg1"/>
                    </a:solidFill>
                  </a:tcPr>
                </a:tc>
                <a:tc>
                  <a:txBody>
                    <a:bodyPr/>
                    <a:lstStyle/>
                    <a:p>
                      <a:pPr algn="ctr"/>
                      <a:r>
                        <a:rPr lang="zh-CN" altLang="en-US" sz="1800" dirty="0">
                          <a:latin typeface="+mn-ea"/>
                          <a:ea typeface="+mn-ea"/>
                        </a:rPr>
                        <a:t>招生范围</a:t>
                      </a:r>
                      <a:endParaRPr lang="zh-CN" altLang="en-US" sz="1800" dirty="0">
                        <a:latin typeface="+mn-ea"/>
                        <a:ea typeface="+mn-ea"/>
                      </a:endParaRPr>
                    </a:p>
                  </a:txBody>
                  <a:tcPr anchor="ctr">
                    <a:solidFill>
                      <a:schemeClr val="bg1"/>
                    </a:solidFill>
                  </a:tcPr>
                </a:tc>
                <a:tc>
                  <a:txBody>
                    <a:bodyPr/>
                    <a:lstStyle/>
                    <a:p>
                      <a:pPr algn="ctr"/>
                      <a:r>
                        <a:rPr lang="zh-CN" altLang="en-US" sz="1800" dirty="0">
                          <a:latin typeface="+mn-ea"/>
                          <a:ea typeface="+mn-ea"/>
                        </a:rPr>
                        <a:t>户籍生最低分数</a:t>
                      </a:r>
                      <a:endParaRPr lang="zh-CN" altLang="en-US" sz="1800" dirty="0">
                        <a:latin typeface="+mn-ea"/>
                        <a:ea typeface="+mn-ea"/>
                      </a:endParaRPr>
                    </a:p>
                  </a:txBody>
                  <a:tcPr anchor="ctr">
                    <a:solidFill>
                      <a:schemeClr val="bg1"/>
                    </a:solidFill>
                  </a:tcPr>
                </a:tc>
                <a:tc>
                  <a:txBody>
                    <a:bodyPr/>
                    <a:lstStyle/>
                    <a:p>
                      <a:pPr algn="ctr"/>
                      <a:r>
                        <a:rPr lang="zh-CN" altLang="en-US" sz="1800" dirty="0">
                          <a:latin typeface="+mn-ea"/>
                          <a:ea typeface="+mn-ea"/>
                        </a:rPr>
                        <a:t>户籍生最低分数同分序号</a:t>
                      </a:r>
                      <a:endParaRPr lang="zh-CN" altLang="en-US" sz="1800" dirty="0">
                        <a:latin typeface="+mn-ea"/>
                        <a:ea typeface="+mn-ea"/>
                      </a:endParaRPr>
                    </a:p>
                  </a:txBody>
                  <a:tcPr anchor="ctr">
                    <a:solidFill>
                      <a:schemeClr val="bg1"/>
                    </a:solidFill>
                  </a:tcPr>
                </a:tc>
                <a:tc>
                  <a:txBody>
                    <a:bodyPr/>
                    <a:lstStyle/>
                    <a:p>
                      <a:pPr algn="ctr"/>
                      <a:r>
                        <a:rPr lang="zh-CN" altLang="en-US" sz="1800" dirty="0">
                          <a:latin typeface="+mn-ea"/>
                          <a:ea typeface="+mn-ea"/>
                        </a:rPr>
                        <a:t>非户籍生最低分数</a:t>
                      </a:r>
                      <a:endParaRPr lang="zh-CN" altLang="en-US" sz="1800" dirty="0">
                        <a:latin typeface="+mn-ea"/>
                        <a:ea typeface="+mn-ea"/>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dirty="0">
                          <a:latin typeface="+mn-ea"/>
                          <a:ea typeface="+mn-ea"/>
                        </a:rPr>
                        <a:t>非户籍生最低分数同分序号</a:t>
                      </a:r>
                      <a:endParaRPr lang="zh-CN" altLang="en-US" sz="1800" dirty="0">
                        <a:latin typeface="+mn-ea"/>
                        <a:ea typeface="+mn-ea"/>
                      </a:endParaRPr>
                    </a:p>
                  </a:txBody>
                  <a:tcPr anchor="ctr">
                    <a:solidFill>
                      <a:schemeClr val="bg1"/>
                    </a:solidFill>
                  </a:tcPr>
                </a:tc>
                <a:tc>
                  <a:txBody>
                    <a:bodyPr/>
                    <a:lstStyle/>
                    <a:p>
                      <a:pPr algn="ctr"/>
                      <a:r>
                        <a:rPr lang="zh-CN" altLang="en-US" sz="1800" dirty="0">
                          <a:latin typeface="+mn-ea"/>
                          <a:ea typeface="+mn-ea"/>
                        </a:rPr>
                        <a:t>英语成绩最低分数</a:t>
                      </a:r>
                      <a:endParaRPr lang="zh-CN" altLang="en-US" sz="1800" dirty="0">
                        <a:latin typeface="+mn-ea"/>
                        <a:ea typeface="+mn-ea"/>
                      </a:endParaRPr>
                    </a:p>
                  </a:txBody>
                  <a:tcPr anchor="ctr">
                    <a:solidFill>
                      <a:schemeClr val="bg1"/>
                    </a:solidFill>
                  </a:tcPr>
                </a:tc>
                <a:tc>
                  <a:txBody>
                    <a:bodyPr/>
                    <a:lstStyle/>
                    <a:p>
                      <a:pPr algn="ctr"/>
                      <a:r>
                        <a:rPr lang="zh-CN" altLang="en-US" sz="1800" dirty="0">
                          <a:latin typeface="+mn-ea"/>
                          <a:ea typeface="+mn-ea"/>
                        </a:rPr>
                        <a:t>专业测试最低分数</a:t>
                      </a:r>
                      <a:endParaRPr lang="zh-CN" altLang="en-US" sz="1800" dirty="0">
                        <a:latin typeface="+mn-ea"/>
                        <a:ea typeface="+mn-ea"/>
                      </a:endParaRPr>
                    </a:p>
                  </a:txBody>
                  <a:tcPr anchor="ctr">
                    <a:solidFill>
                      <a:schemeClr val="bg1"/>
                    </a:solidFill>
                  </a:tcPr>
                </a:tc>
              </a:tr>
              <a:tr h="497713">
                <a:tc>
                  <a:txBody>
                    <a:bodyPr/>
                    <a:lstStyle/>
                    <a:p>
                      <a:pPr algn="l" fontAlgn="ctr" latinLnBrk="1"/>
                      <a:r>
                        <a:rPr lang="en-US" altLang="zh-CN" sz="1600" dirty="0">
                          <a:effectLst/>
                          <a:latin typeface="+mn-ea"/>
                          <a:ea typeface="+mn-ea"/>
                        </a:rPr>
                        <a:t>1</a:t>
                      </a:r>
                      <a:endParaRPr lang="en-US" altLang="zh-CN" sz="1600" dirty="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广州外国语学校（统一计划）</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公办</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全市</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dirty="0">
                          <a:effectLst/>
                          <a:latin typeface="+mn-ea"/>
                          <a:ea typeface="+mn-ea"/>
                        </a:rPr>
                        <a:t>733</a:t>
                      </a:r>
                      <a:endParaRPr lang="zh-CN" altLang="en-US" sz="1600" dirty="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dirty="0">
                          <a:effectLst/>
                          <a:latin typeface="+mn-ea"/>
                          <a:ea typeface="+mn-ea"/>
                        </a:rPr>
                        <a:t>275</a:t>
                      </a:r>
                      <a:endParaRPr lang="en-US" altLang="zh-CN" sz="1600" dirty="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a:effectLst/>
                          <a:latin typeface="+mn-ea"/>
                          <a:ea typeface="+mn-ea"/>
                        </a:rPr>
                        <a:t>733</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a:effectLst/>
                          <a:latin typeface="+mn-ea"/>
                          <a:ea typeface="+mn-ea"/>
                        </a:rPr>
                        <a:t>188</a:t>
                      </a:r>
                      <a:endParaRPr lang="en-US" altLang="zh-CN"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a:effectLst/>
                          <a:latin typeface="+mn-ea"/>
                          <a:ea typeface="+mn-ea"/>
                        </a:rPr>
                        <a:t>100</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br>
                        <a:rPr lang="zh-CN" altLang="en-US" sz="1600">
                          <a:effectLst/>
                          <a:latin typeface="+mn-ea"/>
                          <a:ea typeface="+mn-ea"/>
                        </a:rPr>
                      </a:br>
                      <a:endParaRPr lang="zh-CN" altLang="en-US" sz="1600">
                        <a:effectLst/>
                        <a:latin typeface="+mn-ea"/>
                        <a:ea typeface="+mn-ea"/>
                      </a:endParaRPr>
                    </a:p>
                  </a:txBody>
                  <a:tcPr marL="66675" marR="66675" marT="47625" marB="47625" anchor="ctr">
                    <a:solidFill>
                      <a:schemeClr val="bg1"/>
                    </a:solidFill>
                  </a:tcPr>
                </a:tc>
              </a:tr>
              <a:tr h="497713">
                <a:tc>
                  <a:txBody>
                    <a:bodyPr/>
                    <a:lstStyle/>
                    <a:p>
                      <a:pPr algn="l" fontAlgn="ctr" latinLnBrk="1"/>
                      <a:r>
                        <a:rPr lang="en-US" altLang="zh-CN" sz="1600">
                          <a:effectLst/>
                          <a:latin typeface="+mn-ea"/>
                          <a:ea typeface="+mn-ea"/>
                        </a:rPr>
                        <a:t>2</a:t>
                      </a:r>
                      <a:endParaRPr lang="en-US" altLang="zh-CN"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广州市艺术中学（越秀校区）（美术类）</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公办</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全市</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a:effectLst/>
                          <a:latin typeface="+mn-ea"/>
                          <a:ea typeface="+mn-ea"/>
                        </a:rPr>
                        <a:t>488</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dirty="0">
                          <a:effectLst/>
                          <a:latin typeface="+mn-ea"/>
                          <a:ea typeface="+mn-ea"/>
                        </a:rPr>
                        <a:t>19</a:t>
                      </a:r>
                      <a:endParaRPr lang="en-US" altLang="zh-CN" sz="1600" dirty="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dirty="0">
                          <a:effectLst/>
                          <a:latin typeface="+mn-ea"/>
                          <a:ea typeface="+mn-ea"/>
                        </a:rPr>
                        <a:t>489</a:t>
                      </a:r>
                      <a:endParaRPr lang="zh-CN" altLang="en-US" sz="1600" dirty="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dirty="0">
                          <a:effectLst/>
                          <a:latin typeface="+mn-ea"/>
                          <a:ea typeface="+mn-ea"/>
                        </a:rPr>
                        <a:t>157</a:t>
                      </a:r>
                      <a:endParaRPr lang="en-US" altLang="zh-CN" sz="1600" dirty="0">
                        <a:effectLst/>
                        <a:latin typeface="+mn-ea"/>
                        <a:ea typeface="+mn-ea"/>
                      </a:endParaRPr>
                    </a:p>
                  </a:txBody>
                  <a:tcPr marL="66675" marR="66675" marT="47625" marB="47625" anchor="ctr">
                    <a:solidFill>
                      <a:schemeClr val="bg1"/>
                    </a:solidFill>
                  </a:tcPr>
                </a:tc>
                <a:tc>
                  <a:txBody>
                    <a:bodyPr/>
                    <a:lstStyle/>
                    <a:p>
                      <a:pPr algn="ctr" fontAlgn="ctr" latinLnBrk="1"/>
                      <a:br>
                        <a:rPr lang="zh-CN" altLang="en-US" sz="1600" dirty="0">
                          <a:effectLst/>
                          <a:latin typeface="+mn-ea"/>
                          <a:ea typeface="+mn-ea"/>
                        </a:rPr>
                      </a:br>
                      <a:endParaRPr lang="zh-CN" altLang="en-US" sz="1600" dirty="0">
                        <a:effectLst/>
                        <a:latin typeface="+mn-ea"/>
                        <a:ea typeface="+mn-ea"/>
                      </a:endParaRPr>
                    </a:p>
                  </a:txBody>
                  <a:tcPr marL="66675" marR="66675" marT="47625" marB="47625" anchor="ctr">
                    <a:solidFill>
                      <a:schemeClr val="bg1"/>
                    </a:solidFill>
                  </a:tcPr>
                </a:tc>
                <a:tc>
                  <a:txBody>
                    <a:bodyPr/>
                    <a:lstStyle/>
                    <a:p>
                      <a:pPr algn="ctr" fontAlgn="ctr" latinLnBrk="1"/>
                      <a:r>
                        <a:rPr lang="zh-CN" altLang="en-US" sz="1600" b="1">
                          <a:effectLst/>
                          <a:latin typeface="+mn-ea"/>
                          <a:ea typeface="+mn-ea"/>
                        </a:rPr>
                        <a:t>合格</a:t>
                      </a:r>
                      <a:endParaRPr lang="zh-CN" altLang="en-US" sz="1600">
                        <a:effectLst/>
                        <a:latin typeface="+mn-ea"/>
                        <a:ea typeface="+mn-ea"/>
                      </a:endParaRPr>
                    </a:p>
                  </a:txBody>
                  <a:tcPr marL="66675" marR="66675" marT="47625" marB="47625" anchor="ctr">
                    <a:solidFill>
                      <a:schemeClr val="bg1"/>
                    </a:solidFill>
                  </a:tcPr>
                </a:tc>
              </a:tr>
              <a:tr h="497713">
                <a:tc>
                  <a:txBody>
                    <a:bodyPr/>
                    <a:lstStyle/>
                    <a:p>
                      <a:pPr algn="l" fontAlgn="ctr" latinLnBrk="1"/>
                      <a:r>
                        <a:rPr lang="en-US" altLang="zh-CN" sz="1600">
                          <a:effectLst/>
                          <a:latin typeface="+mn-ea"/>
                          <a:ea typeface="+mn-ea"/>
                        </a:rPr>
                        <a:t>3</a:t>
                      </a:r>
                      <a:endParaRPr lang="en-US" altLang="zh-CN"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广州市艺术中学（黄埔校区）（传媒）</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公办</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全市</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a:effectLst/>
                          <a:latin typeface="+mn-ea"/>
                          <a:ea typeface="+mn-ea"/>
                        </a:rPr>
                        <a:t>488</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a:effectLst/>
                          <a:latin typeface="+mn-ea"/>
                          <a:ea typeface="+mn-ea"/>
                        </a:rPr>
                        <a:t>132</a:t>
                      </a:r>
                      <a:endParaRPr lang="en-US" altLang="zh-CN"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a:effectLst/>
                          <a:latin typeface="+mn-ea"/>
                          <a:ea typeface="+mn-ea"/>
                        </a:rPr>
                        <a:t>488</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a:effectLst/>
                          <a:latin typeface="+mn-ea"/>
                          <a:ea typeface="+mn-ea"/>
                        </a:rPr>
                        <a:t>40</a:t>
                      </a:r>
                      <a:endParaRPr lang="en-US" altLang="zh-CN" sz="1600">
                        <a:effectLst/>
                        <a:latin typeface="+mn-ea"/>
                        <a:ea typeface="+mn-ea"/>
                      </a:endParaRPr>
                    </a:p>
                  </a:txBody>
                  <a:tcPr marL="66675" marR="66675" marT="47625" marB="47625" anchor="ctr">
                    <a:solidFill>
                      <a:schemeClr val="bg1"/>
                    </a:solidFill>
                  </a:tcPr>
                </a:tc>
                <a:tc>
                  <a:txBody>
                    <a:bodyPr/>
                    <a:lstStyle/>
                    <a:p>
                      <a:pPr algn="ctr" fontAlgn="ctr" latinLnBrk="1"/>
                      <a:br>
                        <a:rPr lang="zh-CN" altLang="en-US" sz="1600" dirty="0">
                          <a:effectLst/>
                          <a:latin typeface="+mn-ea"/>
                          <a:ea typeface="+mn-ea"/>
                        </a:rPr>
                      </a:br>
                      <a:endParaRPr lang="zh-CN" altLang="en-US" sz="1600" dirty="0">
                        <a:effectLst/>
                        <a:latin typeface="+mn-ea"/>
                        <a:ea typeface="+mn-ea"/>
                      </a:endParaRPr>
                    </a:p>
                  </a:txBody>
                  <a:tcPr marL="66675" marR="66675" marT="47625" marB="47625" anchor="ctr">
                    <a:solidFill>
                      <a:schemeClr val="bg1"/>
                    </a:solidFill>
                  </a:tcPr>
                </a:tc>
                <a:tc>
                  <a:txBody>
                    <a:bodyPr/>
                    <a:lstStyle/>
                    <a:p>
                      <a:pPr algn="ctr" fontAlgn="ctr" latinLnBrk="1"/>
                      <a:r>
                        <a:rPr lang="zh-CN" altLang="en-US" sz="1600" b="1" dirty="0">
                          <a:effectLst/>
                          <a:latin typeface="+mn-ea"/>
                          <a:ea typeface="+mn-ea"/>
                        </a:rPr>
                        <a:t>合格</a:t>
                      </a:r>
                      <a:endParaRPr lang="zh-CN" altLang="en-US" sz="1600" dirty="0">
                        <a:effectLst/>
                        <a:latin typeface="+mn-ea"/>
                        <a:ea typeface="+mn-ea"/>
                      </a:endParaRPr>
                    </a:p>
                  </a:txBody>
                  <a:tcPr marL="66675" marR="66675" marT="47625" marB="47625" anchor="ctr">
                    <a:solidFill>
                      <a:schemeClr val="bg1"/>
                    </a:solidFill>
                  </a:tcPr>
                </a:tc>
              </a:tr>
              <a:tr h="497713">
                <a:tc>
                  <a:txBody>
                    <a:bodyPr/>
                    <a:lstStyle/>
                    <a:p>
                      <a:pPr algn="l" fontAlgn="ctr" latinLnBrk="1"/>
                      <a:r>
                        <a:rPr lang="en-US" altLang="zh-CN" sz="1600">
                          <a:effectLst/>
                          <a:latin typeface="+mn-ea"/>
                          <a:ea typeface="+mn-ea"/>
                        </a:rPr>
                        <a:t>4</a:t>
                      </a:r>
                      <a:endParaRPr lang="en-US" altLang="zh-CN"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广州市艺术中学（黄埔校区）（美术类）</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公办</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全市</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a:effectLst/>
                          <a:latin typeface="+mn-ea"/>
                          <a:ea typeface="+mn-ea"/>
                        </a:rPr>
                        <a:t>522</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a:effectLst/>
                          <a:latin typeface="+mn-ea"/>
                          <a:ea typeface="+mn-ea"/>
                        </a:rPr>
                        <a:t>22</a:t>
                      </a:r>
                      <a:endParaRPr lang="en-US" altLang="zh-CN"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a:effectLst/>
                          <a:latin typeface="+mn-ea"/>
                          <a:ea typeface="+mn-ea"/>
                        </a:rPr>
                        <a:t>550</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a:effectLst/>
                          <a:latin typeface="+mn-ea"/>
                          <a:ea typeface="+mn-ea"/>
                        </a:rPr>
                        <a:t>27</a:t>
                      </a:r>
                      <a:endParaRPr lang="en-US" altLang="zh-CN" sz="1600">
                        <a:effectLst/>
                        <a:latin typeface="+mn-ea"/>
                        <a:ea typeface="+mn-ea"/>
                      </a:endParaRPr>
                    </a:p>
                  </a:txBody>
                  <a:tcPr marL="66675" marR="66675" marT="47625" marB="47625" anchor="ctr">
                    <a:solidFill>
                      <a:schemeClr val="bg1"/>
                    </a:solidFill>
                  </a:tcPr>
                </a:tc>
                <a:tc>
                  <a:txBody>
                    <a:bodyPr/>
                    <a:lstStyle/>
                    <a:p>
                      <a:pPr algn="ctr" fontAlgn="ctr" latinLnBrk="1"/>
                      <a:br>
                        <a:rPr lang="zh-CN" altLang="en-US" sz="1600">
                          <a:effectLst/>
                          <a:latin typeface="+mn-ea"/>
                          <a:ea typeface="+mn-ea"/>
                        </a:rPr>
                      </a:b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zh-CN" altLang="en-US" sz="1600" b="1" dirty="0">
                          <a:effectLst/>
                          <a:latin typeface="+mn-ea"/>
                          <a:ea typeface="+mn-ea"/>
                        </a:rPr>
                        <a:t>合格</a:t>
                      </a:r>
                      <a:endParaRPr lang="zh-CN" altLang="en-US" sz="1600" dirty="0">
                        <a:effectLst/>
                        <a:latin typeface="+mn-ea"/>
                        <a:ea typeface="+mn-ea"/>
                      </a:endParaRPr>
                    </a:p>
                  </a:txBody>
                  <a:tcPr marL="66675" marR="66675" marT="47625" marB="47625" anchor="ctr">
                    <a:solidFill>
                      <a:schemeClr val="bg1"/>
                    </a:solidFill>
                  </a:tcPr>
                </a:tc>
              </a:tr>
              <a:tr h="497713">
                <a:tc>
                  <a:txBody>
                    <a:bodyPr/>
                    <a:lstStyle/>
                    <a:p>
                      <a:pPr algn="l" fontAlgn="ctr" latinLnBrk="1"/>
                      <a:r>
                        <a:rPr lang="en-US" altLang="zh-CN" sz="1600">
                          <a:effectLst/>
                          <a:latin typeface="+mn-ea"/>
                          <a:ea typeface="+mn-ea"/>
                        </a:rPr>
                        <a:t>5</a:t>
                      </a:r>
                      <a:endParaRPr lang="en-US" altLang="zh-CN"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广州市南武中学（岭南画派纪念校区）</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公办</a:t>
                      </a:r>
                      <a:endParaRPr lang="zh-CN" altLang="en-US" sz="1600">
                        <a:effectLst/>
                        <a:latin typeface="+mn-ea"/>
                        <a:ea typeface="+mn-ea"/>
                      </a:endParaRPr>
                    </a:p>
                  </a:txBody>
                  <a:tcPr marL="66675" marR="66675" marT="47625" marB="47625" anchor="ctr">
                    <a:solidFill>
                      <a:schemeClr val="bg1"/>
                    </a:solidFill>
                  </a:tcPr>
                </a:tc>
                <a:tc>
                  <a:txBody>
                    <a:bodyPr/>
                    <a:lstStyle/>
                    <a:p>
                      <a:pPr algn="l" fontAlgn="ctr" latinLnBrk="1"/>
                      <a:r>
                        <a:rPr lang="zh-CN" altLang="en-US" sz="1600">
                          <a:effectLst/>
                          <a:latin typeface="+mn-ea"/>
                          <a:ea typeface="+mn-ea"/>
                        </a:rPr>
                        <a:t>老三区</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a:effectLst/>
                          <a:latin typeface="+mn-ea"/>
                          <a:ea typeface="+mn-ea"/>
                        </a:rPr>
                        <a:t>627</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a:effectLst/>
                          <a:latin typeface="+mn-ea"/>
                          <a:ea typeface="+mn-ea"/>
                        </a:rPr>
                        <a:t>283</a:t>
                      </a:r>
                      <a:endParaRPr lang="en-US" altLang="zh-CN"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b="1">
                          <a:effectLst/>
                          <a:latin typeface="+mn-ea"/>
                          <a:ea typeface="+mn-ea"/>
                        </a:rPr>
                        <a:t>667</a:t>
                      </a: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en-US" altLang="zh-CN" sz="1600">
                          <a:effectLst/>
                          <a:latin typeface="+mn-ea"/>
                          <a:ea typeface="+mn-ea"/>
                        </a:rPr>
                        <a:t>22</a:t>
                      </a:r>
                      <a:endParaRPr lang="en-US" altLang="zh-CN" sz="1600">
                        <a:effectLst/>
                        <a:latin typeface="+mn-ea"/>
                        <a:ea typeface="+mn-ea"/>
                      </a:endParaRPr>
                    </a:p>
                  </a:txBody>
                  <a:tcPr marL="66675" marR="66675" marT="47625" marB="47625" anchor="ctr">
                    <a:solidFill>
                      <a:schemeClr val="bg1"/>
                    </a:solidFill>
                  </a:tcPr>
                </a:tc>
                <a:tc>
                  <a:txBody>
                    <a:bodyPr/>
                    <a:lstStyle/>
                    <a:p>
                      <a:pPr algn="ctr" fontAlgn="ctr" latinLnBrk="1"/>
                      <a:br>
                        <a:rPr lang="zh-CN" altLang="en-US" sz="1600">
                          <a:effectLst/>
                          <a:latin typeface="+mn-ea"/>
                          <a:ea typeface="+mn-ea"/>
                        </a:rPr>
                      </a:br>
                      <a:endParaRPr lang="zh-CN" altLang="en-US" sz="1600">
                        <a:effectLst/>
                        <a:latin typeface="+mn-ea"/>
                        <a:ea typeface="+mn-ea"/>
                      </a:endParaRPr>
                    </a:p>
                  </a:txBody>
                  <a:tcPr marL="66675" marR="66675" marT="47625" marB="47625" anchor="ctr">
                    <a:solidFill>
                      <a:schemeClr val="bg1"/>
                    </a:solidFill>
                  </a:tcPr>
                </a:tc>
                <a:tc>
                  <a:txBody>
                    <a:bodyPr/>
                    <a:lstStyle/>
                    <a:p>
                      <a:pPr algn="ctr" fontAlgn="ctr" latinLnBrk="1"/>
                      <a:r>
                        <a:rPr lang="zh-CN" altLang="en-US" sz="1600" b="1" dirty="0">
                          <a:effectLst/>
                          <a:latin typeface="+mn-ea"/>
                          <a:ea typeface="+mn-ea"/>
                        </a:rPr>
                        <a:t>合格</a:t>
                      </a:r>
                      <a:endParaRPr lang="zh-CN" altLang="en-US" sz="1600" dirty="0">
                        <a:effectLst/>
                        <a:latin typeface="+mn-ea"/>
                        <a:ea typeface="+mn-ea"/>
                      </a:endParaRPr>
                    </a:p>
                  </a:txBody>
                  <a:tcPr marL="66675" marR="66675" marT="47625" marB="47625" anchor="ctr">
                    <a:solidFill>
                      <a:schemeClr val="bg1"/>
                    </a:solidFill>
                  </a:tcPr>
                </a:tc>
              </a:tr>
            </a:tbl>
          </a:graphicData>
        </a:graphic>
      </p:graphicFrame>
      <p:graphicFrame>
        <p:nvGraphicFramePr>
          <p:cNvPr id="6" name="表格 5"/>
          <p:cNvGraphicFramePr>
            <a:graphicFrameLocks noGrp="1"/>
          </p:cNvGraphicFramePr>
          <p:nvPr/>
        </p:nvGraphicFramePr>
        <p:xfrm>
          <a:off x="358056" y="5674812"/>
          <a:ext cx="8306973" cy="1010920"/>
        </p:xfrm>
        <a:graphic>
          <a:graphicData uri="http://schemas.openxmlformats.org/drawingml/2006/table">
            <a:tbl>
              <a:tblPr firstRow="1" bandRow="1">
                <a:tableStyleId>{5940675A-B579-460E-94D1-54222C63F5DA}</a:tableStyleId>
              </a:tblPr>
              <a:tblGrid>
                <a:gridCol w="561751"/>
                <a:gridCol w="2404475"/>
                <a:gridCol w="711200"/>
                <a:gridCol w="1190172"/>
                <a:gridCol w="1103085"/>
                <a:gridCol w="1219200"/>
                <a:gridCol w="1117090"/>
              </a:tblGrid>
              <a:tr h="370840">
                <a:tc>
                  <a:txBody>
                    <a:bodyPr/>
                    <a:lstStyle/>
                    <a:p>
                      <a:pPr algn="ctr"/>
                      <a:r>
                        <a:rPr lang="zh-CN" altLang="en-US" sz="1800" dirty="0">
                          <a:latin typeface="+mn-ea"/>
                          <a:ea typeface="+mn-ea"/>
                        </a:rPr>
                        <a:t>序号</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800" dirty="0">
                          <a:latin typeface="+mn-ea"/>
                          <a:ea typeface="+mn-ea"/>
                        </a:rPr>
                        <a:t>学校名称</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800" dirty="0">
                          <a:latin typeface="+mn-ea"/>
                          <a:ea typeface="+mn-ea"/>
                        </a:rPr>
                        <a:t>学校性质</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800" dirty="0">
                          <a:latin typeface="+mn-ea"/>
                          <a:ea typeface="+mn-ea"/>
                        </a:rPr>
                        <a:t>招生范围</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800" dirty="0">
                          <a:latin typeface="+mn-ea"/>
                          <a:ea typeface="+mn-ea"/>
                        </a:rPr>
                        <a:t>最低分数</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800" dirty="0">
                          <a:latin typeface="+mn-ea"/>
                          <a:ea typeface="+mn-ea"/>
                        </a:rPr>
                        <a:t>最低分数同分序号</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dirty="0">
                          <a:latin typeface="+mn-ea"/>
                          <a:ea typeface="+mn-ea"/>
                        </a:rPr>
                        <a:t>英语成绩最低分数</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US" altLang="zh-CN" sz="1800" dirty="0">
                          <a:latin typeface="+mn-ea"/>
                          <a:ea typeface="+mn-ea"/>
                        </a:rPr>
                        <a:t>1</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800" dirty="0">
                          <a:latin typeface="+mn-ea"/>
                          <a:ea typeface="+mn-ea"/>
                        </a:rPr>
                        <a:t>广州市外语实验学校</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800" dirty="0">
                          <a:latin typeface="+mn-ea"/>
                          <a:ea typeface="+mn-ea"/>
                        </a:rPr>
                        <a:t>民办</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800" dirty="0">
                          <a:latin typeface="+mn-ea"/>
                          <a:ea typeface="+mn-ea"/>
                        </a:rPr>
                        <a:t>全市</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latin typeface="+mn-ea"/>
                          <a:ea typeface="+mn-ea"/>
                        </a:rPr>
                        <a:t>707</a:t>
                      </a:r>
                      <a:endParaRPr lang="zh-CN" altLang="en-US" sz="18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dirty="0">
                          <a:latin typeface="+mn-ea"/>
                          <a:ea typeface="+mn-ea"/>
                        </a:rPr>
                        <a:t>255</a:t>
                      </a:r>
                      <a:endParaRPr lang="zh-CN" altLang="en-US" sz="18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latin typeface="+mn-ea"/>
                          <a:ea typeface="+mn-ea"/>
                        </a:rPr>
                        <a:t>100</a:t>
                      </a:r>
                      <a:endParaRPr lang="zh-CN" altLang="en-US" sz="18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可选过程 2"/>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第一批</a:t>
            </a:r>
            <a:endParaRPr lang="zh-CN" altLang="en-US" sz="2800" b="1" dirty="0">
              <a:solidFill>
                <a:schemeClr val="tx1"/>
              </a:solidFill>
            </a:endParaRPr>
          </a:p>
        </p:txBody>
      </p:sp>
      <p:sp>
        <p:nvSpPr>
          <p:cNvPr id="6" name="流程图: 可选过程 7"/>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7" name="流程图: 可选过程 4"/>
          <p:cNvSpPr/>
          <p:nvPr/>
        </p:nvSpPr>
        <p:spPr>
          <a:xfrm>
            <a:off x="4815840" y="16510"/>
            <a:ext cx="173926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自招学校</a:t>
            </a:r>
            <a:endParaRPr lang="zh-CN" altLang="en-US" sz="2800" b="1" dirty="0">
              <a:solidFill>
                <a:schemeClr val="tx1"/>
              </a:solidFill>
            </a:endParaRPr>
          </a:p>
        </p:txBody>
      </p:sp>
      <p:graphicFrame>
        <p:nvGraphicFramePr>
          <p:cNvPr id="3" name="表格 2"/>
          <p:cNvGraphicFramePr/>
          <p:nvPr>
            <p:custDataLst>
              <p:tags r:id="rId1"/>
            </p:custDataLst>
          </p:nvPr>
        </p:nvGraphicFramePr>
        <p:xfrm>
          <a:off x="527050" y="925195"/>
          <a:ext cx="11129010" cy="5313680"/>
        </p:xfrm>
        <a:graphic>
          <a:graphicData uri="http://schemas.openxmlformats.org/drawingml/2006/table">
            <a:tbl>
              <a:tblPr firstRow="1" bandRow="1">
                <a:tableStyleId>{5C22544A-7EE6-4342-B048-85BDC9FD1C3A}</a:tableStyleId>
              </a:tblPr>
              <a:tblGrid>
                <a:gridCol w="1789430"/>
                <a:gridCol w="1726565"/>
                <a:gridCol w="7613015"/>
              </a:tblGrid>
              <a:tr h="401955">
                <a:tc>
                  <a:txBody>
                    <a:bodyPr/>
                    <a:lstStyle/>
                    <a:p>
                      <a:pPr indent="0" algn="ctr">
                        <a:buNone/>
                      </a:pPr>
                      <a:r>
                        <a:rPr lang="zh-CN" sz="1500" b="1">
                          <a:solidFill>
                            <a:schemeClr val="bg1"/>
                          </a:solidFill>
                          <a:latin typeface="微软雅黑" charset="-122"/>
                          <a:ea typeface="微软雅黑" charset="-122"/>
                        </a:rPr>
                        <a:t>自主招生区域</a:t>
                      </a:r>
                      <a:endParaRPr lang="zh-CN" altLang="en-US" sz="1500" b="1">
                        <a:solidFill>
                          <a:schemeClr val="bg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c gridSpan="2">
                  <a:txBody>
                    <a:bodyPr/>
                    <a:lstStyle/>
                    <a:p>
                      <a:pPr indent="0" algn="ctr">
                        <a:buNone/>
                      </a:pPr>
                      <a:r>
                        <a:rPr lang="zh-CN" sz="1500" b="1" dirty="0">
                          <a:solidFill>
                            <a:srgbClr val="000000"/>
                          </a:solidFill>
                          <a:latin typeface="微软雅黑" charset="-122"/>
                          <a:ea typeface="微软雅黑" charset="-122"/>
                        </a:rPr>
                        <a:t>具备自主招生资格的高中</a:t>
                      </a:r>
                      <a:endParaRPr lang="zh-CN" altLang="en-US" sz="1500" b="1" dirty="0">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89598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500" b="1" dirty="0">
                          <a:solidFill>
                            <a:schemeClr val="bg1"/>
                          </a:solidFill>
                          <a:latin typeface="微软雅黑" charset="-122"/>
                          <a:ea typeface="微软雅黑" charset="-122"/>
                          <a:cs typeface="微软雅黑" charset="-122"/>
                        </a:rPr>
                        <a:t>省市属高中</a:t>
                      </a:r>
                      <a:endParaRPr lang="zh-CN" altLang="en-US" sz="1500" b="1" dirty="0">
                        <a:solidFill>
                          <a:schemeClr val="bg1"/>
                        </a:solidFill>
                        <a:latin typeface="微软雅黑" charset="-122"/>
                        <a:ea typeface="微软雅黑" charset="-122"/>
                        <a:cs typeface="微软雅黑" charset="-122"/>
                      </a:endParaRPr>
                    </a:p>
                    <a:p>
                      <a:pPr indent="0" algn="ctr">
                        <a:buNone/>
                      </a:pPr>
                      <a:r>
                        <a:rPr lang="zh-CN" sz="1500" b="1" dirty="0">
                          <a:solidFill>
                            <a:schemeClr val="bg1"/>
                          </a:solidFill>
                          <a:latin typeface="微软雅黑" charset="-122"/>
                          <a:ea typeface="微软雅黑" charset="-122"/>
                          <a:cs typeface="微软雅黑" charset="-122"/>
                        </a:rPr>
                        <a:t>面向全市11区招生</a:t>
                      </a:r>
                      <a:endParaRPr lang="zh-CN" altLang="en-US" sz="1500" b="1" dirty="0">
                        <a:solidFill>
                          <a:schemeClr val="bg1"/>
                        </a:solidFill>
                        <a:latin typeface="微软雅黑" charset="-122"/>
                        <a:ea typeface="微软雅黑" charset="-122"/>
                        <a:cs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c gridSpan="2">
                  <a:txBody>
                    <a:bodyPr/>
                    <a:lstStyle/>
                    <a:p>
                      <a:pPr indent="0" algn="just">
                        <a:buNone/>
                      </a:pPr>
                      <a:r>
                        <a:rPr lang="zh-CN" sz="1500" b="1" dirty="0">
                          <a:solidFill>
                            <a:schemeClr val="tx1"/>
                          </a:solidFill>
                          <a:latin typeface="微软雅黑" charset="-122"/>
                          <a:ea typeface="微软雅黑" charset="-122"/>
                        </a:rPr>
                        <a:t>华附</a:t>
                      </a:r>
                      <a:r>
                        <a:rPr lang="zh-CN" altLang="en-US" sz="1500" b="1" dirty="0">
                          <a:solidFill>
                            <a:schemeClr val="tx1"/>
                          </a:solidFill>
                          <a:latin typeface="微软雅黑" charset="-122"/>
                          <a:ea typeface="微软雅黑" charset="-122"/>
                        </a:rPr>
                        <a:t>（石牌、知识城）</a:t>
                      </a:r>
                      <a:r>
                        <a:rPr lang="zh-CN" sz="1500" b="1" dirty="0">
                          <a:solidFill>
                            <a:schemeClr val="tx1"/>
                          </a:solidFill>
                          <a:latin typeface="微软雅黑" charset="-122"/>
                          <a:ea typeface="微软雅黑" charset="-122"/>
                        </a:rPr>
                        <a:t>、省实</a:t>
                      </a:r>
                      <a:r>
                        <a:rPr lang="zh-CN" altLang="en-US" sz="1500" b="1" dirty="0">
                          <a:solidFill>
                            <a:schemeClr val="tx1"/>
                          </a:solidFill>
                          <a:latin typeface="微软雅黑" charset="-122"/>
                          <a:ea typeface="微软雅黑" charset="-122"/>
                        </a:rPr>
                        <a:t>（荔湾、白云）</a:t>
                      </a:r>
                      <a:r>
                        <a:rPr lang="zh-CN" sz="1500" b="1" dirty="0">
                          <a:solidFill>
                            <a:schemeClr val="tx1"/>
                          </a:solidFill>
                          <a:latin typeface="微软雅黑" charset="-122"/>
                          <a:ea typeface="微软雅黑" charset="-122"/>
                        </a:rPr>
                        <a:t>、广雅</a:t>
                      </a:r>
                      <a:r>
                        <a:rPr lang="zh-CN" altLang="en-US" sz="1500" b="1" dirty="0">
                          <a:solidFill>
                            <a:schemeClr val="tx1"/>
                          </a:solidFill>
                          <a:latin typeface="微软雅黑" charset="-122"/>
                          <a:ea typeface="微软雅黑" charset="-122"/>
                        </a:rPr>
                        <a:t>（本部、花都）</a:t>
                      </a:r>
                      <a:r>
                        <a:rPr lang="zh-CN" sz="1500" b="1" dirty="0">
                          <a:solidFill>
                            <a:schemeClr val="tx1"/>
                          </a:solidFill>
                          <a:latin typeface="微软雅黑" charset="-122"/>
                          <a:ea typeface="微软雅黑" charset="-122"/>
                        </a:rPr>
                        <a:t>、执信</a:t>
                      </a:r>
                      <a:r>
                        <a:rPr lang="zh-CN" altLang="en-US" sz="1500" b="1" dirty="0">
                          <a:solidFill>
                            <a:schemeClr val="tx1"/>
                          </a:solidFill>
                          <a:latin typeface="微软雅黑" charset="-122"/>
                          <a:ea typeface="微软雅黑" charset="-122"/>
                        </a:rPr>
                        <a:t>（执信路、天河）</a:t>
                      </a:r>
                      <a:r>
                        <a:rPr lang="zh-CN" sz="1500" b="1" dirty="0">
                          <a:solidFill>
                            <a:schemeClr val="tx1"/>
                          </a:solidFill>
                          <a:latin typeface="微软雅黑" charset="-122"/>
                          <a:ea typeface="微软雅黑" charset="-122"/>
                        </a:rPr>
                        <a:t>、二中、六中</a:t>
                      </a:r>
                      <a:r>
                        <a:rPr lang="zh-CN" altLang="en-US" sz="1500" b="1" dirty="0">
                          <a:solidFill>
                            <a:schemeClr val="tx1"/>
                          </a:solidFill>
                          <a:latin typeface="微软雅黑" charset="-122"/>
                          <a:ea typeface="微软雅黑" charset="-122"/>
                        </a:rPr>
                        <a:t>（海珠、从化、</a:t>
                      </a:r>
                      <a:r>
                        <a:rPr lang="zh-CN" altLang="en-US" sz="1500" b="1" dirty="0">
                          <a:solidFill>
                            <a:srgbClr val="FF0000"/>
                          </a:solidFill>
                          <a:latin typeface="微软雅黑" charset="-122"/>
                          <a:ea typeface="微软雅黑" charset="-122"/>
                        </a:rPr>
                        <a:t>花都</a:t>
                      </a:r>
                      <a:r>
                        <a:rPr lang="zh-CN" altLang="en-US" sz="1500" b="1" dirty="0">
                          <a:solidFill>
                            <a:schemeClr val="tx1"/>
                          </a:solidFill>
                          <a:latin typeface="微软雅黑" charset="-122"/>
                          <a:ea typeface="微软雅黑" charset="-122"/>
                        </a:rPr>
                        <a:t>）</a:t>
                      </a:r>
                      <a:r>
                        <a:rPr lang="zh-CN" sz="1500" b="1" dirty="0">
                          <a:solidFill>
                            <a:schemeClr val="tx1"/>
                          </a:solidFill>
                          <a:latin typeface="微软雅黑" charset="-122"/>
                          <a:ea typeface="微软雅黑" charset="-122"/>
                        </a:rPr>
                        <a:t>、铁一</a:t>
                      </a:r>
                      <a:r>
                        <a:rPr lang="zh-CN" altLang="en-US" sz="1500" b="1" dirty="0">
                          <a:solidFill>
                            <a:schemeClr val="tx1"/>
                          </a:solidFill>
                          <a:latin typeface="微软雅黑" charset="-122"/>
                          <a:ea typeface="微软雅黑" charset="-122"/>
                        </a:rPr>
                        <a:t>（越秀、番禺、白云）</a:t>
                      </a:r>
                      <a:r>
                        <a:rPr lang="zh-CN" altLang="zh-CN" sz="1500" b="1" dirty="0">
                          <a:solidFill>
                            <a:schemeClr val="tx1"/>
                          </a:solidFill>
                          <a:latin typeface="微软雅黑" charset="-122"/>
                          <a:ea typeface="微软雅黑" charset="-122"/>
                        </a:rPr>
                        <a:t>、</a:t>
                      </a:r>
                      <a:r>
                        <a:rPr lang="zh-CN" sz="1500" b="1" dirty="0">
                          <a:solidFill>
                            <a:schemeClr val="tx1"/>
                          </a:solidFill>
                          <a:latin typeface="微软雅黑" charset="-122"/>
                          <a:ea typeface="微软雅黑" charset="-122"/>
                        </a:rPr>
                        <a:t>广附、华侨、协和</a:t>
                      </a:r>
                      <a:r>
                        <a:rPr lang="zh-CN" altLang="zh-CN" sz="1500" b="1" dirty="0">
                          <a:solidFill>
                            <a:schemeClr val="tx1"/>
                          </a:solidFill>
                          <a:latin typeface="微软雅黑" charset="-122"/>
                          <a:ea typeface="微软雅黑" charset="-122"/>
                        </a:rPr>
                        <a:t>、</a:t>
                      </a:r>
                      <a:r>
                        <a:rPr lang="zh-CN" altLang="en-US" sz="1500" b="1" dirty="0">
                          <a:solidFill>
                            <a:schemeClr val="tx1"/>
                          </a:solidFill>
                          <a:latin typeface="微软雅黑" charset="-122"/>
                          <a:ea typeface="微软雅黑" charset="-122"/>
                        </a:rPr>
                        <a:t>广外、清湾</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458470">
                <a:tc rowSpan="11">
                  <a:txBody>
                    <a:bodyPr/>
                    <a:lstStyle/>
                    <a:p>
                      <a:pPr indent="0" algn="ctr">
                        <a:buNone/>
                      </a:pPr>
                      <a:r>
                        <a:rPr lang="zh-CN" sz="1500" b="1" dirty="0">
                          <a:solidFill>
                            <a:schemeClr val="bg1"/>
                          </a:solidFill>
                          <a:latin typeface="微软雅黑" charset="-122"/>
                          <a:ea typeface="微软雅黑" charset="-122"/>
                        </a:rPr>
                        <a:t>面向本区招生的区属</a:t>
                      </a:r>
                      <a:endParaRPr lang="zh-CN" sz="1500" b="1" dirty="0">
                        <a:solidFill>
                          <a:schemeClr val="bg1"/>
                        </a:solidFill>
                        <a:latin typeface="微软雅黑" charset="-122"/>
                        <a:ea typeface="微软雅黑" charset="-122"/>
                      </a:endParaRPr>
                    </a:p>
                    <a:p>
                      <a:pPr indent="0" algn="ctr">
                        <a:buNone/>
                      </a:pPr>
                      <a:r>
                        <a:rPr lang="zh-CN" sz="1500" b="1" dirty="0">
                          <a:solidFill>
                            <a:schemeClr val="bg1"/>
                          </a:solidFill>
                          <a:latin typeface="微软雅黑" charset="-122"/>
                          <a:ea typeface="微软雅黑" charset="-122"/>
                        </a:rPr>
                        <a:t>示范性高中</a:t>
                      </a:r>
                      <a:endParaRPr lang="zh-CN" altLang="en-US" sz="1500" b="1" dirty="0">
                        <a:solidFill>
                          <a:schemeClr val="bg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4CB49A"/>
                    </a:solidFill>
                  </a:tcPr>
                </a:tc>
                <a:tc>
                  <a:txBody>
                    <a:bodyPr/>
                    <a:lstStyle/>
                    <a:p>
                      <a:pPr indent="0" algn="ctr">
                        <a:buNone/>
                      </a:pPr>
                      <a:r>
                        <a:rPr lang="zh-CN" sz="1500" b="1" dirty="0">
                          <a:solidFill>
                            <a:schemeClr val="tx1"/>
                          </a:solidFill>
                          <a:latin typeface="微软雅黑" charset="-122"/>
                          <a:ea typeface="微软雅黑" charset="-122"/>
                        </a:rPr>
                        <a:t>越秀区</a:t>
                      </a:r>
                      <a:endParaRPr lang="zh-CN" altLang="en-US" sz="1500" b="1" dirty="0">
                        <a:solidFill>
                          <a:schemeClr val="tx1"/>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广州市第七中学</a:t>
                      </a:r>
                      <a:r>
                        <a:rPr lang="zh-CN" altLang="en-US" sz="1500" b="1" dirty="0">
                          <a:solidFill>
                            <a:schemeClr val="tx1"/>
                          </a:solidFill>
                          <a:latin typeface="微软雅黑" charset="-122"/>
                          <a:ea typeface="微软雅黑" charset="-122"/>
                        </a:rPr>
                        <a:t>（本部、</a:t>
                      </a:r>
                      <a:r>
                        <a:rPr lang="zh-CN" altLang="en-US" sz="1500" b="1" dirty="0">
                          <a:solidFill>
                            <a:srgbClr val="FF0000"/>
                          </a:solidFill>
                          <a:latin typeface="微软雅黑" charset="-122"/>
                          <a:ea typeface="微软雅黑" charset="-122"/>
                        </a:rPr>
                        <a:t>桂花</a:t>
                      </a:r>
                      <a:r>
                        <a:rPr lang="zh-CN" altLang="en-US" sz="1500" b="1" dirty="0">
                          <a:solidFill>
                            <a:schemeClr val="tx1"/>
                          </a:solidFill>
                          <a:latin typeface="微软雅黑" charset="-122"/>
                          <a:ea typeface="微软雅黑" charset="-122"/>
                        </a:rPr>
                        <a:t>），广州市第十六中学（本部、水荫）、育才中学</a:t>
                      </a:r>
                      <a:endParaRPr lang="zh-CN" altLang="en-US" sz="1500" b="1" dirty="0">
                        <a:solidFill>
                          <a:schemeClr val="tx1"/>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2870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500" b="1">
                          <a:solidFill>
                            <a:schemeClr val="tx1"/>
                          </a:solidFill>
                          <a:latin typeface="微软雅黑" charset="-122"/>
                          <a:ea typeface="微软雅黑" charset="-122"/>
                        </a:rPr>
                        <a:t>荔湾区</a:t>
                      </a:r>
                      <a:endParaRPr lang="zh-CN" altLang="en-US" sz="1500" b="1">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广州市真光中学</a:t>
                      </a:r>
                      <a:r>
                        <a:rPr lang="zh-CN" altLang="en-US" sz="1500" b="1" dirty="0">
                          <a:solidFill>
                            <a:schemeClr val="tx1"/>
                          </a:solidFill>
                          <a:latin typeface="微软雅黑" charset="-122"/>
                          <a:ea typeface="微软雅黑" charset="-122"/>
                        </a:rPr>
                        <a:t>（本部、汾水、</a:t>
                      </a:r>
                      <a:r>
                        <a:rPr lang="zh-CN" altLang="en-US" sz="1500" b="1" dirty="0">
                          <a:solidFill>
                            <a:srgbClr val="FF0000"/>
                          </a:solidFill>
                          <a:latin typeface="微软雅黑" charset="-122"/>
                          <a:ea typeface="微软雅黑" charset="-122"/>
                        </a:rPr>
                        <a:t>广钢</a:t>
                      </a:r>
                      <a:r>
                        <a:rPr lang="zh-CN" altLang="en-US" sz="1500" b="1" dirty="0">
                          <a:solidFill>
                            <a:schemeClr val="tx1"/>
                          </a:solidFill>
                          <a:latin typeface="微软雅黑" charset="-122"/>
                          <a:ea typeface="微软雅黑" charset="-122"/>
                        </a:rPr>
                        <a:t>），广州市第一中学</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5143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500" b="1">
                          <a:solidFill>
                            <a:schemeClr val="tx1"/>
                          </a:solidFill>
                          <a:latin typeface="微软雅黑" charset="-122"/>
                          <a:ea typeface="微软雅黑" charset="-122"/>
                        </a:rPr>
                        <a:t>海珠区</a:t>
                      </a:r>
                      <a:endParaRPr lang="zh-CN" altLang="en-US" sz="1500" b="1">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广州市第五中学</a:t>
                      </a:r>
                      <a:r>
                        <a:rPr lang="zh-CN" altLang="en-US" sz="1500" b="1" dirty="0">
                          <a:solidFill>
                            <a:schemeClr val="tx1"/>
                          </a:solidFill>
                          <a:latin typeface="微软雅黑" charset="-122"/>
                          <a:ea typeface="微软雅黑" charset="-122"/>
                        </a:rPr>
                        <a:t>（本部、金碧）、广州市南武中学、海珠外国语实验中学（本部、</a:t>
                      </a:r>
                      <a:r>
                        <a:rPr lang="zh-CN" altLang="en-US" sz="1500" b="1" dirty="0">
                          <a:solidFill>
                            <a:srgbClr val="FF0000"/>
                          </a:solidFill>
                          <a:latin typeface="微软雅黑" charset="-122"/>
                          <a:ea typeface="微软雅黑" charset="-122"/>
                        </a:rPr>
                        <a:t>江海</a:t>
                      </a:r>
                      <a:r>
                        <a:rPr lang="zh-CN" altLang="en-US" sz="1500" b="1" dirty="0">
                          <a:solidFill>
                            <a:schemeClr val="tx1"/>
                          </a:solidFill>
                          <a:latin typeface="微软雅黑" charset="-122"/>
                          <a:ea typeface="微软雅黑" charset="-122"/>
                        </a:rPr>
                        <a:t>）</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2870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500" b="1" dirty="0">
                          <a:solidFill>
                            <a:schemeClr val="tx1"/>
                          </a:solidFill>
                          <a:latin typeface="微软雅黑" charset="-122"/>
                          <a:ea typeface="微软雅黑" charset="-122"/>
                        </a:rPr>
                        <a:t>天河区</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广州中学</a:t>
                      </a:r>
                      <a:r>
                        <a:rPr lang="zh-CN" altLang="en-US" sz="1500" b="1" dirty="0">
                          <a:solidFill>
                            <a:schemeClr val="tx1"/>
                          </a:solidFill>
                          <a:latin typeface="微软雅黑" charset="-122"/>
                          <a:ea typeface="微软雅黑" charset="-122"/>
                        </a:rPr>
                        <a:t>，天河外国语（珠江新城、</a:t>
                      </a:r>
                      <a:r>
                        <a:rPr lang="zh-CN" altLang="en-US" sz="1500" b="1" dirty="0">
                          <a:solidFill>
                            <a:srgbClr val="FF0000"/>
                          </a:solidFill>
                          <a:latin typeface="微软雅黑" charset="-122"/>
                          <a:ea typeface="微软雅黑" charset="-122"/>
                        </a:rPr>
                        <a:t>智慧城</a:t>
                      </a:r>
                      <a:r>
                        <a:rPr lang="zh-CN" altLang="en-US" sz="1500" b="1" dirty="0">
                          <a:solidFill>
                            <a:schemeClr val="tx1"/>
                          </a:solidFill>
                          <a:latin typeface="微软雅黑" charset="-122"/>
                          <a:ea typeface="微软雅黑" charset="-122"/>
                        </a:rPr>
                        <a:t>）</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4597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500" b="1">
                          <a:solidFill>
                            <a:schemeClr val="tx1"/>
                          </a:solidFill>
                          <a:latin typeface="微软雅黑" charset="-122"/>
                          <a:ea typeface="微软雅黑" charset="-122"/>
                        </a:rPr>
                        <a:t>白云区</a:t>
                      </a:r>
                      <a:endParaRPr lang="zh-CN" altLang="en-US" sz="1500" b="1">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广州市培英中学</a:t>
                      </a:r>
                      <a:r>
                        <a:rPr lang="zh-CN" altLang="en-US" sz="1500" b="1" dirty="0">
                          <a:solidFill>
                            <a:schemeClr val="tx1"/>
                          </a:solidFill>
                          <a:latin typeface="微软雅黑" charset="-122"/>
                          <a:ea typeface="微软雅黑" charset="-122"/>
                        </a:rPr>
                        <a:t>（鹤洞、白云新城）、第六十五中学（江高、同德、</a:t>
                      </a:r>
                      <a:r>
                        <a:rPr lang="zh-CN" altLang="en-US" sz="1500" b="1" dirty="0">
                          <a:solidFill>
                            <a:srgbClr val="FF0000"/>
                          </a:solidFill>
                          <a:latin typeface="微软雅黑" charset="-122"/>
                          <a:ea typeface="微软雅黑" charset="-122"/>
                        </a:rPr>
                        <a:t>江府</a:t>
                      </a:r>
                      <a:r>
                        <a:rPr lang="zh-CN" altLang="en-US" sz="1500" b="1" dirty="0">
                          <a:solidFill>
                            <a:schemeClr val="tx1"/>
                          </a:solidFill>
                          <a:latin typeface="微软雅黑" charset="-122"/>
                          <a:ea typeface="微软雅黑" charset="-122"/>
                        </a:rPr>
                        <a:t>）</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2870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500" b="1">
                          <a:solidFill>
                            <a:schemeClr val="tx1"/>
                          </a:solidFill>
                          <a:latin typeface="微软雅黑" charset="-122"/>
                          <a:ea typeface="微软雅黑" charset="-122"/>
                        </a:rPr>
                        <a:t>黄埔区</a:t>
                      </a:r>
                      <a:endParaRPr lang="zh-CN" altLang="en-US" sz="1500" b="1">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广州市玉岩中学</a:t>
                      </a:r>
                      <a:r>
                        <a:rPr lang="zh-CN" altLang="en-US" sz="1500" b="1" dirty="0">
                          <a:solidFill>
                            <a:schemeClr val="tx1"/>
                          </a:solidFill>
                          <a:latin typeface="微软雅黑" charset="-122"/>
                          <a:ea typeface="微软雅黑" charset="-122"/>
                        </a:rPr>
                        <a:t>、广州市第八十六中、广州实验中学</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870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500" b="1">
                          <a:solidFill>
                            <a:schemeClr val="tx1"/>
                          </a:solidFill>
                          <a:latin typeface="微软雅黑" charset="-122"/>
                          <a:ea typeface="微软雅黑" charset="-122"/>
                        </a:rPr>
                        <a:t>番禺区</a:t>
                      </a:r>
                      <a:endParaRPr lang="zh-CN" altLang="en-US" sz="1500" b="1">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广东仲元中学</a:t>
                      </a:r>
                      <a:r>
                        <a:rPr lang="zh-CN" altLang="en-US" sz="1500" b="1" dirty="0">
                          <a:solidFill>
                            <a:schemeClr val="tx1"/>
                          </a:solidFill>
                          <a:latin typeface="微软雅黑" charset="-122"/>
                          <a:ea typeface="微软雅黑" charset="-122"/>
                        </a:rPr>
                        <a:t>、广东番禺中学、象贤中学</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2870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500" b="1" dirty="0">
                          <a:solidFill>
                            <a:schemeClr val="tx1"/>
                          </a:solidFill>
                          <a:latin typeface="微软雅黑" charset="-122"/>
                          <a:ea typeface="微软雅黑" charset="-122"/>
                        </a:rPr>
                        <a:t>花都区</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广州市秀全中学</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870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500" b="1">
                          <a:solidFill>
                            <a:schemeClr val="tx1"/>
                          </a:solidFill>
                          <a:latin typeface="微软雅黑" charset="-122"/>
                          <a:ea typeface="微软雅黑" charset="-122"/>
                        </a:rPr>
                        <a:t>增城区</a:t>
                      </a:r>
                      <a:endParaRPr lang="zh-CN" altLang="en-US" sz="1500" b="1">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增城中学</a:t>
                      </a:r>
                      <a:r>
                        <a:rPr lang="zh-CN" altLang="en-US" sz="1500" b="1" dirty="0">
                          <a:solidFill>
                            <a:schemeClr val="tx1"/>
                          </a:solidFill>
                          <a:latin typeface="微软雅黑" charset="-122"/>
                          <a:ea typeface="微软雅黑" charset="-122"/>
                        </a:rPr>
                        <a:t>、应元学校</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2870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500" b="1">
                          <a:solidFill>
                            <a:schemeClr val="tx1"/>
                          </a:solidFill>
                          <a:latin typeface="微软雅黑" charset="-122"/>
                          <a:ea typeface="微软雅黑" charset="-122"/>
                        </a:rPr>
                        <a:t>从化区</a:t>
                      </a:r>
                      <a:endParaRPr lang="zh-CN" altLang="en-US" sz="1500" b="1">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chemeClr val="tx1"/>
                          </a:solidFill>
                          <a:latin typeface="微软雅黑" charset="-122"/>
                          <a:ea typeface="微软雅黑" charset="-122"/>
                        </a:rPr>
                        <a:t>从化中学</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870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1500" b="1" dirty="0">
                          <a:solidFill>
                            <a:schemeClr val="tx1"/>
                          </a:solidFill>
                          <a:latin typeface="微软雅黑" charset="-122"/>
                          <a:ea typeface="微软雅黑" charset="-122"/>
                        </a:rPr>
                        <a:t>南沙区</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C5E4D9"/>
                    </a:solidFill>
                  </a:tcPr>
                </a:tc>
                <a:tc>
                  <a:txBody>
                    <a:bodyPr/>
                    <a:lstStyle/>
                    <a:p>
                      <a:pPr indent="0" algn="ctr">
                        <a:buNone/>
                      </a:pPr>
                      <a:r>
                        <a:rPr lang="zh-CN" altLang="en-US" sz="1500" b="1" dirty="0">
                          <a:solidFill>
                            <a:schemeClr val="tx1"/>
                          </a:solidFill>
                          <a:latin typeface="微软雅黑" charset="-122"/>
                          <a:ea typeface="微软雅黑" charset="-122"/>
                        </a:rPr>
                        <a:t>二中天元、广附南沙</a:t>
                      </a:r>
                      <a:endParaRPr lang="zh-CN" altLang="en-US" sz="1500" b="1" dirty="0">
                        <a:solidFill>
                          <a:schemeClr val="tx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E7E7E7"/>
                    </a:solidFill>
                  </a:tcPr>
                </a:tc>
              </a:tr>
              <a:tr h="287020">
                <a:tc>
                  <a:txBody>
                    <a:bodyPr/>
                    <a:lstStyle/>
                    <a:p>
                      <a:pPr indent="0" algn="ctr">
                        <a:buNone/>
                      </a:pPr>
                      <a:r>
                        <a:rPr lang="zh-CN" altLang="en-US" sz="1500" b="1" dirty="0">
                          <a:solidFill>
                            <a:schemeClr val="bg1"/>
                          </a:solidFill>
                          <a:latin typeface="微软雅黑" charset="-122"/>
                          <a:ea typeface="微软雅黑" charset="-122"/>
                        </a:rPr>
                        <a:t>民办</a:t>
                      </a:r>
                      <a:endParaRPr lang="zh-CN" altLang="en-US" sz="1500" b="1" dirty="0">
                        <a:solidFill>
                          <a:schemeClr val="bg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c>
                  <a:txBody>
                    <a:bodyPr/>
                    <a:lstStyle/>
                    <a:p>
                      <a:pPr indent="0" algn="ctr">
                        <a:buNone/>
                      </a:pPr>
                      <a:r>
                        <a:rPr lang="zh-CN" altLang="en-US" sz="1500" b="1" dirty="0">
                          <a:solidFill>
                            <a:schemeClr val="tx1"/>
                          </a:solidFill>
                          <a:latin typeface="微软雅黑" charset="-122"/>
                          <a:ea typeface="微软雅黑" charset="-122"/>
                        </a:rPr>
                        <a:t>市管民办</a:t>
                      </a:r>
                      <a:endParaRPr lang="zh-CN" altLang="en-US" sz="1500" b="1" dirty="0">
                        <a:solidFill>
                          <a:schemeClr val="tx1"/>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altLang="en-US" sz="1500" b="1" dirty="0">
                          <a:solidFill>
                            <a:schemeClr val="tx1"/>
                          </a:solidFill>
                          <a:latin typeface="微软雅黑" charset="-122"/>
                          <a:ea typeface="微软雅黑" charset="-122"/>
                        </a:rPr>
                        <a:t>黄广中学、</a:t>
                      </a:r>
                      <a:r>
                        <a:rPr lang="zh-CN" altLang="en-US" sz="1500" b="1" kern="1200" dirty="0">
                          <a:solidFill>
                            <a:schemeClr val="tx1"/>
                          </a:solidFill>
                          <a:latin typeface="微软雅黑" charset="-122"/>
                          <a:ea typeface="微软雅黑" charset="-122"/>
                          <a:cs typeface="+mn-cs"/>
                        </a:rPr>
                        <a:t>天省实验</a:t>
                      </a:r>
                      <a:endParaRPr lang="zh-CN" altLang="en-US" sz="1500" b="1" kern="1200" dirty="0">
                        <a:solidFill>
                          <a:schemeClr val="tx1"/>
                        </a:solidFill>
                        <a:latin typeface="微软雅黑" charset="-122"/>
                        <a:ea typeface="微软雅黑" charset="-122"/>
                        <a:cs typeface="+mn-cs"/>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bl>
          </a:graphicData>
        </a:graphic>
      </p:graphicFrame>
      <p:sp>
        <p:nvSpPr>
          <p:cNvPr id="4" name="文本框 3"/>
          <p:cNvSpPr txBox="1"/>
          <p:nvPr/>
        </p:nvSpPr>
        <p:spPr>
          <a:xfrm>
            <a:off x="7537104" y="6337060"/>
            <a:ext cx="4118956" cy="338554"/>
          </a:xfrm>
          <a:prstGeom prst="rect">
            <a:avLst/>
          </a:prstGeom>
          <a:noFill/>
        </p:spPr>
        <p:txBody>
          <a:bodyPr wrap="square">
            <a:spAutoFit/>
          </a:bodyPr>
          <a:lstStyle/>
          <a:p>
            <a:pPr algn="ctr"/>
            <a:r>
              <a:rPr lang="zh-CN" altLang="en-US" sz="1600" b="1" dirty="0">
                <a:solidFill>
                  <a:srgbClr val="FF0000"/>
                </a:solidFill>
                <a:latin typeface="微软雅黑" charset="-122"/>
                <a:ea typeface="微软雅黑" charset="-122"/>
              </a:rPr>
              <a:t>红色</a:t>
            </a:r>
            <a:r>
              <a:rPr lang="zh-CN" altLang="en-US" sz="1600" b="1" dirty="0">
                <a:latin typeface="微软雅黑" charset="-122"/>
                <a:ea typeface="微软雅黑" charset="-122"/>
              </a:rPr>
              <a:t>为</a:t>
            </a:r>
            <a:r>
              <a:rPr lang="en-US" altLang="zh-CN" sz="1600" b="1" dirty="0">
                <a:latin typeface="微软雅黑" charset="-122"/>
                <a:ea typeface="微软雅黑" charset="-122"/>
              </a:rPr>
              <a:t>25</a:t>
            </a:r>
            <a:r>
              <a:rPr lang="zh-CN" altLang="en-US" sz="1600" b="1" dirty="0">
                <a:latin typeface="微软雅黑" charset="-122"/>
                <a:ea typeface="微软雅黑" charset="-122"/>
              </a:rPr>
              <a:t>年新增加入自主招生的高中学校</a:t>
            </a:r>
            <a:endParaRPr lang="zh-CN" altLang="en-US" sz="1600" b="1" dirty="0">
              <a:latin typeface="微软雅黑" charset="-122"/>
              <a:ea typeface="微软雅黑" charset="-122"/>
            </a:endParaRPr>
          </a:p>
        </p:txBody>
      </p:sp>
      <p:sp>
        <p:nvSpPr>
          <p:cNvPr id="8" name="圆角矩形 7"/>
          <p:cNvSpPr/>
          <p:nvPr>
            <p:custDataLst>
              <p:tags r:id="rId2"/>
            </p:custDataLst>
          </p:nvPr>
        </p:nvSpPr>
        <p:spPr>
          <a:xfrm>
            <a:off x="182245" y="6299200"/>
            <a:ext cx="7354570" cy="516255"/>
          </a:xfrm>
          <a:prstGeom prst="roundRect">
            <a:avLst/>
          </a:prstGeom>
          <a:solidFill>
            <a:srgbClr val="E7E7E7"/>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custDataLst>
              <p:tags r:id="rId3"/>
            </p:custDataLst>
          </p:nvPr>
        </p:nvSpPr>
        <p:spPr>
          <a:xfrm>
            <a:off x="284480" y="6345555"/>
            <a:ext cx="9128760" cy="393065"/>
          </a:xfrm>
          <a:prstGeom prst="rect">
            <a:avLst/>
          </a:prstGeom>
        </p:spPr>
        <p:txBody>
          <a:bodyPr wrap="square">
            <a:noAutofit/>
          </a:bodyPr>
          <a:p>
            <a:r>
              <a:rPr lang="zh-CN" b="1" dirty="0">
                <a:solidFill>
                  <a:srgbClr val="FF0000"/>
                </a:solidFill>
                <a:latin typeface="微软雅黑" charset="-122"/>
                <a:ea typeface="微软雅黑" charset="-122"/>
              </a:rPr>
              <a:t>温馨提醒：示范性学校参加自主招生的学生选考科目综评不低于</a:t>
            </a:r>
            <a:r>
              <a:rPr lang="en-US" altLang="zh-CN" b="1" dirty="0">
                <a:solidFill>
                  <a:srgbClr val="FF0000"/>
                </a:solidFill>
                <a:latin typeface="微软雅黑" charset="-122"/>
                <a:ea typeface="微软雅黑" charset="-122"/>
              </a:rPr>
              <a:t>C</a:t>
            </a:r>
            <a:r>
              <a:rPr lang="zh-CN" altLang="en-US" b="1" dirty="0">
                <a:solidFill>
                  <a:srgbClr val="FF0000"/>
                </a:solidFill>
                <a:latin typeface="微软雅黑" charset="-122"/>
                <a:ea typeface="微软雅黑" charset="-122"/>
              </a:rPr>
              <a:t>等级</a:t>
            </a:r>
            <a:endParaRPr lang="zh-CN" altLang="en-US" dirty="0">
              <a:solidFill>
                <a:schemeClr val="tx1"/>
              </a:solidFill>
              <a:latin typeface="微软雅黑" charset="-122"/>
              <a:ea typeface="微软雅黑"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1"/>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第一批</a:t>
            </a:r>
            <a:endParaRPr lang="zh-CN" altLang="en-US" sz="2800" b="1" dirty="0">
              <a:solidFill>
                <a:schemeClr val="tx1"/>
              </a:solidFill>
            </a:endParaRPr>
          </a:p>
        </p:txBody>
      </p:sp>
      <p:sp>
        <p:nvSpPr>
          <p:cNvPr id="4" name="流程图: 可选过程 3"/>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5" name="流程图: 可选过程 4"/>
          <p:cNvSpPr/>
          <p:nvPr/>
        </p:nvSpPr>
        <p:spPr>
          <a:xfrm>
            <a:off x="4815840" y="16510"/>
            <a:ext cx="173926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solidFill>
                  <a:srgbClr val="000000"/>
                </a:solidFill>
              </a:defRPr>
            </a:pPr>
            <a:r>
              <a:rPr lang="zh-CN" altLang="en-US" sz="2800" b="1" dirty="0">
                <a:solidFill>
                  <a:schemeClr val="tx1"/>
                </a:solidFill>
              </a:rPr>
              <a:t>自主招生</a:t>
            </a:r>
            <a:endParaRPr lang="zh-CN" altLang="en-US" sz="2800" b="1" dirty="0">
              <a:solidFill>
                <a:schemeClr val="tx1"/>
              </a:solidFill>
            </a:endParaRPr>
          </a:p>
        </p:txBody>
      </p:sp>
      <p:graphicFrame>
        <p:nvGraphicFramePr>
          <p:cNvPr id="6" name="图示 5"/>
          <p:cNvGraphicFramePr/>
          <p:nvPr/>
        </p:nvGraphicFramePr>
        <p:xfrm>
          <a:off x="8255" y="619760"/>
          <a:ext cx="12021820" cy="486727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3" name="文本框 12"/>
          <p:cNvSpPr txBox="1"/>
          <p:nvPr/>
        </p:nvSpPr>
        <p:spPr>
          <a:xfrm>
            <a:off x="1770380" y="2967355"/>
            <a:ext cx="741680" cy="429895"/>
          </a:xfrm>
          <a:prstGeom prst="rect">
            <a:avLst/>
          </a:prstGeom>
          <a:noFill/>
        </p:spPr>
        <p:txBody>
          <a:bodyPr wrap="none" rtlCol="0" anchor="t">
            <a:spAutoFit/>
          </a:bodyPr>
          <a:lstStyle/>
          <a:p>
            <a:r>
              <a:rPr lang="zh-CN" altLang="en-US" sz="2200" b="1" dirty="0">
                <a:latin typeface="微软雅黑" charset="-122"/>
                <a:ea typeface="微软雅黑" charset="-122"/>
                <a:cs typeface="微软雅黑" charset="-122"/>
                <a:sym typeface="+mn-ea"/>
              </a:rPr>
              <a:t>报名</a:t>
            </a:r>
            <a:endParaRPr lang="zh-CN" altLang="en-US" sz="2200" b="1" dirty="0">
              <a:latin typeface="微软雅黑" charset="-122"/>
              <a:ea typeface="微软雅黑" charset="-122"/>
              <a:cs typeface="微软雅黑" charset="-122"/>
              <a:sym typeface="+mn-ea"/>
            </a:endParaRPr>
          </a:p>
        </p:txBody>
      </p:sp>
      <p:sp>
        <p:nvSpPr>
          <p:cNvPr id="14" name="文本框 13"/>
          <p:cNvSpPr txBox="1"/>
          <p:nvPr/>
        </p:nvSpPr>
        <p:spPr>
          <a:xfrm>
            <a:off x="5251450" y="2106930"/>
            <a:ext cx="1300480" cy="429895"/>
          </a:xfrm>
          <a:prstGeom prst="rect">
            <a:avLst/>
          </a:prstGeom>
          <a:noFill/>
        </p:spPr>
        <p:txBody>
          <a:bodyPr wrap="none" rtlCol="0" anchor="t">
            <a:spAutoFit/>
          </a:bodyPr>
          <a:lstStyle/>
          <a:p>
            <a:r>
              <a:rPr lang="zh-CN" altLang="en-US" sz="2200" b="1">
                <a:latin typeface="微软雅黑" charset="-122"/>
                <a:ea typeface="微软雅黑" charset="-122"/>
                <a:cs typeface="微软雅黑" charset="-122"/>
                <a:sym typeface="+mn-ea"/>
              </a:rPr>
              <a:t>志愿填报</a:t>
            </a:r>
            <a:endParaRPr lang="zh-CN" altLang="en-US" sz="2200" b="1">
              <a:latin typeface="微软雅黑" charset="-122"/>
              <a:ea typeface="微软雅黑" charset="-122"/>
              <a:cs typeface="微软雅黑" charset="-122"/>
              <a:sym typeface="+mn-ea"/>
            </a:endParaRPr>
          </a:p>
        </p:txBody>
      </p:sp>
      <p:sp>
        <p:nvSpPr>
          <p:cNvPr id="15" name="文本框 14"/>
          <p:cNvSpPr txBox="1"/>
          <p:nvPr/>
        </p:nvSpPr>
        <p:spPr>
          <a:xfrm>
            <a:off x="6904990" y="1685290"/>
            <a:ext cx="1300480" cy="429895"/>
          </a:xfrm>
          <a:prstGeom prst="rect">
            <a:avLst/>
          </a:prstGeom>
          <a:noFill/>
        </p:spPr>
        <p:txBody>
          <a:bodyPr wrap="none" rtlCol="0" anchor="t">
            <a:spAutoFit/>
          </a:bodyPr>
          <a:lstStyle/>
          <a:p>
            <a:r>
              <a:rPr lang="zh-CN" altLang="en-US" sz="2200" b="1" dirty="0">
                <a:latin typeface="微软雅黑" charset="-122"/>
                <a:ea typeface="微软雅黑" charset="-122"/>
                <a:cs typeface="微软雅黑" charset="-122"/>
                <a:sym typeface="+mn-ea"/>
              </a:rPr>
              <a:t>综合考核</a:t>
            </a:r>
            <a:endParaRPr lang="zh-CN" altLang="en-US" sz="2200" b="1" dirty="0">
              <a:latin typeface="微软雅黑" charset="-122"/>
              <a:ea typeface="微软雅黑" charset="-122"/>
              <a:cs typeface="微软雅黑" charset="-122"/>
              <a:sym typeface="+mn-ea"/>
            </a:endParaRPr>
          </a:p>
        </p:txBody>
      </p:sp>
      <p:sp>
        <p:nvSpPr>
          <p:cNvPr id="16" name="文本框 15"/>
          <p:cNvSpPr txBox="1"/>
          <p:nvPr/>
        </p:nvSpPr>
        <p:spPr>
          <a:xfrm>
            <a:off x="8642985" y="1258570"/>
            <a:ext cx="1300480" cy="429895"/>
          </a:xfrm>
          <a:prstGeom prst="rect">
            <a:avLst/>
          </a:prstGeom>
          <a:noFill/>
        </p:spPr>
        <p:txBody>
          <a:bodyPr wrap="none" rtlCol="0" anchor="t">
            <a:spAutoFit/>
          </a:bodyPr>
          <a:lstStyle/>
          <a:p>
            <a:r>
              <a:rPr lang="zh-CN" altLang="en-US" sz="2200" b="1" dirty="0">
                <a:latin typeface="微软雅黑" charset="-122"/>
                <a:ea typeface="微软雅黑" charset="-122"/>
                <a:cs typeface="微软雅黑" charset="-122"/>
                <a:sym typeface="+mn-ea"/>
              </a:rPr>
              <a:t>考核结果</a:t>
            </a:r>
            <a:endParaRPr lang="zh-CN" altLang="en-US" sz="2200" b="1" dirty="0">
              <a:latin typeface="微软雅黑" charset="-122"/>
              <a:ea typeface="微软雅黑" charset="-122"/>
              <a:cs typeface="微软雅黑" charset="-122"/>
              <a:sym typeface="+mn-ea"/>
            </a:endParaRPr>
          </a:p>
        </p:txBody>
      </p:sp>
      <p:sp>
        <p:nvSpPr>
          <p:cNvPr id="17" name="文本框 16"/>
          <p:cNvSpPr txBox="1"/>
          <p:nvPr/>
        </p:nvSpPr>
        <p:spPr>
          <a:xfrm>
            <a:off x="10453552" y="593798"/>
            <a:ext cx="1300480" cy="429895"/>
          </a:xfrm>
          <a:prstGeom prst="rect">
            <a:avLst/>
          </a:prstGeom>
          <a:noFill/>
        </p:spPr>
        <p:txBody>
          <a:bodyPr wrap="none" rtlCol="0" anchor="t">
            <a:spAutoFit/>
          </a:bodyPr>
          <a:lstStyle/>
          <a:p>
            <a:r>
              <a:rPr lang="zh-CN" altLang="en-US" sz="2200" b="1" dirty="0">
                <a:latin typeface="微软雅黑" charset="-122"/>
                <a:ea typeface="微软雅黑" charset="-122"/>
                <a:cs typeface="微软雅黑" charset="-122"/>
                <a:sym typeface="+mn-ea"/>
              </a:rPr>
              <a:t>正式录取</a:t>
            </a:r>
            <a:endParaRPr lang="zh-CN" altLang="en-US" sz="2200" b="1" dirty="0">
              <a:latin typeface="微软雅黑" charset="-122"/>
              <a:ea typeface="微软雅黑" charset="-122"/>
              <a:cs typeface="微软雅黑" charset="-122"/>
              <a:sym typeface="+mn-ea"/>
            </a:endParaRPr>
          </a:p>
        </p:txBody>
      </p:sp>
      <p:sp>
        <p:nvSpPr>
          <p:cNvPr id="18" name="圆角矩形标注 17"/>
          <p:cNvSpPr/>
          <p:nvPr/>
        </p:nvSpPr>
        <p:spPr>
          <a:xfrm>
            <a:off x="777240" y="1348740"/>
            <a:ext cx="2917190" cy="634365"/>
          </a:xfrm>
          <a:prstGeom prst="wedgeRoundRectCallou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文本框 18"/>
          <p:cNvSpPr txBox="1"/>
          <p:nvPr/>
        </p:nvSpPr>
        <p:spPr>
          <a:xfrm>
            <a:off x="847090" y="1399540"/>
            <a:ext cx="2847975" cy="521970"/>
          </a:xfrm>
          <a:prstGeom prst="rect">
            <a:avLst/>
          </a:prstGeom>
          <a:noFill/>
        </p:spPr>
        <p:txBody>
          <a:bodyPr wrap="square">
            <a:spAutoFit/>
          </a:bodyPr>
          <a:lstStyle/>
          <a:p>
            <a:pPr algn="just"/>
            <a:r>
              <a:rPr lang="zh-CN" altLang="en-US" sz="2800" b="1" dirty="0">
                <a:solidFill>
                  <a:srgbClr val="235D4F"/>
                </a:solidFill>
                <a:latin typeface="微软雅黑" charset="-122"/>
                <a:ea typeface="微软雅黑" charset="-122"/>
                <a:sym typeface="Arial" panose="020B0704020202020204" pitchFamily="34" charset="0"/>
              </a:rPr>
              <a:t>自主招生七步法</a:t>
            </a:r>
            <a:endParaRPr lang="zh-CN" altLang="en-US" sz="2800" b="1" dirty="0">
              <a:solidFill>
                <a:srgbClr val="235D4F"/>
              </a:solidFill>
              <a:latin typeface="微软雅黑" charset="-122"/>
              <a:ea typeface="微软雅黑" charset="-122"/>
              <a:sym typeface="Arial" panose="020B0704020202020204" pitchFamily="34" charset="0"/>
            </a:endParaRPr>
          </a:p>
        </p:txBody>
      </p:sp>
      <p:sp>
        <p:nvSpPr>
          <p:cNvPr id="20" name="圆角矩形标注 19"/>
          <p:cNvSpPr/>
          <p:nvPr/>
        </p:nvSpPr>
        <p:spPr>
          <a:xfrm>
            <a:off x="6202062" y="3798458"/>
            <a:ext cx="5999480" cy="1244600"/>
          </a:xfrm>
          <a:prstGeom prst="wedgeRoundRectCallou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文本框 20"/>
          <p:cNvSpPr txBox="1"/>
          <p:nvPr/>
        </p:nvSpPr>
        <p:spPr>
          <a:xfrm>
            <a:off x="6339222" y="3905138"/>
            <a:ext cx="5862320" cy="1014730"/>
          </a:xfrm>
          <a:prstGeom prst="rect">
            <a:avLst/>
          </a:prstGeom>
          <a:noFill/>
        </p:spPr>
        <p:txBody>
          <a:bodyPr wrap="square" rtlCol="0" anchor="t">
            <a:spAutoFit/>
          </a:bodyPr>
          <a:lstStyle/>
          <a:p>
            <a:r>
              <a:rPr lang="zh-CN" altLang="en-US" sz="2000" b="1" dirty="0">
                <a:solidFill>
                  <a:srgbClr val="235D4F"/>
                </a:solidFill>
                <a:sym typeface="+mn-ea"/>
              </a:rPr>
              <a:t>考生自主招生成绩满分为</a:t>
            </a:r>
            <a:r>
              <a:rPr lang="en-US" altLang="zh-CN" sz="2000" b="1" dirty="0">
                <a:solidFill>
                  <a:srgbClr val="235D4F"/>
                </a:solidFill>
                <a:sym typeface="+mn-ea"/>
              </a:rPr>
              <a:t>100</a:t>
            </a:r>
            <a:r>
              <a:rPr lang="zh-CN" altLang="en-US" sz="2000" b="1" dirty="0">
                <a:solidFill>
                  <a:srgbClr val="235D4F"/>
                </a:solidFill>
                <a:sym typeface="+mn-ea"/>
              </a:rPr>
              <a:t>分，由初中学业水平考试成绩</a:t>
            </a:r>
            <a:r>
              <a:rPr lang="en-US" altLang="zh-CN" sz="2000" b="1" dirty="0">
                <a:solidFill>
                  <a:srgbClr val="235D4F"/>
                </a:solidFill>
                <a:sym typeface="+mn-ea"/>
              </a:rPr>
              <a:t>(</a:t>
            </a:r>
            <a:r>
              <a:rPr lang="zh-CN" altLang="en-US" sz="2000" b="1" dirty="0">
                <a:solidFill>
                  <a:srgbClr val="235D4F"/>
                </a:solidFill>
                <a:sym typeface="+mn-ea"/>
              </a:rPr>
              <a:t>含加分</a:t>
            </a:r>
            <a:r>
              <a:rPr lang="en-US" altLang="zh-CN" sz="2000" b="1" dirty="0">
                <a:solidFill>
                  <a:srgbClr val="235D4F"/>
                </a:solidFill>
                <a:sym typeface="+mn-ea"/>
              </a:rPr>
              <a:t>)</a:t>
            </a:r>
            <a:r>
              <a:rPr lang="zh-CN" altLang="en-US" sz="2000" b="1" dirty="0">
                <a:solidFill>
                  <a:srgbClr val="235D4F"/>
                </a:solidFill>
                <a:sym typeface="+mn-ea"/>
              </a:rPr>
              <a:t>占</a:t>
            </a:r>
            <a:r>
              <a:rPr lang="en-US" altLang="zh-CN" sz="2000" b="1" dirty="0">
                <a:solidFill>
                  <a:srgbClr val="235D4F"/>
                </a:solidFill>
                <a:sym typeface="+mn-ea"/>
              </a:rPr>
              <a:t>70%</a:t>
            </a:r>
            <a:r>
              <a:rPr lang="zh-CN" altLang="en-US" sz="2000" b="1" dirty="0">
                <a:solidFill>
                  <a:srgbClr val="235D4F"/>
                </a:solidFill>
                <a:sym typeface="+mn-ea"/>
              </a:rPr>
              <a:t>和学校综合能力考核成绩占</a:t>
            </a:r>
            <a:r>
              <a:rPr lang="en-US" altLang="zh-CN" sz="2000" b="1" dirty="0">
                <a:solidFill>
                  <a:srgbClr val="235D4F"/>
                </a:solidFill>
                <a:sym typeface="+mn-ea"/>
              </a:rPr>
              <a:t>30%</a:t>
            </a:r>
            <a:r>
              <a:rPr lang="zh-CN" altLang="en-US" sz="2000" b="1" dirty="0">
                <a:solidFill>
                  <a:srgbClr val="235D4F"/>
                </a:solidFill>
                <a:sym typeface="+mn-ea"/>
              </a:rPr>
              <a:t>的权重比例进行折算合成。</a:t>
            </a:r>
            <a:endParaRPr lang="zh-CN" altLang="en-US" sz="2000" b="1" dirty="0">
              <a:solidFill>
                <a:srgbClr val="235D4F"/>
              </a:solidFill>
              <a:sym typeface="+mn-ea"/>
            </a:endParaRPr>
          </a:p>
        </p:txBody>
      </p:sp>
      <p:sp>
        <p:nvSpPr>
          <p:cNvPr id="22" name="文本框 21"/>
          <p:cNvSpPr txBox="1"/>
          <p:nvPr/>
        </p:nvSpPr>
        <p:spPr>
          <a:xfrm>
            <a:off x="3368675" y="2523490"/>
            <a:ext cx="1579880" cy="429895"/>
          </a:xfrm>
          <a:prstGeom prst="rect">
            <a:avLst/>
          </a:prstGeom>
          <a:noFill/>
        </p:spPr>
        <p:txBody>
          <a:bodyPr wrap="none" rtlCol="0" anchor="t">
            <a:spAutoFit/>
          </a:bodyPr>
          <a:lstStyle/>
          <a:p>
            <a:r>
              <a:rPr lang="zh-CN" altLang="en-US" sz="2200" b="1" dirty="0">
                <a:latin typeface="微软雅黑" charset="-122"/>
                <a:ea typeface="微软雅黑" charset="-122"/>
                <a:cs typeface="微软雅黑" charset="-122"/>
                <a:sym typeface="+mn-ea"/>
              </a:rPr>
              <a:t>海选预录取</a:t>
            </a:r>
            <a:endParaRPr lang="zh-CN" altLang="en-US" sz="2200" b="1" dirty="0">
              <a:latin typeface="微软雅黑" charset="-122"/>
              <a:ea typeface="微软雅黑" charset="-122"/>
              <a:cs typeface="微软雅黑" charset="-122"/>
              <a:sym typeface="+mn-ea"/>
            </a:endParaRPr>
          </a:p>
        </p:txBody>
      </p:sp>
      <p:sp>
        <p:nvSpPr>
          <p:cNvPr id="33" name="圆角矩形 32"/>
          <p:cNvSpPr/>
          <p:nvPr>
            <p:custDataLst>
              <p:tags r:id="rId6"/>
            </p:custDataLst>
          </p:nvPr>
        </p:nvSpPr>
        <p:spPr>
          <a:xfrm>
            <a:off x="5713095" y="5474970"/>
            <a:ext cx="5902325" cy="889635"/>
          </a:xfrm>
          <a:prstGeom prst="roundRect">
            <a:avLst>
              <a:gd name="adj" fmla="val 7979"/>
            </a:avLst>
          </a:prstGeom>
          <a:solidFill>
            <a:srgbClr val="21AB6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nSpc>
                <a:spcPct val="100000"/>
              </a:lnSpc>
            </a:pPr>
            <a:r>
              <a:rPr lang="zh-CN" altLang="en-US" b="1">
                <a:solidFill>
                  <a:schemeClr val="bg1"/>
                </a:solidFill>
                <a:latin typeface="微软雅黑" charset="-122"/>
                <a:ea typeface="微软雅黑" charset="-122"/>
                <a:cs typeface="微软雅黑" charset="-122"/>
                <a:sym typeface="+mn-ea"/>
              </a:rPr>
              <a:t>考生的初中学业水平考试成绩</a:t>
            </a:r>
            <a:r>
              <a:rPr lang="en-US" altLang="zh-CN" b="1">
                <a:solidFill>
                  <a:schemeClr val="bg1"/>
                </a:solidFill>
                <a:latin typeface="微软雅黑" charset="-122"/>
                <a:ea typeface="微软雅黑" charset="-122"/>
                <a:cs typeface="微软雅黑" charset="-122"/>
                <a:sym typeface="+mn-ea"/>
              </a:rPr>
              <a:t>(</a:t>
            </a:r>
            <a:r>
              <a:rPr lang="zh-CN" altLang="en-US" b="1">
                <a:solidFill>
                  <a:schemeClr val="bg1"/>
                </a:solidFill>
                <a:latin typeface="微软雅黑" charset="-122"/>
                <a:ea typeface="微软雅黑" charset="-122"/>
                <a:cs typeface="微软雅黑" charset="-122"/>
                <a:sym typeface="+mn-ea"/>
              </a:rPr>
              <a:t>含加分</a:t>
            </a:r>
            <a:r>
              <a:rPr lang="en-US" altLang="zh-CN" b="1">
                <a:solidFill>
                  <a:schemeClr val="bg1"/>
                </a:solidFill>
                <a:latin typeface="微软雅黑" charset="-122"/>
                <a:ea typeface="微软雅黑" charset="-122"/>
                <a:cs typeface="微软雅黑" charset="-122"/>
                <a:sym typeface="+mn-ea"/>
              </a:rPr>
              <a:t>)</a:t>
            </a:r>
            <a:r>
              <a:rPr lang="zh-CN" altLang="en-US" b="1">
                <a:solidFill>
                  <a:schemeClr val="bg1"/>
                </a:solidFill>
                <a:latin typeface="微软雅黑" charset="-122"/>
                <a:ea typeface="微软雅黑" charset="-122"/>
                <a:cs typeface="微软雅黑" charset="-122"/>
                <a:sym typeface="+mn-ea"/>
              </a:rPr>
              <a:t>为</a:t>
            </a:r>
            <a:r>
              <a:rPr lang="en-US" altLang="zh-CN" b="1">
                <a:solidFill>
                  <a:schemeClr val="bg1"/>
                </a:solidFill>
                <a:latin typeface="微软雅黑" charset="-122"/>
                <a:ea typeface="微软雅黑" charset="-122"/>
                <a:cs typeface="微软雅黑" charset="-122"/>
                <a:sym typeface="+mn-ea"/>
              </a:rPr>
              <a:t>648</a:t>
            </a:r>
            <a:r>
              <a:rPr lang="zh-CN" altLang="en-US" b="1">
                <a:solidFill>
                  <a:schemeClr val="bg1"/>
                </a:solidFill>
                <a:latin typeface="微软雅黑" charset="-122"/>
                <a:ea typeface="微软雅黑" charset="-122"/>
                <a:cs typeface="微软雅黑" charset="-122"/>
                <a:sym typeface="+mn-ea"/>
              </a:rPr>
              <a:t>分，学校综合能力考核成绩为</a:t>
            </a:r>
            <a:r>
              <a:rPr lang="en-US" altLang="zh-CN" b="1">
                <a:solidFill>
                  <a:srgbClr val="FFE491"/>
                </a:solidFill>
                <a:latin typeface="微软雅黑" charset="-122"/>
                <a:ea typeface="微软雅黑" charset="-122"/>
                <a:cs typeface="微软雅黑" charset="-122"/>
                <a:sym typeface="+mn-ea"/>
              </a:rPr>
              <a:t>90</a:t>
            </a:r>
            <a:r>
              <a:rPr lang="zh-CN" altLang="en-US" b="1">
                <a:solidFill>
                  <a:srgbClr val="FFE491"/>
                </a:solidFill>
                <a:latin typeface="微软雅黑" charset="-122"/>
                <a:ea typeface="微软雅黑" charset="-122"/>
                <a:cs typeface="微软雅黑" charset="-122"/>
                <a:sym typeface="+mn-ea"/>
              </a:rPr>
              <a:t>分</a:t>
            </a:r>
            <a:r>
              <a:rPr lang="en-US" altLang="zh-CN" b="1">
                <a:solidFill>
                  <a:schemeClr val="bg1"/>
                </a:solidFill>
                <a:latin typeface="微软雅黑" charset="-122"/>
                <a:ea typeface="微软雅黑" charset="-122"/>
                <a:cs typeface="微软雅黑" charset="-122"/>
                <a:sym typeface="+mn-ea"/>
              </a:rPr>
              <a:t>(</a:t>
            </a:r>
            <a:r>
              <a:rPr lang="zh-CN" altLang="en-US" b="1">
                <a:solidFill>
                  <a:schemeClr val="bg1"/>
                </a:solidFill>
                <a:latin typeface="微软雅黑" charset="-122"/>
                <a:ea typeface="微软雅黑" charset="-122"/>
                <a:cs typeface="微软雅黑" charset="-122"/>
                <a:sym typeface="+mn-ea"/>
              </a:rPr>
              <a:t>满分</a:t>
            </a:r>
            <a:r>
              <a:rPr lang="en-US" altLang="zh-CN" b="1">
                <a:solidFill>
                  <a:schemeClr val="bg1"/>
                </a:solidFill>
                <a:latin typeface="微软雅黑" charset="-122"/>
                <a:ea typeface="微软雅黑" charset="-122"/>
                <a:cs typeface="微软雅黑" charset="-122"/>
                <a:sym typeface="+mn-ea"/>
              </a:rPr>
              <a:t>100</a:t>
            </a:r>
            <a:r>
              <a:rPr lang="zh-CN" altLang="en-US" b="1">
                <a:solidFill>
                  <a:schemeClr val="bg1"/>
                </a:solidFill>
                <a:latin typeface="微软雅黑" charset="-122"/>
                <a:ea typeface="微软雅黑" charset="-122"/>
                <a:cs typeface="微软雅黑" charset="-122"/>
                <a:sym typeface="+mn-ea"/>
              </a:rPr>
              <a:t>分</a:t>
            </a:r>
            <a:r>
              <a:rPr lang="en-US" altLang="zh-CN" b="1">
                <a:solidFill>
                  <a:schemeClr val="bg1"/>
                </a:solidFill>
                <a:latin typeface="微软雅黑" charset="-122"/>
                <a:ea typeface="微软雅黑" charset="-122"/>
                <a:cs typeface="微软雅黑" charset="-122"/>
                <a:sym typeface="+mn-ea"/>
              </a:rPr>
              <a:t>)</a:t>
            </a:r>
            <a:r>
              <a:rPr lang="zh-CN" altLang="en-US" b="1">
                <a:solidFill>
                  <a:schemeClr val="bg1"/>
                </a:solidFill>
                <a:latin typeface="微软雅黑" charset="-122"/>
                <a:ea typeface="微软雅黑" charset="-122"/>
                <a:cs typeface="微软雅黑" charset="-122"/>
                <a:sym typeface="+mn-ea"/>
              </a:rPr>
              <a:t>，自主招生成绩</a:t>
            </a:r>
            <a:r>
              <a:rPr lang="en-US" altLang="zh-CN" b="1">
                <a:solidFill>
                  <a:schemeClr val="bg1"/>
                </a:solidFill>
                <a:latin typeface="微软雅黑" charset="-122"/>
                <a:ea typeface="微软雅黑" charset="-122"/>
                <a:cs typeface="微软雅黑" charset="-122"/>
                <a:sym typeface="+mn-ea"/>
              </a:rPr>
              <a:t>=(648/810)x100x70%+(90/100)x100x30%=83</a:t>
            </a:r>
            <a:r>
              <a:rPr lang="zh-CN" altLang="en-US" b="1">
                <a:solidFill>
                  <a:schemeClr val="bg1"/>
                </a:solidFill>
                <a:latin typeface="微软雅黑" charset="-122"/>
                <a:ea typeface="微软雅黑" charset="-122"/>
                <a:cs typeface="微软雅黑" charset="-122"/>
                <a:sym typeface="+mn-ea"/>
              </a:rPr>
              <a:t>分</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1"/>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第二批</a:t>
            </a:r>
            <a:endParaRPr lang="zh-CN" altLang="en-US" sz="2800" b="1" dirty="0">
              <a:solidFill>
                <a:schemeClr val="tx1"/>
              </a:solidFill>
            </a:endParaRPr>
          </a:p>
        </p:txBody>
      </p:sp>
      <p:sp>
        <p:nvSpPr>
          <p:cNvPr id="3" name="流程图: 可选过程 3"/>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4" name="流程图: 可选过程 4"/>
          <p:cNvSpPr/>
          <p:nvPr/>
        </p:nvSpPr>
        <p:spPr>
          <a:xfrm>
            <a:off x="482536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solidFill>
                  <a:srgbClr val="000000"/>
                </a:solidFill>
              </a:defRPr>
            </a:pPr>
            <a:r>
              <a:rPr lang="zh-CN" altLang="en-US" sz="2800" b="1" dirty="0">
                <a:solidFill>
                  <a:schemeClr val="tx1"/>
                </a:solidFill>
              </a:rPr>
              <a:t>定义</a:t>
            </a:r>
            <a:endParaRPr lang="zh-CN" altLang="en-US" sz="2800" b="1" dirty="0">
              <a:solidFill>
                <a:schemeClr val="tx1"/>
              </a:solidFill>
            </a:endParaRPr>
          </a:p>
        </p:txBody>
      </p:sp>
      <p:sp>
        <p:nvSpPr>
          <p:cNvPr id="6" name="文本框 5"/>
          <p:cNvSpPr txBox="1"/>
          <p:nvPr/>
        </p:nvSpPr>
        <p:spPr>
          <a:xfrm>
            <a:off x="242411" y="750279"/>
            <a:ext cx="11707178" cy="6508750"/>
          </a:xfrm>
          <a:prstGeom prst="rect">
            <a:avLst/>
          </a:prstGeom>
          <a:noFill/>
        </p:spPr>
        <p:txBody>
          <a:bodyPr wrap="square">
            <a:spAutoFit/>
          </a:bodyPr>
          <a:lstStyle/>
          <a:p>
            <a:pPr algn="l">
              <a:lnSpc>
                <a:spcPct val="150000"/>
              </a:lnSpc>
            </a:pPr>
            <a:r>
              <a:rPr lang="zh-CN" altLang="en-US" sz="2000" b="1" i="0" dirty="0">
                <a:solidFill>
                  <a:srgbClr val="333333"/>
                </a:solidFill>
                <a:effectLst/>
                <a:latin typeface="+mn-ea"/>
              </a:rPr>
              <a:t>一、什么是名额分配？</a:t>
            </a:r>
            <a:endParaRPr lang="zh-CN" altLang="en-US" sz="2000" b="1" i="0" dirty="0">
              <a:solidFill>
                <a:srgbClr val="333333"/>
              </a:solidFill>
              <a:effectLst/>
              <a:latin typeface="+mn-ea"/>
            </a:endParaRPr>
          </a:p>
          <a:p>
            <a:pPr algn="l">
              <a:lnSpc>
                <a:spcPct val="150000"/>
              </a:lnSpc>
            </a:pPr>
            <a:r>
              <a:rPr lang="zh-CN" altLang="en-US" sz="2000" b="0" i="0" dirty="0">
                <a:solidFill>
                  <a:srgbClr val="333333"/>
                </a:solidFill>
                <a:effectLst/>
                <a:latin typeface="+mn-ea"/>
              </a:rPr>
              <a:t>　</a:t>
            </a:r>
            <a:r>
              <a:rPr lang="zh-CN" altLang="en-US" b="0" i="0" dirty="0">
                <a:solidFill>
                  <a:srgbClr val="333333"/>
                </a:solidFill>
                <a:effectLst/>
                <a:latin typeface="+mn-ea"/>
              </a:rPr>
              <a:t>　 “名额分配”是将优质普通高中</a:t>
            </a:r>
            <a:r>
              <a:rPr lang="zh-CN" altLang="en-US" dirty="0">
                <a:solidFill>
                  <a:srgbClr val="333333"/>
                </a:solidFill>
                <a:latin typeface="+mn-ea"/>
              </a:rPr>
              <a:t>（</a:t>
            </a:r>
            <a:r>
              <a:rPr lang="zh-CN" altLang="en-US" b="1" dirty="0">
                <a:solidFill>
                  <a:srgbClr val="333333"/>
                </a:solidFill>
                <a:latin typeface="+mn-ea"/>
              </a:rPr>
              <a:t>示范性公办高中</a:t>
            </a:r>
            <a:r>
              <a:rPr lang="zh-CN" altLang="en-US" dirty="0">
                <a:solidFill>
                  <a:srgbClr val="333333"/>
                </a:solidFill>
                <a:latin typeface="+mn-ea"/>
              </a:rPr>
              <a:t>）</a:t>
            </a:r>
            <a:r>
              <a:rPr lang="zh-CN" altLang="en-US" b="0" i="0" dirty="0">
                <a:solidFill>
                  <a:srgbClr val="333333"/>
                </a:solidFill>
                <a:effectLst/>
                <a:latin typeface="+mn-ea"/>
              </a:rPr>
              <a:t>部分招生计划（</a:t>
            </a:r>
            <a:r>
              <a:rPr lang="en-US" altLang="zh-CN" b="1" i="0" dirty="0">
                <a:solidFill>
                  <a:srgbClr val="333333"/>
                </a:solidFill>
                <a:effectLst/>
                <a:latin typeface="+mn-ea"/>
              </a:rPr>
              <a:t>50%</a:t>
            </a:r>
            <a:r>
              <a:rPr lang="zh-CN" altLang="en-US" b="0" i="0" dirty="0">
                <a:solidFill>
                  <a:srgbClr val="333333"/>
                </a:solidFill>
                <a:effectLst/>
                <a:latin typeface="+mn-ea"/>
              </a:rPr>
              <a:t>）合理分配到初中学校。</a:t>
            </a:r>
            <a:r>
              <a:rPr lang="zh-CN" altLang="en-US" b="1" i="0" dirty="0">
                <a:solidFill>
                  <a:srgbClr val="333333"/>
                </a:solidFill>
                <a:effectLst/>
                <a:latin typeface="+mn-ea"/>
              </a:rPr>
              <a:t>而学生根据中考成绩的校内排名，对这些招生计划进行竞争。</a:t>
            </a:r>
            <a:r>
              <a:rPr lang="zh-CN" altLang="en-US" b="1" i="0" dirty="0">
                <a:solidFill>
                  <a:srgbClr val="FF0000"/>
                </a:solidFill>
                <a:effectLst/>
                <a:latin typeface="+mn-ea"/>
              </a:rPr>
              <a:t>（要注意，区属高中只针对自己本区初中进行分配）</a:t>
            </a:r>
            <a:endParaRPr lang="en-US" altLang="zh-CN" sz="2000" b="1" i="0" dirty="0">
              <a:solidFill>
                <a:srgbClr val="333333"/>
              </a:solidFill>
              <a:effectLst/>
              <a:latin typeface="+mn-ea"/>
            </a:endParaRPr>
          </a:p>
          <a:p>
            <a:pPr algn="l">
              <a:lnSpc>
                <a:spcPct val="150000"/>
              </a:lnSpc>
            </a:pPr>
            <a:endParaRPr lang="en-US" altLang="zh-CN" sz="2000" dirty="0">
              <a:solidFill>
                <a:srgbClr val="333333"/>
              </a:solidFill>
              <a:latin typeface="+mn-ea"/>
            </a:endParaRPr>
          </a:p>
          <a:p>
            <a:pPr algn="l">
              <a:lnSpc>
                <a:spcPct val="150000"/>
              </a:lnSpc>
            </a:pPr>
            <a:r>
              <a:rPr lang="zh-CN" altLang="en-US" sz="2000" b="1" dirty="0">
                <a:solidFill>
                  <a:srgbClr val="333333"/>
                </a:solidFill>
                <a:latin typeface="+mn-ea"/>
              </a:rPr>
              <a:t>二</a:t>
            </a:r>
            <a:r>
              <a:rPr lang="zh-CN" altLang="en-US" sz="2000" b="1" i="0" dirty="0">
                <a:solidFill>
                  <a:srgbClr val="333333"/>
                </a:solidFill>
                <a:effectLst/>
                <a:latin typeface="+mn-ea"/>
              </a:rPr>
              <a:t>、名额分配计划如何分配到初中学校？</a:t>
            </a:r>
            <a:endParaRPr lang="zh-CN" altLang="en-US" sz="2000" b="1" i="0" dirty="0">
              <a:solidFill>
                <a:srgbClr val="333333"/>
              </a:solidFill>
              <a:effectLst/>
              <a:latin typeface="+mn-ea"/>
            </a:endParaRPr>
          </a:p>
          <a:p>
            <a:pPr algn="l">
              <a:lnSpc>
                <a:spcPct val="150000"/>
              </a:lnSpc>
            </a:pPr>
            <a:r>
              <a:rPr lang="zh-CN" altLang="en-US" sz="2000" b="0" i="0" dirty="0">
                <a:solidFill>
                  <a:srgbClr val="333333"/>
                </a:solidFill>
                <a:effectLst/>
                <a:latin typeface="+mn-ea"/>
              </a:rPr>
              <a:t>　　名额分配计划由市招考办根据各初中学校符合名额分配报考资格考生数占比，统一采用电脑派位方式将高中名额随机分配到初中学校，分三个步骤：</a:t>
            </a:r>
            <a:endParaRPr lang="zh-CN" altLang="en-US" sz="2000" b="0" i="0" dirty="0">
              <a:solidFill>
                <a:srgbClr val="333333"/>
              </a:solidFill>
              <a:effectLst/>
              <a:latin typeface="+mn-ea"/>
            </a:endParaRPr>
          </a:p>
          <a:p>
            <a:pPr algn="l">
              <a:lnSpc>
                <a:spcPct val="150000"/>
              </a:lnSpc>
            </a:pPr>
            <a:r>
              <a:rPr lang="zh-CN" altLang="en-US" sz="2000" b="0" i="0" dirty="0">
                <a:solidFill>
                  <a:srgbClr val="333333"/>
                </a:solidFill>
                <a:effectLst/>
                <a:latin typeface="+mn-ea"/>
              </a:rPr>
              <a:t>　　第一步，</a:t>
            </a:r>
            <a:r>
              <a:rPr lang="zh-CN" altLang="en-US" sz="2000" b="0" i="0" dirty="0">
                <a:solidFill>
                  <a:srgbClr val="FF0000"/>
                </a:solidFill>
                <a:effectLst/>
                <a:latin typeface="+mn-ea"/>
              </a:rPr>
              <a:t>面向教育集团倾斜的名额分配</a:t>
            </a:r>
            <a:r>
              <a:rPr lang="zh-CN" altLang="en-US" sz="2000" b="0" i="0" dirty="0">
                <a:solidFill>
                  <a:srgbClr val="333333"/>
                </a:solidFill>
                <a:effectLst/>
                <a:latin typeface="+mn-ea"/>
              </a:rPr>
              <a:t>。示范性普通高中教育集团内的农村和薄弱初中成员校，每有</a:t>
            </a:r>
            <a:r>
              <a:rPr lang="en-US" altLang="zh-CN" sz="2000" b="0" i="0" dirty="0">
                <a:solidFill>
                  <a:srgbClr val="333333"/>
                </a:solidFill>
                <a:effectLst/>
                <a:latin typeface="+mn-ea"/>
              </a:rPr>
              <a:t>30</a:t>
            </a:r>
            <a:r>
              <a:rPr lang="zh-CN" altLang="en-US" sz="2000" b="0" i="0" dirty="0">
                <a:solidFill>
                  <a:srgbClr val="333333"/>
                </a:solidFill>
                <a:effectLst/>
                <a:latin typeface="+mn-ea"/>
              </a:rPr>
              <a:t>个符合资格考生，可先分得</a:t>
            </a:r>
            <a:r>
              <a:rPr lang="en-US" altLang="zh-CN" sz="2000" b="0" i="0" dirty="0">
                <a:solidFill>
                  <a:srgbClr val="333333"/>
                </a:solidFill>
                <a:effectLst/>
                <a:latin typeface="+mn-ea"/>
              </a:rPr>
              <a:t>1</a:t>
            </a:r>
            <a:r>
              <a:rPr lang="zh-CN" altLang="en-US" sz="2000" b="0" i="0" dirty="0">
                <a:solidFill>
                  <a:srgbClr val="333333"/>
                </a:solidFill>
                <a:effectLst/>
                <a:latin typeface="+mn-ea"/>
              </a:rPr>
              <a:t>个集团核心校的名额。</a:t>
            </a:r>
            <a:endParaRPr lang="zh-CN" altLang="en-US" sz="2000" b="0" i="0" dirty="0">
              <a:solidFill>
                <a:srgbClr val="333333"/>
              </a:solidFill>
              <a:effectLst/>
              <a:latin typeface="+mn-ea"/>
            </a:endParaRPr>
          </a:p>
          <a:p>
            <a:pPr algn="l">
              <a:lnSpc>
                <a:spcPct val="150000"/>
              </a:lnSpc>
            </a:pPr>
            <a:r>
              <a:rPr lang="zh-CN" altLang="en-US" sz="2000" b="0" i="0" dirty="0">
                <a:solidFill>
                  <a:srgbClr val="333333"/>
                </a:solidFill>
                <a:effectLst/>
                <a:latin typeface="+mn-ea"/>
              </a:rPr>
              <a:t>　　</a:t>
            </a:r>
            <a:r>
              <a:rPr lang="zh-CN" altLang="en-US" sz="2000" b="0" i="0" dirty="0">
                <a:solidFill>
                  <a:schemeClr val="tx1"/>
                </a:solidFill>
                <a:effectLst/>
                <a:latin typeface="+mn-ea"/>
              </a:rPr>
              <a:t>第二步，省、市属普通高中的名额分配。根据符合资格考生人数占比，</a:t>
            </a:r>
            <a:r>
              <a:rPr lang="zh-CN" altLang="en-US" sz="2000" b="0" i="0" dirty="0">
                <a:solidFill>
                  <a:srgbClr val="FF0000"/>
                </a:solidFill>
                <a:effectLst/>
                <a:latin typeface="+mn-ea"/>
              </a:rPr>
              <a:t>先计算各区分配名额数，再计算初中学校分配名额数，最后通过电脑派位方式进行名额随机分配</a:t>
            </a:r>
            <a:r>
              <a:rPr lang="zh-CN" altLang="en-US" sz="2000" b="0" i="0" dirty="0">
                <a:solidFill>
                  <a:schemeClr val="tx1"/>
                </a:solidFill>
                <a:effectLst/>
                <a:latin typeface="+mn-ea"/>
              </a:rPr>
              <a:t>。</a:t>
            </a:r>
            <a:endParaRPr lang="zh-CN" altLang="en-US" sz="2000" b="0" i="0" dirty="0">
              <a:solidFill>
                <a:schemeClr val="tx1"/>
              </a:solidFill>
              <a:effectLst/>
              <a:latin typeface="+mn-ea"/>
            </a:endParaRPr>
          </a:p>
          <a:p>
            <a:pPr algn="l">
              <a:lnSpc>
                <a:spcPct val="150000"/>
              </a:lnSpc>
            </a:pPr>
            <a:r>
              <a:rPr lang="zh-CN" altLang="en-US" sz="2000" b="0" i="0" dirty="0">
                <a:solidFill>
                  <a:schemeClr val="tx1"/>
                </a:solidFill>
                <a:effectLst/>
                <a:latin typeface="+mn-ea"/>
              </a:rPr>
              <a:t>　　第三步，区属普通高中的名额分配。根据符合资格考生人数占比，</a:t>
            </a:r>
            <a:r>
              <a:rPr lang="zh-CN" altLang="en-US" sz="2000" b="0" i="0" dirty="0">
                <a:solidFill>
                  <a:srgbClr val="FF0000"/>
                </a:solidFill>
                <a:effectLst/>
                <a:latin typeface="+mn-ea"/>
              </a:rPr>
              <a:t>先计算初中学校分配名额数，再通过电脑派位方式进行名额随机分配</a:t>
            </a:r>
            <a:r>
              <a:rPr lang="zh-CN" altLang="en-US" sz="2000" b="0" i="0" dirty="0">
                <a:solidFill>
                  <a:schemeClr val="tx1"/>
                </a:solidFill>
                <a:effectLst/>
                <a:latin typeface="+mn-ea"/>
              </a:rPr>
              <a:t>。</a:t>
            </a:r>
            <a:endParaRPr lang="zh-CN" altLang="en-US" sz="2000" b="0" i="0" dirty="0">
              <a:solidFill>
                <a:srgbClr val="FF0000"/>
              </a:solidFill>
              <a:effectLst/>
              <a:latin typeface="+mn-ea"/>
            </a:endParaRPr>
          </a:p>
          <a:p>
            <a:pPr algn="l">
              <a:lnSpc>
                <a:spcPct val="150000"/>
              </a:lnSpc>
            </a:pPr>
            <a:endParaRPr lang="zh-CN" altLang="en-US" sz="2000" b="0" i="0" dirty="0">
              <a:solidFill>
                <a:srgbClr val="333333"/>
              </a:solidFill>
              <a:effectLst/>
              <a:latin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1"/>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第二批</a:t>
            </a:r>
            <a:endParaRPr lang="zh-CN" altLang="en-US" sz="2800" b="1" dirty="0">
              <a:solidFill>
                <a:schemeClr val="tx1"/>
              </a:solidFill>
            </a:endParaRPr>
          </a:p>
        </p:txBody>
      </p:sp>
      <p:sp>
        <p:nvSpPr>
          <p:cNvPr id="4" name="流程图: 可选过程 3"/>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5" name="流程图: 可选过程 4"/>
          <p:cNvSpPr/>
          <p:nvPr/>
        </p:nvSpPr>
        <p:spPr>
          <a:xfrm>
            <a:off x="482536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solidFill>
                  <a:srgbClr val="000000"/>
                </a:solidFill>
              </a:defRPr>
            </a:pPr>
            <a:r>
              <a:rPr lang="zh-CN" altLang="en-US" sz="2800" b="1" dirty="0">
                <a:solidFill>
                  <a:schemeClr val="tx1"/>
                </a:solidFill>
              </a:rPr>
              <a:t>学校</a:t>
            </a:r>
            <a:endParaRPr lang="zh-CN" altLang="en-US" sz="2800" b="1" dirty="0">
              <a:solidFill>
                <a:schemeClr val="tx1"/>
              </a:solidFill>
            </a:endParaRPr>
          </a:p>
        </p:txBody>
      </p:sp>
      <p:graphicFrame>
        <p:nvGraphicFramePr>
          <p:cNvPr id="6" name="表格 5"/>
          <p:cNvGraphicFramePr/>
          <p:nvPr>
            <p:custDataLst>
              <p:tags r:id="rId1"/>
            </p:custDataLst>
          </p:nvPr>
        </p:nvGraphicFramePr>
        <p:xfrm>
          <a:off x="462280" y="1130300"/>
          <a:ext cx="11137265" cy="4886960"/>
        </p:xfrm>
        <a:graphic>
          <a:graphicData uri="http://schemas.openxmlformats.org/drawingml/2006/table">
            <a:tbl>
              <a:tblPr firstRow="1" bandRow="1"/>
              <a:tblGrid>
                <a:gridCol w="1948815"/>
                <a:gridCol w="1250950"/>
                <a:gridCol w="4016375"/>
                <a:gridCol w="3921125"/>
              </a:tblGrid>
              <a:tr h="486410">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rtl="0" fontAlgn="ctr"/>
                      <a:r>
                        <a:rPr lang="zh-CN" altLang="en-US" sz="1400" b="1" i="0" u="none" strike="noStrike" dirty="0">
                          <a:solidFill>
                            <a:srgbClr val="000000"/>
                          </a:solidFill>
                          <a:effectLst/>
                          <a:latin typeface="微软雅黑" charset="-122"/>
                          <a:ea typeface="微软雅黑" charset="-122"/>
                        </a:rPr>
                        <a:t>属性</a:t>
                      </a:r>
                      <a:endParaRPr lang="zh-CN" altLang="en-US" sz="14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rtl="0" fontAlgn="ctr"/>
                      <a:r>
                        <a:rPr lang="zh-CN" altLang="en-US" sz="1400" b="1" i="0" u="none" strike="noStrike" dirty="0">
                          <a:solidFill>
                            <a:srgbClr val="000000"/>
                          </a:solidFill>
                          <a:effectLst/>
                          <a:latin typeface="微软雅黑" charset="-122"/>
                          <a:ea typeface="微软雅黑" charset="-122"/>
                        </a:rPr>
                        <a:t>指标分配区域</a:t>
                      </a:r>
                      <a:endParaRPr lang="zh-CN" altLang="en-US" sz="14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rtl="0" fontAlgn="ctr"/>
                      <a:r>
                        <a:rPr lang="zh-CN" altLang="en-US" sz="1400" b="1" i="0" u="none" strike="noStrike" dirty="0">
                          <a:solidFill>
                            <a:srgbClr val="000000"/>
                          </a:solidFill>
                          <a:effectLst/>
                          <a:latin typeface="微软雅黑" charset="-122"/>
                          <a:ea typeface="微软雅黑" charset="-122"/>
                        </a:rPr>
                        <a:t>国家级示范性高中</a:t>
                      </a:r>
                      <a:endParaRPr lang="zh-CN" altLang="en-US" sz="14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rtl="0" fontAlgn="ctr"/>
                      <a:r>
                        <a:rPr lang="zh-CN" altLang="en-US" sz="1400" b="1" i="0" u="none" strike="noStrike" dirty="0">
                          <a:solidFill>
                            <a:srgbClr val="000000"/>
                          </a:solidFill>
                          <a:effectLst/>
                          <a:latin typeface="微软雅黑" charset="-122"/>
                          <a:ea typeface="微软雅黑" charset="-122"/>
                        </a:rPr>
                        <a:t>广州市示范性高中（及有名额分配的省一级高中）</a:t>
                      </a:r>
                      <a:endParaRPr lang="zh-CN" altLang="en-US" sz="14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r>
              <a:tr h="558165">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400" b="1" i="0" u="none" strike="noStrike" dirty="0">
                          <a:solidFill>
                            <a:srgbClr val="000000"/>
                          </a:solidFill>
                          <a:effectLst/>
                          <a:latin typeface="微软雅黑" charset="-122"/>
                          <a:ea typeface="微软雅黑" charset="-122"/>
                        </a:rPr>
                        <a:t>省市属示范性高中</a:t>
                      </a:r>
                      <a:endParaRPr lang="zh-CN" altLang="en-US" sz="14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广州市</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chemeClr val="tx1"/>
                          </a:solidFill>
                          <a:effectLst/>
                          <a:latin typeface="微软雅黑" charset="-122"/>
                          <a:ea typeface="微软雅黑" charset="-122"/>
                        </a:rPr>
                        <a:t>华附（石牌、知识城）、省实（荔湾、白云）、广雅（本部、花都）、执信（执信路、天河）、二中、六中（海珠、从化、</a:t>
                      </a:r>
                      <a:r>
                        <a:rPr lang="zh-CN" altLang="en-US" sz="1200" b="1" i="0" u="none" strike="noStrike" dirty="0">
                          <a:solidFill>
                            <a:srgbClr val="FF0000"/>
                          </a:solidFill>
                          <a:effectLst/>
                          <a:latin typeface="微软雅黑" charset="-122"/>
                          <a:ea typeface="微软雅黑" charset="-122"/>
                        </a:rPr>
                        <a:t>花都</a:t>
                      </a:r>
                      <a:r>
                        <a:rPr lang="zh-CN" altLang="en-US" sz="1200" b="1" i="0" u="none" strike="noStrike" dirty="0">
                          <a:solidFill>
                            <a:schemeClr val="tx1"/>
                          </a:solidFill>
                          <a:effectLst/>
                          <a:latin typeface="微软雅黑" charset="-122"/>
                          <a:ea typeface="微软雅黑" charset="-122"/>
                        </a:rPr>
                        <a:t>）、铁一（越秀、番禺、白云）、广附、华侨、协和</a:t>
                      </a:r>
                      <a:endParaRPr lang="zh-CN" altLang="en-US" sz="1200" b="1" i="0" u="none" strike="noStrike" dirty="0">
                        <a:solidFill>
                          <a:schemeClr val="tx1"/>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chemeClr val="tx1"/>
                          </a:solidFill>
                          <a:effectLst/>
                          <a:latin typeface="微软雅黑" charset="-122"/>
                          <a:ea typeface="微软雅黑" charset="-122"/>
                        </a:rPr>
                        <a:t>广州外国语</a:t>
                      </a:r>
                      <a:endParaRPr lang="zh-CN" altLang="en-US" sz="1200" b="1" i="0" u="none" strike="noStrike" dirty="0">
                        <a:solidFill>
                          <a:schemeClr val="tx1"/>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375285">
                <a:tc rowSpan="11">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400" b="1" i="0" u="none" strike="noStrike" dirty="0">
                          <a:solidFill>
                            <a:srgbClr val="000000"/>
                          </a:solidFill>
                          <a:effectLst/>
                          <a:latin typeface="微软雅黑" charset="-122"/>
                          <a:ea typeface="微软雅黑" charset="-122"/>
                        </a:rPr>
                        <a:t>区属示范性高中</a:t>
                      </a:r>
                      <a:endParaRPr lang="zh-CN" altLang="en-US" sz="14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越秀区</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市七中（本部、</a:t>
                      </a:r>
                      <a:r>
                        <a:rPr lang="zh-CN" altLang="en-US" sz="1200" b="1" i="0" u="none" strike="noStrike" dirty="0">
                          <a:solidFill>
                            <a:srgbClr val="FF0000"/>
                          </a:solidFill>
                          <a:effectLst/>
                          <a:latin typeface="微软雅黑" charset="-122"/>
                          <a:ea typeface="微软雅黑" charset="-122"/>
                        </a:rPr>
                        <a:t>桂花</a:t>
                      </a:r>
                      <a:r>
                        <a:rPr lang="zh-CN" altLang="en-US" sz="1200" b="1" i="0" u="none" strike="noStrike" dirty="0">
                          <a:solidFill>
                            <a:srgbClr val="000000"/>
                          </a:solidFill>
                          <a:effectLst/>
                          <a:latin typeface="微软雅黑" charset="-122"/>
                          <a:ea typeface="微软雅黑" charset="-122"/>
                        </a:rPr>
                        <a:t>）、市十六中（本部、水荫）、育才、培正、市三中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省实越秀、市十七中、市十三中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3340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荔湾区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真光（本部、汾水、</a:t>
                      </a:r>
                      <a:r>
                        <a:rPr lang="zh-CN" altLang="en-US" sz="1200" b="1" i="0" u="none" strike="noStrike" dirty="0">
                          <a:solidFill>
                            <a:srgbClr val="FF0000"/>
                          </a:solidFill>
                          <a:effectLst/>
                          <a:latin typeface="微软雅黑" charset="-122"/>
                          <a:ea typeface="微软雅黑" charset="-122"/>
                        </a:rPr>
                        <a:t>广钢</a:t>
                      </a:r>
                      <a:r>
                        <a:rPr lang="zh-CN" altLang="en-US" sz="1200" b="1" i="0" u="none" strike="noStrike" dirty="0">
                          <a:solidFill>
                            <a:srgbClr val="000000"/>
                          </a:solidFill>
                          <a:effectLst/>
                          <a:latin typeface="微软雅黑" charset="-122"/>
                          <a:ea typeface="微软雅黑" charset="-122"/>
                        </a:rPr>
                        <a:t>）、市一中、市四中、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西外、南海中学</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3346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海珠区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市五中（本部、金碧）、南武（本部、岭南画派）</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市九十七中</a:t>
                      </a:r>
                      <a:r>
                        <a:rPr lang="zh-CN" altLang="en-US" sz="1200" b="1" i="0" u="none" strike="noStrike" dirty="0">
                          <a:solidFill>
                            <a:srgbClr val="000000"/>
                          </a:solidFill>
                          <a:effectLst/>
                          <a:latin typeface="微软雅黑" pitchFamily="34" charset="-122"/>
                          <a:ea typeface="微软雅黑" pitchFamily="34" charset="-122"/>
                        </a:rPr>
                        <a:t>（本部、</a:t>
                      </a:r>
                      <a:r>
                        <a:rPr lang="zh-CN" altLang="en-US" sz="1200" b="1" i="0" u="none" strike="noStrike" kern="1200" dirty="0">
                          <a:solidFill>
                            <a:srgbClr val="FF0000"/>
                          </a:solidFill>
                          <a:effectLst/>
                          <a:latin typeface="微软雅黑" pitchFamily="34" charset="-122"/>
                          <a:ea typeface="微软雅黑" pitchFamily="34" charset="-122"/>
                          <a:cs typeface="+mn-cs"/>
                        </a:rPr>
                        <a:t>江南新苑</a:t>
                      </a:r>
                      <a:r>
                        <a:rPr lang="zh-CN" altLang="en-US" sz="1200" b="1" i="0" u="none" strike="noStrike" kern="1200" dirty="0">
                          <a:solidFill>
                            <a:srgbClr val="000000"/>
                          </a:solidFill>
                          <a:effectLst/>
                          <a:latin typeface="微软雅黑" pitchFamily="34" charset="-122"/>
                          <a:ea typeface="微软雅黑" pitchFamily="34" charset="-122"/>
                          <a:cs typeface="+mn-cs"/>
                        </a:rPr>
                        <a:t>）</a:t>
                      </a:r>
                      <a:r>
                        <a:rPr lang="zh-CN" altLang="en-US" sz="1200" b="1" i="0" u="none" strike="noStrike" dirty="0">
                          <a:solidFill>
                            <a:srgbClr val="000000"/>
                          </a:solidFill>
                          <a:effectLst/>
                          <a:latin typeface="微软雅黑" charset="-122"/>
                          <a:ea typeface="微软雅黑" charset="-122"/>
                        </a:rPr>
                        <a:t>、海珠外国语</a:t>
                      </a:r>
                      <a:r>
                        <a:rPr lang="zh-CN" altLang="en-US" sz="1200" b="1" dirty="0">
                          <a:solidFill>
                            <a:schemeClr val="tx1"/>
                          </a:solidFill>
                          <a:latin typeface="Arial" panose="020B0704020202020204" pitchFamily="34" charset="0"/>
                          <a:ea typeface="微软雅黑" charset="-122"/>
                        </a:rPr>
                        <a:t>（本部、</a:t>
                      </a:r>
                      <a:r>
                        <a:rPr lang="zh-CN" altLang="en-US" sz="1200" b="1" dirty="0">
                          <a:solidFill>
                            <a:srgbClr val="FF0000"/>
                          </a:solidFill>
                          <a:latin typeface="Arial" panose="020B0704020202020204" pitchFamily="34" charset="0"/>
                          <a:ea typeface="微软雅黑" charset="-122"/>
                        </a:rPr>
                        <a:t>江海</a:t>
                      </a:r>
                      <a:r>
                        <a:rPr lang="zh-CN" altLang="en-US" sz="1200" b="1" dirty="0">
                          <a:solidFill>
                            <a:schemeClr val="tx1"/>
                          </a:solidFill>
                          <a:latin typeface="Arial" panose="020B0704020202020204" pitchFamily="34" charset="0"/>
                          <a:ea typeface="微软雅黑" charset="-122"/>
                        </a:rPr>
                        <a:t>）</a:t>
                      </a:r>
                      <a:r>
                        <a:rPr lang="zh-CN" altLang="en-US" sz="1200" b="1" i="0" u="none" strike="noStrike" dirty="0">
                          <a:solidFill>
                            <a:srgbClr val="000000"/>
                          </a:solidFill>
                          <a:effectLst/>
                          <a:latin typeface="微软雅黑" charset="-122"/>
                          <a:ea typeface="微软雅黑" charset="-122"/>
                        </a:rPr>
                        <a:t>、市四十一中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3752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天河区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广州中学、天河中学、市八十九中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市七十五中、市一一三中、奥林匹克中学、天外</a:t>
                      </a:r>
                      <a:r>
                        <a:rPr lang="zh-CN" altLang="en-US" sz="1200" b="1" dirty="0">
                          <a:solidFill>
                            <a:schemeClr val="tx1"/>
                          </a:solidFill>
                          <a:latin typeface="Arial" panose="020B0704020202020204" pitchFamily="34" charset="0"/>
                          <a:ea typeface="微软雅黑" charset="-122"/>
                        </a:rPr>
                        <a:t>（珠江新城、</a:t>
                      </a:r>
                      <a:r>
                        <a:rPr lang="zh-CN" altLang="en-US" sz="1200" b="1" dirty="0">
                          <a:solidFill>
                            <a:srgbClr val="FF0000"/>
                          </a:solidFill>
                          <a:latin typeface="Arial" panose="020B0704020202020204" pitchFamily="34" charset="0"/>
                          <a:ea typeface="微软雅黑" charset="-122"/>
                        </a:rPr>
                        <a:t>智慧城</a:t>
                      </a:r>
                      <a:r>
                        <a:rPr lang="zh-CN" altLang="en-US" sz="1200" b="1" dirty="0">
                          <a:solidFill>
                            <a:schemeClr val="tx1"/>
                          </a:solidFill>
                          <a:latin typeface="Arial" panose="020B0704020202020204" pitchFamily="34" charset="0"/>
                          <a:ea typeface="微软雅黑" charset="-122"/>
                        </a:rPr>
                        <a:t>）</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3752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白云区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培英（白云新城、鹤洞）、市六十五中</a:t>
                      </a:r>
                      <a:r>
                        <a:rPr lang="en-US" altLang="zh-CN" sz="1200" b="1" i="0" u="none" strike="noStrike" dirty="0">
                          <a:solidFill>
                            <a:srgbClr val="000000"/>
                          </a:solidFill>
                          <a:effectLst/>
                          <a:latin typeface="微软雅黑" charset="-122"/>
                          <a:ea typeface="微软雅黑" charset="-122"/>
                        </a:rPr>
                        <a:t>(</a:t>
                      </a:r>
                      <a:r>
                        <a:rPr lang="zh-CN" altLang="en-US" sz="1200" b="1" i="0" u="none" strike="noStrike" dirty="0">
                          <a:solidFill>
                            <a:srgbClr val="000000"/>
                          </a:solidFill>
                          <a:effectLst/>
                          <a:latin typeface="微软雅黑" charset="-122"/>
                          <a:ea typeface="微软雅黑" charset="-122"/>
                        </a:rPr>
                        <a:t>江高、同德、</a:t>
                      </a:r>
                      <a:r>
                        <a:rPr lang="zh-CN" altLang="en-US" sz="1200" b="1" i="0" u="none" strike="noStrike" dirty="0">
                          <a:solidFill>
                            <a:srgbClr val="FF0000"/>
                          </a:solidFill>
                          <a:effectLst/>
                          <a:latin typeface="微软雅黑" charset="-122"/>
                          <a:ea typeface="微软雅黑" charset="-122"/>
                        </a:rPr>
                        <a:t>江府</a:t>
                      </a:r>
                      <a:r>
                        <a:rPr lang="zh-CN" altLang="en-US" sz="1200" b="1" i="0" u="none" strike="noStrike" dirty="0">
                          <a:solidFill>
                            <a:srgbClr val="000000"/>
                          </a:solidFill>
                          <a:effectLst/>
                          <a:latin typeface="微软雅黑" charset="-122"/>
                          <a:ea typeface="微软雅黑" charset="-122"/>
                        </a:rPr>
                        <a:t>）、大同中学</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白云中学、彭加木中学、广外实验、空港实验</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3333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黄埔区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玉岩、科学城、市八十六中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chemeClr val="tx1"/>
                          </a:solidFill>
                          <a:effectLst/>
                          <a:latin typeface="微软雅黑" charset="-122"/>
                          <a:ea typeface="微软雅黑" charset="-122"/>
                        </a:rPr>
                        <a:t>北师大、石化</a:t>
                      </a:r>
                      <a:endParaRPr lang="zh-CN" altLang="en-US" sz="1200" b="1" i="0" u="none" strike="noStrike" dirty="0">
                        <a:solidFill>
                          <a:schemeClr val="tx1"/>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3346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番禺区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仲元、番中、禺山、象贤、二师附中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番禺实验、大龙中学、洛城、石楼、南村、石北、石碁</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33528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花都区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秀全、邝维煜（本部、雅正）、新华</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圆玄中学、花都一中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3340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增城区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增城、新塘、增城一中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郑中钧中学、荔城中学、增城高级中学</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3359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从化区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从化中学、流溪中学</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从化五中、从化二中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7E7E7"/>
                    </a:solidFill>
                  </a:tcPr>
                </a:tc>
              </a:tr>
              <a:tr h="3340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a:solidFill>
                            <a:srgbClr val="000000"/>
                          </a:solidFill>
                          <a:effectLst/>
                          <a:latin typeface="微软雅黑" charset="-122"/>
                          <a:ea typeface="微软雅黑" charset="-122"/>
                        </a:rPr>
                        <a:t>南沙区</a:t>
                      </a:r>
                      <a:endParaRPr lang="zh-CN" altLang="en-US" sz="1200" b="1" i="0" u="none" strike="noStrike">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南沙一中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rtl="0" fontAlgn="ctr"/>
                      <a:r>
                        <a:rPr lang="zh-CN" altLang="en-US" sz="1200" b="1" i="0" u="none" strike="noStrike" dirty="0">
                          <a:solidFill>
                            <a:srgbClr val="000000"/>
                          </a:solidFill>
                          <a:effectLst/>
                          <a:latin typeface="微软雅黑" charset="-122"/>
                          <a:ea typeface="微软雅黑" charset="-122"/>
                        </a:rPr>
                        <a:t>东涌、大岗、</a:t>
                      </a:r>
                      <a:r>
                        <a:rPr lang="zh-CN" altLang="en-US" sz="1200" b="1" i="0" u="none" strike="noStrike" dirty="0">
                          <a:solidFill>
                            <a:schemeClr val="tx1"/>
                          </a:solidFill>
                          <a:effectLst/>
                          <a:latin typeface="微软雅黑" charset="-122"/>
                          <a:ea typeface="微软雅黑" charset="-122"/>
                        </a:rPr>
                        <a:t>华附南沙</a:t>
                      </a:r>
                      <a:endParaRPr lang="zh-CN" altLang="en-US" sz="1200" b="1" i="0" u="none" strike="noStrike" dirty="0">
                        <a:solidFill>
                          <a:schemeClr val="tx1"/>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bl>
          </a:graphicData>
        </a:graphic>
      </p:graphicFrame>
      <p:sp>
        <p:nvSpPr>
          <p:cNvPr id="7" name="文本框 6"/>
          <p:cNvSpPr txBox="1"/>
          <p:nvPr/>
        </p:nvSpPr>
        <p:spPr>
          <a:xfrm>
            <a:off x="7480589" y="6210060"/>
            <a:ext cx="4118956" cy="338554"/>
          </a:xfrm>
          <a:prstGeom prst="rect">
            <a:avLst/>
          </a:prstGeom>
          <a:noFill/>
        </p:spPr>
        <p:txBody>
          <a:bodyPr wrap="square">
            <a:spAutoFit/>
          </a:bodyPr>
          <a:lstStyle/>
          <a:p>
            <a:pPr algn="ctr"/>
            <a:r>
              <a:rPr lang="zh-CN" altLang="en-US" sz="1600" b="1" dirty="0">
                <a:solidFill>
                  <a:srgbClr val="FF0000"/>
                </a:solidFill>
                <a:latin typeface="微软雅黑" charset="-122"/>
                <a:ea typeface="微软雅黑" charset="-122"/>
              </a:rPr>
              <a:t>红色</a:t>
            </a:r>
            <a:r>
              <a:rPr lang="zh-CN" altLang="en-US" sz="1600" b="1" dirty="0">
                <a:latin typeface="微软雅黑" charset="-122"/>
                <a:ea typeface="微软雅黑" charset="-122"/>
              </a:rPr>
              <a:t>为</a:t>
            </a:r>
            <a:r>
              <a:rPr lang="en-US" altLang="zh-CN" sz="1600" b="1" dirty="0">
                <a:latin typeface="微软雅黑" charset="-122"/>
                <a:ea typeface="微软雅黑" charset="-122"/>
              </a:rPr>
              <a:t>25</a:t>
            </a:r>
            <a:r>
              <a:rPr lang="zh-CN" altLang="en-US" sz="1600" b="1" dirty="0">
                <a:latin typeface="微软雅黑" charset="-122"/>
                <a:ea typeface="微软雅黑" charset="-122"/>
              </a:rPr>
              <a:t>年新增加入名额分配的高中学校</a:t>
            </a:r>
            <a:endParaRPr lang="zh-CN" altLang="en-US" sz="1600" b="1" dirty="0">
              <a:latin typeface="微软雅黑" charset="-122"/>
              <a:ea typeface="微软雅黑"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形状 15"/>
          <p:cNvSpPr/>
          <p:nvPr/>
        </p:nvSpPr>
        <p:spPr>
          <a:xfrm>
            <a:off x="10464341" y="6190090"/>
            <a:ext cx="1727659" cy="667910"/>
          </a:xfrm>
          <a:custGeom>
            <a:avLst/>
            <a:gdLst>
              <a:gd name="connsiteX0" fmla="*/ 1099317 w 1727659"/>
              <a:gd name="connsiteY0" fmla="*/ 0 h 667910"/>
              <a:gd name="connsiteX1" fmla="*/ 1690254 w 1727659"/>
              <a:gd name="connsiteY1" fmla="*/ 149631 h 667910"/>
              <a:gd name="connsiteX2" fmla="*/ 1727659 w 1727659"/>
              <a:gd name="connsiteY2" fmla="*/ 172355 h 667910"/>
              <a:gd name="connsiteX3" fmla="*/ 1727659 w 1727659"/>
              <a:gd name="connsiteY3" fmla="*/ 667910 h 667910"/>
              <a:gd name="connsiteX4" fmla="*/ 0 w 1727659"/>
              <a:gd name="connsiteY4" fmla="*/ 667910 h 667910"/>
              <a:gd name="connsiteX5" fmla="*/ 9201 w 1727659"/>
              <a:gd name="connsiteY5" fmla="*/ 648810 h 667910"/>
              <a:gd name="connsiteX6" fmla="*/ 1099317 w 1727659"/>
              <a:gd name="connsiteY6" fmla="*/ 0 h 66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7659" h="667910">
                <a:moveTo>
                  <a:pt x="1099317" y="0"/>
                </a:moveTo>
                <a:cubicBezTo>
                  <a:pt x="1313284" y="0"/>
                  <a:pt x="1514590" y="54205"/>
                  <a:pt x="1690254" y="149631"/>
                </a:cubicBezTo>
                <a:lnTo>
                  <a:pt x="1727659" y="172355"/>
                </a:lnTo>
                <a:lnTo>
                  <a:pt x="1727659" y="667910"/>
                </a:lnTo>
                <a:lnTo>
                  <a:pt x="0" y="667910"/>
                </a:lnTo>
                <a:lnTo>
                  <a:pt x="9201" y="648810"/>
                </a:lnTo>
                <a:cubicBezTo>
                  <a:pt x="219139" y="262350"/>
                  <a:pt x="628591" y="0"/>
                  <a:pt x="1099317" y="0"/>
                </a:cubicBezTo>
                <a:close/>
              </a:path>
            </a:pathLst>
          </a:custGeom>
          <a:solidFill>
            <a:schemeClr val="accent4">
              <a:alpha val="2218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7" name="文本框 16"/>
          <p:cNvSpPr txBox="1"/>
          <p:nvPr/>
        </p:nvSpPr>
        <p:spPr>
          <a:xfrm>
            <a:off x="9851701" y="6456043"/>
            <a:ext cx="2157310" cy="276999"/>
          </a:xfrm>
          <a:prstGeom prst="rect">
            <a:avLst/>
          </a:prstGeom>
          <a:noFill/>
        </p:spPr>
        <p:txBody>
          <a:bodyPr wrap="square">
            <a:spAutoFit/>
          </a:bodyPr>
          <a:lstStyle/>
          <a:p>
            <a:pPr algn="r"/>
            <a:r>
              <a:rPr lang="zh-CN" altLang="en-US" sz="1200" i="1" dirty="0">
                <a:solidFill>
                  <a:srgbClr val="0C896F">
                    <a:alpha val="50000"/>
                  </a:srgbClr>
                </a:solidFill>
                <a:latin typeface="微软雅黑" charset="-122"/>
                <a:ea typeface="微软雅黑" charset="-122"/>
              </a:rPr>
              <a:t>坦诚｜尊重｜协作｜创新</a:t>
            </a:r>
            <a:endParaRPr lang="zh-CN" altLang="en-US" sz="1200" i="1" dirty="0">
              <a:solidFill>
                <a:srgbClr val="0C896F">
                  <a:alpha val="50000"/>
                </a:srgbClr>
              </a:solidFill>
              <a:latin typeface="微软雅黑" charset="-122"/>
              <a:ea typeface="微软雅黑" charset="-122"/>
            </a:endParaRPr>
          </a:p>
        </p:txBody>
      </p:sp>
      <p:pic>
        <p:nvPicPr>
          <p:cNvPr id="19" name="图片 18"/>
          <p:cNvPicPr>
            <a:picLocks noChangeAspect="1"/>
          </p:cNvPicPr>
          <p:nvPr/>
        </p:nvPicPr>
        <p:blipFill rotWithShape="1">
          <a:blip r:embed="rId1">
            <a:alphaModFix amt="50000"/>
          </a:blip>
          <a:srcRect l="20222" t="29481" r="15333" b="37391"/>
          <a:stretch>
            <a:fillRect/>
          </a:stretch>
        </p:blipFill>
        <p:spPr>
          <a:xfrm>
            <a:off x="224659" y="6400085"/>
            <a:ext cx="681868" cy="350519"/>
          </a:xfrm>
          <a:prstGeom prst="rect">
            <a:avLst/>
          </a:prstGeom>
        </p:spPr>
      </p:pic>
      <p:sp>
        <p:nvSpPr>
          <p:cNvPr id="3" name="圆角矩形 2"/>
          <p:cNvSpPr/>
          <p:nvPr/>
        </p:nvSpPr>
        <p:spPr>
          <a:xfrm>
            <a:off x="597535" y="1169670"/>
            <a:ext cx="3054350" cy="625475"/>
          </a:xfrm>
          <a:prstGeom prst="roundRect">
            <a:avLst/>
          </a:prstGeom>
          <a:solidFill>
            <a:srgbClr val="21AB6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3000" b="1"/>
              <a:t>三个条件</a:t>
            </a:r>
            <a:endParaRPr lang="zh-CN" altLang="en-US" sz="3000" b="1"/>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rcRect l="7783" t="8848" r="184" b="5839"/>
          <a:stretch>
            <a:fillRect/>
          </a:stretch>
        </p:blipFill>
        <p:spPr>
          <a:xfrm>
            <a:off x="7113905" y="450850"/>
            <a:ext cx="4300855" cy="5929630"/>
          </a:xfrm>
          <a:prstGeom prst="rect">
            <a:avLst/>
          </a:prstGeom>
        </p:spPr>
      </p:pic>
      <p:sp>
        <p:nvSpPr>
          <p:cNvPr id="18" name="圆角矩形 17"/>
          <p:cNvSpPr/>
          <p:nvPr/>
        </p:nvSpPr>
        <p:spPr>
          <a:xfrm>
            <a:off x="597535" y="2057400"/>
            <a:ext cx="6283960" cy="3423285"/>
          </a:xfrm>
          <a:prstGeom prst="roundRect">
            <a:avLst>
              <a:gd name="adj" fmla="val 2552"/>
            </a:avLst>
          </a:prstGeom>
          <a:solidFill>
            <a:srgbClr val="21AB6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2" name="文本框 21"/>
          <p:cNvSpPr txBox="1"/>
          <p:nvPr/>
        </p:nvSpPr>
        <p:spPr>
          <a:xfrm>
            <a:off x="711835" y="2279015"/>
            <a:ext cx="5979160" cy="3267075"/>
          </a:xfrm>
          <a:prstGeom prst="rect">
            <a:avLst/>
          </a:prstGeom>
        </p:spPr>
        <p:txBody>
          <a:bodyPr wrap="square">
            <a:noAutofit/>
            <a:extLst>
              <a:ext uri="{4A0BC546-FE56-4ADE-93B0-CB8AF2F6F144}">
                <wpsdc:textFrameExt xmlns:wpsdc="http://www.wps.cn/officeDocument/2022/drawingmlCustomData" type="text"/>
              </a:ext>
            </a:extLst>
          </a:bodyPr>
          <a:lstStyle/>
          <a:p>
            <a:pPr marL="0" indent="0" defTabSz="895985">
              <a:lnSpc>
                <a:spcPct val="150000"/>
              </a:lnSpc>
              <a:buNone/>
              <a:defRPr sz="3135">
                <a:latin typeface="微软雅黑" charset="-122"/>
                <a:ea typeface="微软雅黑" charset="-122"/>
                <a:cs typeface="微软雅黑" charset="-122"/>
                <a:sym typeface="微软雅黑" charset="-122"/>
              </a:defRPr>
            </a:pPr>
            <a:r>
              <a:rPr sz="2400" b="1" dirty="0">
                <a:solidFill>
                  <a:schemeClr val="bg1"/>
                </a:solidFill>
                <a:sym typeface="+mn-ea"/>
              </a:rPr>
              <a:t>1、具有</a:t>
            </a:r>
            <a:r>
              <a:rPr sz="2400" b="1" dirty="0">
                <a:solidFill>
                  <a:srgbClr val="FFE491"/>
                </a:solidFill>
                <a:sym typeface="+mn-ea"/>
              </a:rPr>
              <a:t>广州市户籍</a:t>
            </a:r>
            <a:r>
              <a:rPr sz="2400" b="1" dirty="0">
                <a:solidFill>
                  <a:schemeClr val="bg1"/>
                </a:solidFill>
                <a:sym typeface="+mn-ea"/>
              </a:rPr>
              <a:t>（含政策性照顾借读生）</a:t>
            </a:r>
            <a:endParaRPr sz="2400" b="1" dirty="0">
              <a:solidFill>
                <a:schemeClr val="bg1"/>
              </a:solidFill>
            </a:endParaRPr>
          </a:p>
          <a:p>
            <a:pPr marL="0" indent="0" defTabSz="895985">
              <a:lnSpc>
                <a:spcPct val="150000"/>
              </a:lnSpc>
              <a:buNone/>
              <a:defRPr sz="3135">
                <a:latin typeface="微软雅黑" charset="-122"/>
                <a:ea typeface="微软雅黑" charset="-122"/>
                <a:cs typeface="微软雅黑" charset="-122"/>
                <a:sym typeface="微软雅黑" charset="-122"/>
              </a:defRPr>
            </a:pPr>
            <a:r>
              <a:rPr sz="2400" b="1" dirty="0">
                <a:solidFill>
                  <a:schemeClr val="bg1"/>
                </a:solidFill>
                <a:sym typeface="+mn-ea"/>
              </a:rPr>
              <a:t>2、本校</a:t>
            </a:r>
            <a:r>
              <a:rPr sz="2400" b="1" dirty="0">
                <a:solidFill>
                  <a:srgbClr val="FFE491"/>
                </a:solidFill>
                <a:sym typeface="+mn-ea"/>
              </a:rPr>
              <a:t>完整三年学籍</a:t>
            </a:r>
            <a:endParaRPr sz="2400" b="1" dirty="0">
              <a:solidFill>
                <a:srgbClr val="FFE491"/>
              </a:solidFill>
            </a:endParaRPr>
          </a:p>
          <a:p>
            <a:pPr marL="0" indent="0" defTabSz="895985">
              <a:lnSpc>
                <a:spcPct val="150000"/>
              </a:lnSpc>
              <a:buNone/>
              <a:defRPr sz="3135">
                <a:latin typeface="微软雅黑" charset="-122"/>
                <a:ea typeface="微软雅黑" charset="-122"/>
                <a:cs typeface="微软雅黑" charset="-122"/>
                <a:sym typeface="微软雅黑" charset="-122"/>
              </a:defRPr>
            </a:pPr>
            <a:r>
              <a:rPr sz="2400" b="1" dirty="0">
                <a:solidFill>
                  <a:schemeClr val="bg1"/>
                </a:solidFill>
                <a:sym typeface="+mn-ea"/>
              </a:rPr>
              <a:t>3、</a:t>
            </a:r>
            <a:r>
              <a:rPr sz="2400" b="1" dirty="0">
                <a:solidFill>
                  <a:srgbClr val="FFE491"/>
                </a:solidFill>
                <a:sym typeface="+mn-ea"/>
              </a:rPr>
              <a:t>本校就读</a:t>
            </a:r>
            <a:r>
              <a:rPr sz="2400" b="1" dirty="0">
                <a:solidFill>
                  <a:schemeClr val="bg1"/>
                </a:solidFill>
                <a:sym typeface="+mn-ea"/>
              </a:rPr>
              <a:t>到毕业的初中</a:t>
            </a:r>
            <a:r>
              <a:rPr sz="2400" b="1" dirty="0">
                <a:solidFill>
                  <a:srgbClr val="FFE491"/>
                </a:solidFill>
                <a:sym typeface="+mn-ea"/>
              </a:rPr>
              <a:t>应届</a:t>
            </a:r>
            <a:r>
              <a:rPr sz="2400" b="1" dirty="0">
                <a:solidFill>
                  <a:schemeClr val="bg1"/>
                </a:solidFill>
                <a:sym typeface="+mn-ea"/>
              </a:rPr>
              <a:t>毕业生</a:t>
            </a:r>
            <a:endParaRPr lang="zh-CN" altLang="en-US" sz="2400" b="1" dirty="0">
              <a:solidFill>
                <a:schemeClr val="bg1"/>
              </a:solidFill>
            </a:endParaRPr>
          </a:p>
          <a:p>
            <a:pPr marL="0" indent="0" defTabSz="895985">
              <a:lnSpc>
                <a:spcPct val="150000"/>
              </a:lnSpc>
              <a:buNone/>
              <a:defRPr sz="3135" b="1">
                <a:latin typeface="微软雅黑" charset="-122"/>
                <a:ea typeface="微软雅黑" charset="-122"/>
                <a:cs typeface="微软雅黑" charset="-122"/>
                <a:sym typeface="微软雅黑" charset="-122"/>
              </a:defRPr>
            </a:pPr>
            <a:r>
              <a:rPr sz="2400" b="1" dirty="0">
                <a:solidFill>
                  <a:schemeClr val="bg1"/>
                </a:solidFill>
                <a:sym typeface="+mn-ea"/>
              </a:rPr>
              <a:t>注：</a:t>
            </a:r>
            <a:endParaRPr sz="2400" b="1" dirty="0">
              <a:solidFill>
                <a:schemeClr val="bg1"/>
              </a:solidFill>
            </a:endParaRPr>
          </a:p>
          <a:p>
            <a:pPr marL="0" indent="0" defTabSz="895985">
              <a:lnSpc>
                <a:spcPct val="150000"/>
              </a:lnSpc>
              <a:buNone/>
              <a:defRPr sz="3135">
                <a:solidFill>
                  <a:srgbClr val="FF0000"/>
                </a:solidFill>
                <a:latin typeface="微软雅黑" charset="-122"/>
                <a:ea typeface="微软雅黑" charset="-122"/>
                <a:cs typeface="微软雅黑" charset="-122"/>
                <a:sym typeface="微软雅黑" charset="-122"/>
              </a:defRPr>
            </a:pPr>
            <a:r>
              <a:rPr sz="2400" b="1" dirty="0" err="1">
                <a:solidFill>
                  <a:srgbClr val="FFE491"/>
                </a:solidFill>
                <a:sym typeface="+mn-ea"/>
              </a:rPr>
              <a:t>借读生和复读生</a:t>
            </a:r>
            <a:r>
              <a:rPr sz="2400" b="1" dirty="0" err="1">
                <a:solidFill>
                  <a:schemeClr val="bg1"/>
                </a:solidFill>
                <a:sym typeface="+mn-ea"/>
              </a:rPr>
              <a:t>不在指标到校的范围之内</a:t>
            </a:r>
            <a:endParaRPr sz="2400" b="1" dirty="0" err="1">
              <a:solidFill>
                <a:schemeClr val="bg1"/>
              </a:solidFill>
            </a:endParaRPr>
          </a:p>
          <a:p>
            <a:pPr algn="l">
              <a:lnSpc>
                <a:spcPct val="150000"/>
              </a:lnSpc>
            </a:pPr>
            <a:endParaRPr lang="zh-CN" altLang="en-US" sz="2400" b="1" dirty="0" err="1">
              <a:solidFill>
                <a:schemeClr val="bg1"/>
              </a:solidFill>
              <a:latin typeface="Arial" panose="020B0704020202020204" pitchFamily="34" charset="0"/>
              <a:ea typeface="微软雅黑" charset="-122"/>
            </a:endParaRPr>
          </a:p>
        </p:txBody>
      </p:sp>
      <p:sp>
        <p:nvSpPr>
          <p:cNvPr id="27" name="矩形 26"/>
          <p:cNvSpPr/>
          <p:nvPr/>
        </p:nvSpPr>
        <p:spPr>
          <a:xfrm>
            <a:off x="7268845" y="389255"/>
            <a:ext cx="4157980" cy="5945505"/>
          </a:xfrm>
          <a:prstGeom prst="rect">
            <a:avLst/>
          </a:prstGeom>
          <a:noFill/>
          <a:ln w="57150">
            <a:solidFill>
              <a:srgbClr val="21AB6C"/>
            </a:solidFill>
          </a:ln>
          <a:extLst>
            <a:ext uri="{909E8E84-426E-40DD-AFC4-6F175D3DCCD1}">
              <a14:hiddenFill xmlns:a14="http://schemas.microsoft.com/office/drawing/2010/main">
                <a:solidFill>
                  <a:srgbClr val="21AB6C"/>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p:cNvPicPr>
            <a:picLocks noChangeAspect="1"/>
          </p:cNvPicPr>
          <p:nvPr>
            <p:custDataLst>
              <p:tags r:id="rId3"/>
            </p:custDataLst>
          </p:nvPr>
        </p:nvPicPr>
        <p:blipFill>
          <a:blip r:embed="rId4"/>
          <a:stretch>
            <a:fillRect/>
          </a:stretch>
        </p:blipFill>
        <p:spPr>
          <a:xfrm>
            <a:off x="7411085" y="591185"/>
            <a:ext cx="682625" cy="350520"/>
          </a:xfrm>
          <a:prstGeom prst="rect">
            <a:avLst/>
          </a:prstGeom>
        </p:spPr>
      </p:pic>
      <p:sp>
        <p:nvSpPr>
          <p:cNvPr id="4" name="流程图: 可选过程 3"/>
          <p:cNvSpPr/>
          <p:nvPr>
            <p:custDataLst>
              <p:tags r:id="rId5"/>
            </p:custDataLst>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第二批</a:t>
            </a:r>
            <a:endParaRPr lang="zh-CN" altLang="en-US" sz="2800" b="1" dirty="0">
              <a:solidFill>
                <a:schemeClr val="tx1"/>
              </a:solidFill>
            </a:endParaRPr>
          </a:p>
        </p:txBody>
      </p:sp>
      <p:sp>
        <p:nvSpPr>
          <p:cNvPr id="6" name="流程图: 可选过程 5"/>
          <p:cNvSpPr/>
          <p:nvPr>
            <p:custDataLst>
              <p:tags r:id="rId6"/>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7" name="流程图: 可选过程 6"/>
          <p:cNvSpPr/>
          <p:nvPr>
            <p:custDataLst>
              <p:tags r:id="rId7"/>
            </p:custDataLst>
          </p:nvPr>
        </p:nvSpPr>
        <p:spPr>
          <a:xfrm>
            <a:off x="482536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lgn="ctr">
              <a:defRPr>
                <a:solidFill>
                  <a:srgbClr val="000000"/>
                </a:solidFill>
              </a:defRPr>
            </a:pPr>
            <a:r>
              <a:rPr lang="zh-CN" altLang="en-US" sz="2800" b="1" dirty="0">
                <a:solidFill>
                  <a:schemeClr val="tx1"/>
                </a:solidFill>
              </a:rPr>
              <a:t>条件</a:t>
            </a:r>
            <a:endParaRPr lang="zh-CN" altLang="en-US" sz="2800" b="1" dirty="0">
              <a:solidFill>
                <a:schemeClr val="tx1"/>
              </a:solidFill>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形状 15"/>
          <p:cNvSpPr/>
          <p:nvPr/>
        </p:nvSpPr>
        <p:spPr>
          <a:xfrm>
            <a:off x="10464341" y="6190090"/>
            <a:ext cx="1727659" cy="667910"/>
          </a:xfrm>
          <a:custGeom>
            <a:avLst/>
            <a:gdLst>
              <a:gd name="connsiteX0" fmla="*/ 1099317 w 1727659"/>
              <a:gd name="connsiteY0" fmla="*/ 0 h 667910"/>
              <a:gd name="connsiteX1" fmla="*/ 1690254 w 1727659"/>
              <a:gd name="connsiteY1" fmla="*/ 149631 h 667910"/>
              <a:gd name="connsiteX2" fmla="*/ 1727659 w 1727659"/>
              <a:gd name="connsiteY2" fmla="*/ 172355 h 667910"/>
              <a:gd name="connsiteX3" fmla="*/ 1727659 w 1727659"/>
              <a:gd name="connsiteY3" fmla="*/ 667910 h 667910"/>
              <a:gd name="connsiteX4" fmla="*/ 0 w 1727659"/>
              <a:gd name="connsiteY4" fmla="*/ 667910 h 667910"/>
              <a:gd name="connsiteX5" fmla="*/ 9201 w 1727659"/>
              <a:gd name="connsiteY5" fmla="*/ 648810 h 667910"/>
              <a:gd name="connsiteX6" fmla="*/ 1099317 w 1727659"/>
              <a:gd name="connsiteY6" fmla="*/ 0 h 66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7659" h="667910">
                <a:moveTo>
                  <a:pt x="1099317" y="0"/>
                </a:moveTo>
                <a:cubicBezTo>
                  <a:pt x="1313284" y="0"/>
                  <a:pt x="1514590" y="54205"/>
                  <a:pt x="1690254" y="149631"/>
                </a:cubicBezTo>
                <a:lnTo>
                  <a:pt x="1727659" y="172355"/>
                </a:lnTo>
                <a:lnTo>
                  <a:pt x="1727659" y="667910"/>
                </a:lnTo>
                <a:lnTo>
                  <a:pt x="0" y="667910"/>
                </a:lnTo>
                <a:lnTo>
                  <a:pt x="9201" y="648810"/>
                </a:lnTo>
                <a:cubicBezTo>
                  <a:pt x="219139" y="262350"/>
                  <a:pt x="628591" y="0"/>
                  <a:pt x="1099317" y="0"/>
                </a:cubicBezTo>
                <a:close/>
              </a:path>
            </a:pathLst>
          </a:custGeom>
          <a:solidFill>
            <a:schemeClr val="accent4">
              <a:alpha val="2218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7" name="文本框 16"/>
          <p:cNvSpPr txBox="1"/>
          <p:nvPr/>
        </p:nvSpPr>
        <p:spPr>
          <a:xfrm>
            <a:off x="9851701" y="6456043"/>
            <a:ext cx="2157310" cy="276999"/>
          </a:xfrm>
          <a:prstGeom prst="rect">
            <a:avLst/>
          </a:prstGeom>
          <a:noFill/>
        </p:spPr>
        <p:txBody>
          <a:bodyPr wrap="square">
            <a:spAutoFit/>
          </a:bodyPr>
          <a:lstStyle/>
          <a:p>
            <a:pPr algn="r"/>
            <a:r>
              <a:rPr lang="zh-CN" altLang="en-US" sz="1200" i="1" dirty="0">
                <a:solidFill>
                  <a:srgbClr val="0C896F">
                    <a:alpha val="50000"/>
                  </a:srgbClr>
                </a:solidFill>
                <a:latin typeface="微软雅黑" charset="-122"/>
                <a:ea typeface="微软雅黑" charset="-122"/>
              </a:rPr>
              <a:t>坦诚｜尊重｜协作｜创新</a:t>
            </a:r>
            <a:endParaRPr lang="zh-CN" altLang="en-US" sz="1200" i="1" dirty="0">
              <a:solidFill>
                <a:srgbClr val="0C896F">
                  <a:alpha val="50000"/>
                </a:srgbClr>
              </a:solidFill>
              <a:latin typeface="微软雅黑" charset="-122"/>
              <a:ea typeface="微软雅黑" charset="-122"/>
            </a:endParaRPr>
          </a:p>
        </p:txBody>
      </p:sp>
      <p:pic>
        <p:nvPicPr>
          <p:cNvPr id="19" name="图片 18"/>
          <p:cNvPicPr>
            <a:picLocks noChangeAspect="1"/>
          </p:cNvPicPr>
          <p:nvPr/>
        </p:nvPicPr>
        <p:blipFill rotWithShape="1">
          <a:blip r:embed="rId1">
            <a:alphaModFix amt="50000"/>
          </a:blip>
          <a:srcRect l="20222" t="29481" r="15333" b="37391"/>
          <a:stretch>
            <a:fillRect/>
          </a:stretch>
        </p:blipFill>
        <p:spPr>
          <a:xfrm>
            <a:off x="224659" y="6400085"/>
            <a:ext cx="681868" cy="350519"/>
          </a:xfrm>
          <a:prstGeom prst="rect">
            <a:avLst/>
          </a:prstGeom>
        </p:spPr>
      </p:pic>
      <p:graphicFrame>
        <p:nvGraphicFramePr>
          <p:cNvPr id="2" name="表格 1"/>
          <p:cNvGraphicFramePr>
            <a:graphicFrameLocks noGrp="1"/>
          </p:cNvGraphicFramePr>
          <p:nvPr/>
        </p:nvGraphicFramePr>
        <p:xfrm>
          <a:off x="452555" y="1049336"/>
          <a:ext cx="11270869" cy="5449803"/>
        </p:xfrm>
        <a:graphic>
          <a:graphicData uri="http://schemas.openxmlformats.org/drawingml/2006/table">
            <a:tbl>
              <a:tblPr/>
              <a:tblGrid>
                <a:gridCol w="2811526"/>
                <a:gridCol w="910312"/>
                <a:gridCol w="725789"/>
                <a:gridCol w="1312162"/>
                <a:gridCol w="1312162"/>
                <a:gridCol w="1312162"/>
                <a:gridCol w="1312162"/>
                <a:gridCol w="1574594"/>
              </a:tblGrid>
              <a:tr h="309030">
                <a:tc gridSpan="3">
                  <a:txBody>
                    <a:bodyPr/>
                    <a:lstStyle/>
                    <a:p>
                      <a:pPr algn="ctr" fontAlgn="ctr"/>
                      <a:r>
                        <a:rPr lang="zh-CN" altLang="en-US" sz="1200" b="1" i="0" u="none" strike="noStrike" dirty="0">
                          <a:solidFill>
                            <a:srgbClr val="000000"/>
                          </a:solidFill>
                          <a:effectLst/>
                          <a:latin typeface="+mn-ea"/>
                          <a:ea typeface="+mn-ea"/>
                        </a:rPr>
                        <a:t>统招批录取分数情况</a:t>
                      </a:r>
                      <a:endParaRPr lang="zh-CN" altLang="en-US"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hMerge="1">
                  <a:tcPr/>
                </a:tc>
                <a:tc hMerge="1">
                  <a:tcPr/>
                </a:tc>
                <a:tc>
                  <a:txBody>
                    <a:bodyPr/>
                    <a:lstStyle/>
                    <a:p>
                      <a:pPr algn="ctr" fontAlgn="ctr"/>
                      <a:r>
                        <a:rPr lang="en-US" altLang="zh-CN" sz="1200" b="1" i="0" u="none" strike="noStrike">
                          <a:solidFill>
                            <a:srgbClr val="000000"/>
                          </a:solidFill>
                          <a:effectLst/>
                          <a:latin typeface="+mn-ea"/>
                          <a:ea typeface="+mn-ea"/>
                        </a:rPr>
                        <a:t>2025</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altLang="zh-CN" sz="1200" b="1" i="0" u="none" strike="noStrike">
                          <a:solidFill>
                            <a:srgbClr val="000000"/>
                          </a:solidFill>
                          <a:effectLst/>
                          <a:latin typeface="+mn-ea"/>
                          <a:ea typeface="+mn-ea"/>
                        </a:rPr>
                        <a:t>2024</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altLang="zh-CN" sz="1200" b="1" i="0" u="none" strike="noStrike">
                          <a:solidFill>
                            <a:srgbClr val="000000"/>
                          </a:solidFill>
                          <a:effectLst/>
                          <a:latin typeface="+mn-ea"/>
                          <a:ea typeface="+mn-ea"/>
                        </a:rPr>
                        <a:t>2023</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rowSpan="2">
                  <a:txBody>
                    <a:bodyPr/>
                    <a:lstStyle/>
                    <a:p>
                      <a:pPr algn="ctr" fontAlgn="ctr"/>
                      <a:r>
                        <a:rPr lang="zh-CN" altLang="en-US" sz="1200" b="1" i="0" u="none" strike="noStrike">
                          <a:solidFill>
                            <a:srgbClr val="000000"/>
                          </a:solidFill>
                          <a:effectLst/>
                          <a:latin typeface="+mn-ea"/>
                          <a:ea typeface="+mn-ea"/>
                        </a:rPr>
                        <a:t>近三年平均分</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rowSpan="2">
                  <a:txBody>
                    <a:bodyPr/>
                    <a:lstStyle/>
                    <a:p>
                      <a:pPr algn="ctr" fontAlgn="ctr"/>
                      <a:r>
                        <a:rPr lang="zh-CN" altLang="en-US" sz="1200" b="1" i="0" u="none" strike="noStrike">
                          <a:solidFill>
                            <a:srgbClr val="000000"/>
                          </a:solidFill>
                          <a:effectLst/>
                          <a:latin typeface="+mn-ea"/>
                          <a:ea typeface="+mn-ea"/>
                        </a:rPr>
                        <a:t>名额分配（三年平均再降</a:t>
                      </a:r>
                      <a:r>
                        <a:rPr lang="en-US" altLang="zh-CN" sz="1200" b="1" i="0" u="none" strike="noStrike">
                          <a:solidFill>
                            <a:srgbClr val="000000"/>
                          </a:solidFill>
                          <a:effectLst/>
                          <a:latin typeface="+mn-ea"/>
                          <a:ea typeface="+mn-ea"/>
                        </a:rPr>
                        <a:t>40</a:t>
                      </a:r>
                      <a:r>
                        <a:rPr lang="zh-CN" altLang="en-US" sz="1200" b="1" i="0" u="none" strike="noStrike">
                          <a:solidFill>
                            <a:srgbClr val="000000"/>
                          </a:solidFill>
                          <a:effectLst/>
                          <a:latin typeface="+mn-ea"/>
                          <a:ea typeface="+mn-ea"/>
                        </a:rPr>
                        <a:t>分）</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r>
              <a:tr h="174325">
                <a:tc>
                  <a:txBody>
                    <a:bodyPr/>
                    <a:lstStyle/>
                    <a:p>
                      <a:pPr algn="ctr" fontAlgn="ctr"/>
                      <a:r>
                        <a:rPr lang="zh-CN" altLang="en-US" sz="1200" b="1" i="0" u="none" strike="noStrike" dirty="0">
                          <a:solidFill>
                            <a:srgbClr val="000000"/>
                          </a:solidFill>
                          <a:effectLst/>
                          <a:latin typeface="+mn-ea"/>
                          <a:ea typeface="+mn-ea"/>
                        </a:rPr>
                        <a:t>学校名称</a:t>
                      </a:r>
                      <a:endParaRPr lang="zh-CN" altLang="en-US"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zh-CN" altLang="en-US" sz="1200" b="1" i="0" u="none" strike="noStrike">
                          <a:solidFill>
                            <a:srgbClr val="000000"/>
                          </a:solidFill>
                          <a:effectLst/>
                          <a:latin typeface="+mn-ea"/>
                          <a:ea typeface="+mn-ea"/>
                        </a:rPr>
                        <a:t>招生范围</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zh-CN" altLang="en-US" sz="1200" b="1" i="0" u="none" strike="noStrike">
                          <a:solidFill>
                            <a:srgbClr val="000000"/>
                          </a:solidFill>
                          <a:effectLst/>
                          <a:latin typeface="+mn-ea"/>
                          <a:ea typeface="+mn-ea"/>
                        </a:rPr>
                        <a:t>隶属</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zh-CN" altLang="en-US" sz="1200" b="1" i="0" u="none" strike="noStrike">
                          <a:solidFill>
                            <a:srgbClr val="000000"/>
                          </a:solidFill>
                          <a:effectLst/>
                          <a:latin typeface="+mn-ea"/>
                          <a:ea typeface="+mn-ea"/>
                        </a:rPr>
                        <a:t>户籍生最低分</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zh-CN" altLang="en-US" sz="1200" b="1" i="0" u="none" strike="noStrike">
                          <a:solidFill>
                            <a:srgbClr val="000000"/>
                          </a:solidFill>
                          <a:effectLst/>
                          <a:latin typeface="+mn-ea"/>
                          <a:ea typeface="+mn-ea"/>
                        </a:rPr>
                        <a:t>户籍生最低分</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zh-CN" altLang="en-US" sz="1200" b="1" i="0" u="none" strike="noStrike">
                          <a:solidFill>
                            <a:srgbClr val="000000"/>
                          </a:solidFill>
                          <a:effectLst/>
                          <a:latin typeface="+mn-ea"/>
                          <a:ea typeface="+mn-ea"/>
                        </a:rPr>
                        <a:t>户籍生最低分</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vMerge="1">
                  <a:tcPr/>
                </a:tc>
                <a:tc vMerge="1">
                  <a:tcPr/>
                </a:tc>
              </a:tr>
              <a:tr h="174325">
                <a:tc>
                  <a:txBody>
                    <a:bodyPr/>
                    <a:lstStyle/>
                    <a:p>
                      <a:pPr algn="ctr" fontAlgn="ctr"/>
                      <a:r>
                        <a:rPr lang="zh-CN" altLang="en-US" sz="1200" b="1" i="0" u="none" strike="noStrike" dirty="0">
                          <a:solidFill>
                            <a:srgbClr val="000000"/>
                          </a:solidFill>
                          <a:effectLst/>
                          <a:latin typeface="+mn-ea"/>
                          <a:ea typeface="+mn-ea"/>
                        </a:rPr>
                        <a:t>华南师范大学附属中学（石牌校区）</a:t>
                      </a:r>
                      <a:endParaRPr lang="zh-CN" altLang="en-US"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省属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740</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719</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729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689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dirty="0">
                          <a:solidFill>
                            <a:srgbClr val="000000"/>
                          </a:solidFill>
                          <a:effectLst/>
                          <a:latin typeface="+mn-ea"/>
                          <a:ea typeface="+mn-ea"/>
                        </a:rPr>
                        <a:t>华南师范大学附属中学（知识城校区）</a:t>
                      </a:r>
                      <a:endParaRPr lang="zh-CN" altLang="en-US"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省属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727</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693</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710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670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dirty="0">
                          <a:solidFill>
                            <a:srgbClr val="000000"/>
                          </a:solidFill>
                          <a:effectLst/>
                          <a:latin typeface="+mn-ea"/>
                          <a:ea typeface="+mn-ea"/>
                        </a:rPr>
                        <a:t>广东实验中学（荔湾校区）</a:t>
                      </a:r>
                      <a:endParaRPr lang="zh-CN" altLang="en-US"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省属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727</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705</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735</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722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682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90500">
                <a:tc>
                  <a:txBody>
                    <a:bodyPr/>
                    <a:lstStyle/>
                    <a:p>
                      <a:pPr algn="ctr" fontAlgn="ctr"/>
                      <a:r>
                        <a:rPr lang="zh-CN" altLang="en-US" sz="1200" b="1" i="0" u="none" strike="noStrike" dirty="0">
                          <a:solidFill>
                            <a:srgbClr val="000000"/>
                          </a:solidFill>
                          <a:effectLst/>
                          <a:latin typeface="+mn-ea"/>
                          <a:ea typeface="+mn-ea"/>
                        </a:rPr>
                        <a:t>广东实验中学（白云校区）</a:t>
                      </a:r>
                      <a:endParaRPr lang="zh-CN" altLang="en-US"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省属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729</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715</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722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682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dirty="0">
                          <a:solidFill>
                            <a:srgbClr val="000000"/>
                          </a:solidFill>
                          <a:effectLst/>
                          <a:latin typeface="+mn-ea"/>
                          <a:ea typeface="+mn-ea"/>
                        </a:rPr>
                        <a:t>广东广雅中学（荔湾校区）</a:t>
                      </a:r>
                      <a:endParaRPr lang="zh-CN" altLang="en-US"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719</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698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731</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716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676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广东广雅中学（花都校区）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dirty="0">
                          <a:solidFill>
                            <a:srgbClr val="000000"/>
                          </a:solidFill>
                          <a:effectLst/>
                          <a:latin typeface="+mn-ea"/>
                          <a:ea typeface="+mn-ea"/>
                        </a:rPr>
                        <a:t>全市</a:t>
                      </a:r>
                      <a:endParaRPr lang="zh-CN" altLang="en-US"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716</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717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677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广州市执信中学（执信路校区）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mn-ea"/>
                          <a:ea typeface="+mn-ea"/>
                        </a:rPr>
                        <a:t>市属</a:t>
                      </a:r>
                      <a:endParaRPr lang="zh-CN" altLang="en-US"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723</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720</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730</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724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684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广州市执信中学（天河校区）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mn-ea"/>
                          <a:ea typeface="+mn-ea"/>
                        </a:rPr>
                        <a:t>市属</a:t>
                      </a:r>
                      <a:endParaRPr lang="zh-CN" altLang="en-US"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720</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721</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719</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720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680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90500">
                <a:tc>
                  <a:txBody>
                    <a:bodyPr/>
                    <a:lstStyle/>
                    <a:p>
                      <a:pPr algn="ctr" fontAlgn="ctr"/>
                      <a:r>
                        <a:rPr lang="zh-CN" altLang="en-US" sz="1200" b="1" i="0" u="none" strike="noStrike">
                          <a:solidFill>
                            <a:srgbClr val="000000"/>
                          </a:solidFill>
                          <a:effectLst/>
                          <a:latin typeface="+mn-ea"/>
                          <a:ea typeface="+mn-ea"/>
                        </a:rPr>
                        <a:t>广州市第二中学</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mn-ea"/>
                          <a:ea typeface="+mn-ea"/>
                        </a:rPr>
                        <a:t>724</a:t>
                      </a:r>
                      <a:endParaRPr lang="en-US" altLang="zh-CN"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729</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730</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728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688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广州市第六中学（海珠校区）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mn-ea"/>
                          <a:ea typeface="+mn-ea"/>
                        </a:rPr>
                        <a:t>712</a:t>
                      </a:r>
                      <a:endParaRPr lang="en-US" altLang="zh-CN"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716</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721</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716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676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广州市第六中学（从化校区）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mn-ea"/>
                          <a:ea typeface="+mn-ea"/>
                        </a:rPr>
                        <a:t>677</a:t>
                      </a:r>
                      <a:endParaRPr lang="en-US" altLang="zh-CN"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662</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670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630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广州市第六中学（花都校区）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667</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mn-ea"/>
                          <a:ea typeface="+mn-ea"/>
                        </a:rPr>
                        <a:t>-</a:t>
                      </a:r>
                      <a:endParaRPr lang="en-US" altLang="zh-CN"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667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627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广东华侨中学</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627</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mn-ea"/>
                          <a:ea typeface="+mn-ea"/>
                        </a:rPr>
                        <a:t>625</a:t>
                      </a:r>
                      <a:endParaRPr lang="en-US" altLang="zh-CN"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675</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642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602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广州协和学校</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667</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mn-ea"/>
                          <a:ea typeface="+mn-ea"/>
                        </a:rPr>
                        <a:t>662</a:t>
                      </a:r>
                      <a:endParaRPr lang="en-US" altLang="zh-CN"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675</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668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628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广州大学附属中学</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732</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726</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mn-ea"/>
                          <a:ea typeface="+mn-ea"/>
                        </a:rPr>
                        <a:t>736</a:t>
                      </a:r>
                      <a:endParaRPr lang="en-US" altLang="zh-CN"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731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691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广州市铁一中学（越秀校区）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717</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711</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mn-ea"/>
                          <a:ea typeface="+mn-ea"/>
                        </a:rPr>
                        <a:t>720</a:t>
                      </a:r>
                      <a:endParaRPr lang="en-US" altLang="zh-CN"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716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676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90500">
                <a:tc>
                  <a:txBody>
                    <a:bodyPr/>
                    <a:lstStyle/>
                    <a:p>
                      <a:pPr algn="ctr" fontAlgn="ctr"/>
                      <a:r>
                        <a:rPr lang="zh-CN" altLang="en-US" sz="1200" b="1" i="0" u="none" strike="noStrike">
                          <a:solidFill>
                            <a:srgbClr val="000000"/>
                          </a:solidFill>
                          <a:effectLst/>
                          <a:latin typeface="+mn-ea"/>
                          <a:ea typeface="+mn-ea"/>
                        </a:rPr>
                        <a:t>广州市铁一中学（番禺校区）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708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683</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mn-ea"/>
                          <a:ea typeface="+mn-ea"/>
                        </a:rPr>
                        <a:t>724</a:t>
                      </a:r>
                      <a:endParaRPr lang="en-US" altLang="zh-CN" sz="1200" b="0"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705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665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广州市铁一中学（白云校区）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707</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698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717</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707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667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广州外国语学校</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市属</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700</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mn-ea"/>
                          <a:ea typeface="+mn-ea"/>
                        </a:rPr>
                        <a:t>700 </a:t>
                      </a:r>
                      <a:endParaRPr lang="en-US" altLang="zh-CN"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660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广州市第七中学（校本部）</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越秀区</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668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698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710</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mn-ea"/>
                          <a:ea typeface="+mn-ea"/>
                        </a:rPr>
                        <a:t>692 </a:t>
                      </a:r>
                      <a:endParaRPr lang="en-US" altLang="zh-CN"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652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广州市第七中学（桂花校区）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越秀区</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629</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mn-ea"/>
                          <a:ea typeface="+mn-ea"/>
                        </a:rPr>
                        <a:t>629 </a:t>
                      </a:r>
                      <a:endParaRPr lang="en-US" altLang="zh-CN"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589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广州市第十六中学（校本部）</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越秀区</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707</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691</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695</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mn-ea"/>
                          <a:ea typeface="+mn-ea"/>
                        </a:rPr>
                        <a:t>698 </a:t>
                      </a:r>
                      <a:endParaRPr lang="en-US" altLang="zh-CN"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a:solidFill>
                            <a:srgbClr val="000000"/>
                          </a:solidFill>
                          <a:effectLst/>
                          <a:latin typeface="+mn-ea"/>
                          <a:ea typeface="+mn-ea"/>
                        </a:rPr>
                        <a:t>658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广州市第十六中学（水荫校区）</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越秀区</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666</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622</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636</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641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dirty="0">
                          <a:solidFill>
                            <a:srgbClr val="000000"/>
                          </a:solidFill>
                          <a:effectLst/>
                          <a:latin typeface="+mn-ea"/>
                          <a:ea typeface="+mn-ea"/>
                        </a:rPr>
                        <a:t>601 </a:t>
                      </a:r>
                      <a:endParaRPr lang="en-US" altLang="zh-CN"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广州市第十七中学</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越秀区</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616</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622</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635</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624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dirty="0">
                          <a:solidFill>
                            <a:srgbClr val="000000"/>
                          </a:solidFill>
                          <a:effectLst/>
                          <a:latin typeface="+mn-ea"/>
                          <a:ea typeface="+mn-ea"/>
                        </a:rPr>
                        <a:t>584 </a:t>
                      </a:r>
                      <a:endParaRPr lang="en-US" altLang="zh-CN"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广州市培正中学</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越秀区</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689</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672</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698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686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dirty="0">
                          <a:solidFill>
                            <a:srgbClr val="000000"/>
                          </a:solidFill>
                          <a:effectLst/>
                          <a:latin typeface="+mn-ea"/>
                          <a:ea typeface="+mn-ea"/>
                        </a:rPr>
                        <a:t>646 </a:t>
                      </a:r>
                      <a:endParaRPr lang="en-US" altLang="zh-CN"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r h="174325">
                <a:tc>
                  <a:txBody>
                    <a:bodyPr/>
                    <a:lstStyle/>
                    <a:p>
                      <a:pPr algn="ctr" fontAlgn="ctr"/>
                      <a:r>
                        <a:rPr lang="zh-CN" altLang="en-US" sz="1200" b="1" i="0" u="none" strike="noStrike">
                          <a:solidFill>
                            <a:srgbClr val="000000"/>
                          </a:solidFill>
                          <a:effectLst/>
                          <a:latin typeface="+mn-ea"/>
                          <a:ea typeface="+mn-ea"/>
                        </a:rPr>
                        <a:t>广州市育才中学</a:t>
                      </a:r>
                      <a:endParaRPr lang="zh-CN" altLang="en-US"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ctr"/>
                      <a:r>
                        <a:rPr lang="zh-CN" altLang="en-US" sz="1200" b="0" i="0" u="none" strike="noStrike">
                          <a:solidFill>
                            <a:srgbClr val="000000"/>
                          </a:solidFill>
                          <a:effectLst/>
                          <a:latin typeface="+mn-ea"/>
                          <a:ea typeface="+mn-ea"/>
                        </a:rPr>
                        <a:t>全市</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mn-ea"/>
                          <a:ea typeface="+mn-ea"/>
                        </a:rPr>
                        <a:t>越秀区</a:t>
                      </a:r>
                      <a:endParaRPr lang="zh-CN" altLang="en-US"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628</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661</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mn-ea"/>
                          <a:ea typeface="+mn-ea"/>
                        </a:rPr>
                        <a:t>675</a:t>
                      </a:r>
                      <a:endParaRPr lang="en-US" altLang="zh-CN" sz="1200" b="0"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mn-ea"/>
                          <a:ea typeface="+mn-ea"/>
                        </a:rPr>
                        <a:t>655 </a:t>
                      </a:r>
                      <a:endParaRPr lang="en-US" altLang="zh-CN" sz="1200" b="1" i="0" u="none" strike="noStrike">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US" altLang="zh-CN" sz="1200" b="1" i="0" u="none" strike="noStrike" dirty="0">
                          <a:solidFill>
                            <a:srgbClr val="000000"/>
                          </a:solidFill>
                          <a:effectLst/>
                          <a:latin typeface="+mn-ea"/>
                          <a:ea typeface="+mn-ea"/>
                        </a:rPr>
                        <a:t>615 </a:t>
                      </a:r>
                      <a:endParaRPr lang="en-US" altLang="zh-CN" sz="1200" b="1" i="0" u="none" strike="noStrike" dirty="0">
                        <a:solidFill>
                          <a:srgbClr val="000000"/>
                        </a:solidFill>
                        <a:effectLst/>
                        <a:latin typeface="+mn-ea"/>
                        <a:ea typeface="+mn-ea"/>
                      </a:endParaRPr>
                    </a:p>
                  </a:txBody>
                  <a:tcPr marL="7519" marR="7519" marT="75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r>
            </a:tbl>
          </a:graphicData>
        </a:graphic>
      </p:graphicFrame>
      <p:sp>
        <p:nvSpPr>
          <p:cNvPr id="4" name="流程图: 可选过程 3"/>
          <p:cNvSpPr/>
          <p:nvPr>
            <p:custDataLst>
              <p:tags r:id="rId2"/>
            </p:custDataLst>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第二批</a:t>
            </a:r>
            <a:endParaRPr lang="zh-CN" altLang="en-US" sz="2800" b="1" dirty="0">
              <a:solidFill>
                <a:schemeClr val="tx1"/>
              </a:solidFill>
            </a:endParaRPr>
          </a:p>
        </p:txBody>
      </p:sp>
      <p:sp>
        <p:nvSpPr>
          <p:cNvPr id="6" name="流程图: 可选过程 5"/>
          <p:cNvSpPr/>
          <p:nvPr>
            <p:custDataLst>
              <p:tags r:id="rId3"/>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7" name="流程图: 可选过程 6"/>
          <p:cNvSpPr/>
          <p:nvPr>
            <p:custDataLst>
              <p:tags r:id="rId4"/>
            </p:custDataLst>
          </p:nvPr>
        </p:nvSpPr>
        <p:spPr>
          <a:xfrm>
            <a:off x="482536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lgn="ctr">
              <a:defRPr>
                <a:solidFill>
                  <a:srgbClr val="000000"/>
                </a:solidFill>
              </a:defRPr>
            </a:pPr>
            <a:r>
              <a:rPr lang="zh-CN" altLang="en-US" sz="2800" b="1" dirty="0">
                <a:solidFill>
                  <a:schemeClr val="tx1"/>
                </a:solidFill>
              </a:rPr>
              <a:t>分数</a:t>
            </a:r>
            <a:endParaRPr lang="zh-CN" altLang="en-US" sz="2800" b="1" dirty="0">
              <a:solidFill>
                <a:schemeClr val="tx1"/>
              </a:solidFill>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流程图: 可选过程 3"/>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solidFill>
                  <a:srgbClr val="000000"/>
                </a:solidFill>
              </a:defRPr>
            </a:pPr>
            <a:r>
              <a:rPr lang="zh-CN" altLang="en-US" sz="2800" b="1" dirty="0">
                <a:solidFill>
                  <a:schemeClr val="tx1"/>
                </a:solidFill>
              </a:rPr>
              <a:t>第三批</a:t>
            </a:r>
            <a:endParaRPr lang="zh-CN" altLang="en-US" sz="2800" b="1" dirty="0">
              <a:solidFill>
                <a:schemeClr val="tx1"/>
              </a:solidFill>
            </a:endParaRPr>
          </a:p>
        </p:txBody>
      </p:sp>
      <p:sp>
        <p:nvSpPr>
          <p:cNvPr id="5" name="流程图: 可选过程 4"/>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7" name="流程图: 可选过程 6"/>
          <p:cNvSpPr/>
          <p:nvPr/>
        </p:nvSpPr>
        <p:spPr>
          <a:xfrm>
            <a:off x="4825365" y="16510"/>
            <a:ext cx="200596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en-US" altLang="zh-CN" sz="2800" b="1" dirty="0">
                <a:solidFill>
                  <a:schemeClr val="tx1"/>
                </a:solidFill>
              </a:rPr>
              <a:t>  </a:t>
            </a:r>
            <a:r>
              <a:rPr lang="zh-CN" altLang="en-US" sz="2800" b="1" dirty="0">
                <a:solidFill>
                  <a:schemeClr val="tx1"/>
                </a:solidFill>
              </a:rPr>
              <a:t>学生分类</a:t>
            </a:r>
            <a:endParaRPr lang="zh-CN" altLang="en-US" sz="2800" b="1" dirty="0">
              <a:solidFill>
                <a:schemeClr val="tx1"/>
              </a:solidFill>
            </a:endParaRPr>
          </a:p>
        </p:txBody>
      </p:sp>
      <p:graphicFrame>
        <p:nvGraphicFramePr>
          <p:cNvPr id="3" name="表格 2"/>
          <p:cNvGraphicFramePr/>
          <p:nvPr>
            <p:custDataLst>
              <p:tags r:id="rId1"/>
            </p:custDataLst>
          </p:nvPr>
        </p:nvGraphicFramePr>
        <p:xfrm>
          <a:off x="553720" y="963930"/>
          <a:ext cx="11117580" cy="3081020"/>
        </p:xfrm>
        <a:graphic>
          <a:graphicData uri="http://schemas.openxmlformats.org/drawingml/2006/table">
            <a:tbl>
              <a:tblPr firstRow="1" bandRow="1">
                <a:tableStyleId>{5C22544A-7EE6-4342-B048-85BDC9FD1C3A}</a:tableStyleId>
              </a:tblPr>
              <a:tblGrid>
                <a:gridCol w="2779395"/>
                <a:gridCol w="2779395"/>
                <a:gridCol w="2779395"/>
                <a:gridCol w="2779395"/>
              </a:tblGrid>
              <a:tr h="424180">
                <a:tc gridSpan="4">
                  <a:txBody>
                    <a:bodyPr/>
                    <a:lstStyle/>
                    <a:p>
                      <a:pPr indent="0" algn="ctr">
                        <a:buNone/>
                      </a:pPr>
                      <a:r>
                        <a:rPr lang="zh-CN" sz="2400" b="1" dirty="0">
                          <a:solidFill>
                            <a:schemeClr val="bg1"/>
                          </a:solidFill>
                          <a:latin typeface="微软雅黑" charset="-122"/>
                          <a:ea typeface="微软雅黑" charset="-122"/>
                          <a:cs typeface="微软雅黑" charset="-122"/>
                        </a:rPr>
                        <a:t>202</a:t>
                      </a:r>
                      <a:r>
                        <a:rPr lang="en-US" altLang="zh-CN" sz="2400" b="1" dirty="0">
                          <a:solidFill>
                            <a:schemeClr val="bg1"/>
                          </a:solidFill>
                          <a:latin typeface="微软雅黑" charset="-122"/>
                          <a:ea typeface="微软雅黑" charset="-122"/>
                          <a:cs typeface="微软雅黑" charset="-122"/>
                        </a:rPr>
                        <a:t>5</a:t>
                      </a:r>
                      <a:r>
                        <a:rPr lang="zh-CN" sz="2400" b="1" dirty="0">
                          <a:solidFill>
                            <a:schemeClr val="bg1"/>
                          </a:solidFill>
                          <a:latin typeface="微软雅黑" charset="-122"/>
                          <a:ea typeface="微软雅黑" charset="-122"/>
                          <a:cs typeface="微软雅黑" charset="-122"/>
                        </a:rPr>
                        <a:t>广州中考基本政策-报考范围</a:t>
                      </a:r>
                      <a:endParaRPr lang="en-US" altLang="en-US" sz="2400" b="1" dirty="0">
                        <a:solidFill>
                          <a:schemeClr val="bg1"/>
                        </a:solidFill>
                        <a:latin typeface="微软雅黑" charset="-122"/>
                        <a:cs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CB49A"/>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87020">
                <a:tc>
                  <a:txBody>
                    <a:bodyPr/>
                    <a:lstStyle/>
                    <a:p>
                      <a:pPr indent="0" algn="ctr">
                        <a:buNone/>
                      </a:pPr>
                      <a:r>
                        <a:rPr lang="zh-CN" sz="1500" b="1" dirty="0">
                          <a:solidFill>
                            <a:srgbClr val="235D4F"/>
                          </a:solidFill>
                          <a:latin typeface="微软雅黑" charset="-122"/>
                          <a:ea typeface="微软雅黑" charset="-122"/>
                        </a:rPr>
                        <a:t>学校性质</a:t>
                      </a:r>
                      <a:endParaRPr lang="zh-CN" altLang="en-US" sz="1500" b="1"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5E4D9"/>
                    </a:solidFill>
                  </a:tcPr>
                </a:tc>
                <a:tc>
                  <a:txBody>
                    <a:bodyPr/>
                    <a:lstStyle/>
                    <a:p>
                      <a:pPr indent="0" algn="ctr">
                        <a:buNone/>
                      </a:pPr>
                      <a:r>
                        <a:rPr lang="zh-CN" sz="1500" b="1">
                          <a:solidFill>
                            <a:srgbClr val="235D4F"/>
                          </a:solidFill>
                          <a:latin typeface="微软雅黑" charset="-122"/>
                          <a:ea typeface="微软雅黑" charset="-122"/>
                        </a:rPr>
                        <a:t>户籍生</a:t>
                      </a:r>
                      <a:endParaRPr lang="zh-CN" altLang="en-US" sz="1500" b="1">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5E4D9"/>
                    </a:solidFill>
                  </a:tcPr>
                </a:tc>
                <a:tc>
                  <a:txBody>
                    <a:bodyPr/>
                    <a:lstStyle/>
                    <a:p>
                      <a:pPr indent="0" algn="ctr">
                        <a:buNone/>
                      </a:pPr>
                      <a:r>
                        <a:rPr lang="zh-CN" sz="1500" b="1">
                          <a:solidFill>
                            <a:srgbClr val="235D4F"/>
                          </a:solidFill>
                          <a:latin typeface="微软雅黑" charset="-122"/>
                          <a:ea typeface="微软雅黑" charset="-122"/>
                        </a:rPr>
                        <a:t>非户籍生满足两个有</a:t>
                      </a:r>
                      <a:endParaRPr lang="zh-CN" altLang="en-US" sz="1500" b="1">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5E4D9"/>
                    </a:solidFill>
                  </a:tcPr>
                </a:tc>
                <a:tc>
                  <a:txBody>
                    <a:bodyPr/>
                    <a:lstStyle/>
                    <a:p>
                      <a:pPr indent="0" algn="ctr">
                        <a:buNone/>
                      </a:pPr>
                      <a:r>
                        <a:rPr lang="zh-CN" sz="1500" b="1" dirty="0">
                          <a:solidFill>
                            <a:srgbClr val="235D4F"/>
                          </a:solidFill>
                          <a:latin typeface="微软雅黑" charset="-122"/>
                          <a:ea typeface="微软雅黑" charset="-122"/>
                        </a:rPr>
                        <a:t>非户籍生不满两个有</a:t>
                      </a:r>
                      <a:endParaRPr lang="zh-CN" altLang="en-US" sz="1500" b="1"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5E4D9"/>
                    </a:solidFill>
                  </a:tcPr>
                </a:tc>
              </a:tr>
              <a:tr h="424180">
                <a:tc>
                  <a:txBody>
                    <a:bodyPr/>
                    <a:lstStyle/>
                    <a:p>
                      <a:pPr indent="0" algn="ctr">
                        <a:buNone/>
                      </a:pPr>
                      <a:r>
                        <a:rPr lang="zh-CN" sz="2400" b="0" dirty="0">
                          <a:solidFill>
                            <a:srgbClr val="235D4F"/>
                          </a:solidFill>
                          <a:latin typeface="微软雅黑" charset="-122"/>
                          <a:ea typeface="微软雅黑" charset="-122"/>
                        </a:rPr>
                        <a:t>省、市属高中</a:t>
                      </a:r>
                      <a:endParaRPr lang="zh-CN" altLang="en-US" sz="2400" b="0"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indent="0" algn="ctr">
                        <a:buNone/>
                      </a:pPr>
                      <a:r>
                        <a:rPr lang="en-US" sz="2400" b="0" dirty="0">
                          <a:solidFill>
                            <a:srgbClr val="235D4F"/>
                          </a:solidFill>
                          <a:latin typeface="微软雅黑" charset="-122"/>
                          <a:ea typeface="微软雅黑" charset="-122"/>
                        </a:rPr>
                        <a:t>√</a:t>
                      </a:r>
                      <a:endParaRPr lang="en-US" altLang="en-US" sz="2400" b="0"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en-US" altLang="zh-CN" sz="2400" b="0" dirty="0">
                        <a:solidFill>
                          <a:srgbClr val="FF0000"/>
                        </a:solidFill>
                        <a:latin typeface="微软雅黑" charset="-122"/>
                        <a:ea typeface="微软雅黑" charset="-122"/>
                        <a:cs typeface="微软雅黑" charset="-122"/>
                      </a:endParaRPr>
                    </a:p>
                    <a:p>
                      <a:pPr marL="0" marR="0" indent="0" algn="ctr" defTabSz="914400" rtl="0" eaLnBrk="1" fontAlgn="auto" latinLnBrk="0" hangingPunct="1">
                        <a:lnSpc>
                          <a:spcPct val="100000"/>
                        </a:lnSpc>
                        <a:spcBef>
                          <a:spcPts val="0"/>
                        </a:spcBef>
                        <a:spcAft>
                          <a:spcPts val="0"/>
                        </a:spcAft>
                        <a:buClrTx/>
                        <a:buSzTx/>
                        <a:buFontTx/>
                        <a:buNone/>
                        <a:defRPr/>
                      </a:pPr>
                      <a:r>
                        <a:rPr lang="zh-CN" sz="2400" b="0" dirty="0">
                          <a:solidFill>
                            <a:srgbClr val="FF0000"/>
                          </a:solidFill>
                          <a:latin typeface="微软雅黑" charset="-122"/>
                          <a:ea typeface="微软雅黑" charset="-122"/>
                          <a:cs typeface="微软雅黑" charset="-122"/>
                        </a:rPr>
                        <a:t>≤18%</a:t>
                      </a:r>
                      <a:endParaRPr lang="en-US" altLang="zh-CN" sz="2400" b="0" dirty="0">
                        <a:solidFill>
                          <a:srgbClr val="FF0000"/>
                        </a:solidFill>
                        <a:latin typeface="微软雅黑" charset="-122"/>
                        <a:ea typeface="微软雅黑" charset="-122"/>
                        <a:cs typeface="微软雅黑" charset="-122"/>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zh-CN" sz="2400" b="0" dirty="0">
                          <a:solidFill>
                            <a:srgbClr val="FF0000"/>
                          </a:solidFill>
                          <a:latin typeface="微软雅黑" charset="-122"/>
                          <a:ea typeface="微软雅黑" charset="-122"/>
                          <a:cs typeface="微软雅黑" charset="-122"/>
                        </a:rPr>
                        <a:t>不能跨区</a:t>
                      </a:r>
                      <a:endParaRPr lang="en-US" altLang="en-US" sz="2400" b="0" dirty="0">
                        <a:solidFill>
                          <a:srgbClr val="FF0000"/>
                        </a:solidFill>
                        <a:latin typeface="微软雅黑" charset="-122"/>
                        <a:ea typeface="微软雅黑" charset="-122"/>
                        <a:cs typeface="微软雅黑" charset="-122"/>
                      </a:endParaRPr>
                    </a:p>
                    <a:p>
                      <a:pPr indent="0" algn="ctr">
                        <a:buNone/>
                      </a:pPr>
                      <a:endParaRPr lang="en-US" altLang="en-US" sz="2400" b="0" dirty="0">
                        <a:solidFill>
                          <a:srgbClr val="FF0000"/>
                        </a:solidFill>
                        <a:latin typeface="微软雅黑" charset="-122"/>
                        <a:ea typeface="微软雅黑" charset="-122"/>
                        <a:cs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CB49A"/>
                    </a:solidFill>
                  </a:tcPr>
                </a:tc>
                <a:tc rowSpan="2">
                  <a:txBody>
                    <a:bodyPr/>
                    <a:lstStyle/>
                    <a:p>
                      <a:pPr indent="0" algn="ctr">
                        <a:buNone/>
                      </a:pPr>
                      <a:r>
                        <a:rPr lang="en-US" sz="3200" b="0" dirty="0">
                          <a:solidFill>
                            <a:srgbClr val="FF0000"/>
                          </a:solidFill>
                          <a:latin typeface="微软雅黑" charset="-122"/>
                          <a:ea typeface="微软雅黑" charset="-122"/>
                        </a:rPr>
                        <a:t>×</a:t>
                      </a:r>
                      <a:endParaRPr lang="en-US" altLang="en-US" sz="3200" b="0" dirty="0">
                        <a:solidFill>
                          <a:srgbClr val="FF0000"/>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CB49A"/>
                    </a:solidFill>
                  </a:tcPr>
                </a:tc>
              </a:tr>
              <a:tr h="1097280">
                <a:tc>
                  <a:txBody>
                    <a:bodyPr/>
                    <a:lstStyle/>
                    <a:p>
                      <a:pPr indent="0" algn="ctr">
                        <a:buNone/>
                      </a:pPr>
                      <a:r>
                        <a:rPr lang="zh-CN" sz="2400" b="0" dirty="0">
                          <a:solidFill>
                            <a:srgbClr val="235D4F"/>
                          </a:solidFill>
                          <a:latin typeface="微软雅黑" charset="-122"/>
                          <a:ea typeface="微软雅黑" charset="-122"/>
                        </a:rPr>
                        <a:t>区属示范性高中</a:t>
                      </a:r>
                      <a:endParaRPr lang="zh-CN" altLang="en-US" sz="2400" b="0"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indent="0" algn="ctr">
                        <a:buNone/>
                      </a:pPr>
                      <a:r>
                        <a:rPr lang="zh-CN" sz="2400" b="0" dirty="0">
                          <a:solidFill>
                            <a:srgbClr val="FF0000"/>
                          </a:solidFill>
                          <a:latin typeface="微软雅黑" charset="-122"/>
                          <a:ea typeface="微软雅黑" charset="-122"/>
                          <a:cs typeface="微软雅黑" charset="-122"/>
                        </a:rPr>
                        <a:t>外区≤15%</a:t>
                      </a:r>
                      <a:endParaRPr lang="en-US" altLang="zh-CN" sz="2400" b="0" dirty="0">
                        <a:solidFill>
                          <a:srgbClr val="FF0000"/>
                        </a:solidFill>
                        <a:latin typeface="微软雅黑" charset="-122"/>
                        <a:ea typeface="微软雅黑" charset="-122"/>
                        <a:cs typeface="微软雅黑" charset="-122"/>
                      </a:endParaRPr>
                    </a:p>
                    <a:p>
                      <a:pPr indent="0" algn="ctr">
                        <a:buNone/>
                      </a:pPr>
                      <a:r>
                        <a:rPr lang="zh-CN" altLang="en-US" sz="1800" b="0" dirty="0">
                          <a:solidFill>
                            <a:srgbClr val="FF0000"/>
                          </a:solidFill>
                          <a:latin typeface="微软雅黑" charset="-122"/>
                          <a:ea typeface="微软雅黑" charset="-122"/>
                          <a:cs typeface="微软雅黑" charset="-122"/>
                        </a:rPr>
                        <a:t>（部分学校</a:t>
                      </a:r>
                      <a:r>
                        <a:rPr lang="en-US" altLang="zh-CN" sz="1800" b="0" dirty="0">
                          <a:solidFill>
                            <a:srgbClr val="FF0000"/>
                          </a:solidFill>
                          <a:latin typeface="微软雅黑" charset="-122"/>
                          <a:ea typeface="微软雅黑" charset="-122"/>
                          <a:cs typeface="微软雅黑" charset="-122"/>
                        </a:rPr>
                        <a:t>25%</a:t>
                      </a:r>
                      <a:r>
                        <a:rPr lang="zh-CN" altLang="en-US" sz="1800" b="0" dirty="0">
                          <a:solidFill>
                            <a:srgbClr val="FF0000"/>
                          </a:solidFill>
                          <a:latin typeface="微软雅黑" charset="-122"/>
                          <a:ea typeface="微软雅黑" charset="-122"/>
                          <a:cs typeface="微软雅黑" charset="-122"/>
                        </a:rPr>
                        <a:t>）</a:t>
                      </a:r>
                      <a:endParaRPr lang="en-US" altLang="en-US" sz="1800" b="0" dirty="0">
                        <a:solidFill>
                          <a:srgbClr val="FF0000"/>
                        </a:solidFill>
                        <a:latin typeface="微软雅黑" charset="-122"/>
                        <a:cs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CB49A"/>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424180">
                <a:tc>
                  <a:txBody>
                    <a:bodyPr/>
                    <a:lstStyle/>
                    <a:p>
                      <a:pPr indent="0" algn="ctr">
                        <a:buNone/>
                      </a:pPr>
                      <a:r>
                        <a:rPr lang="zh-CN" sz="2400" b="0">
                          <a:solidFill>
                            <a:srgbClr val="235D4F"/>
                          </a:solidFill>
                          <a:latin typeface="微软雅黑" charset="-122"/>
                          <a:ea typeface="微软雅黑" charset="-122"/>
                        </a:rPr>
                        <a:t>民办高中</a:t>
                      </a:r>
                      <a:endParaRPr lang="zh-CN" altLang="en-US" sz="2400" b="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indent="0" algn="ctr">
                        <a:buNone/>
                      </a:pPr>
                      <a:r>
                        <a:rPr lang="en-US" sz="2400" b="0" dirty="0">
                          <a:solidFill>
                            <a:srgbClr val="235D4F"/>
                          </a:solidFill>
                          <a:latin typeface="微软雅黑" charset="-122"/>
                          <a:ea typeface="微软雅黑" charset="-122"/>
                        </a:rPr>
                        <a:t>√</a:t>
                      </a:r>
                      <a:endParaRPr lang="en-US" altLang="en-US" sz="2400" b="0"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indent="0" algn="ctr">
                        <a:buNone/>
                      </a:pPr>
                      <a:r>
                        <a:rPr lang="en-US" sz="2400" b="0" dirty="0">
                          <a:solidFill>
                            <a:srgbClr val="235D4F"/>
                          </a:solidFill>
                          <a:latin typeface="微软雅黑" charset="-122"/>
                          <a:ea typeface="微软雅黑" charset="-122"/>
                        </a:rPr>
                        <a:t>√</a:t>
                      </a:r>
                      <a:endParaRPr lang="en-US" altLang="en-US" sz="2400" b="0"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indent="0" algn="ctr">
                        <a:buNone/>
                      </a:pPr>
                      <a:r>
                        <a:rPr lang="en-US" sz="2400" b="0">
                          <a:solidFill>
                            <a:srgbClr val="235D4F"/>
                          </a:solidFill>
                          <a:latin typeface="微软雅黑" charset="-122"/>
                          <a:ea typeface="微软雅黑" charset="-122"/>
                        </a:rPr>
                        <a:t>√</a:t>
                      </a:r>
                      <a:endParaRPr lang="en-US" altLang="en-US" sz="2400" b="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r>
              <a:tr h="424180">
                <a:tc>
                  <a:txBody>
                    <a:bodyPr/>
                    <a:lstStyle/>
                    <a:p>
                      <a:pPr indent="0" algn="ctr">
                        <a:buNone/>
                      </a:pPr>
                      <a:r>
                        <a:rPr lang="zh-CN" sz="2400" b="0" dirty="0">
                          <a:solidFill>
                            <a:srgbClr val="235D4F"/>
                          </a:solidFill>
                          <a:latin typeface="微软雅黑" charset="-122"/>
                          <a:ea typeface="微软雅黑" charset="-122"/>
                        </a:rPr>
                        <a:t>中等职业学校</a:t>
                      </a:r>
                      <a:endParaRPr lang="zh-CN" altLang="en-US" sz="2400" b="0"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indent="0" algn="ctr">
                        <a:buNone/>
                      </a:pPr>
                      <a:r>
                        <a:rPr lang="en-US" sz="2400" b="0" dirty="0">
                          <a:solidFill>
                            <a:srgbClr val="235D4F"/>
                          </a:solidFill>
                          <a:latin typeface="微软雅黑" charset="-122"/>
                          <a:ea typeface="微软雅黑" charset="-122"/>
                        </a:rPr>
                        <a:t>√</a:t>
                      </a:r>
                      <a:endParaRPr lang="en-US" altLang="en-US" sz="2400" b="0"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indent="0" algn="ctr">
                        <a:buNone/>
                      </a:pPr>
                      <a:r>
                        <a:rPr lang="en-US" sz="2400" b="0" dirty="0">
                          <a:solidFill>
                            <a:srgbClr val="235D4F"/>
                          </a:solidFill>
                          <a:latin typeface="微软雅黑" charset="-122"/>
                          <a:ea typeface="微软雅黑" charset="-122"/>
                        </a:rPr>
                        <a:t>√</a:t>
                      </a:r>
                      <a:endParaRPr lang="en-US" altLang="en-US" sz="2400" b="0"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indent="0" algn="ctr">
                        <a:buNone/>
                      </a:pPr>
                      <a:r>
                        <a:rPr lang="en-US" sz="2400" b="0" dirty="0">
                          <a:solidFill>
                            <a:srgbClr val="235D4F"/>
                          </a:solidFill>
                          <a:latin typeface="微软雅黑" charset="-122"/>
                          <a:ea typeface="微软雅黑" charset="-122"/>
                        </a:rPr>
                        <a:t>√</a:t>
                      </a:r>
                      <a:endParaRPr lang="en-US" altLang="en-US" sz="2400" b="0" dirty="0">
                        <a:solidFill>
                          <a:srgbClr val="235D4F"/>
                        </a:solidFill>
                        <a:latin typeface="微软雅黑" charset="-122"/>
                        <a:ea typeface="微软雅黑"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 name="组合 5"/>
          <p:cNvGrpSpPr/>
          <p:nvPr/>
        </p:nvGrpSpPr>
        <p:grpSpPr>
          <a:xfrm>
            <a:off x="553085" y="4311650"/>
            <a:ext cx="11117580" cy="2138680"/>
            <a:chOff x="871" y="7090"/>
            <a:chExt cx="17508" cy="3368"/>
          </a:xfrm>
        </p:grpSpPr>
        <p:sp>
          <p:nvSpPr>
            <p:cNvPr id="8" name="圆角矩形 7"/>
            <p:cNvSpPr/>
            <p:nvPr/>
          </p:nvSpPr>
          <p:spPr>
            <a:xfrm>
              <a:off x="871" y="7097"/>
              <a:ext cx="17508" cy="3361"/>
            </a:xfrm>
            <a:prstGeom prst="roundRect">
              <a:avLst>
                <a:gd name="adj" fmla="val 6009"/>
              </a:avLst>
            </a:prstGeom>
            <a:solidFill>
              <a:schemeClr val="bg1"/>
            </a:solidFill>
            <a:ln w="25400">
              <a:solidFill>
                <a:schemeClr val="bg1"/>
              </a:solidFill>
              <a:prstDash val="solid"/>
            </a:ln>
          </p:spPr>
          <p:txBody>
            <a:bodyPr wrap="square">
              <a:noAutofit/>
            </a:bodyPr>
            <a:lstStyle/>
            <a:p>
              <a:pPr>
                <a:lnSpc>
                  <a:spcPct val="150000"/>
                </a:lnSpc>
              </a:pPr>
              <a:endParaRPr lang="zh-CN" altLang="en-US" sz="1600" dirty="0">
                <a:latin typeface="微软雅黑" charset="-122"/>
                <a:ea typeface="微软雅黑" charset="-122"/>
                <a:cs typeface="微软雅黑" charset="-122"/>
              </a:endParaRPr>
            </a:p>
          </p:txBody>
        </p:sp>
        <p:sp>
          <p:nvSpPr>
            <p:cNvPr id="9" name="文本框 8"/>
            <p:cNvSpPr txBox="1"/>
            <p:nvPr/>
          </p:nvSpPr>
          <p:spPr>
            <a:xfrm>
              <a:off x="1101" y="7090"/>
              <a:ext cx="17059" cy="3368"/>
            </a:xfrm>
            <a:prstGeom prst="rect">
              <a:avLst/>
            </a:prstGeom>
            <a:noFill/>
          </p:spPr>
          <p:txBody>
            <a:bodyPr wrap="square" rtlCol="0">
              <a:noAutofit/>
            </a:bodyPr>
            <a:lstStyle/>
            <a:p>
              <a:pPr>
                <a:lnSpc>
                  <a:spcPct val="130000"/>
                </a:lnSpc>
                <a:spcBef>
                  <a:spcPts val="0"/>
                </a:spcBef>
                <a:spcAft>
                  <a:spcPts val="0"/>
                </a:spcAft>
              </a:pPr>
              <a:r>
                <a:rPr lang="zh-CN" altLang="en-US" sz="1700" dirty="0">
                  <a:solidFill>
                    <a:srgbClr val="FF0000"/>
                  </a:solidFill>
                  <a:latin typeface="微软雅黑" charset="-122"/>
                  <a:ea typeface="微软雅黑" charset="-122"/>
                  <a:cs typeface="微软雅黑" charset="-122"/>
                  <a:sym typeface="+mn-ea"/>
                </a:rPr>
                <a:t>两个有：</a:t>
              </a:r>
              <a:r>
                <a:rPr lang="en-US" altLang="zh-CN" sz="1700" dirty="0">
                  <a:latin typeface="微软雅黑" charset="-122"/>
                  <a:ea typeface="微软雅黑" charset="-122"/>
                  <a:cs typeface="微软雅黑" charset="-122"/>
                  <a:sym typeface="+mn-ea"/>
                </a:rPr>
                <a:t>①</a:t>
              </a:r>
              <a:r>
                <a:rPr lang="zh-CN" altLang="en-US" sz="1700" dirty="0">
                  <a:solidFill>
                    <a:srgbClr val="000000"/>
                  </a:solidFill>
                  <a:effectLst/>
                  <a:latin typeface="微软雅黑" charset="-122"/>
                  <a:ea typeface="微软雅黑" charset="-122"/>
                  <a:cs typeface="微软雅黑" charset="-122"/>
                  <a:sym typeface="+mn-ea"/>
                </a:rPr>
                <a:t>广州初中三年完整学籍；</a:t>
              </a:r>
              <a:r>
                <a:rPr lang="en-US" altLang="zh-CN" sz="1700" dirty="0">
                  <a:solidFill>
                    <a:srgbClr val="000000"/>
                  </a:solidFill>
                  <a:effectLst/>
                  <a:latin typeface="微软雅黑" charset="-122"/>
                  <a:ea typeface="微软雅黑" charset="-122"/>
                  <a:cs typeface="微软雅黑" charset="-122"/>
                  <a:sym typeface="+mn-ea"/>
                </a:rPr>
                <a:t>②</a:t>
              </a:r>
              <a:r>
                <a:rPr lang="zh-CN" altLang="en-US" sz="1700" dirty="0">
                  <a:solidFill>
                    <a:srgbClr val="000000"/>
                  </a:solidFill>
                  <a:effectLst/>
                  <a:latin typeface="微软雅黑" charset="-122"/>
                  <a:ea typeface="微软雅黑" charset="-122"/>
                  <a:cs typeface="微软雅黑" charset="-122"/>
                  <a:sym typeface="+mn-ea"/>
                </a:rPr>
                <a:t>父母一方或其他监护人持有在广州市办理并在有效期内的</a:t>
              </a:r>
              <a:r>
                <a:rPr lang="en-US" altLang="zh-CN" sz="1700" dirty="0">
                  <a:solidFill>
                    <a:srgbClr val="000000"/>
                  </a:solidFill>
                  <a:effectLst/>
                  <a:latin typeface="微软雅黑" charset="-122"/>
                  <a:ea typeface="微软雅黑" charset="-122"/>
                  <a:cs typeface="微软雅黑" charset="-122"/>
                  <a:sym typeface="+mn-ea"/>
                </a:rPr>
                <a:t>《</a:t>
              </a:r>
              <a:r>
                <a:rPr lang="zh-CN" altLang="en-US" sz="1700" dirty="0">
                  <a:solidFill>
                    <a:srgbClr val="000000"/>
                  </a:solidFill>
                  <a:effectLst/>
                  <a:latin typeface="微软雅黑" charset="-122"/>
                  <a:ea typeface="微软雅黑" charset="-122"/>
                  <a:cs typeface="微软雅黑" charset="-122"/>
                  <a:sym typeface="+mn-ea"/>
                </a:rPr>
                <a:t>广东省居住证</a:t>
              </a:r>
              <a:r>
                <a:rPr lang="en-US" altLang="zh-CN" sz="1700" dirty="0">
                  <a:solidFill>
                    <a:srgbClr val="000000"/>
                  </a:solidFill>
                  <a:effectLst/>
                  <a:latin typeface="微软雅黑" charset="-122"/>
                  <a:ea typeface="微软雅黑" charset="-122"/>
                  <a:cs typeface="微软雅黑" charset="-122"/>
                  <a:sym typeface="+mn-ea"/>
                </a:rPr>
                <a:t>》</a:t>
              </a:r>
              <a:endParaRPr lang="en-US" altLang="zh-CN" sz="1700" dirty="0">
                <a:solidFill>
                  <a:srgbClr val="FF0000"/>
                </a:solidFill>
                <a:latin typeface="微软雅黑" charset="-122"/>
                <a:ea typeface="微软雅黑" charset="-122"/>
                <a:cs typeface="微软雅黑" charset="-122"/>
              </a:endParaRPr>
            </a:p>
            <a:p>
              <a:pPr>
                <a:lnSpc>
                  <a:spcPct val="130000"/>
                </a:lnSpc>
                <a:spcBef>
                  <a:spcPts val="0"/>
                </a:spcBef>
                <a:spcAft>
                  <a:spcPts val="0"/>
                </a:spcAft>
              </a:pPr>
              <a:r>
                <a:rPr lang="zh-CN" altLang="en-US" sz="1700" dirty="0">
                  <a:solidFill>
                    <a:srgbClr val="FF0000"/>
                  </a:solidFill>
                  <a:latin typeface="微软雅黑" charset="-122"/>
                  <a:ea typeface="微软雅黑" charset="-122"/>
                  <a:cs typeface="微软雅黑" charset="-122"/>
                  <a:sym typeface="+mn-ea"/>
                </a:rPr>
                <a:t>公办高中留给非户籍生学位的最高比例</a:t>
              </a:r>
              <a:r>
                <a:rPr lang="zh-CN" altLang="en-US" sz="1700" dirty="0">
                  <a:solidFill>
                    <a:srgbClr val="1E1B0F"/>
                  </a:solidFill>
                  <a:latin typeface="微软雅黑" charset="-122"/>
                  <a:ea typeface="微软雅黑" charset="-122"/>
                  <a:cs typeface="微软雅黑" charset="-122"/>
                  <a:sym typeface="+mn-ea"/>
                </a:rPr>
                <a:t>：</a:t>
              </a:r>
              <a:br>
                <a:rPr lang="en-US" altLang="zh-CN" sz="1700" dirty="0">
                  <a:solidFill>
                    <a:srgbClr val="1E1B0F"/>
                  </a:solidFill>
                  <a:latin typeface="微软雅黑" charset="-122"/>
                  <a:ea typeface="微软雅黑" charset="-122"/>
                  <a:cs typeface="微软雅黑" charset="-122"/>
                  <a:sym typeface="+mn-ea"/>
                </a:rPr>
              </a:br>
              <a:r>
                <a:rPr lang="zh-CN" altLang="en-US" sz="1700" dirty="0">
                  <a:solidFill>
                    <a:srgbClr val="1E1B0F"/>
                  </a:solidFill>
                  <a:highlight>
                    <a:srgbClr val="FFFF00"/>
                  </a:highlight>
                  <a:latin typeface="微软雅黑" charset="-122"/>
                  <a:ea typeface="微软雅黑" charset="-122"/>
                  <a:cs typeface="微软雅黑" charset="-122"/>
                  <a:sym typeface="+mn-ea"/>
                </a:rPr>
                <a:t>省市属、所有区公办普通高中均为</a:t>
              </a:r>
              <a:r>
                <a:rPr lang="en-US" altLang="zh-CN" sz="1700" b="1" dirty="0">
                  <a:solidFill>
                    <a:srgbClr val="1E1B0F"/>
                  </a:solidFill>
                  <a:highlight>
                    <a:srgbClr val="FFFF00"/>
                  </a:highlight>
                  <a:latin typeface="微软雅黑" charset="-122"/>
                  <a:ea typeface="微软雅黑" charset="-122"/>
                  <a:cs typeface="微软雅黑" charset="-122"/>
                  <a:sym typeface="+mn-ea"/>
                </a:rPr>
                <a:t>8%-18%</a:t>
              </a:r>
              <a:br>
                <a:rPr lang="en-US" altLang="zh-CN" sz="1700" dirty="0">
                  <a:solidFill>
                    <a:srgbClr val="1E1B0F"/>
                  </a:solidFill>
                  <a:latin typeface="微软雅黑" charset="-122"/>
                  <a:ea typeface="微软雅黑" charset="-122"/>
                  <a:cs typeface="微软雅黑" charset="-122"/>
                  <a:sym typeface="+mn-ea"/>
                </a:rPr>
              </a:br>
              <a:r>
                <a:rPr lang="zh-CN" altLang="en-US" sz="1700" dirty="0">
                  <a:solidFill>
                    <a:srgbClr val="FF0000"/>
                  </a:solidFill>
                  <a:latin typeface="微软雅黑" charset="-122"/>
                  <a:ea typeface="微软雅黑" charset="-122"/>
                  <a:cs typeface="微软雅黑" charset="-122"/>
                  <a:sym typeface="+mn-ea"/>
                </a:rPr>
                <a:t>跨区生</a:t>
              </a:r>
              <a:r>
                <a:rPr lang="zh-CN" altLang="en-US" sz="1700" dirty="0">
                  <a:solidFill>
                    <a:srgbClr val="1E1B0F"/>
                  </a:solidFill>
                  <a:latin typeface="微软雅黑" charset="-122"/>
                  <a:ea typeface="微软雅黑" charset="-122"/>
                  <a:cs typeface="微软雅黑" charset="-122"/>
                  <a:sym typeface="+mn-ea"/>
                </a:rPr>
                <a:t>：选择跨区升学的学生仍然具有学籍所在地的指标名额</a:t>
              </a:r>
              <a:br>
                <a:rPr lang="en-US" altLang="zh-CN" sz="1700" dirty="0">
                  <a:solidFill>
                    <a:srgbClr val="1E1B0F"/>
                  </a:solidFill>
                  <a:latin typeface="微软雅黑" charset="-122"/>
                  <a:ea typeface="微软雅黑" charset="-122"/>
                  <a:cs typeface="微软雅黑" charset="-122"/>
                  <a:sym typeface="+mn-ea"/>
                </a:rPr>
              </a:br>
              <a:r>
                <a:rPr lang="zh-CN" altLang="en-US" sz="1700" dirty="0">
                  <a:solidFill>
                    <a:srgbClr val="FF0000"/>
                  </a:solidFill>
                  <a:latin typeface="微软雅黑" charset="-122"/>
                  <a:ea typeface="微软雅黑" charset="-122"/>
                  <a:cs typeface="微软雅黑" charset="-122"/>
                  <a:sym typeface="+mn-ea"/>
                </a:rPr>
                <a:t>外区生</a:t>
              </a:r>
              <a:r>
                <a:rPr lang="zh-CN" altLang="en-US" sz="1700" dirty="0">
                  <a:solidFill>
                    <a:srgbClr val="1E1B0F"/>
                  </a:solidFill>
                  <a:latin typeface="微软雅黑" charset="-122"/>
                  <a:ea typeface="微软雅黑" charset="-122"/>
                  <a:cs typeface="微软雅黑" charset="-122"/>
                  <a:sym typeface="+mn-ea"/>
                </a:rPr>
                <a:t>：志愿填报中，户籍生报读自己升学区外的区属高中受</a:t>
              </a:r>
              <a:r>
                <a:rPr lang="en-US" altLang="zh-CN" sz="1700" dirty="0">
                  <a:solidFill>
                    <a:srgbClr val="1E1B0F"/>
                  </a:solidFill>
                  <a:latin typeface="微软雅黑" charset="-122"/>
                  <a:ea typeface="微软雅黑" charset="-122"/>
                  <a:cs typeface="微软雅黑" charset="-122"/>
                  <a:sym typeface="+mn-ea"/>
                </a:rPr>
                <a:t>15%</a:t>
              </a:r>
              <a:r>
                <a:rPr lang="zh-CN" altLang="en-US" sz="1700" dirty="0">
                  <a:solidFill>
                    <a:srgbClr val="1E1B0F"/>
                  </a:solidFill>
                  <a:latin typeface="微软雅黑" charset="-122"/>
                  <a:ea typeface="微软雅黑" charset="-122"/>
                  <a:cs typeface="微软雅黑" charset="-122"/>
                  <a:sym typeface="+mn-ea"/>
                </a:rPr>
                <a:t>学位限制（部分学校</a:t>
              </a:r>
              <a:r>
                <a:rPr lang="en-US" altLang="zh-CN" sz="1700" dirty="0">
                  <a:solidFill>
                    <a:srgbClr val="1E1B0F"/>
                  </a:solidFill>
                  <a:latin typeface="微软雅黑" charset="-122"/>
                  <a:ea typeface="微软雅黑" charset="-122"/>
                  <a:cs typeface="微软雅黑" charset="-122"/>
                  <a:sym typeface="+mn-ea"/>
                </a:rPr>
                <a:t>25%</a:t>
              </a:r>
              <a:r>
                <a:rPr lang="zh-CN" altLang="en-US" sz="1700" dirty="0">
                  <a:solidFill>
                    <a:srgbClr val="1E1B0F"/>
                  </a:solidFill>
                  <a:latin typeface="微软雅黑" charset="-122"/>
                  <a:ea typeface="微软雅黑" charset="-122"/>
                  <a:cs typeface="微软雅黑" charset="-122"/>
                  <a:sym typeface="+mn-ea"/>
                </a:rPr>
                <a:t>），借读生报区属高中不能跨升学区</a:t>
              </a:r>
              <a:endParaRPr lang="zh-CN" altLang="en-US" sz="1700" dirty="0">
                <a:latin typeface="微软雅黑" charset="-122"/>
                <a:ea typeface="微软雅黑" charset="-122"/>
                <a:cs typeface="微软雅黑" charset="-122"/>
              </a:endParaRPr>
            </a:p>
            <a:p>
              <a:pPr>
                <a:lnSpc>
                  <a:spcPct val="130000"/>
                </a:lnSpc>
                <a:spcBef>
                  <a:spcPts val="0"/>
                </a:spcBef>
                <a:spcAft>
                  <a:spcPts val="0"/>
                </a:spcAft>
              </a:pPr>
              <a:endParaRPr lang="zh-CN" altLang="en-US" sz="170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729626" y="1340768"/>
            <a:ext cx="846094" cy="369332"/>
          </a:xfrm>
          <a:prstGeom prst="rect">
            <a:avLst/>
          </a:prstGeom>
          <a:noFill/>
        </p:spPr>
        <p:txBody>
          <a:bodyPr wrap="square" rtlCol="0">
            <a:spAutoFit/>
          </a:bodyPr>
          <a:lstStyle/>
          <a:p>
            <a:endParaRPr lang="zh-CN" altLang="en-US" dirty="0"/>
          </a:p>
        </p:txBody>
      </p:sp>
      <p:sp>
        <p:nvSpPr>
          <p:cNvPr id="4" name="流程图: 可选过程 3"/>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第三批</a:t>
            </a:r>
            <a:endParaRPr lang="zh-CN" altLang="en-US" sz="2800" b="1" dirty="0">
              <a:solidFill>
                <a:schemeClr val="tx1"/>
              </a:solidFill>
            </a:endParaRPr>
          </a:p>
        </p:txBody>
      </p:sp>
      <p:sp>
        <p:nvSpPr>
          <p:cNvPr id="2" name="流程图: 可选过程 1"/>
          <p:cNvSpPr/>
          <p:nvPr/>
        </p:nvSpPr>
        <p:spPr>
          <a:xfrm>
            <a:off x="13018"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7" name="流程图: 可选过程 6"/>
          <p:cNvSpPr/>
          <p:nvPr/>
        </p:nvSpPr>
        <p:spPr>
          <a:xfrm>
            <a:off x="4825365" y="16510"/>
            <a:ext cx="200596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solidFill>
                  <a:srgbClr val="000000"/>
                </a:solidFill>
              </a:defRPr>
            </a:pPr>
            <a:r>
              <a:rPr lang="zh-CN" altLang="en-US" sz="2800" b="1" dirty="0">
                <a:solidFill>
                  <a:schemeClr val="tx1"/>
                </a:solidFill>
              </a:rPr>
              <a:t>学校</a:t>
            </a:r>
            <a:endParaRPr lang="zh-CN" altLang="en-US" sz="2800" b="1" dirty="0">
              <a:solidFill>
                <a:schemeClr val="tx1"/>
              </a:solidFill>
            </a:endParaRPr>
          </a:p>
        </p:txBody>
      </p:sp>
      <p:sp>
        <p:nvSpPr>
          <p:cNvPr id="6" name="文本框 5"/>
          <p:cNvSpPr txBox="1"/>
          <p:nvPr/>
        </p:nvSpPr>
        <p:spPr>
          <a:xfrm>
            <a:off x="2729626" y="1340768"/>
            <a:ext cx="84609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62625"/>
              </a:solidFill>
              <a:effectLst/>
              <a:uLnTx/>
              <a:uFillTx/>
              <a:latin typeface="Verdana" panose="020B0604030504040204"/>
              <a:ea typeface="微软雅黑" charset="-122"/>
              <a:cs typeface="+mn-cs"/>
            </a:endParaRPr>
          </a:p>
        </p:txBody>
      </p:sp>
      <p:graphicFrame>
        <p:nvGraphicFramePr>
          <p:cNvPr id="8" name="表格 7"/>
          <p:cNvGraphicFramePr/>
          <p:nvPr>
            <p:custDataLst>
              <p:tags r:id="rId1"/>
            </p:custDataLst>
          </p:nvPr>
        </p:nvGraphicFramePr>
        <p:xfrm>
          <a:off x="533400" y="1029970"/>
          <a:ext cx="11173460" cy="4882515"/>
        </p:xfrm>
        <a:graphic>
          <a:graphicData uri="http://schemas.openxmlformats.org/drawingml/2006/table">
            <a:tbl>
              <a:tblPr firstRow="1" bandRow="1">
                <a:tableStyleId>{5C22544A-7EE6-4342-B048-85BDC9FD1C3A}</a:tableStyleId>
              </a:tblPr>
              <a:tblGrid>
                <a:gridCol w="927100"/>
                <a:gridCol w="843915"/>
                <a:gridCol w="4739640"/>
                <a:gridCol w="4662805"/>
              </a:tblGrid>
              <a:tr h="432435">
                <a:tc>
                  <a:txBody>
                    <a:bodyPr/>
                    <a:lstStyle/>
                    <a:p>
                      <a:pPr indent="0" algn="ctr">
                        <a:buNone/>
                      </a:pPr>
                      <a:r>
                        <a:rPr lang="zh-CN" sz="1400" b="1" dirty="0">
                          <a:solidFill>
                            <a:schemeClr val="bg1"/>
                          </a:solidFill>
                          <a:latin typeface="微软雅黑" charset="-122"/>
                          <a:ea typeface="微软雅黑" charset="-122"/>
                        </a:rPr>
                        <a:t>属性</a:t>
                      </a:r>
                      <a:endParaRPr lang="zh-CN" altLang="en-US" sz="1400" b="1" dirty="0">
                        <a:solidFill>
                          <a:schemeClr val="bg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c>
                  <a:txBody>
                    <a:bodyPr/>
                    <a:lstStyle/>
                    <a:p>
                      <a:pPr indent="0" algn="ctr">
                        <a:buNone/>
                      </a:pPr>
                      <a:r>
                        <a:rPr lang="zh-CN" sz="1400" b="1" dirty="0">
                          <a:solidFill>
                            <a:schemeClr val="bg1"/>
                          </a:solidFill>
                          <a:latin typeface="微软雅黑" charset="-122"/>
                          <a:ea typeface="微软雅黑" charset="-122"/>
                        </a:rPr>
                        <a:t>性质</a:t>
                      </a:r>
                      <a:endParaRPr lang="zh-CN" altLang="en-US" sz="1400" b="1" dirty="0">
                        <a:solidFill>
                          <a:schemeClr val="bg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c>
                  <a:txBody>
                    <a:bodyPr/>
                    <a:lstStyle/>
                    <a:p>
                      <a:pPr indent="0" algn="ctr">
                        <a:buNone/>
                      </a:pPr>
                      <a:r>
                        <a:rPr lang="zh-CN" sz="1400" b="1">
                          <a:solidFill>
                            <a:schemeClr val="bg1"/>
                          </a:solidFill>
                          <a:latin typeface="微软雅黑" charset="-122"/>
                          <a:ea typeface="微软雅黑" charset="-122"/>
                        </a:rPr>
                        <a:t>国家级示范性高中</a:t>
                      </a:r>
                      <a:endParaRPr lang="zh-CN" altLang="en-US" sz="1400" b="1">
                        <a:solidFill>
                          <a:schemeClr val="bg1"/>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4CB49A"/>
                    </a:solidFill>
                  </a:tcPr>
                </a:tc>
                <a:tc>
                  <a:txBody>
                    <a:bodyPr/>
                    <a:lstStyle/>
                    <a:p>
                      <a:pPr indent="0" algn="ctr">
                        <a:buNone/>
                      </a:pPr>
                      <a:r>
                        <a:rPr lang="zh-CN" sz="1400" b="1" dirty="0">
                          <a:solidFill>
                            <a:schemeClr val="bg1"/>
                          </a:solidFill>
                          <a:latin typeface="微软雅黑" charset="-122"/>
                          <a:ea typeface="微软雅黑" charset="-122"/>
                        </a:rPr>
                        <a:t>广州市示范性高中</a:t>
                      </a:r>
                      <a:r>
                        <a:rPr lang="zh-CN" altLang="en-US" sz="1400" b="1" dirty="0">
                          <a:solidFill>
                            <a:srgbClr val="FF0000"/>
                          </a:solidFill>
                          <a:latin typeface="微软雅黑" charset="-122"/>
                          <a:ea typeface="微软雅黑" charset="-122"/>
                        </a:rPr>
                        <a:t>（红色为民办）</a:t>
                      </a:r>
                      <a:endParaRPr lang="zh-CN" altLang="en-US" sz="1400" b="1" dirty="0">
                        <a:solidFill>
                          <a:srgbClr val="FF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CB49A"/>
                    </a:solidFill>
                  </a:tcPr>
                </a:tc>
              </a:tr>
              <a:tr h="600710">
                <a:tc>
                  <a:txBody>
                    <a:bodyPr/>
                    <a:lstStyle/>
                    <a:p>
                      <a:pPr indent="0" algn="ctr">
                        <a:buNone/>
                      </a:pPr>
                      <a:r>
                        <a:rPr lang="zh-CN" sz="1200" b="1" dirty="0">
                          <a:solidFill>
                            <a:srgbClr val="000000"/>
                          </a:solidFill>
                          <a:latin typeface="微软雅黑" charset="-122"/>
                          <a:ea typeface="微软雅黑" charset="-122"/>
                        </a:rPr>
                        <a:t>省市属示范性高中</a:t>
                      </a:r>
                      <a:endParaRPr lang="zh-CN" altLang="en-US" sz="1200" b="1" dirty="0">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200" b="1" dirty="0">
                          <a:solidFill>
                            <a:srgbClr val="000000"/>
                          </a:solidFill>
                          <a:latin typeface="微软雅黑" charset="-122"/>
                          <a:ea typeface="微软雅黑" charset="-122"/>
                        </a:rPr>
                        <a:t>广州市</a:t>
                      </a:r>
                      <a:endParaRPr lang="zh-CN" altLang="en-US" sz="1200" b="1" dirty="0">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chemeClr val="tx1"/>
                          </a:solidFill>
                          <a:effectLst/>
                          <a:latin typeface="微软雅黑" charset="-122"/>
                          <a:ea typeface="微软雅黑" charset="-122"/>
                        </a:rPr>
                        <a:t>华附（石牌、知识城）、省实（荔湾、白云）、广雅（本部、花都）、执信（执信路、天河）、二中、六中（海珠、从化、花都）、铁一（越秀、番禺、白云）、广附、华侨、协和、清湾</a:t>
                      </a:r>
                      <a:endParaRPr lang="zh-CN" altLang="en-US" sz="1200" b="1" i="0" u="none" strike="noStrike" dirty="0">
                        <a:solidFill>
                          <a:schemeClr val="tx1"/>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200" b="1" dirty="0">
                          <a:solidFill>
                            <a:srgbClr val="000000"/>
                          </a:solidFill>
                          <a:latin typeface="微软雅黑" charset="-122"/>
                          <a:ea typeface="微软雅黑" charset="-122"/>
                        </a:rPr>
                        <a:t>广州外国语</a:t>
                      </a:r>
                      <a:r>
                        <a:rPr lang="zh-CN" altLang="en-US" sz="1200" b="1" dirty="0">
                          <a:solidFill>
                            <a:srgbClr val="000000"/>
                          </a:solidFill>
                          <a:latin typeface="微软雅黑" charset="-122"/>
                          <a:ea typeface="微软雅黑" charset="-122"/>
                        </a:rPr>
                        <a:t>（</a:t>
                      </a:r>
                      <a:r>
                        <a:rPr lang="en-US" altLang="zh-CN" sz="1200" b="1" dirty="0">
                          <a:solidFill>
                            <a:srgbClr val="000000"/>
                          </a:solidFill>
                          <a:latin typeface="微软雅黑" charset="-122"/>
                          <a:ea typeface="微软雅黑" charset="-122"/>
                        </a:rPr>
                        <a:t>2025</a:t>
                      </a:r>
                      <a:r>
                        <a:rPr lang="zh-CN" altLang="en-US" sz="1200" b="1" dirty="0">
                          <a:solidFill>
                            <a:srgbClr val="000000"/>
                          </a:solidFill>
                          <a:latin typeface="微软雅黑" charset="-122"/>
                          <a:ea typeface="微软雅黑" charset="-122"/>
                        </a:rPr>
                        <a:t>新增）</a:t>
                      </a:r>
                      <a:endParaRPr lang="zh-CN" altLang="en-US" sz="1200" b="1" dirty="0">
                        <a:solidFill>
                          <a:srgbClr val="000000"/>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97815">
                <a:tc rowSpan="11">
                  <a:txBody>
                    <a:bodyPr/>
                    <a:lstStyle/>
                    <a:p>
                      <a:pPr indent="0" algn="ctr">
                        <a:buNone/>
                      </a:pPr>
                      <a:r>
                        <a:rPr lang="zh-CN" sz="1200" b="1" dirty="0">
                          <a:solidFill>
                            <a:srgbClr val="000000"/>
                          </a:solidFill>
                          <a:latin typeface="微软雅黑" charset="-122"/>
                          <a:ea typeface="微软雅黑" charset="-122"/>
                        </a:rPr>
                        <a:t>区属示范性高中</a:t>
                      </a:r>
                      <a:endParaRPr lang="zh-CN" altLang="en-US" sz="1200" b="1" dirty="0">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200" b="1">
                          <a:solidFill>
                            <a:srgbClr val="000000"/>
                          </a:solidFill>
                          <a:latin typeface="微软雅黑" charset="-122"/>
                          <a:ea typeface="微软雅黑" charset="-122"/>
                        </a:rPr>
                        <a:t>越秀区</a:t>
                      </a:r>
                      <a:endParaRPr lang="zh-CN" altLang="en-US" sz="1200" b="1">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chemeClr val="tx1"/>
                          </a:solidFill>
                          <a:effectLst/>
                          <a:latin typeface="微软雅黑" charset="-122"/>
                          <a:ea typeface="微软雅黑" charset="-122"/>
                        </a:rPr>
                        <a:t>七中（本部、桂花）、十六中（本部、水荫）、育才、培正、三中</a:t>
                      </a:r>
                      <a:endParaRPr lang="zh-CN" altLang="en-US" sz="1200" b="1" i="0" u="none" strike="noStrike" dirty="0">
                        <a:solidFill>
                          <a:schemeClr val="tx1"/>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rgbClr val="000000"/>
                          </a:solidFill>
                          <a:effectLst/>
                          <a:latin typeface="微软雅黑" charset="-122"/>
                          <a:ea typeface="微软雅黑" charset="-122"/>
                        </a:rPr>
                        <a:t>省实越秀、十七中</a:t>
                      </a:r>
                      <a:endParaRPr lang="zh-CN" altLang="en-US" sz="1200" b="1" i="0" u="none" strike="noStrike" dirty="0">
                        <a:solidFill>
                          <a:srgbClr val="000000"/>
                        </a:solidFill>
                        <a:effectLst/>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9718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200" b="1">
                          <a:solidFill>
                            <a:srgbClr val="000000"/>
                          </a:solidFill>
                          <a:latin typeface="微软雅黑" charset="-122"/>
                          <a:ea typeface="微软雅黑" charset="-122"/>
                        </a:rPr>
                        <a:t>荔湾区</a:t>
                      </a:r>
                      <a:endParaRPr lang="zh-CN" altLang="en-US" sz="1200" b="1">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chemeClr val="tx1"/>
                          </a:solidFill>
                          <a:effectLst/>
                          <a:latin typeface="微软雅黑" charset="-122"/>
                          <a:ea typeface="微软雅黑" charset="-122"/>
                        </a:rPr>
                        <a:t>真光（本部、汾水、广钢）、一中、四中、</a:t>
                      </a:r>
                      <a:endParaRPr lang="zh-CN" altLang="en-US" sz="1200" b="1" i="0" u="none" strike="noStrike" dirty="0">
                        <a:solidFill>
                          <a:schemeClr val="tx1"/>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rgbClr val="000000"/>
                          </a:solidFill>
                          <a:effectLst/>
                          <a:latin typeface="微软雅黑" charset="-122"/>
                          <a:ea typeface="微软雅黑" charset="-122"/>
                        </a:rPr>
                        <a:t>西外、南海中学、</a:t>
                      </a:r>
                      <a:r>
                        <a:rPr lang="zh-CN" altLang="en-US" sz="1200" b="1" i="0" u="none" strike="noStrike" dirty="0">
                          <a:solidFill>
                            <a:srgbClr val="FF0000"/>
                          </a:solidFill>
                          <a:effectLst/>
                          <a:latin typeface="微软雅黑" charset="-122"/>
                          <a:ea typeface="微软雅黑" charset="-122"/>
                        </a:rPr>
                        <a:t>爱莎文华</a:t>
                      </a:r>
                      <a:r>
                        <a:rPr lang="en-US" altLang="zh-CN" sz="1200" b="1" i="0" u="none" strike="noStrike" dirty="0">
                          <a:solidFill>
                            <a:srgbClr val="FF0000"/>
                          </a:solidFill>
                          <a:effectLst/>
                          <a:latin typeface="微软雅黑" charset="-122"/>
                          <a:ea typeface="微软雅黑" charset="-122"/>
                        </a:rPr>
                        <a:t>(</a:t>
                      </a:r>
                      <a:r>
                        <a:rPr lang="zh-CN" altLang="en-US" sz="1200" b="1" i="0" u="none" strike="noStrike" dirty="0">
                          <a:solidFill>
                            <a:srgbClr val="FF0000"/>
                          </a:solidFill>
                          <a:effectLst/>
                          <a:latin typeface="微软雅黑" charset="-122"/>
                          <a:ea typeface="微软雅黑" charset="-122"/>
                        </a:rPr>
                        <a:t>公费</a:t>
                      </a:r>
                      <a:r>
                        <a:rPr lang="en-US" altLang="zh-CN" sz="1200" b="1" i="0" u="none" strike="noStrike" dirty="0">
                          <a:solidFill>
                            <a:srgbClr val="FF0000"/>
                          </a:solidFill>
                          <a:effectLst/>
                          <a:latin typeface="微软雅黑" charset="-122"/>
                          <a:ea typeface="微软雅黑" charset="-122"/>
                        </a:rPr>
                        <a:t>)</a:t>
                      </a:r>
                      <a:endParaRPr lang="zh-CN" altLang="en-US" sz="1200" b="1" i="0" u="none" strike="noStrike" dirty="0">
                        <a:solidFill>
                          <a:srgbClr val="FF0000"/>
                        </a:solidFill>
                        <a:effectLst/>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45593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200" b="1">
                          <a:solidFill>
                            <a:srgbClr val="000000"/>
                          </a:solidFill>
                          <a:latin typeface="微软雅黑" charset="-122"/>
                          <a:ea typeface="微软雅黑" charset="-122"/>
                        </a:rPr>
                        <a:t>海珠区</a:t>
                      </a:r>
                      <a:endParaRPr lang="zh-CN" altLang="en-US" sz="1200" b="1">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chemeClr val="tx1"/>
                          </a:solidFill>
                          <a:effectLst/>
                          <a:latin typeface="微软雅黑" charset="-122"/>
                          <a:ea typeface="微软雅黑" charset="-122"/>
                        </a:rPr>
                        <a:t>五中（本部、金碧）、南武（本部、岭南画派）</a:t>
                      </a:r>
                      <a:endParaRPr lang="zh-CN" altLang="en-US" sz="1200" b="1" i="0" u="none" strike="noStrike" dirty="0">
                        <a:solidFill>
                          <a:schemeClr val="tx1"/>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i="0" u="none" strike="noStrike" dirty="0">
                          <a:solidFill>
                            <a:srgbClr val="000000"/>
                          </a:solidFill>
                          <a:effectLst/>
                          <a:latin typeface="微软雅黑" charset="-122"/>
                          <a:ea typeface="微软雅黑" charset="-122"/>
                        </a:rPr>
                        <a:t>九十七中（本校、江南新苑）、海珠外国语（本部、江海）、四十一中</a:t>
                      </a:r>
                      <a:r>
                        <a:rPr lang="zh-CN" altLang="en-US" sz="1200" b="1" dirty="0">
                          <a:solidFill>
                            <a:srgbClr val="000000"/>
                          </a:solidFill>
                          <a:latin typeface="微软雅黑" charset="-122"/>
                          <a:ea typeface="微软雅黑" charset="-122"/>
                        </a:rPr>
                        <a:t>、</a:t>
                      </a:r>
                      <a:r>
                        <a:rPr lang="zh-CN" altLang="en-US" sz="1200" b="1" dirty="0">
                          <a:solidFill>
                            <a:srgbClr val="FF0000"/>
                          </a:solidFill>
                          <a:latin typeface="微软雅黑" charset="-122"/>
                          <a:ea typeface="微软雅黑" charset="-122"/>
                        </a:rPr>
                        <a:t>为明（公费）、培才</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、海华</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endParaRPr lang="zh-CN" altLang="en-US" sz="1200" b="1" dirty="0">
                        <a:solidFill>
                          <a:srgbClr val="FF0000"/>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45656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200" b="1">
                          <a:solidFill>
                            <a:srgbClr val="000000"/>
                          </a:solidFill>
                          <a:latin typeface="微软雅黑" charset="-122"/>
                          <a:ea typeface="微软雅黑" charset="-122"/>
                        </a:rPr>
                        <a:t>天河区</a:t>
                      </a:r>
                      <a:endParaRPr lang="zh-CN" altLang="en-US" sz="1200" b="1">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rgbClr val="000000"/>
                          </a:solidFill>
                          <a:effectLst/>
                          <a:latin typeface="微软雅黑" charset="-122"/>
                          <a:ea typeface="微软雅黑" charset="-122"/>
                        </a:rPr>
                        <a:t>广州中学、天河中学、八十九中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i="0" u="none" strike="noStrike" dirty="0">
                          <a:solidFill>
                            <a:srgbClr val="000000"/>
                          </a:solidFill>
                          <a:effectLst/>
                          <a:latin typeface="微软雅黑" charset="-122"/>
                          <a:ea typeface="微软雅黑" charset="-122"/>
                        </a:rPr>
                        <a:t>七十五中、一一三中、奥林匹克中学、天外</a:t>
                      </a:r>
                      <a:r>
                        <a:rPr lang="zh-CN" altLang="en-US" sz="1200" b="1" dirty="0">
                          <a:solidFill>
                            <a:schemeClr val="tx1"/>
                          </a:solidFill>
                          <a:latin typeface="Arial" panose="020B0704020202020204" pitchFamily="34" charset="0"/>
                          <a:ea typeface="微软雅黑" charset="-122"/>
                        </a:rPr>
                        <a:t>（珠江新城、智慧城）</a:t>
                      </a:r>
                      <a:r>
                        <a:rPr lang="zh-CN" altLang="en-US" sz="1200" b="1" dirty="0">
                          <a:solidFill>
                            <a:schemeClr val="tx1"/>
                          </a:solidFill>
                          <a:latin typeface="微软雅黑" charset="-122"/>
                          <a:ea typeface="微软雅黑" charset="-122"/>
                        </a:rPr>
                        <a:t>、</a:t>
                      </a:r>
                      <a:r>
                        <a:rPr lang="zh-CN" altLang="en-US" sz="1200" b="1" dirty="0">
                          <a:solidFill>
                            <a:srgbClr val="FF0000"/>
                          </a:solidFill>
                          <a:latin typeface="微软雅黑" charset="-122"/>
                          <a:ea typeface="微软雅黑" charset="-122"/>
                        </a:rPr>
                        <a:t>天省实验、</a:t>
                      </a:r>
                      <a:r>
                        <a:rPr lang="zh-CN" sz="1200" b="1" dirty="0">
                          <a:solidFill>
                            <a:srgbClr val="FF0000"/>
                          </a:solidFill>
                          <a:latin typeface="微软雅黑" charset="-122"/>
                          <a:ea typeface="微软雅黑" charset="-122"/>
                        </a:rPr>
                        <a:t>华美</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、华美、思源</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endParaRPr lang="zh-CN" altLang="en-US" sz="1200" b="1" dirty="0">
                        <a:solidFill>
                          <a:srgbClr val="FF0000"/>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45593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200" b="1">
                          <a:solidFill>
                            <a:srgbClr val="000000"/>
                          </a:solidFill>
                          <a:latin typeface="微软雅黑" charset="-122"/>
                          <a:ea typeface="微软雅黑" charset="-122"/>
                        </a:rPr>
                        <a:t>白云区</a:t>
                      </a:r>
                      <a:endParaRPr lang="zh-CN" altLang="en-US" sz="1200" b="1">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rgbClr val="000000"/>
                          </a:solidFill>
                          <a:effectLst/>
                          <a:latin typeface="微软雅黑" charset="-122"/>
                          <a:ea typeface="微软雅黑" charset="-122"/>
                        </a:rPr>
                        <a:t>培英（白云新城、鹤洞）、六十五中</a:t>
                      </a:r>
                      <a:r>
                        <a:rPr lang="en-US" altLang="zh-CN" sz="1200" b="1" i="0" u="none" strike="noStrike" dirty="0">
                          <a:solidFill>
                            <a:srgbClr val="000000"/>
                          </a:solidFill>
                          <a:effectLst/>
                          <a:latin typeface="微软雅黑" charset="-122"/>
                          <a:ea typeface="微软雅黑" charset="-122"/>
                        </a:rPr>
                        <a:t>(</a:t>
                      </a:r>
                      <a:r>
                        <a:rPr lang="zh-CN" altLang="en-US" sz="1200" b="1" i="0" u="none" strike="noStrike" dirty="0">
                          <a:solidFill>
                            <a:srgbClr val="000000"/>
                          </a:solidFill>
                          <a:effectLst/>
                          <a:latin typeface="微软雅黑" charset="-122"/>
                          <a:ea typeface="微软雅黑" charset="-122"/>
                        </a:rPr>
                        <a:t>江高、同德、江府）、大同中学</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i="0" u="none" strike="noStrike" dirty="0">
                          <a:solidFill>
                            <a:srgbClr val="000000"/>
                          </a:solidFill>
                          <a:effectLst/>
                          <a:latin typeface="微软雅黑" charset="-122"/>
                          <a:ea typeface="微软雅黑" charset="-122"/>
                        </a:rPr>
                        <a:t>白云中学、彭加木中学、广外实验、空港实验</a:t>
                      </a:r>
                      <a:r>
                        <a:rPr lang="zh-CN" altLang="en-US" sz="1200" b="1" dirty="0">
                          <a:solidFill>
                            <a:schemeClr val="tx1"/>
                          </a:solidFill>
                          <a:latin typeface="微软雅黑" charset="-122"/>
                          <a:ea typeface="微软雅黑" charset="-122"/>
                        </a:rPr>
                        <a:t>、</a:t>
                      </a:r>
                      <a:r>
                        <a:rPr lang="zh-CN" altLang="en-US" sz="1200" b="1" dirty="0">
                          <a:solidFill>
                            <a:srgbClr val="FF0000"/>
                          </a:solidFill>
                          <a:latin typeface="微软雅黑" charset="-122"/>
                          <a:ea typeface="微软雅黑" charset="-122"/>
                        </a:rPr>
                        <a:t>实验</a:t>
                      </a:r>
                      <a:r>
                        <a:rPr lang="zh-CN" altLang="zh-CN" sz="1200" b="1" dirty="0">
                          <a:solidFill>
                            <a:srgbClr val="FF0000"/>
                          </a:solidFill>
                          <a:latin typeface="微软雅黑" charset="-122"/>
                          <a:ea typeface="微软雅黑" charset="-122"/>
                        </a:rPr>
                        <a:t>外</a:t>
                      </a:r>
                      <a:r>
                        <a:rPr lang="zh-CN" altLang="en-US" sz="1200" b="1" dirty="0">
                          <a:solidFill>
                            <a:srgbClr val="FF0000"/>
                          </a:solidFill>
                          <a:latin typeface="微软雅黑" charset="-122"/>
                          <a:ea typeface="微软雅黑" charset="-122"/>
                        </a:rPr>
                        <a:t>语、庆丰</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、庆丰、源雅</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、珠江</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endParaRPr lang="zh-CN" altLang="en-US" sz="1200" b="1" dirty="0">
                        <a:solidFill>
                          <a:schemeClr val="tx1"/>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5908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200" b="1" dirty="0">
                          <a:solidFill>
                            <a:srgbClr val="000000"/>
                          </a:solidFill>
                          <a:latin typeface="微软雅黑" charset="-122"/>
                          <a:ea typeface="微软雅黑" charset="-122"/>
                        </a:rPr>
                        <a:t>黄埔区</a:t>
                      </a:r>
                      <a:endParaRPr lang="zh-CN" altLang="en-US" sz="1200" b="1" dirty="0">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algn="ctr" rtl="0" fontAlgn="ctr"/>
                      <a:r>
                        <a:rPr lang="zh-CN" altLang="en-US" sz="1200" b="1" i="0" u="none" strike="noStrike" dirty="0">
                          <a:solidFill>
                            <a:srgbClr val="0070C0"/>
                          </a:solidFill>
                          <a:effectLst/>
                          <a:latin typeface="微软雅黑" charset="-122"/>
                          <a:ea typeface="微软雅黑" charset="-122"/>
                        </a:rPr>
                        <a:t>玉岩、科学城、八十六中</a:t>
                      </a:r>
                      <a:endParaRPr lang="zh-CN" altLang="en-US" sz="1200" b="1" i="0" u="none" strike="noStrike" dirty="0">
                        <a:solidFill>
                          <a:srgbClr val="0070C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altLang="en-US" sz="1200" b="1" i="0" u="none" strike="noStrike" dirty="0">
                          <a:solidFill>
                            <a:srgbClr val="0070C0"/>
                          </a:solidFill>
                          <a:effectLst/>
                          <a:latin typeface="微软雅黑" charset="-122"/>
                          <a:ea typeface="微软雅黑" charset="-122"/>
                        </a:rPr>
                        <a:t>北师大、开元学校、广州实验中学、苏元学校</a:t>
                      </a:r>
                      <a:endParaRPr lang="en-US" altLang="en-US" sz="1200" b="1" dirty="0">
                        <a:solidFill>
                          <a:srgbClr val="0070C0"/>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r>
              <a:tr h="2819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200" b="1" dirty="0">
                          <a:solidFill>
                            <a:srgbClr val="000000"/>
                          </a:solidFill>
                          <a:latin typeface="微软雅黑" charset="-122"/>
                          <a:ea typeface="微软雅黑" charset="-122"/>
                        </a:rPr>
                        <a:t>番禺区</a:t>
                      </a:r>
                      <a:endParaRPr lang="zh-CN" altLang="en-US" sz="1200" b="1" dirty="0">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rgbClr val="000000"/>
                          </a:solidFill>
                          <a:effectLst/>
                          <a:latin typeface="微软雅黑" charset="-122"/>
                          <a:ea typeface="微软雅黑" charset="-122"/>
                        </a:rPr>
                        <a:t>仲元、番中、禺山、象贤、二师附中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1200" b="1" i="0" u="none" strike="noStrike" dirty="0">
                          <a:solidFill>
                            <a:srgbClr val="000000"/>
                          </a:solidFill>
                          <a:effectLst/>
                          <a:latin typeface="微软雅黑" charset="-122"/>
                          <a:ea typeface="微软雅黑" charset="-122"/>
                        </a:rPr>
                        <a:t>番禺实验、大龙中学、洛城、</a:t>
                      </a:r>
                      <a:r>
                        <a:rPr lang="zh-CN" altLang="en-US" sz="1200" b="1" i="0" u="none" strike="noStrike" dirty="0">
                          <a:solidFill>
                            <a:srgbClr val="FF0000"/>
                          </a:solidFill>
                          <a:effectLst/>
                          <a:latin typeface="微软雅黑" charset="-122"/>
                          <a:ea typeface="微软雅黑" charset="-122"/>
                        </a:rPr>
                        <a:t>南方学院</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endParaRPr lang="zh-CN" altLang="en-US" sz="1200" b="1" dirty="0">
                        <a:solidFill>
                          <a:srgbClr val="FF0000"/>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8892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200" b="1" dirty="0">
                          <a:solidFill>
                            <a:srgbClr val="000000"/>
                          </a:solidFill>
                          <a:latin typeface="微软雅黑" charset="-122"/>
                          <a:ea typeface="微软雅黑" charset="-122"/>
                        </a:rPr>
                        <a:t>花都区</a:t>
                      </a:r>
                      <a:endParaRPr lang="zh-CN" altLang="en-US" sz="1200" b="1" dirty="0">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algn="ctr" rtl="0" fontAlgn="ctr"/>
                      <a:r>
                        <a:rPr lang="zh-CN" altLang="en-US" sz="1200" b="1" i="0" u="none" strike="noStrike" dirty="0">
                          <a:solidFill>
                            <a:srgbClr val="000000"/>
                          </a:solidFill>
                          <a:effectLst/>
                          <a:latin typeface="微软雅黑" charset="-122"/>
                          <a:ea typeface="微软雅黑" charset="-122"/>
                        </a:rPr>
                        <a:t>秀全、邝维煜（本部、雅正）、新华</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i="0" u="none" strike="noStrike" dirty="0">
                          <a:solidFill>
                            <a:srgbClr val="000000"/>
                          </a:solidFill>
                          <a:effectLst/>
                          <a:latin typeface="微软雅黑" charset="-122"/>
                          <a:ea typeface="微软雅黑" charset="-122"/>
                        </a:rPr>
                        <a:t>圆玄中学</a:t>
                      </a:r>
                      <a:r>
                        <a:rPr lang="zh-CN" altLang="en-US" sz="1200" b="1" dirty="0">
                          <a:solidFill>
                            <a:schemeClr val="tx1"/>
                          </a:solidFill>
                          <a:latin typeface="微软雅黑" charset="-122"/>
                          <a:ea typeface="微软雅黑" charset="-122"/>
                        </a:rPr>
                        <a:t>、</a:t>
                      </a:r>
                      <a:r>
                        <a:rPr lang="zh-CN" sz="1200" b="1" dirty="0">
                          <a:solidFill>
                            <a:srgbClr val="FF0000"/>
                          </a:solidFill>
                          <a:latin typeface="微软雅黑" charset="-122"/>
                          <a:ea typeface="微软雅黑" charset="-122"/>
                        </a:rPr>
                        <a:t>黄</a:t>
                      </a:r>
                      <a:r>
                        <a:rPr lang="zh-CN" altLang="en-US" sz="1200" b="1" dirty="0">
                          <a:solidFill>
                            <a:srgbClr val="FF0000"/>
                          </a:solidFill>
                          <a:latin typeface="微软雅黑" charset="-122"/>
                          <a:ea typeface="微软雅黑" charset="-122"/>
                        </a:rPr>
                        <a:t>广、华万</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endParaRPr lang="zh-CN" altLang="en-US" sz="1200" b="1" dirty="0">
                        <a:solidFill>
                          <a:srgbClr val="FF0000"/>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45593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200" b="1" dirty="0">
                          <a:solidFill>
                            <a:srgbClr val="000000"/>
                          </a:solidFill>
                          <a:latin typeface="微软雅黑" charset="-122"/>
                          <a:ea typeface="微软雅黑" charset="-122"/>
                        </a:rPr>
                        <a:t>增城区</a:t>
                      </a:r>
                      <a:endParaRPr lang="zh-CN" altLang="en-US" sz="1200" b="1" dirty="0">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algn="ctr" rtl="0" fontAlgn="ctr"/>
                      <a:r>
                        <a:rPr lang="zh-CN" altLang="en-US" sz="1200" b="1" i="0" u="none" strike="noStrike" dirty="0">
                          <a:solidFill>
                            <a:srgbClr val="000000"/>
                          </a:solidFill>
                          <a:effectLst/>
                          <a:latin typeface="微软雅黑" charset="-122"/>
                          <a:ea typeface="微软雅黑" charset="-122"/>
                        </a:rPr>
                        <a:t>增城、新塘、增城一中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altLang="en-US" sz="1200" b="1" i="0" u="none" strike="noStrike" dirty="0">
                          <a:solidFill>
                            <a:srgbClr val="000000"/>
                          </a:solidFill>
                          <a:effectLst/>
                          <a:latin typeface="微软雅黑" charset="-122"/>
                          <a:ea typeface="微软雅黑" charset="-122"/>
                        </a:rPr>
                        <a:t>郑中钧中学、荔城中学、增城高级中学、</a:t>
                      </a:r>
                      <a:r>
                        <a:rPr lang="zh-CN" altLang="en-US" sz="1200" b="1" dirty="0">
                          <a:solidFill>
                            <a:srgbClr val="0070C0"/>
                          </a:solidFill>
                          <a:latin typeface="微软雅黑" charset="-122"/>
                          <a:ea typeface="微软雅黑" charset="-122"/>
                        </a:rPr>
                        <a:t>应元学校、广附增城实验</a:t>
                      </a:r>
                      <a:r>
                        <a:rPr lang="zh-CN" altLang="en-US" sz="1200" b="1" dirty="0">
                          <a:solidFill>
                            <a:srgbClr val="000000"/>
                          </a:solidFill>
                          <a:latin typeface="微软雅黑" charset="-122"/>
                          <a:ea typeface="微软雅黑" charset="-122"/>
                        </a:rPr>
                        <a:t>、</a:t>
                      </a:r>
                      <a:r>
                        <a:rPr lang="zh-CN" altLang="en-US" sz="1200" b="1" dirty="0">
                          <a:solidFill>
                            <a:srgbClr val="FF0000"/>
                          </a:solidFill>
                          <a:latin typeface="微软雅黑" charset="-122"/>
                          <a:ea typeface="微软雅黑" charset="-122"/>
                        </a:rPr>
                        <a:t>理工实验</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、黄广</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、华商外语</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endParaRPr lang="zh-CN" altLang="en-US" sz="1200" b="1" dirty="0">
                        <a:solidFill>
                          <a:srgbClr val="FF0000"/>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r>
              <a:tr h="29718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200" b="1" dirty="0">
                          <a:solidFill>
                            <a:srgbClr val="000000"/>
                          </a:solidFill>
                          <a:latin typeface="微软雅黑" charset="-122"/>
                          <a:ea typeface="微软雅黑" charset="-122"/>
                        </a:rPr>
                        <a:t>从化区</a:t>
                      </a:r>
                      <a:endParaRPr lang="zh-CN" altLang="en-US" sz="1200" b="1" dirty="0">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algn="ctr" rtl="0" fontAlgn="ctr"/>
                      <a:r>
                        <a:rPr lang="zh-CN" altLang="en-US" sz="1200" b="1" i="0" u="none" strike="noStrike" dirty="0">
                          <a:solidFill>
                            <a:srgbClr val="0070C0"/>
                          </a:solidFill>
                          <a:effectLst/>
                          <a:latin typeface="微软雅黑" charset="-122"/>
                          <a:ea typeface="微软雅黑" charset="-122"/>
                        </a:rPr>
                        <a:t>从化中学、流溪中学</a:t>
                      </a:r>
                      <a:endParaRPr lang="zh-CN" altLang="en-US" sz="1200" b="1" i="0" u="none" strike="noStrike" dirty="0">
                        <a:solidFill>
                          <a:srgbClr val="0070C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200" b="1" dirty="0">
                          <a:solidFill>
                            <a:srgbClr val="000000"/>
                          </a:solidFill>
                          <a:latin typeface="微软雅黑" charset="-122"/>
                          <a:ea typeface="微软雅黑" charset="-122"/>
                        </a:rPr>
                        <a:t>从化五中</a:t>
                      </a:r>
                      <a:r>
                        <a:rPr lang="zh-CN" altLang="en-US" sz="1200" b="1" dirty="0">
                          <a:solidFill>
                            <a:srgbClr val="000000"/>
                          </a:solidFill>
                          <a:latin typeface="微软雅黑" charset="-122"/>
                          <a:ea typeface="微软雅黑" charset="-122"/>
                        </a:rPr>
                        <a:t>、</a:t>
                      </a:r>
                      <a:r>
                        <a:rPr lang="zh-CN" altLang="en-US" sz="1200" b="1" dirty="0">
                          <a:solidFill>
                            <a:srgbClr val="FF0000"/>
                          </a:solidFill>
                          <a:latin typeface="微软雅黑" charset="-122"/>
                          <a:ea typeface="微软雅黑" charset="-122"/>
                        </a:rPr>
                        <a:t>龙涛</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endParaRPr lang="zh-CN" altLang="en-US" sz="1200" b="1" dirty="0">
                        <a:solidFill>
                          <a:srgbClr val="FF0000"/>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r>
              <a:tr h="30289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1200" b="1">
                          <a:solidFill>
                            <a:srgbClr val="000000"/>
                          </a:solidFill>
                          <a:latin typeface="微软雅黑" charset="-122"/>
                          <a:ea typeface="微软雅黑" charset="-122"/>
                        </a:rPr>
                        <a:t>南沙区</a:t>
                      </a:r>
                      <a:endParaRPr lang="zh-CN" altLang="en-US" sz="1200" b="1">
                        <a:solidFill>
                          <a:srgbClr val="000000"/>
                        </a:solidFill>
                        <a:latin typeface="微软雅黑" charset="-122"/>
                        <a:ea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algn="ctr" rtl="0" fontAlgn="ctr"/>
                      <a:r>
                        <a:rPr lang="zh-CN" altLang="en-US" sz="1200" b="1" i="0" u="none" strike="noStrike" dirty="0">
                          <a:solidFill>
                            <a:srgbClr val="000000"/>
                          </a:solidFill>
                          <a:effectLst/>
                          <a:latin typeface="微软雅黑" charset="-122"/>
                          <a:ea typeface="微软雅黑" charset="-122"/>
                        </a:rPr>
                        <a:t>南沙一中</a:t>
                      </a:r>
                      <a:endParaRPr lang="zh-CN" altLang="en-US" sz="1200" b="1" i="0" u="none" strike="noStrike" dirty="0">
                        <a:solidFill>
                          <a:srgbClr val="000000"/>
                        </a:solidFill>
                        <a:effectLst/>
                        <a:latin typeface="微软雅黑" charset="-122"/>
                        <a:ea typeface="微软雅黑" charset="-122"/>
                      </a:endParaRPr>
                    </a:p>
                  </a:txBody>
                  <a:tcPr marL="9525" marR="9525" marT="9525"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c>
                  <a:txBody>
                    <a:bodyPr/>
                    <a:lstStyle/>
                    <a:p>
                      <a:pPr indent="0" algn="ctr">
                        <a:buNone/>
                      </a:pPr>
                      <a:r>
                        <a:rPr lang="zh-CN" sz="1200" b="1" dirty="0">
                          <a:solidFill>
                            <a:srgbClr val="0070C0"/>
                          </a:solidFill>
                          <a:latin typeface="微软雅黑" charset="-122"/>
                          <a:ea typeface="微软雅黑" charset="-122"/>
                        </a:rPr>
                        <a:t>东涌中学</a:t>
                      </a:r>
                      <a:r>
                        <a:rPr lang="zh-CN" altLang="en-US" sz="1200" b="1" dirty="0">
                          <a:solidFill>
                            <a:srgbClr val="0070C0"/>
                          </a:solidFill>
                          <a:latin typeface="微软雅黑" charset="-122"/>
                          <a:ea typeface="微软雅黑" charset="-122"/>
                        </a:rPr>
                        <a:t>、广附南沙、华附南沙、二中天元</a:t>
                      </a:r>
                      <a:r>
                        <a:rPr lang="zh-CN" altLang="en-US" sz="1200" b="1" dirty="0">
                          <a:solidFill>
                            <a:srgbClr val="000000"/>
                          </a:solidFill>
                          <a:latin typeface="微软雅黑" charset="-122"/>
                          <a:ea typeface="微软雅黑" charset="-122"/>
                        </a:rPr>
                        <a:t>、</a:t>
                      </a:r>
                      <a:r>
                        <a:rPr lang="zh-CN" altLang="en-US" sz="1200" b="1" dirty="0">
                          <a:solidFill>
                            <a:srgbClr val="FF0000"/>
                          </a:solidFill>
                          <a:latin typeface="微软雅黑" charset="-122"/>
                          <a:ea typeface="微软雅黑" charset="-122"/>
                        </a:rPr>
                        <a:t>南外</a:t>
                      </a:r>
                      <a:r>
                        <a:rPr lang="en-US" altLang="zh-CN" sz="1200" b="1" dirty="0">
                          <a:solidFill>
                            <a:srgbClr val="FF0000"/>
                          </a:solidFill>
                          <a:latin typeface="微软雅黑" charset="-122"/>
                          <a:ea typeface="微软雅黑" charset="-122"/>
                        </a:rPr>
                        <a:t>(</a:t>
                      </a:r>
                      <a:r>
                        <a:rPr lang="zh-CN" altLang="en-US" sz="1200" b="1" dirty="0">
                          <a:solidFill>
                            <a:srgbClr val="FF0000"/>
                          </a:solidFill>
                          <a:latin typeface="微软雅黑" charset="-122"/>
                          <a:ea typeface="微软雅黑" charset="-122"/>
                        </a:rPr>
                        <a:t>公费</a:t>
                      </a:r>
                      <a:r>
                        <a:rPr lang="en-US" altLang="zh-CN" sz="1200" b="1" dirty="0">
                          <a:solidFill>
                            <a:srgbClr val="FF0000"/>
                          </a:solidFill>
                          <a:latin typeface="微软雅黑" charset="-122"/>
                          <a:ea typeface="微软雅黑" charset="-122"/>
                        </a:rPr>
                        <a:t>)</a:t>
                      </a:r>
                      <a:endParaRPr lang="zh-CN" altLang="en-US" sz="1200" b="1" dirty="0">
                        <a:solidFill>
                          <a:srgbClr val="FF0000"/>
                        </a:solidFill>
                        <a:latin typeface="微软雅黑" charset="-122"/>
                        <a:ea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5E4D9"/>
                    </a:solidFill>
                  </a:tcPr>
                </a:tc>
              </a:tr>
            </a:tbl>
          </a:graphicData>
        </a:graphic>
      </p:graphicFrame>
      <p:sp>
        <p:nvSpPr>
          <p:cNvPr id="9" name="矩形 8"/>
          <p:cNvSpPr/>
          <p:nvPr>
            <p:custDataLst>
              <p:tags r:id="rId2"/>
            </p:custDataLst>
          </p:nvPr>
        </p:nvSpPr>
        <p:spPr>
          <a:xfrm>
            <a:off x="8311515" y="6219825"/>
            <a:ext cx="3880485" cy="638175"/>
          </a:xfrm>
          <a:prstGeom prst="rect">
            <a:avLst/>
          </a:prstGeom>
          <a:solidFill>
            <a:schemeClr val="bg1"/>
          </a:solidFill>
          <a:ln w="25400">
            <a:noFill/>
            <a:prstDash val="sysDash"/>
          </a:ln>
        </p:spPr>
        <p:txBody>
          <a:bodyPr wrap="square" anchor="ctr">
            <a:noAutofit/>
          </a:bodyPr>
          <a:lstStyle/>
          <a:p>
            <a:r>
              <a:rPr lang="zh-CN" altLang="en-US" sz="1600" b="1" dirty="0">
                <a:solidFill>
                  <a:srgbClr val="FF0000"/>
                </a:solidFill>
                <a:latin typeface="微软雅黑" charset="-122"/>
                <a:ea typeface="微软雅黑" charset="-122"/>
              </a:rPr>
              <a:t>红字：民办学校（关注公费班）</a:t>
            </a:r>
            <a:endParaRPr lang="en-US" altLang="zh-CN" sz="1600" b="1" dirty="0">
              <a:solidFill>
                <a:srgbClr val="FF0000"/>
              </a:solidFill>
              <a:latin typeface="微软雅黑" charset="-122"/>
              <a:ea typeface="微软雅黑" charset="-122"/>
            </a:endParaRPr>
          </a:p>
          <a:p>
            <a:r>
              <a:rPr lang="zh-CN" altLang="en-US" sz="1600" b="1" dirty="0">
                <a:solidFill>
                  <a:srgbClr val="0070C0"/>
                </a:solidFill>
                <a:latin typeface="微软雅黑" charset="-122"/>
                <a:ea typeface="微软雅黑" charset="-122"/>
              </a:rPr>
              <a:t>蓝字：</a:t>
            </a:r>
            <a:r>
              <a:rPr lang="en-US" altLang="zh-CN" sz="1600" b="1" dirty="0">
                <a:solidFill>
                  <a:srgbClr val="0070C0"/>
                </a:solidFill>
                <a:latin typeface="微软雅黑" charset="-122"/>
                <a:ea typeface="微软雅黑" charset="-122"/>
              </a:rPr>
              <a:t>15</a:t>
            </a:r>
            <a:r>
              <a:rPr lang="zh-CN" altLang="en-US" sz="1600" b="1" dirty="0">
                <a:solidFill>
                  <a:srgbClr val="0070C0"/>
                </a:solidFill>
                <a:latin typeface="微软雅黑" charset="-122"/>
                <a:ea typeface="微软雅黑" charset="-122"/>
              </a:rPr>
              <a:t>所跨区招生比例</a:t>
            </a:r>
            <a:r>
              <a:rPr lang="en-US" altLang="zh-CN" sz="1600" b="1" dirty="0">
                <a:solidFill>
                  <a:srgbClr val="0070C0"/>
                </a:solidFill>
                <a:latin typeface="微软雅黑" charset="-122"/>
                <a:ea typeface="微软雅黑" charset="-122"/>
              </a:rPr>
              <a:t>25%</a:t>
            </a:r>
            <a:r>
              <a:rPr lang="zh-CN" altLang="en-US" sz="1600" b="1" dirty="0">
                <a:solidFill>
                  <a:srgbClr val="0070C0"/>
                </a:solidFill>
                <a:latin typeface="微软雅黑" charset="-122"/>
                <a:ea typeface="微软雅黑" charset="-122"/>
              </a:rPr>
              <a:t>的学校</a:t>
            </a:r>
            <a:endParaRPr lang="zh-CN" altLang="en-US" sz="1600" b="1" dirty="0">
              <a:solidFill>
                <a:srgbClr val="0070C0"/>
              </a:solidFill>
              <a:latin typeface="微软雅黑" charset="-122"/>
              <a:ea typeface="微软雅黑"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形状 15"/>
          <p:cNvSpPr/>
          <p:nvPr/>
        </p:nvSpPr>
        <p:spPr>
          <a:xfrm>
            <a:off x="10464341" y="6190090"/>
            <a:ext cx="1727659" cy="667910"/>
          </a:xfrm>
          <a:custGeom>
            <a:avLst/>
            <a:gdLst>
              <a:gd name="connsiteX0" fmla="*/ 1099317 w 1727659"/>
              <a:gd name="connsiteY0" fmla="*/ 0 h 667910"/>
              <a:gd name="connsiteX1" fmla="*/ 1690254 w 1727659"/>
              <a:gd name="connsiteY1" fmla="*/ 149631 h 667910"/>
              <a:gd name="connsiteX2" fmla="*/ 1727659 w 1727659"/>
              <a:gd name="connsiteY2" fmla="*/ 172355 h 667910"/>
              <a:gd name="connsiteX3" fmla="*/ 1727659 w 1727659"/>
              <a:gd name="connsiteY3" fmla="*/ 667910 h 667910"/>
              <a:gd name="connsiteX4" fmla="*/ 0 w 1727659"/>
              <a:gd name="connsiteY4" fmla="*/ 667910 h 667910"/>
              <a:gd name="connsiteX5" fmla="*/ 9201 w 1727659"/>
              <a:gd name="connsiteY5" fmla="*/ 648810 h 667910"/>
              <a:gd name="connsiteX6" fmla="*/ 1099317 w 1727659"/>
              <a:gd name="connsiteY6" fmla="*/ 0 h 66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7659" h="667910">
                <a:moveTo>
                  <a:pt x="1099317" y="0"/>
                </a:moveTo>
                <a:cubicBezTo>
                  <a:pt x="1313284" y="0"/>
                  <a:pt x="1514590" y="54205"/>
                  <a:pt x="1690254" y="149631"/>
                </a:cubicBezTo>
                <a:lnTo>
                  <a:pt x="1727659" y="172355"/>
                </a:lnTo>
                <a:lnTo>
                  <a:pt x="1727659" y="667910"/>
                </a:lnTo>
                <a:lnTo>
                  <a:pt x="0" y="667910"/>
                </a:lnTo>
                <a:lnTo>
                  <a:pt x="9201" y="648810"/>
                </a:lnTo>
                <a:cubicBezTo>
                  <a:pt x="219139" y="262350"/>
                  <a:pt x="628591" y="0"/>
                  <a:pt x="1099317" y="0"/>
                </a:cubicBezTo>
                <a:close/>
              </a:path>
            </a:pathLst>
          </a:custGeom>
          <a:solidFill>
            <a:schemeClr val="accent4">
              <a:alpha val="2218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7" name="文本框 16"/>
          <p:cNvSpPr txBox="1"/>
          <p:nvPr/>
        </p:nvSpPr>
        <p:spPr>
          <a:xfrm>
            <a:off x="9851701" y="6456043"/>
            <a:ext cx="2157310" cy="276999"/>
          </a:xfrm>
          <a:prstGeom prst="rect">
            <a:avLst/>
          </a:prstGeom>
          <a:noFill/>
        </p:spPr>
        <p:txBody>
          <a:bodyPr wrap="square">
            <a:spAutoFit/>
          </a:bodyPr>
          <a:lstStyle/>
          <a:p>
            <a:pPr algn="r"/>
            <a:r>
              <a:rPr lang="zh-CN" altLang="en-US" sz="1200" i="1" dirty="0">
                <a:solidFill>
                  <a:srgbClr val="0C896F">
                    <a:alpha val="50000"/>
                  </a:srgbClr>
                </a:solidFill>
                <a:latin typeface="微软雅黑" charset="-122"/>
                <a:ea typeface="微软雅黑" charset="-122"/>
              </a:rPr>
              <a:t>坦诚｜尊重｜协作｜创新</a:t>
            </a:r>
            <a:endParaRPr lang="zh-CN" altLang="en-US" sz="1200" i="1" dirty="0">
              <a:solidFill>
                <a:srgbClr val="0C896F">
                  <a:alpha val="50000"/>
                </a:srgbClr>
              </a:solidFill>
              <a:latin typeface="微软雅黑" charset="-122"/>
              <a:ea typeface="微软雅黑" charset="-122"/>
            </a:endParaRPr>
          </a:p>
        </p:txBody>
      </p:sp>
      <p:pic>
        <p:nvPicPr>
          <p:cNvPr id="19" name="图片 18"/>
          <p:cNvPicPr>
            <a:picLocks noChangeAspect="1"/>
          </p:cNvPicPr>
          <p:nvPr/>
        </p:nvPicPr>
        <p:blipFill rotWithShape="1">
          <a:blip r:embed="rId1">
            <a:alphaModFix amt="50000"/>
          </a:blip>
          <a:srcRect l="20222" t="29481" r="15333" b="37391"/>
          <a:stretch>
            <a:fillRect/>
          </a:stretch>
        </p:blipFill>
        <p:spPr>
          <a:xfrm>
            <a:off x="224659" y="6400085"/>
            <a:ext cx="681868" cy="350519"/>
          </a:xfrm>
          <a:prstGeom prst="rect">
            <a:avLst/>
          </a:prstGeom>
        </p:spPr>
      </p:pic>
      <p:grpSp>
        <p:nvGrpSpPr>
          <p:cNvPr id="9" name="组合 8"/>
          <p:cNvGrpSpPr/>
          <p:nvPr>
            <p:custDataLst>
              <p:tags r:id="rId2"/>
            </p:custDataLst>
          </p:nvPr>
        </p:nvGrpSpPr>
        <p:grpSpPr>
          <a:xfrm>
            <a:off x="5092758" y="772980"/>
            <a:ext cx="4831715" cy="5466080"/>
            <a:chOff x="7329" y="1010"/>
            <a:chExt cx="7609" cy="8608"/>
          </a:xfrm>
        </p:grpSpPr>
        <p:pic>
          <p:nvPicPr>
            <p:cNvPr id="10" name="图片 9"/>
            <p:cNvPicPr>
              <a:picLocks noChangeAspect="1"/>
            </p:cNvPicPr>
            <p:nvPr>
              <p:custDataLst>
                <p:tags r:id="rId3"/>
              </p:custDataLst>
            </p:nvPr>
          </p:nvPicPr>
          <p:blipFill>
            <a:blip r:embed="rId4"/>
            <a:stretch>
              <a:fillRect/>
            </a:stretch>
          </p:blipFill>
          <p:spPr>
            <a:xfrm>
              <a:off x="7373" y="1010"/>
              <a:ext cx="6377" cy="2782"/>
            </a:xfrm>
            <a:prstGeom prst="rect">
              <a:avLst/>
            </a:prstGeom>
          </p:spPr>
        </p:pic>
        <p:pic>
          <p:nvPicPr>
            <p:cNvPr id="11" name="图片 10"/>
            <p:cNvPicPr>
              <a:picLocks noChangeAspect="1"/>
            </p:cNvPicPr>
            <p:nvPr>
              <p:custDataLst>
                <p:tags r:id="rId5"/>
              </p:custDataLst>
            </p:nvPr>
          </p:nvPicPr>
          <p:blipFill rotWithShape="1">
            <a:blip r:embed="rId4"/>
            <a:srcRect t="12115"/>
            <a:stretch>
              <a:fillRect/>
            </a:stretch>
          </p:blipFill>
          <p:spPr>
            <a:xfrm>
              <a:off x="7373" y="4197"/>
              <a:ext cx="6377" cy="2445"/>
            </a:xfrm>
            <a:prstGeom prst="rect">
              <a:avLst/>
            </a:prstGeom>
          </p:spPr>
        </p:pic>
        <p:pic>
          <p:nvPicPr>
            <p:cNvPr id="14" name="图片 13"/>
            <p:cNvPicPr>
              <a:picLocks noChangeAspect="1"/>
            </p:cNvPicPr>
            <p:nvPr>
              <p:custDataLst>
                <p:tags r:id="rId6"/>
              </p:custDataLst>
            </p:nvPr>
          </p:nvPicPr>
          <p:blipFill rotWithShape="1">
            <a:blip r:embed="rId4"/>
            <a:srcRect t="12115"/>
            <a:stretch>
              <a:fillRect/>
            </a:stretch>
          </p:blipFill>
          <p:spPr>
            <a:xfrm>
              <a:off x="7329" y="7173"/>
              <a:ext cx="6377" cy="2445"/>
            </a:xfrm>
            <a:prstGeom prst="rect">
              <a:avLst/>
            </a:prstGeom>
          </p:spPr>
        </p:pic>
        <p:grpSp>
          <p:nvGrpSpPr>
            <p:cNvPr id="15" name="组合 14"/>
            <p:cNvGrpSpPr/>
            <p:nvPr/>
          </p:nvGrpSpPr>
          <p:grpSpPr>
            <a:xfrm>
              <a:off x="13832" y="1631"/>
              <a:ext cx="1106" cy="6345"/>
              <a:chOff x="9399698" y="1190447"/>
              <a:chExt cx="702792" cy="4029015"/>
            </a:xfrm>
          </p:grpSpPr>
          <p:sp>
            <p:nvSpPr>
              <p:cNvPr id="4" name="文本框 3"/>
              <p:cNvSpPr txBox="1"/>
              <p:nvPr>
                <p:custDataLst>
                  <p:tags r:id="rId7"/>
                </p:custDataLst>
              </p:nvPr>
            </p:nvSpPr>
            <p:spPr>
              <a:xfrm>
                <a:off x="9406877" y="1190447"/>
                <a:ext cx="695613" cy="414027"/>
              </a:xfrm>
              <a:prstGeom prst="rect">
                <a:avLst/>
              </a:prstGeom>
              <a:noFill/>
            </p:spPr>
            <p:txBody>
              <a:bodyPr wrap="square" rtlCol="0">
                <a:spAutoFit/>
              </a:bodyPr>
              <a:lstStyle/>
              <a:p>
                <a:r>
                  <a:rPr kumimoji="1" lang="en-US" altLang="zh-CN" sz="2100" b="1" dirty="0">
                    <a:solidFill>
                      <a:schemeClr val="accent1"/>
                    </a:solidFill>
                    <a:latin typeface="微软雅黑" charset="-122"/>
                    <a:ea typeface="微软雅黑" charset="-122"/>
                  </a:rPr>
                  <a:t>707</a:t>
                </a:r>
                <a:endParaRPr lang="en-US" altLang="zh-CN" sz="1350" b="1" dirty="0">
                  <a:solidFill>
                    <a:srgbClr val="FFC000"/>
                  </a:solidFill>
                </a:endParaRPr>
              </a:p>
            </p:txBody>
          </p:sp>
          <p:sp>
            <p:nvSpPr>
              <p:cNvPr id="5" name="文本框 4"/>
              <p:cNvSpPr txBox="1"/>
              <p:nvPr>
                <p:custDataLst>
                  <p:tags r:id="rId8"/>
                </p:custDataLst>
              </p:nvPr>
            </p:nvSpPr>
            <p:spPr>
              <a:xfrm>
                <a:off x="9402444" y="2080427"/>
                <a:ext cx="695613" cy="414027"/>
              </a:xfrm>
              <a:prstGeom prst="rect">
                <a:avLst/>
              </a:prstGeom>
              <a:noFill/>
            </p:spPr>
            <p:txBody>
              <a:bodyPr wrap="square" rtlCol="0">
                <a:spAutoFit/>
              </a:bodyPr>
              <a:lstStyle/>
              <a:p>
                <a:r>
                  <a:rPr kumimoji="1" lang="en-US" altLang="zh-CN" sz="2100" b="1" dirty="0">
                    <a:solidFill>
                      <a:schemeClr val="accent1"/>
                    </a:solidFill>
                    <a:latin typeface="微软雅黑" charset="-122"/>
                    <a:ea typeface="微软雅黑" charset="-122"/>
                  </a:rPr>
                  <a:t>667</a:t>
                </a:r>
                <a:endParaRPr lang="en-US" altLang="zh-CN" sz="1350" b="1" dirty="0">
                  <a:solidFill>
                    <a:srgbClr val="FFC000"/>
                  </a:solidFill>
                </a:endParaRPr>
              </a:p>
            </p:txBody>
          </p:sp>
          <p:sp>
            <p:nvSpPr>
              <p:cNvPr id="18" name="文本框 17"/>
              <p:cNvSpPr txBox="1"/>
              <p:nvPr>
                <p:custDataLst>
                  <p:tags r:id="rId9"/>
                </p:custDataLst>
              </p:nvPr>
            </p:nvSpPr>
            <p:spPr>
              <a:xfrm>
                <a:off x="9399699" y="2970793"/>
                <a:ext cx="695613" cy="415473"/>
              </a:xfrm>
              <a:prstGeom prst="rect">
                <a:avLst/>
              </a:prstGeom>
              <a:noFill/>
            </p:spPr>
            <p:txBody>
              <a:bodyPr wrap="square" rtlCol="0">
                <a:spAutoFit/>
              </a:bodyPr>
              <a:lstStyle/>
              <a:p>
                <a:pPr lvl="0" algn="l">
                  <a:buClrTx/>
                  <a:buSzTx/>
                  <a:buFontTx/>
                </a:pPr>
                <a:r>
                  <a:rPr kumimoji="1" lang="en-US" altLang="zh-CN" sz="2100" b="1" dirty="0">
                    <a:solidFill>
                      <a:schemeClr val="accent1"/>
                    </a:solidFill>
                    <a:latin typeface="微软雅黑" charset="-122"/>
                    <a:ea typeface="微软雅黑" charset="-122"/>
                    <a:sym typeface="+mn-ea"/>
                  </a:rPr>
                  <a:t>627</a:t>
                </a:r>
                <a:endParaRPr kumimoji="1" lang="en-US" altLang="zh-CN" sz="2100" b="1" dirty="0">
                  <a:solidFill>
                    <a:schemeClr val="accent1"/>
                  </a:solidFill>
                  <a:latin typeface="微软雅黑" charset="-122"/>
                  <a:ea typeface="微软雅黑" charset="-122"/>
                  <a:sym typeface="+mn-ea"/>
                </a:endParaRPr>
              </a:p>
            </p:txBody>
          </p:sp>
          <p:sp>
            <p:nvSpPr>
              <p:cNvPr id="6" name="文本框 5"/>
              <p:cNvSpPr txBox="1"/>
              <p:nvPr>
                <p:custDataLst>
                  <p:tags r:id="rId10"/>
                </p:custDataLst>
              </p:nvPr>
            </p:nvSpPr>
            <p:spPr>
              <a:xfrm>
                <a:off x="9406877" y="3893829"/>
                <a:ext cx="695613" cy="415473"/>
              </a:xfrm>
              <a:prstGeom prst="rect">
                <a:avLst/>
              </a:prstGeom>
              <a:noFill/>
            </p:spPr>
            <p:txBody>
              <a:bodyPr wrap="square" rtlCol="0">
                <a:spAutoFit/>
              </a:bodyPr>
              <a:lstStyle/>
              <a:p>
                <a:pPr lvl="0" algn="l">
                  <a:buClrTx/>
                  <a:buSzTx/>
                  <a:buFontTx/>
                </a:pPr>
                <a:r>
                  <a:rPr kumimoji="1" lang="en-US" altLang="zh-CN" sz="2100" b="1" dirty="0">
                    <a:solidFill>
                      <a:schemeClr val="accent1"/>
                    </a:solidFill>
                    <a:latin typeface="微软雅黑" charset="-122"/>
                    <a:ea typeface="微软雅黑" charset="-122"/>
                    <a:sym typeface="+mn-ea"/>
                  </a:rPr>
                  <a:t>587</a:t>
                </a:r>
                <a:endParaRPr kumimoji="1" lang="en-US" altLang="zh-CN" sz="2100" b="1" dirty="0">
                  <a:solidFill>
                    <a:schemeClr val="accent1"/>
                  </a:solidFill>
                  <a:latin typeface="微软雅黑" charset="-122"/>
                  <a:ea typeface="微软雅黑" charset="-122"/>
                  <a:sym typeface="+mn-ea"/>
                </a:endParaRPr>
              </a:p>
            </p:txBody>
          </p:sp>
          <p:sp>
            <p:nvSpPr>
              <p:cNvPr id="7" name="文本框 6"/>
              <p:cNvSpPr txBox="1"/>
              <p:nvPr>
                <p:custDataLst>
                  <p:tags r:id="rId11"/>
                </p:custDataLst>
              </p:nvPr>
            </p:nvSpPr>
            <p:spPr>
              <a:xfrm>
                <a:off x="9399698" y="4803989"/>
                <a:ext cx="695613" cy="415473"/>
              </a:xfrm>
              <a:prstGeom prst="rect">
                <a:avLst/>
              </a:prstGeom>
              <a:noFill/>
            </p:spPr>
            <p:txBody>
              <a:bodyPr wrap="square" rtlCol="0">
                <a:spAutoFit/>
              </a:bodyPr>
              <a:lstStyle/>
              <a:p>
                <a:pPr lvl="0" algn="l">
                  <a:buClrTx/>
                  <a:buSzTx/>
                  <a:buFontTx/>
                </a:pPr>
                <a:r>
                  <a:rPr kumimoji="1" lang="en-US" altLang="zh-CN" sz="2100" b="1" dirty="0">
                    <a:solidFill>
                      <a:schemeClr val="accent1"/>
                    </a:solidFill>
                    <a:latin typeface="微软雅黑" charset="-122"/>
                    <a:ea typeface="微软雅黑" charset="-122"/>
                    <a:sym typeface="+mn-ea"/>
                  </a:rPr>
                  <a:t>547</a:t>
                </a:r>
                <a:endParaRPr kumimoji="1" lang="en-US" altLang="zh-CN" sz="2100" b="1" dirty="0">
                  <a:solidFill>
                    <a:schemeClr val="accent1"/>
                  </a:solidFill>
                  <a:latin typeface="微软雅黑" charset="-122"/>
                  <a:ea typeface="微软雅黑" charset="-122"/>
                  <a:sym typeface="+mn-ea"/>
                </a:endParaRPr>
              </a:p>
            </p:txBody>
          </p:sp>
        </p:grpSp>
      </p:grpSp>
      <p:sp>
        <p:nvSpPr>
          <p:cNvPr id="68" name="圆角矩形 67"/>
          <p:cNvSpPr/>
          <p:nvPr>
            <p:custDataLst>
              <p:tags r:id="rId12"/>
            </p:custDataLst>
          </p:nvPr>
        </p:nvSpPr>
        <p:spPr>
          <a:xfrm>
            <a:off x="481965" y="900430"/>
            <a:ext cx="4526915" cy="4299585"/>
          </a:xfrm>
          <a:prstGeom prst="roundRect">
            <a:avLst>
              <a:gd name="adj" fmla="val 3936"/>
            </a:avLst>
          </a:prstGeom>
          <a:solidFill>
            <a:schemeClr val="accent3">
              <a:lumMod val="20000"/>
              <a:lumOff val="80000"/>
              <a:alpha val="53000"/>
            </a:schemeClr>
          </a:solidFill>
          <a:ln>
            <a:noFill/>
            <a:prstDash val="sysDash"/>
          </a:ln>
          <a:effectLst/>
        </p:spPr>
        <p:txBody>
          <a:bodyPr wrap="square">
            <a:noAutofit/>
          </a:bodyPr>
          <a:lstStyle/>
          <a:p>
            <a:pPr marL="342900" indent="-342900">
              <a:buAutoNum type="ea1ChsPlain"/>
            </a:pPr>
            <a:endParaRPr lang="zh-CN" altLang="en-US" dirty="0">
              <a:solidFill>
                <a:srgbClr val="FF0000"/>
              </a:solidFill>
            </a:endParaRPr>
          </a:p>
        </p:txBody>
      </p:sp>
      <p:sp>
        <p:nvSpPr>
          <p:cNvPr id="27" name="文本框 26"/>
          <p:cNvSpPr txBox="1"/>
          <p:nvPr>
            <p:custDataLst>
              <p:tags r:id="rId13"/>
            </p:custDataLst>
          </p:nvPr>
        </p:nvSpPr>
        <p:spPr>
          <a:xfrm>
            <a:off x="9225973" y="5594165"/>
            <a:ext cx="1304925" cy="504825"/>
          </a:xfrm>
          <a:prstGeom prst="rect">
            <a:avLst/>
          </a:prstGeom>
          <a:noFill/>
        </p:spPr>
        <p:txBody>
          <a:bodyPr wrap="square" rtlCol="0">
            <a:noAutofit/>
          </a:bodyPr>
          <a:lstStyle/>
          <a:p>
            <a:r>
              <a:rPr lang="en-US" altLang="zh-CN" sz="2400" b="1" dirty="0">
                <a:solidFill>
                  <a:srgbClr val="C00000"/>
                </a:solidFill>
              </a:rPr>
              <a:t>…</a:t>
            </a:r>
            <a:endParaRPr lang="zh-CN" altLang="en-US" sz="2400" b="1" dirty="0">
              <a:solidFill>
                <a:srgbClr val="C00000"/>
              </a:solidFill>
            </a:endParaRPr>
          </a:p>
        </p:txBody>
      </p:sp>
      <p:sp>
        <p:nvSpPr>
          <p:cNvPr id="8" name="文本框 7"/>
          <p:cNvSpPr txBox="1"/>
          <p:nvPr>
            <p:custDataLst>
              <p:tags r:id="rId14"/>
            </p:custDataLst>
          </p:nvPr>
        </p:nvSpPr>
        <p:spPr>
          <a:xfrm>
            <a:off x="458470" y="5293360"/>
            <a:ext cx="4569460" cy="1339215"/>
          </a:xfrm>
          <a:prstGeom prst="rect">
            <a:avLst/>
          </a:prstGeom>
          <a:solidFill>
            <a:schemeClr val="accent5">
              <a:lumMod val="75000"/>
            </a:schemeClr>
          </a:solidFill>
        </p:spPr>
        <p:txBody>
          <a:bodyPr wrap="square" rtlCol="0" anchor="t">
            <a:noAutofit/>
          </a:bodyPr>
          <a:lstStyle/>
          <a:p>
            <a:pPr algn="ctr"/>
            <a:r>
              <a:rPr lang="zh-CN" altLang="en-US" sz="4000" b="1" dirty="0">
                <a:solidFill>
                  <a:schemeClr val="bg1"/>
                </a:solidFill>
                <a:latin typeface="微软雅黑" charset="-122"/>
                <a:ea typeface="微软雅黑" charset="-122"/>
                <a:cs typeface="微软雅黑" charset="-122"/>
                <a:sym typeface="+mn-ea"/>
              </a:rPr>
              <a:t>不同梯度</a:t>
            </a:r>
            <a:r>
              <a:rPr lang="en-US" altLang="zh-CN" sz="4000" b="1" dirty="0">
                <a:solidFill>
                  <a:schemeClr val="bg1"/>
                </a:solidFill>
                <a:latin typeface="微软雅黑" charset="-122"/>
                <a:ea typeface="微软雅黑" charset="-122"/>
                <a:cs typeface="微软雅黑" charset="-122"/>
                <a:sym typeface="+mn-ea"/>
              </a:rPr>
              <a:t> </a:t>
            </a:r>
            <a:r>
              <a:rPr lang="zh-CN" altLang="en-US" sz="4000" b="1" dirty="0">
                <a:solidFill>
                  <a:schemeClr val="bg1"/>
                </a:solidFill>
                <a:latin typeface="微软雅黑" charset="-122"/>
                <a:ea typeface="微软雅黑" charset="-122"/>
                <a:cs typeface="微软雅黑" charset="-122"/>
                <a:sym typeface="+mn-ea"/>
              </a:rPr>
              <a:t>梯度优先</a:t>
            </a:r>
            <a:endParaRPr lang="zh-CN" altLang="en-US" sz="4000" b="1" dirty="0">
              <a:solidFill>
                <a:schemeClr val="bg1"/>
              </a:solidFill>
              <a:latin typeface="微软雅黑" charset="-122"/>
              <a:ea typeface="微软雅黑" charset="-122"/>
              <a:cs typeface="微软雅黑" charset="-122"/>
            </a:endParaRPr>
          </a:p>
          <a:p>
            <a:pPr algn="ctr"/>
            <a:r>
              <a:rPr lang="zh-CN" altLang="en-US" sz="4000" b="1" dirty="0">
                <a:solidFill>
                  <a:schemeClr val="bg1"/>
                </a:solidFill>
                <a:latin typeface="微软雅黑" charset="-122"/>
                <a:ea typeface="微软雅黑" charset="-122"/>
                <a:cs typeface="微软雅黑" charset="-122"/>
                <a:sym typeface="+mn-ea"/>
              </a:rPr>
              <a:t>同一梯度</a:t>
            </a:r>
            <a:r>
              <a:rPr lang="en-US" altLang="zh-CN" sz="4000" b="1" dirty="0">
                <a:solidFill>
                  <a:schemeClr val="bg1"/>
                </a:solidFill>
                <a:latin typeface="微软雅黑" charset="-122"/>
                <a:ea typeface="微软雅黑" charset="-122"/>
                <a:cs typeface="微软雅黑" charset="-122"/>
                <a:sym typeface="+mn-ea"/>
              </a:rPr>
              <a:t> </a:t>
            </a:r>
            <a:r>
              <a:rPr lang="zh-CN" altLang="en-US" sz="4000" b="1" dirty="0">
                <a:solidFill>
                  <a:schemeClr val="bg1"/>
                </a:solidFill>
                <a:latin typeface="微软雅黑" charset="-122"/>
                <a:ea typeface="微软雅黑" charset="-122"/>
                <a:cs typeface="微软雅黑" charset="-122"/>
                <a:sym typeface="+mn-ea"/>
              </a:rPr>
              <a:t>志愿优先</a:t>
            </a:r>
            <a:endParaRPr lang="zh-CN" altLang="en-US" sz="4000" b="1" dirty="0">
              <a:solidFill>
                <a:schemeClr val="bg1"/>
              </a:solidFill>
              <a:latin typeface="微软雅黑" charset="-122"/>
              <a:ea typeface="微软雅黑" charset="-122"/>
              <a:cs typeface="微软雅黑" charset="-122"/>
              <a:sym typeface="+mn-ea"/>
            </a:endParaRPr>
          </a:p>
        </p:txBody>
      </p:sp>
      <p:sp>
        <p:nvSpPr>
          <p:cNvPr id="13" name="文本框 12"/>
          <p:cNvSpPr txBox="1"/>
          <p:nvPr>
            <p:custDataLst>
              <p:tags r:id="rId15"/>
            </p:custDataLst>
          </p:nvPr>
        </p:nvSpPr>
        <p:spPr>
          <a:xfrm>
            <a:off x="5372735" y="6298248"/>
            <a:ext cx="5080000" cy="368300"/>
          </a:xfrm>
          <a:prstGeom prst="rect">
            <a:avLst/>
          </a:prstGeom>
        </p:spPr>
        <p:txBody>
          <a:bodyPr>
            <a:spAutoFit/>
          </a:bodyPr>
          <a:lstStyle/>
          <a:p>
            <a:pPr marL="0" indent="0" algn="just"/>
            <a:r>
              <a:rPr lang="zh-CN" altLang="en-US" b="1" i="0" dirty="0">
                <a:solidFill>
                  <a:srgbClr val="22AB6B"/>
                </a:solidFill>
                <a:latin typeface="微软雅黑" charset="-122"/>
                <a:ea typeface="微软雅黑" charset="-122"/>
                <a:cs typeface="微软雅黑" charset="-122"/>
              </a:rPr>
              <a:t>全市普通高中录取最低控制分数线：</a:t>
            </a:r>
            <a:r>
              <a:rPr lang="en-US" altLang="zh-CN" b="1" i="0" dirty="0">
                <a:solidFill>
                  <a:srgbClr val="22AB6B"/>
                </a:solidFill>
                <a:latin typeface="微软雅黑" charset="-122"/>
                <a:ea typeface="微软雅黑" charset="-122"/>
                <a:cs typeface="微软雅黑" charset="-122"/>
              </a:rPr>
              <a:t>487</a:t>
            </a:r>
            <a:r>
              <a:rPr lang="zh-CN" altLang="en-US" b="1" i="0" dirty="0">
                <a:solidFill>
                  <a:srgbClr val="22AB6B"/>
                </a:solidFill>
                <a:latin typeface="微软雅黑" charset="-122"/>
                <a:ea typeface="微软雅黑" charset="-122"/>
                <a:cs typeface="微软雅黑" charset="-122"/>
              </a:rPr>
              <a:t>分</a:t>
            </a:r>
            <a:endParaRPr lang="zh-CN" altLang="en-US" b="1" i="0" dirty="0">
              <a:solidFill>
                <a:srgbClr val="22AB6B"/>
              </a:solidFill>
              <a:latin typeface="微软雅黑" charset="-122"/>
              <a:ea typeface="微软雅黑" charset="-122"/>
              <a:cs typeface="微软雅黑" charset="-122"/>
            </a:endParaRPr>
          </a:p>
        </p:txBody>
      </p:sp>
      <p:sp>
        <p:nvSpPr>
          <p:cNvPr id="30" name="圆角矩形 29"/>
          <p:cNvSpPr/>
          <p:nvPr>
            <p:custDataLst>
              <p:tags r:id="rId16"/>
            </p:custDataLst>
          </p:nvPr>
        </p:nvSpPr>
        <p:spPr>
          <a:xfrm>
            <a:off x="9969500" y="1054100"/>
            <a:ext cx="1537970" cy="572770"/>
          </a:xfrm>
          <a:prstGeom prst="roundRect">
            <a:avLst/>
          </a:prstGeom>
          <a:solidFill>
            <a:schemeClr val="accent1"/>
          </a:solidFill>
          <a:ln>
            <a:noFill/>
            <a:prstDash val="sysDash"/>
          </a:ln>
        </p:spPr>
        <p:txBody>
          <a:bodyPr wrap="square" anchor="ctr" anchorCtr="0">
            <a:noAutofit/>
          </a:bodyPr>
          <a:lstStyle/>
          <a:p>
            <a:pPr indent="0" algn="ctr">
              <a:buNone/>
            </a:pPr>
            <a:r>
              <a:rPr lang="zh-CN" altLang="en-US" sz="2400" b="1" dirty="0">
                <a:solidFill>
                  <a:schemeClr val="bg1"/>
                </a:solidFill>
                <a:sym typeface="+mn-ea"/>
              </a:rPr>
              <a:t>第一档</a:t>
            </a:r>
            <a:endParaRPr lang="zh-CN" altLang="en-US" sz="2400" b="1" dirty="0">
              <a:solidFill>
                <a:schemeClr val="bg1"/>
              </a:solidFill>
              <a:sym typeface="+mn-ea"/>
            </a:endParaRPr>
          </a:p>
        </p:txBody>
      </p:sp>
      <p:sp>
        <p:nvSpPr>
          <p:cNvPr id="31" name="圆角矩形 30"/>
          <p:cNvSpPr/>
          <p:nvPr>
            <p:custDataLst>
              <p:tags r:id="rId17"/>
            </p:custDataLst>
          </p:nvPr>
        </p:nvSpPr>
        <p:spPr>
          <a:xfrm>
            <a:off x="9969500" y="1946275"/>
            <a:ext cx="1537970" cy="572770"/>
          </a:xfrm>
          <a:prstGeom prst="roundRect">
            <a:avLst/>
          </a:prstGeom>
          <a:solidFill>
            <a:schemeClr val="accent1"/>
          </a:solidFill>
          <a:ln>
            <a:noFill/>
            <a:prstDash val="sysDash"/>
          </a:ln>
        </p:spPr>
        <p:txBody>
          <a:bodyPr wrap="square" anchor="ctr" anchorCtr="0">
            <a:noAutofit/>
          </a:bodyPr>
          <a:lstStyle/>
          <a:p>
            <a:pPr indent="0" algn="ctr">
              <a:buNone/>
            </a:pPr>
            <a:r>
              <a:rPr lang="zh-CN" altLang="en-US" sz="2400" b="1" dirty="0">
                <a:solidFill>
                  <a:schemeClr val="bg1"/>
                </a:solidFill>
                <a:sym typeface="+mn-ea"/>
              </a:rPr>
              <a:t>第二档</a:t>
            </a:r>
            <a:endParaRPr lang="zh-CN" altLang="en-US" sz="2400" b="1" dirty="0">
              <a:solidFill>
                <a:schemeClr val="bg1"/>
              </a:solidFill>
              <a:sym typeface="+mn-ea"/>
            </a:endParaRPr>
          </a:p>
        </p:txBody>
      </p:sp>
      <p:sp>
        <p:nvSpPr>
          <p:cNvPr id="35" name="圆角矩形 34"/>
          <p:cNvSpPr/>
          <p:nvPr>
            <p:custDataLst>
              <p:tags r:id="rId18"/>
            </p:custDataLst>
          </p:nvPr>
        </p:nvSpPr>
        <p:spPr>
          <a:xfrm>
            <a:off x="9969500" y="2838450"/>
            <a:ext cx="1537970" cy="572770"/>
          </a:xfrm>
          <a:prstGeom prst="roundRect">
            <a:avLst/>
          </a:prstGeom>
          <a:solidFill>
            <a:schemeClr val="accent1"/>
          </a:solidFill>
          <a:ln>
            <a:noFill/>
            <a:prstDash val="sysDash"/>
          </a:ln>
        </p:spPr>
        <p:txBody>
          <a:bodyPr wrap="square" anchor="ctr" anchorCtr="0">
            <a:noAutofit/>
          </a:bodyPr>
          <a:lstStyle/>
          <a:p>
            <a:pPr indent="0" algn="ctr">
              <a:buNone/>
            </a:pPr>
            <a:r>
              <a:rPr lang="zh-CN" altLang="en-US" sz="2400" b="1" dirty="0">
                <a:solidFill>
                  <a:schemeClr val="bg1"/>
                </a:solidFill>
                <a:sym typeface="+mn-ea"/>
              </a:rPr>
              <a:t>第三档</a:t>
            </a:r>
            <a:endParaRPr lang="zh-CN" altLang="en-US" sz="2400" b="1" dirty="0">
              <a:solidFill>
                <a:schemeClr val="bg1"/>
              </a:solidFill>
              <a:sym typeface="+mn-ea"/>
            </a:endParaRPr>
          </a:p>
        </p:txBody>
      </p:sp>
      <p:sp>
        <p:nvSpPr>
          <p:cNvPr id="39" name="圆角矩形 38"/>
          <p:cNvSpPr/>
          <p:nvPr>
            <p:custDataLst>
              <p:tags r:id="rId19"/>
            </p:custDataLst>
          </p:nvPr>
        </p:nvSpPr>
        <p:spPr>
          <a:xfrm>
            <a:off x="9969500" y="3730625"/>
            <a:ext cx="1537970" cy="572770"/>
          </a:xfrm>
          <a:prstGeom prst="roundRect">
            <a:avLst/>
          </a:prstGeom>
          <a:solidFill>
            <a:schemeClr val="accent1"/>
          </a:solidFill>
          <a:ln>
            <a:noFill/>
            <a:prstDash val="sysDash"/>
          </a:ln>
        </p:spPr>
        <p:txBody>
          <a:bodyPr wrap="square" anchor="ctr" anchorCtr="0">
            <a:noAutofit/>
          </a:bodyPr>
          <a:lstStyle/>
          <a:p>
            <a:pPr indent="0" algn="ctr">
              <a:buNone/>
            </a:pPr>
            <a:r>
              <a:rPr lang="zh-CN" altLang="en-US" sz="2400" b="1" dirty="0">
                <a:solidFill>
                  <a:schemeClr val="bg1"/>
                </a:solidFill>
                <a:sym typeface="+mn-ea"/>
              </a:rPr>
              <a:t>第四档</a:t>
            </a:r>
            <a:endParaRPr lang="zh-CN" altLang="en-US" sz="2400" b="1" dirty="0">
              <a:solidFill>
                <a:schemeClr val="bg1"/>
              </a:solidFill>
              <a:sym typeface="+mn-ea"/>
            </a:endParaRPr>
          </a:p>
        </p:txBody>
      </p:sp>
      <p:sp>
        <p:nvSpPr>
          <p:cNvPr id="40" name="圆角矩形 39"/>
          <p:cNvSpPr/>
          <p:nvPr>
            <p:custDataLst>
              <p:tags r:id="rId20"/>
            </p:custDataLst>
          </p:nvPr>
        </p:nvSpPr>
        <p:spPr>
          <a:xfrm>
            <a:off x="9969500" y="4622800"/>
            <a:ext cx="1537970" cy="572770"/>
          </a:xfrm>
          <a:prstGeom prst="roundRect">
            <a:avLst/>
          </a:prstGeom>
          <a:solidFill>
            <a:schemeClr val="accent1"/>
          </a:solidFill>
          <a:ln>
            <a:noFill/>
            <a:prstDash val="sysDash"/>
          </a:ln>
        </p:spPr>
        <p:txBody>
          <a:bodyPr wrap="square" anchor="ctr" anchorCtr="0">
            <a:noAutofit/>
          </a:bodyPr>
          <a:lstStyle/>
          <a:p>
            <a:pPr indent="0" algn="ctr">
              <a:buNone/>
            </a:pPr>
            <a:r>
              <a:rPr lang="zh-CN" altLang="en-US" sz="2400" b="1" dirty="0">
                <a:solidFill>
                  <a:schemeClr val="bg1"/>
                </a:solidFill>
                <a:sym typeface="+mn-ea"/>
              </a:rPr>
              <a:t>第五档</a:t>
            </a:r>
            <a:endParaRPr lang="zh-CN" altLang="en-US" sz="2400" b="1" dirty="0">
              <a:solidFill>
                <a:schemeClr val="bg1"/>
              </a:solidFill>
              <a:sym typeface="+mn-ea"/>
            </a:endParaRPr>
          </a:p>
        </p:txBody>
      </p:sp>
      <p:sp>
        <p:nvSpPr>
          <p:cNvPr id="3" name="文本框 2"/>
          <p:cNvSpPr txBox="1"/>
          <p:nvPr>
            <p:custDataLst>
              <p:tags r:id="rId21"/>
            </p:custDataLst>
          </p:nvPr>
        </p:nvSpPr>
        <p:spPr>
          <a:xfrm>
            <a:off x="747395" y="900430"/>
            <a:ext cx="3995420" cy="4391660"/>
          </a:xfrm>
          <a:prstGeom prst="rect">
            <a:avLst/>
          </a:prstGeom>
          <a:noFill/>
          <a:ln w="25400">
            <a:noFill/>
            <a:prstDash val="sysDash"/>
          </a:ln>
        </p:spPr>
        <p:txBody>
          <a:bodyPr wrap="square" rtlCol="0">
            <a:noAutofit/>
          </a:bodyPr>
          <a:lstStyle/>
          <a:p>
            <a:r>
              <a:rPr kumimoji="1" lang="zh-CN" altLang="en-US" sz="2800" b="1" dirty="0">
                <a:solidFill>
                  <a:schemeClr val="accent5">
                    <a:lumMod val="75000"/>
                  </a:schemeClr>
                </a:solidFill>
                <a:latin typeface="微软雅黑" charset="-122"/>
                <a:ea typeface="微软雅黑" charset="-122"/>
                <a:cs typeface="微软雅黑" charset="-122"/>
              </a:rPr>
              <a:t>录取规则 分段投档</a:t>
            </a:r>
            <a:endParaRPr kumimoji="1" lang="en-US" altLang="zh-CN" sz="2800" b="1" dirty="0">
              <a:solidFill>
                <a:schemeClr val="accent5">
                  <a:lumMod val="75000"/>
                </a:schemeClr>
              </a:solidFill>
              <a:latin typeface="微软雅黑" charset="-122"/>
              <a:ea typeface="微软雅黑" charset="-122"/>
              <a:cs typeface="微软雅黑" charset="-122"/>
            </a:endParaRPr>
          </a:p>
          <a:p>
            <a:r>
              <a:rPr lang="zh-CN" altLang="en-US" sz="1350" dirty="0">
                <a:latin typeface="微软雅黑" charset="-122"/>
                <a:ea typeface="微软雅黑" charset="-122"/>
                <a:cs typeface="微软雅黑" charset="-122"/>
              </a:rPr>
              <a:t>  </a:t>
            </a:r>
            <a:endParaRPr kumimoji="1" lang="en-US" altLang="zh-CN" sz="1400" b="1" dirty="0">
              <a:latin typeface="微软雅黑" charset="-122"/>
              <a:ea typeface="微软雅黑" charset="-122"/>
              <a:cs typeface="微软雅黑" charset="-122"/>
            </a:endParaRPr>
          </a:p>
          <a:p>
            <a:r>
              <a:rPr kumimoji="1" lang="zh-CN" altLang="en-US" b="1" dirty="0">
                <a:latin typeface="微软雅黑" charset="-122"/>
                <a:ea typeface="微软雅黑" charset="-122"/>
                <a:cs typeface="微软雅黑" charset="-122"/>
              </a:rPr>
              <a:t>每</a:t>
            </a:r>
            <a:r>
              <a:rPr kumimoji="1" lang="en-US" altLang="zh-CN" b="1" dirty="0">
                <a:latin typeface="微软雅黑" charset="-122"/>
                <a:ea typeface="微软雅黑" charset="-122"/>
                <a:cs typeface="微软雅黑" charset="-122"/>
              </a:rPr>
              <a:t>40</a:t>
            </a:r>
            <a:r>
              <a:rPr kumimoji="1" lang="zh-CN" altLang="en-US" b="1" dirty="0">
                <a:latin typeface="微软雅黑" charset="-122"/>
                <a:ea typeface="微软雅黑" charset="-122"/>
                <a:cs typeface="微软雅黑" charset="-122"/>
              </a:rPr>
              <a:t>分一个档次一共可以填</a:t>
            </a:r>
            <a:r>
              <a:rPr kumimoji="1" lang="en-US" altLang="zh-CN" b="1" dirty="0">
                <a:latin typeface="微软雅黑" charset="-122"/>
                <a:ea typeface="微软雅黑" charset="-122"/>
                <a:cs typeface="微软雅黑" charset="-122"/>
              </a:rPr>
              <a:t>6</a:t>
            </a:r>
            <a:r>
              <a:rPr kumimoji="1" lang="zh-CN" altLang="en-US" b="1" dirty="0">
                <a:latin typeface="微软雅黑" charset="-122"/>
                <a:ea typeface="微软雅黑" charset="-122"/>
                <a:cs typeface="微软雅黑" charset="-122"/>
              </a:rPr>
              <a:t>个志愿。</a:t>
            </a:r>
            <a:br>
              <a:rPr kumimoji="1" lang="zh-CN" altLang="en-US" b="1" dirty="0">
                <a:latin typeface="微软雅黑" charset="-122"/>
                <a:ea typeface="微软雅黑" charset="-122"/>
                <a:cs typeface="微软雅黑" charset="-122"/>
              </a:rPr>
            </a:br>
            <a:r>
              <a:rPr kumimoji="1" lang="zh-CN" altLang="en-US" b="1" dirty="0">
                <a:latin typeface="微软雅黑" charset="-122"/>
                <a:ea typeface="微软雅黑" charset="-122"/>
                <a:cs typeface="微软雅黑" charset="-122"/>
              </a:rPr>
              <a:t>说到底，就是每</a:t>
            </a:r>
            <a:r>
              <a:rPr kumimoji="1" lang="en-US" altLang="zh-CN" b="1" dirty="0">
                <a:latin typeface="微软雅黑" charset="-122"/>
                <a:ea typeface="微软雅黑" charset="-122"/>
                <a:cs typeface="微软雅黑" charset="-122"/>
              </a:rPr>
              <a:t>40</a:t>
            </a:r>
            <a:r>
              <a:rPr kumimoji="1" lang="zh-CN" altLang="en-US" b="1" dirty="0">
                <a:latin typeface="微软雅黑" charset="-122"/>
                <a:ea typeface="微软雅黑" charset="-122"/>
                <a:cs typeface="微软雅黑" charset="-122"/>
              </a:rPr>
              <a:t>分一条“保护线”，从第一次投档控制线开始往下移动每</a:t>
            </a:r>
            <a:r>
              <a:rPr kumimoji="1" lang="en-US" altLang="zh-CN" b="1" dirty="0">
                <a:latin typeface="微软雅黑" charset="-122"/>
                <a:ea typeface="微软雅黑" charset="-122"/>
                <a:cs typeface="微软雅黑" charset="-122"/>
              </a:rPr>
              <a:t>40</a:t>
            </a:r>
            <a:r>
              <a:rPr kumimoji="1" lang="zh-CN" altLang="en-US" b="1" dirty="0">
                <a:latin typeface="微软雅黑" charset="-122"/>
                <a:ea typeface="微软雅黑" charset="-122"/>
                <a:cs typeface="微软雅黑" charset="-122"/>
              </a:rPr>
              <a:t>分设置一条线。</a:t>
            </a:r>
            <a:endParaRPr kumimoji="1" lang="en-US" altLang="zh-CN" b="1" dirty="0">
              <a:latin typeface="微软雅黑" charset="-122"/>
              <a:ea typeface="微软雅黑" charset="-122"/>
              <a:cs typeface="微软雅黑" charset="-122"/>
            </a:endParaRPr>
          </a:p>
          <a:p>
            <a:br>
              <a:rPr kumimoji="1" lang="zh-CN" altLang="en-US" b="1" dirty="0">
                <a:latin typeface="微软雅黑" charset="-122"/>
                <a:ea typeface="微软雅黑" charset="-122"/>
                <a:cs typeface="微软雅黑" charset="-122"/>
              </a:rPr>
            </a:br>
            <a:r>
              <a:rPr kumimoji="1" lang="zh-CN" altLang="en-US" b="1" dirty="0">
                <a:latin typeface="微软雅黑" charset="-122"/>
                <a:ea typeface="微软雅黑" charset="-122"/>
                <a:cs typeface="微软雅黑" charset="-122"/>
              </a:rPr>
              <a:t>在</a:t>
            </a:r>
            <a:r>
              <a:rPr kumimoji="1" lang="zh-CN" altLang="en-US" b="1" dirty="0">
                <a:solidFill>
                  <a:srgbClr val="FF0000"/>
                </a:solidFill>
                <a:latin typeface="微软雅黑" charset="-122"/>
                <a:ea typeface="微软雅黑" charset="-122"/>
                <a:cs typeface="微软雅黑" charset="-122"/>
              </a:rPr>
              <a:t>同个</a:t>
            </a:r>
            <a:r>
              <a:rPr kumimoji="1" lang="zh-CN" altLang="en-US" b="1" dirty="0">
                <a:latin typeface="微软雅黑" charset="-122"/>
                <a:ea typeface="微软雅黑" charset="-122"/>
                <a:cs typeface="微软雅黑" charset="-122"/>
              </a:rPr>
              <a:t>分数段之间的考生，遵循”先</a:t>
            </a:r>
            <a:r>
              <a:rPr kumimoji="1" lang="zh-CN" altLang="en-US" b="1" dirty="0">
                <a:solidFill>
                  <a:schemeClr val="accent3">
                    <a:lumMod val="50000"/>
                  </a:schemeClr>
                </a:solidFill>
                <a:latin typeface="微软雅黑" charset="-122"/>
                <a:ea typeface="微软雅黑" charset="-122"/>
                <a:cs typeface="微软雅黑" charset="-122"/>
              </a:rPr>
              <a:t>志愿优先、后分数优先</a:t>
            </a:r>
            <a:r>
              <a:rPr kumimoji="1" lang="zh-CN" altLang="en-US" b="1" dirty="0">
                <a:latin typeface="微软雅黑" charset="-122"/>
                <a:ea typeface="微软雅黑" charset="-122"/>
                <a:cs typeface="微软雅黑" charset="-122"/>
              </a:rPr>
              <a:t>“的原则。</a:t>
            </a:r>
            <a:endParaRPr kumimoji="1" lang="en-US" altLang="zh-CN" b="1" dirty="0">
              <a:latin typeface="微软雅黑" charset="-122"/>
              <a:ea typeface="微软雅黑" charset="-122"/>
              <a:cs typeface="微软雅黑" charset="-122"/>
            </a:endParaRPr>
          </a:p>
          <a:p>
            <a:endParaRPr kumimoji="1" lang="en-US" altLang="zh-CN" b="1" dirty="0">
              <a:latin typeface="微软雅黑" charset="-122"/>
              <a:ea typeface="微软雅黑" charset="-122"/>
              <a:cs typeface="微软雅黑" charset="-122"/>
            </a:endParaRPr>
          </a:p>
          <a:p>
            <a:r>
              <a:rPr kumimoji="1" lang="zh-CN" altLang="en-US" b="1" dirty="0">
                <a:latin typeface="微软雅黑" charset="-122"/>
                <a:ea typeface="微软雅黑" charset="-122"/>
                <a:cs typeface="微软雅黑" charset="-122"/>
              </a:rPr>
              <a:t>在</a:t>
            </a:r>
            <a:r>
              <a:rPr kumimoji="1" lang="zh-CN" altLang="en-US" b="1" dirty="0">
                <a:solidFill>
                  <a:srgbClr val="FF0000"/>
                </a:solidFill>
                <a:latin typeface="微软雅黑" charset="-122"/>
                <a:ea typeface="微软雅黑" charset="-122"/>
                <a:cs typeface="微软雅黑" charset="-122"/>
              </a:rPr>
              <a:t>不同</a:t>
            </a:r>
            <a:r>
              <a:rPr kumimoji="1" lang="zh-CN" altLang="en-US" b="1" dirty="0">
                <a:latin typeface="微软雅黑" charset="-122"/>
                <a:ea typeface="微软雅黑" charset="-122"/>
                <a:cs typeface="微软雅黑" charset="-122"/>
              </a:rPr>
              <a:t>分数段之间的考生，遵循”先</a:t>
            </a:r>
            <a:r>
              <a:rPr kumimoji="1" lang="zh-CN" altLang="en-US" b="1" dirty="0">
                <a:solidFill>
                  <a:schemeClr val="accent3">
                    <a:lumMod val="50000"/>
                  </a:schemeClr>
                </a:solidFill>
                <a:latin typeface="微软雅黑" charset="-122"/>
                <a:ea typeface="微软雅黑" charset="-122"/>
                <a:cs typeface="微软雅黑" charset="-122"/>
              </a:rPr>
              <a:t>高分优先、后志愿优先</a:t>
            </a:r>
            <a:r>
              <a:rPr kumimoji="1" lang="zh-CN" altLang="en-US" b="1" dirty="0">
                <a:latin typeface="微软雅黑" charset="-122"/>
                <a:ea typeface="微软雅黑" charset="-122"/>
                <a:cs typeface="微软雅黑" charset="-122"/>
              </a:rPr>
              <a:t>“的原则。</a:t>
            </a:r>
            <a:endParaRPr kumimoji="1" lang="en-US" altLang="zh-CN" b="1" dirty="0">
              <a:latin typeface="微软雅黑" charset="-122"/>
              <a:ea typeface="微软雅黑" charset="-122"/>
              <a:cs typeface="微软雅黑" charset="-122"/>
            </a:endParaRPr>
          </a:p>
          <a:p>
            <a:endParaRPr kumimoji="1" lang="en-US" altLang="zh-CN" b="1" dirty="0">
              <a:latin typeface="微软雅黑" charset="-122"/>
              <a:ea typeface="微软雅黑" charset="-122"/>
              <a:cs typeface="微软雅黑" charset="-122"/>
            </a:endParaRPr>
          </a:p>
          <a:p>
            <a:r>
              <a:rPr kumimoji="1" lang="zh-CN" altLang="en-US" b="1" dirty="0">
                <a:solidFill>
                  <a:srgbClr val="FF0000"/>
                </a:solidFill>
                <a:latin typeface="微软雅黑" charset="-122"/>
                <a:ea typeface="微软雅黑" charset="-122"/>
                <a:cs typeface="微软雅黑" charset="-122"/>
              </a:rPr>
              <a:t>国家级示范性高中</a:t>
            </a:r>
            <a:r>
              <a:rPr kumimoji="1" lang="zh-CN" altLang="en-US" b="1" dirty="0">
                <a:latin typeface="微软雅黑" charset="-122"/>
                <a:ea typeface="微软雅黑" charset="-122"/>
                <a:cs typeface="微软雅黑" charset="-122"/>
              </a:rPr>
              <a:t>不会低于第三梯度的控制线</a:t>
            </a:r>
            <a:endParaRPr kumimoji="1" lang="en-US" altLang="zh-CN" b="1" dirty="0">
              <a:latin typeface="微软雅黑" charset="-122"/>
              <a:ea typeface="微软雅黑" charset="-122"/>
              <a:cs typeface="微软雅黑" charset="-122"/>
            </a:endParaRPr>
          </a:p>
          <a:p>
            <a:endParaRPr lang="en-US" altLang="zh-CN" dirty="0">
              <a:latin typeface="微软雅黑" charset="-122"/>
              <a:ea typeface="微软雅黑" charset="-122"/>
              <a:cs typeface="微软雅黑" charset="-122"/>
            </a:endParaRPr>
          </a:p>
          <a:p>
            <a:endParaRPr lang="zh-CN" altLang="en-US" sz="2400" b="1" dirty="0">
              <a:solidFill>
                <a:srgbClr val="FF0000"/>
              </a:solidFill>
              <a:latin typeface="微软雅黑" charset="-122"/>
              <a:ea typeface="微软雅黑" charset="-122"/>
              <a:cs typeface="微软雅黑" charset="-122"/>
            </a:endParaRPr>
          </a:p>
        </p:txBody>
      </p:sp>
      <p:sp>
        <p:nvSpPr>
          <p:cNvPr id="41" name="圆角矩形 40"/>
          <p:cNvSpPr/>
          <p:nvPr/>
        </p:nvSpPr>
        <p:spPr>
          <a:xfrm>
            <a:off x="688975" y="916940"/>
            <a:ext cx="3371215" cy="520065"/>
          </a:xfrm>
          <a:prstGeom prst="roundRect">
            <a:avLst/>
          </a:prstGeom>
          <a:ln>
            <a:solidFill>
              <a:schemeClr val="accent5">
                <a:lumMod val="75000"/>
              </a:schemeClr>
            </a:solidFill>
            <a:prstDash val="sysDash"/>
          </a:ln>
        </p:spPr>
        <p:txBody>
          <a:bodyPr wrap="square">
            <a:spAutoFit/>
          </a:bodyPr>
          <a:lstStyle/>
          <a:p>
            <a:pPr marL="342900" indent="-342900">
              <a:buAutoNum type="ea1ChsPlain"/>
            </a:pPr>
            <a:endParaRPr lang="zh-CN" altLang="en-US" b="1" dirty="0">
              <a:solidFill>
                <a:srgbClr val="FF0000"/>
              </a:solidFill>
            </a:endParaRPr>
          </a:p>
        </p:txBody>
      </p:sp>
      <p:sp>
        <p:nvSpPr>
          <p:cNvPr id="21" name="流程图: 可选过程 20"/>
          <p:cNvSpPr/>
          <p:nvPr>
            <p:custDataLst>
              <p:tags r:id="rId22"/>
            </p:custDataLst>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第三批</a:t>
            </a:r>
            <a:endParaRPr lang="zh-CN" altLang="en-US" sz="2800" b="1" dirty="0">
              <a:solidFill>
                <a:schemeClr val="tx1"/>
              </a:solidFill>
            </a:endParaRPr>
          </a:p>
        </p:txBody>
      </p:sp>
      <p:sp>
        <p:nvSpPr>
          <p:cNvPr id="22" name="流程图: 可选过程 21"/>
          <p:cNvSpPr/>
          <p:nvPr>
            <p:custDataLst>
              <p:tags r:id="rId23"/>
            </p:custDataLst>
          </p:nvPr>
        </p:nvSpPr>
        <p:spPr>
          <a:xfrm>
            <a:off x="13018"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23" name="流程图: 可选过程 22"/>
          <p:cNvSpPr/>
          <p:nvPr>
            <p:custDataLst>
              <p:tags r:id="rId24"/>
            </p:custDataLst>
          </p:nvPr>
        </p:nvSpPr>
        <p:spPr>
          <a:xfrm>
            <a:off x="4825365" y="16510"/>
            <a:ext cx="200596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lgn="ctr">
              <a:defRPr>
                <a:solidFill>
                  <a:srgbClr val="000000"/>
                </a:solidFill>
              </a:defRPr>
            </a:pPr>
            <a:r>
              <a:rPr lang="zh-CN" altLang="en-US" sz="2800" b="1" dirty="0">
                <a:solidFill>
                  <a:schemeClr val="tx1"/>
                </a:solidFill>
              </a:rPr>
              <a:t>规则</a:t>
            </a:r>
            <a:endParaRPr lang="zh-CN" altLang="en-US" sz="28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3"/>
          <p:cNvSpPr/>
          <p:nvPr/>
        </p:nvSpPr>
        <p:spPr>
          <a:xfrm>
            <a:off x="3419475" y="16510"/>
            <a:ext cx="13773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solidFill>
                  <a:srgbClr val="000000"/>
                </a:solidFill>
              </a:defRPr>
            </a:pPr>
            <a:r>
              <a:rPr lang="zh-CN" altLang="en-US" sz="2800" b="1" dirty="0">
                <a:solidFill>
                  <a:schemeClr val="tx1"/>
                </a:solidFill>
              </a:rPr>
              <a:t>第四批</a:t>
            </a:r>
            <a:endParaRPr lang="zh-CN" altLang="en-US" sz="2800" b="1" dirty="0">
              <a:solidFill>
                <a:schemeClr val="tx1"/>
              </a:solidFill>
            </a:endParaRPr>
          </a:p>
        </p:txBody>
      </p:sp>
      <p:sp>
        <p:nvSpPr>
          <p:cNvPr id="3" name="流程图: 可选过程 1"/>
          <p:cNvSpPr/>
          <p:nvPr/>
        </p:nvSpPr>
        <p:spPr>
          <a:xfrm>
            <a:off x="13018"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中考批次介绍</a:t>
            </a:r>
            <a:endParaRPr lang="zh-CN" altLang="en-US" sz="3200" b="1" dirty="0">
              <a:solidFill>
                <a:schemeClr val="bg1"/>
              </a:solidFill>
              <a:sym typeface="+mn-ea"/>
            </a:endParaRPr>
          </a:p>
        </p:txBody>
      </p:sp>
      <p:sp>
        <p:nvSpPr>
          <p:cNvPr id="4" name="流程图: 可选过程 6"/>
          <p:cNvSpPr/>
          <p:nvPr/>
        </p:nvSpPr>
        <p:spPr>
          <a:xfrm>
            <a:off x="4825365" y="16510"/>
            <a:ext cx="200596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solidFill>
                  <a:srgbClr val="000000"/>
                </a:solidFill>
              </a:defRPr>
            </a:pPr>
            <a:r>
              <a:rPr lang="zh-CN" altLang="en-US" sz="2800" b="1" dirty="0">
                <a:solidFill>
                  <a:schemeClr val="tx1"/>
                </a:solidFill>
              </a:rPr>
              <a:t>普通高中</a:t>
            </a:r>
            <a:endParaRPr lang="zh-CN" altLang="en-US" sz="2800" b="1" dirty="0">
              <a:solidFill>
                <a:schemeClr val="tx1"/>
              </a:solidFill>
            </a:endParaRPr>
          </a:p>
        </p:txBody>
      </p:sp>
      <p:graphicFrame>
        <p:nvGraphicFramePr>
          <p:cNvPr id="5" name="表格 4"/>
          <p:cNvGraphicFramePr>
            <a:graphicFrameLocks noGrp="1"/>
          </p:cNvGraphicFramePr>
          <p:nvPr/>
        </p:nvGraphicFramePr>
        <p:xfrm>
          <a:off x="222124" y="700973"/>
          <a:ext cx="5244398" cy="6157027"/>
        </p:xfrm>
        <a:graphic>
          <a:graphicData uri="http://schemas.openxmlformats.org/drawingml/2006/table">
            <a:tbl>
              <a:tblPr/>
              <a:tblGrid>
                <a:gridCol w="434692"/>
                <a:gridCol w="2444193"/>
                <a:gridCol w="507890"/>
                <a:gridCol w="1857623"/>
              </a:tblGrid>
              <a:tr h="255144">
                <a:tc>
                  <a:txBody>
                    <a:bodyPr/>
                    <a:lstStyle/>
                    <a:p>
                      <a:pPr algn="ctr" fontAlgn="ctr"/>
                      <a:r>
                        <a:rPr lang="zh-CN" altLang="en-US" sz="1400" b="1">
                          <a:solidFill>
                            <a:srgbClr val="FFFFFF"/>
                          </a:solidFill>
                          <a:effectLst/>
                          <a:latin typeface="宋体" pitchFamily="2" charset="-122"/>
                          <a:ea typeface="宋体" pitchFamily="2" charset="-122"/>
                        </a:rPr>
                        <a:t>序号</a:t>
                      </a:r>
                      <a:endParaRPr lang="zh-CN" altLang="en-US" sz="1400" b="1">
                        <a:solidFill>
                          <a:srgbClr val="FFFFFF"/>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6AA"/>
                    </a:solidFill>
                  </a:tcPr>
                </a:tc>
                <a:tc>
                  <a:txBody>
                    <a:bodyPr/>
                    <a:lstStyle/>
                    <a:p>
                      <a:pPr algn="ctr" fontAlgn="ctr"/>
                      <a:r>
                        <a:rPr lang="zh-CN" altLang="en-US" sz="1400" b="1">
                          <a:solidFill>
                            <a:srgbClr val="FFFFFF"/>
                          </a:solidFill>
                          <a:effectLst/>
                          <a:latin typeface="宋体" pitchFamily="2" charset="-122"/>
                          <a:ea typeface="宋体" pitchFamily="2" charset="-122"/>
                        </a:rPr>
                        <a:t>学校名称</a:t>
                      </a:r>
                      <a:endParaRPr lang="zh-CN" altLang="en-US" sz="1400" b="1">
                        <a:solidFill>
                          <a:srgbClr val="FFFFFF"/>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6AA"/>
                    </a:solidFill>
                  </a:tcPr>
                </a:tc>
                <a:tc>
                  <a:txBody>
                    <a:bodyPr/>
                    <a:lstStyle/>
                    <a:p>
                      <a:pPr algn="ctr" fontAlgn="ctr"/>
                      <a:r>
                        <a:rPr lang="zh-CN" altLang="en-US" sz="1400" b="1">
                          <a:solidFill>
                            <a:srgbClr val="FFFFFF"/>
                          </a:solidFill>
                          <a:effectLst/>
                          <a:latin typeface="宋体" pitchFamily="2" charset="-122"/>
                          <a:ea typeface="宋体" pitchFamily="2" charset="-122"/>
                        </a:rPr>
                        <a:t>学校性质</a:t>
                      </a:r>
                      <a:endParaRPr lang="zh-CN" altLang="en-US" sz="1400" b="1">
                        <a:solidFill>
                          <a:srgbClr val="FFFFFF"/>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6AA"/>
                    </a:solidFill>
                  </a:tcPr>
                </a:tc>
                <a:tc>
                  <a:txBody>
                    <a:bodyPr/>
                    <a:lstStyle/>
                    <a:p>
                      <a:pPr algn="ctr" fontAlgn="ctr"/>
                      <a:r>
                        <a:rPr lang="zh-CN" altLang="en-US" sz="1400" b="1">
                          <a:solidFill>
                            <a:srgbClr val="FFFFFF"/>
                          </a:solidFill>
                          <a:effectLst/>
                          <a:latin typeface="宋体" pitchFamily="2" charset="-122"/>
                          <a:ea typeface="宋体" pitchFamily="2" charset="-122"/>
                        </a:rPr>
                        <a:t>招生</a:t>
                      </a:r>
                      <a:br>
                        <a:rPr lang="zh-CN" altLang="en-US" sz="1400" b="1">
                          <a:solidFill>
                            <a:srgbClr val="FFFFFF"/>
                          </a:solidFill>
                          <a:effectLst/>
                          <a:latin typeface="宋体" pitchFamily="2" charset="-122"/>
                          <a:ea typeface="宋体" pitchFamily="2" charset="-122"/>
                        </a:rPr>
                      </a:br>
                      <a:r>
                        <a:rPr lang="zh-CN" altLang="en-US" sz="1400" b="1">
                          <a:solidFill>
                            <a:srgbClr val="FFFFFF"/>
                          </a:solidFill>
                          <a:effectLst/>
                          <a:latin typeface="宋体" pitchFamily="2" charset="-122"/>
                          <a:ea typeface="宋体" pitchFamily="2" charset="-122"/>
                        </a:rPr>
                        <a:t>范围</a:t>
                      </a:r>
                      <a:endParaRPr lang="zh-CN" altLang="en-US" sz="1400" b="1">
                        <a:solidFill>
                          <a:srgbClr val="FFFFFF"/>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solidFill>
                      <a:srgbClr val="00B6AA"/>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1</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广州市西关培英中学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老三区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2</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广州市第十三中学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老三区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3</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广州市第六十六中学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白云区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4</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广州市白云艺术中学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白云区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309414">
                <a:tc>
                  <a:txBody>
                    <a:bodyPr/>
                    <a:lstStyle/>
                    <a:p>
                      <a:pPr algn="ctr" fontAlgn="ctr"/>
                      <a:r>
                        <a:rPr lang="en-US" altLang="zh-CN" sz="1400">
                          <a:solidFill>
                            <a:srgbClr val="333333"/>
                          </a:solidFill>
                          <a:effectLst/>
                          <a:latin typeface="宋体" pitchFamily="2" charset="-122"/>
                          <a:ea typeface="宋体" pitchFamily="2" charset="-122"/>
                        </a:rPr>
                        <a:t>5</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广州市白云区广东第二师范学院实验中学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白云区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6</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广州石化中学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黄埔区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7</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广州开发区外国语学校</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黄埔区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8</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广州市番禺区石碁中学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番禺区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9</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广州市番禺区石北中学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番禺区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10</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广州市番禺区石楼中学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番禺区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dirty="0">
                          <a:solidFill>
                            <a:srgbClr val="333333"/>
                          </a:solidFill>
                          <a:effectLst/>
                          <a:latin typeface="宋体" pitchFamily="2" charset="-122"/>
                          <a:ea typeface="宋体" pitchFamily="2" charset="-122"/>
                        </a:rPr>
                        <a:t>11</a:t>
                      </a:r>
                      <a:endParaRPr lang="en-US" altLang="zh-CN" sz="1400" dirty="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广州市番禺区南村中学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番禺区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12</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广州市花都区第一中学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花都区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13</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广州市花都区第二中学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花都区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14</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广州市南沙鱼窝头中学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南沙区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15</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广州市南沙大岗中学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南沙区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16</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广州市南沙麒麟中学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南沙区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35891">
                <a:tc>
                  <a:txBody>
                    <a:bodyPr/>
                    <a:lstStyle/>
                    <a:p>
                      <a:pPr algn="ctr" fontAlgn="ctr"/>
                      <a:r>
                        <a:rPr lang="en-US" altLang="zh-CN" sz="1400">
                          <a:solidFill>
                            <a:srgbClr val="333333"/>
                          </a:solidFill>
                          <a:effectLst/>
                          <a:latin typeface="宋体" pitchFamily="2" charset="-122"/>
                          <a:ea typeface="宋体" pitchFamily="2" charset="-122"/>
                        </a:rPr>
                        <a:t>17</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广州市黄埔区知识城中学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黄埔区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18</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广州市增城区派潭中学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增城区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19</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广州市增城区中新中学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增城区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20</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广州市增城区仙村中学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增城区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21</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广州市增城区永和中学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增城区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22</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广州市从化区第二中学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从化区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23</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广州市从化区第三中学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从化区</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62366">
                <a:tc>
                  <a:txBody>
                    <a:bodyPr/>
                    <a:lstStyle/>
                    <a:p>
                      <a:pPr algn="ctr" fontAlgn="ctr"/>
                      <a:r>
                        <a:rPr lang="en-US" altLang="zh-CN" sz="1400">
                          <a:solidFill>
                            <a:srgbClr val="333333"/>
                          </a:solidFill>
                          <a:effectLst/>
                          <a:latin typeface="宋体" pitchFamily="2" charset="-122"/>
                          <a:ea typeface="宋体" pitchFamily="2" charset="-122"/>
                        </a:rPr>
                        <a:t>24</a:t>
                      </a:r>
                      <a:endParaRPr lang="en-US" altLang="zh-CN"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广州市从化区第四中学</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公办</a:t>
                      </a:r>
                      <a:endParaRPr lang="zh-CN" altLang="en-US" sz="140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dirty="0">
                          <a:solidFill>
                            <a:srgbClr val="333333"/>
                          </a:solidFill>
                          <a:effectLst/>
                          <a:latin typeface="宋体" pitchFamily="2" charset="-122"/>
                          <a:ea typeface="宋体" pitchFamily="2" charset="-122"/>
                        </a:rPr>
                        <a:t>从化区</a:t>
                      </a:r>
                      <a:endParaRPr lang="zh-CN" altLang="en-US" sz="1400" dirty="0">
                        <a:solidFill>
                          <a:srgbClr val="333333"/>
                        </a:solidFill>
                        <a:effectLst/>
                        <a:latin typeface="宋体" pitchFamily="2" charset="-122"/>
                        <a:ea typeface="宋体" pitchFamily="2" charset="-122"/>
                      </a:endParaRPr>
                    </a:p>
                  </a:txBody>
                  <a:tcPr marL="11680" marR="11680" marT="7787" marB="7787"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6" name="表格 5"/>
          <p:cNvGraphicFramePr>
            <a:graphicFrameLocks noGrp="1"/>
          </p:cNvGraphicFramePr>
          <p:nvPr/>
        </p:nvGraphicFramePr>
        <p:xfrm>
          <a:off x="5632732" y="689350"/>
          <a:ext cx="6516048" cy="6177438"/>
        </p:xfrm>
        <a:graphic>
          <a:graphicData uri="http://schemas.openxmlformats.org/drawingml/2006/table">
            <a:tbl>
              <a:tblPr/>
              <a:tblGrid>
                <a:gridCol w="410257"/>
                <a:gridCol w="4075043"/>
                <a:gridCol w="874644"/>
                <a:gridCol w="1156104"/>
              </a:tblGrid>
              <a:tr h="191860">
                <a:tc>
                  <a:txBody>
                    <a:bodyPr/>
                    <a:lstStyle/>
                    <a:p>
                      <a:pPr algn="ctr" fontAlgn="ctr"/>
                      <a:r>
                        <a:rPr lang="zh-CN" altLang="en-US" sz="1400" b="1">
                          <a:solidFill>
                            <a:srgbClr val="FFFFFF"/>
                          </a:solidFill>
                          <a:effectLst/>
                          <a:latin typeface="宋体" pitchFamily="2" charset="-122"/>
                          <a:ea typeface="宋体" pitchFamily="2" charset="-122"/>
                        </a:rPr>
                        <a:t>序号</a:t>
                      </a:r>
                      <a:endParaRPr lang="zh-CN" altLang="en-US" sz="1400" b="1">
                        <a:solidFill>
                          <a:srgbClr val="FFFFFF"/>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6AA"/>
                    </a:solidFill>
                  </a:tcPr>
                </a:tc>
                <a:tc>
                  <a:txBody>
                    <a:bodyPr/>
                    <a:lstStyle/>
                    <a:p>
                      <a:pPr algn="ctr" fontAlgn="ctr"/>
                      <a:r>
                        <a:rPr lang="zh-CN" altLang="en-US" sz="1400" b="1">
                          <a:solidFill>
                            <a:srgbClr val="FFFFFF"/>
                          </a:solidFill>
                          <a:effectLst/>
                          <a:latin typeface="宋体" pitchFamily="2" charset="-122"/>
                          <a:ea typeface="宋体" pitchFamily="2" charset="-122"/>
                        </a:rPr>
                        <a:t>学校名称</a:t>
                      </a:r>
                      <a:endParaRPr lang="zh-CN" altLang="en-US" sz="1400" b="1">
                        <a:solidFill>
                          <a:srgbClr val="FFFFFF"/>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6AA"/>
                    </a:solidFill>
                  </a:tcPr>
                </a:tc>
                <a:tc>
                  <a:txBody>
                    <a:bodyPr/>
                    <a:lstStyle/>
                    <a:p>
                      <a:pPr algn="ctr" fontAlgn="ctr"/>
                      <a:r>
                        <a:rPr lang="zh-CN" altLang="en-US" sz="1400" b="1">
                          <a:solidFill>
                            <a:srgbClr val="FFFFFF"/>
                          </a:solidFill>
                          <a:effectLst/>
                          <a:latin typeface="宋体" pitchFamily="2" charset="-122"/>
                          <a:ea typeface="宋体" pitchFamily="2" charset="-122"/>
                        </a:rPr>
                        <a:t>学校性质</a:t>
                      </a:r>
                      <a:endParaRPr lang="zh-CN" altLang="en-US" sz="1400" b="1">
                        <a:solidFill>
                          <a:srgbClr val="FFFFFF"/>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6AA"/>
                    </a:solidFill>
                  </a:tcPr>
                </a:tc>
                <a:tc>
                  <a:txBody>
                    <a:bodyPr/>
                    <a:lstStyle/>
                    <a:p>
                      <a:pPr algn="ctr" fontAlgn="ctr"/>
                      <a:r>
                        <a:rPr lang="zh-CN" altLang="en-US" sz="1400" b="1">
                          <a:solidFill>
                            <a:srgbClr val="FFFFFF"/>
                          </a:solidFill>
                          <a:effectLst/>
                          <a:latin typeface="宋体" pitchFamily="2" charset="-122"/>
                          <a:ea typeface="宋体" pitchFamily="2" charset="-122"/>
                        </a:rPr>
                        <a:t>招生</a:t>
                      </a:r>
                      <a:br>
                        <a:rPr lang="zh-CN" altLang="en-US" sz="1400" b="1">
                          <a:solidFill>
                            <a:srgbClr val="FFFFFF"/>
                          </a:solidFill>
                          <a:effectLst/>
                          <a:latin typeface="宋体" pitchFamily="2" charset="-122"/>
                          <a:ea typeface="宋体" pitchFamily="2" charset="-122"/>
                        </a:rPr>
                      </a:br>
                      <a:r>
                        <a:rPr lang="zh-CN" altLang="en-US" sz="1400" b="1">
                          <a:solidFill>
                            <a:srgbClr val="FFFFFF"/>
                          </a:solidFill>
                          <a:effectLst/>
                          <a:latin typeface="宋体" pitchFamily="2" charset="-122"/>
                          <a:ea typeface="宋体" pitchFamily="2" charset="-122"/>
                        </a:rPr>
                        <a:t>范围</a:t>
                      </a:r>
                      <a:endParaRPr lang="zh-CN" altLang="en-US" sz="1400" b="1">
                        <a:solidFill>
                          <a:srgbClr val="FFFFFF"/>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6AA"/>
                    </a:solidFill>
                  </a:tcPr>
                </a:tc>
              </a:tr>
              <a:tr h="191860">
                <a:tc>
                  <a:txBody>
                    <a:bodyPr/>
                    <a:lstStyle/>
                    <a:p>
                      <a:pPr algn="ctr" fontAlgn="ctr"/>
                      <a:r>
                        <a:rPr lang="en-US" altLang="zh-CN" sz="1400">
                          <a:solidFill>
                            <a:srgbClr val="333333"/>
                          </a:solidFill>
                          <a:effectLst/>
                          <a:latin typeface="宋体" pitchFamily="2" charset="-122"/>
                          <a:ea typeface="宋体" pitchFamily="2" charset="-122"/>
                        </a:rPr>
                        <a:t>1</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广州市为明学校</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91860">
                <a:tc>
                  <a:txBody>
                    <a:bodyPr/>
                    <a:lstStyle/>
                    <a:p>
                      <a:pPr algn="ctr" fontAlgn="ctr"/>
                      <a:r>
                        <a:rPr lang="en-US" altLang="zh-CN" sz="1400">
                          <a:solidFill>
                            <a:srgbClr val="333333"/>
                          </a:solidFill>
                          <a:effectLst/>
                          <a:latin typeface="宋体" pitchFamily="2" charset="-122"/>
                          <a:ea typeface="宋体" pitchFamily="2" charset="-122"/>
                        </a:rPr>
                        <a:t>2</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dirty="0">
                          <a:solidFill>
                            <a:srgbClr val="333333"/>
                          </a:solidFill>
                          <a:effectLst/>
                          <a:latin typeface="宋体" pitchFamily="2" charset="-122"/>
                          <a:ea typeface="宋体" pitchFamily="2" charset="-122"/>
                        </a:rPr>
                        <a:t>广州市海珠中学</a:t>
                      </a:r>
                      <a:endParaRPr lang="zh-CN" altLang="en-US" sz="1400" dirty="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91860">
                <a:tc>
                  <a:txBody>
                    <a:bodyPr/>
                    <a:lstStyle/>
                    <a:p>
                      <a:pPr algn="ctr" fontAlgn="ctr"/>
                      <a:r>
                        <a:rPr lang="en-US" altLang="zh-CN" sz="1400">
                          <a:solidFill>
                            <a:srgbClr val="333333"/>
                          </a:solidFill>
                          <a:effectLst/>
                          <a:latin typeface="宋体" pitchFamily="2" charset="-122"/>
                          <a:ea typeface="宋体" pitchFamily="2" charset="-122"/>
                        </a:rPr>
                        <a:t>3</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广州市培才高级中学</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91860">
                <a:tc>
                  <a:txBody>
                    <a:bodyPr/>
                    <a:lstStyle/>
                    <a:p>
                      <a:pPr algn="ctr" fontAlgn="ctr"/>
                      <a:r>
                        <a:rPr lang="en-US" altLang="zh-CN" sz="1400">
                          <a:solidFill>
                            <a:srgbClr val="333333"/>
                          </a:solidFill>
                          <a:effectLst/>
                          <a:latin typeface="宋体" pitchFamily="2" charset="-122"/>
                          <a:ea typeface="宋体" pitchFamily="2" charset="-122"/>
                        </a:rPr>
                        <a:t>4</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广州思源学校</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91860">
                <a:tc>
                  <a:txBody>
                    <a:bodyPr/>
                    <a:lstStyle/>
                    <a:p>
                      <a:pPr algn="ctr" fontAlgn="ctr"/>
                      <a:r>
                        <a:rPr lang="en-US" altLang="zh-CN" sz="1400">
                          <a:solidFill>
                            <a:srgbClr val="333333"/>
                          </a:solidFill>
                          <a:effectLst/>
                          <a:latin typeface="宋体" pitchFamily="2" charset="-122"/>
                          <a:ea typeface="宋体" pitchFamily="2" charset="-122"/>
                        </a:rPr>
                        <a:t>5</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广州思源学校（公费班）</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78739">
                <a:tc>
                  <a:txBody>
                    <a:bodyPr/>
                    <a:lstStyle/>
                    <a:p>
                      <a:pPr algn="ctr" fontAlgn="ctr"/>
                      <a:r>
                        <a:rPr lang="en-US" altLang="zh-CN" sz="1400">
                          <a:solidFill>
                            <a:srgbClr val="333333"/>
                          </a:solidFill>
                          <a:effectLst/>
                          <a:latin typeface="宋体" pitchFamily="2" charset="-122"/>
                          <a:ea typeface="宋体" pitchFamily="2" charset="-122"/>
                        </a:rPr>
                        <a:t>6</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广州市亚加达外国语高级中学</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44284">
                <a:tc>
                  <a:txBody>
                    <a:bodyPr/>
                    <a:lstStyle/>
                    <a:p>
                      <a:pPr algn="ctr" fontAlgn="ctr"/>
                      <a:r>
                        <a:rPr lang="en-US" altLang="zh-CN" sz="1400">
                          <a:solidFill>
                            <a:srgbClr val="333333"/>
                          </a:solidFill>
                          <a:effectLst/>
                          <a:latin typeface="宋体" pitchFamily="2" charset="-122"/>
                          <a:ea typeface="宋体" pitchFamily="2" charset="-122"/>
                        </a:rPr>
                        <a:t>7</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广州市番禺区祈福英语实验学校（国内班）</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38539">
                <a:tc>
                  <a:txBody>
                    <a:bodyPr/>
                    <a:lstStyle/>
                    <a:p>
                      <a:pPr algn="ctr" fontAlgn="ctr"/>
                      <a:r>
                        <a:rPr lang="en-US" altLang="zh-CN" sz="1400">
                          <a:solidFill>
                            <a:srgbClr val="333333"/>
                          </a:solidFill>
                          <a:effectLst/>
                          <a:latin typeface="宋体" pitchFamily="2" charset="-122"/>
                          <a:ea typeface="宋体" pitchFamily="2" charset="-122"/>
                        </a:rPr>
                        <a:t>8</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广州市番禺区祈福英语实验学校（港澳台班）</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38539">
                <a:tc>
                  <a:txBody>
                    <a:bodyPr/>
                    <a:lstStyle/>
                    <a:p>
                      <a:pPr algn="ctr" fontAlgn="ctr"/>
                      <a:r>
                        <a:rPr lang="en-US" altLang="zh-CN" sz="1400">
                          <a:solidFill>
                            <a:srgbClr val="333333"/>
                          </a:solidFill>
                          <a:effectLst/>
                          <a:latin typeface="宋体" pitchFamily="2" charset="-122"/>
                          <a:ea typeface="宋体" pitchFamily="2" charset="-122"/>
                        </a:rPr>
                        <a:t>9</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广州市番禺区祈福英语实验学校（中美加班）</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98174">
                <a:tc>
                  <a:txBody>
                    <a:bodyPr/>
                    <a:lstStyle/>
                    <a:p>
                      <a:pPr algn="ctr" fontAlgn="ctr"/>
                      <a:r>
                        <a:rPr lang="en-US" altLang="zh-CN" sz="1400">
                          <a:solidFill>
                            <a:srgbClr val="333333"/>
                          </a:solidFill>
                          <a:effectLst/>
                          <a:latin typeface="宋体" pitchFamily="2" charset="-122"/>
                          <a:ea typeface="宋体" pitchFamily="2" charset="-122"/>
                        </a:rPr>
                        <a:t>10</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广州南方学院番禺附属中学（原华附番禺）</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78739">
                <a:tc>
                  <a:txBody>
                    <a:bodyPr/>
                    <a:lstStyle/>
                    <a:p>
                      <a:pPr algn="ctr" fontAlgn="ctr"/>
                      <a:r>
                        <a:rPr lang="en-US" altLang="zh-CN" sz="1400">
                          <a:solidFill>
                            <a:srgbClr val="333333"/>
                          </a:solidFill>
                          <a:effectLst/>
                          <a:latin typeface="宋体" pitchFamily="2" charset="-122"/>
                          <a:ea typeface="宋体" pitchFamily="2" charset="-122"/>
                        </a:rPr>
                        <a:t>11</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广州市北培高级中学有限公司</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78739">
                <a:tc>
                  <a:txBody>
                    <a:bodyPr/>
                    <a:lstStyle/>
                    <a:p>
                      <a:pPr algn="ctr" fontAlgn="ctr"/>
                      <a:r>
                        <a:rPr lang="en-US" altLang="zh-CN" sz="1400">
                          <a:solidFill>
                            <a:srgbClr val="333333"/>
                          </a:solidFill>
                          <a:effectLst/>
                          <a:latin typeface="宋体" pitchFamily="2" charset="-122"/>
                          <a:ea typeface="宋体" pitchFamily="2" charset="-122"/>
                        </a:rPr>
                        <a:t>12</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广州市香江中学（普通高考班）</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78739">
                <a:tc>
                  <a:txBody>
                    <a:bodyPr/>
                    <a:lstStyle/>
                    <a:p>
                      <a:pPr algn="ctr" fontAlgn="ctr"/>
                      <a:r>
                        <a:rPr lang="en-US" altLang="zh-CN" sz="1400">
                          <a:solidFill>
                            <a:srgbClr val="333333"/>
                          </a:solidFill>
                          <a:effectLst/>
                          <a:latin typeface="宋体" pitchFamily="2" charset="-122"/>
                          <a:ea typeface="宋体" pitchFamily="2" charset="-122"/>
                        </a:rPr>
                        <a:t>13</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广州市香江中学（</a:t>
                      </a:r>
                      <a:r>
                        <a:rPr lang="en-GB" sz="1400">
                          <a:solidFill>
                            <a:srgbClr val="333333"/>
                          </a:solidFill>
                          <a:effectLst/>
                          <a:latin typeface="宋体" pitchFamily="2" charset="-122"/>
                          <a:ea typeface="宋体" pitchFamily="2" charset="-122"/>
                        </a:rPr>
                        <a:t>AP</a:t>
                      </a:r>
                      <a:r>
                        <a:rPr lang="zh-CN" altLang="en-US" sz="1400">
                          <a:solidFill>
                            <a:srgbClr val="333333"/>
                          </a:solidFill>
                          <a:effectLst/>
                          <a:latin typeface="宋体" pitchFamily="2" charset="-122"/>
                          <a:ea typeface="宋体" pitchFamily="2" charset="-122"/>
                        </a:rPr>
                        <a:t>课程班）</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365619">
                <a:tc>
                  <a:txBody>
                    <a:bodyPr/>
                    <a:lstStyle/>
                    <a:p>
                      <a:pPr algn="ctr" fontAlgn="ctr"/>
                      <a:r>
                        <a:rPr lang="en-US" altLang="zh-CN" sz="1400">
                          <a:solidFill>
                            <a:srgbClr val="333333"/>
                          </a:solidFill>
                          <a:effectLst/>
                          <a:latin typeface="宋体" pitchFamily="2" charset="-122"/>
                          <a:ea typeface="宋体" pitchFamily="2" charset="-122"/>
                        </a:rPr>
                        <a:t>14</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广州市黄广附属学校（原黄冈增城）</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78739">
                <a:tc>
                  <a:txBody>
                    <a:bodyPr/>
                    <a:lstStyle/>
                    <a:p>
                      <a:pPr algn="ctr" fontAlgn="ctr"/>
                      <a:r>
                        <a:rPr lang="en-US" altLang="zh-CN" sz="1400">
                          <a:solidFill>
                            <a:srgbClr val="333333"/>
                          </a:solidFill>
                          <a:effectLst/>
                          <a:latin typeface="宋体" pitchFamily="2" charset="-122"/>
                          <a:ea typeface="宋体" pitchFamily="2" charset="-122"/>
                        </a:rPr>
                        <a:t>15</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广州理工实验学校（原增城广外）</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365619">
                <a:tc>
                  <a:txBody>
                    <a:bodyPr/>
                    <a:lstStyle/>
                    <a:p>
                      <a:pPr algn="ctr" fontAlgn="ctr"/>
                      <a:r>
                        <a:rPr lang="en-US" altLang="zh-CN" sz="1400">
                          <a:solidFill>
                            <a:srgbClr val="333333"/>
                          </a:solidFill>
                          <a:effectLst/>
                          <a:latin typeface="宋体" pitchFamily="2" charset="-122"/>
                          <a:ea typeface="宋体" pitchFamily="2" charset="-122"/>
                        </a:rPr>
                        <a:t>16</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广州市华商外语实验高级中学有限公司</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91860">
                <a:tc>
                  <a:txBody>
                    <a:bodyPr/>
                    <a:lstStyle/>
                    <a:p>
                      <a:pPr algn="ctr" fontAlgn="ctr"/>
                      <a:r>
                        <a:rPr lang="en-US" altLang="zh-CN" sz="1400">
                          <a:solidFill>
                            <a:srgbClr val="333333"/>
                          </a:solidFill>
                          <a:effectLst/>
                          <a:latin typeface="宋体" pitchFamily="2" charset="-122"/>
                          <a:ea typeface="宋体" pitchFamily="2" charset="-122"/>
                        </a:rPr>
                        <a:t>17</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广州南洋英文学校</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191860">
                <a:tc>
                  <a:txBody>
                    <a:bodyPr/>
                    <a:lstStyle/>
                    <a:p>
                      <a:pPr algn="ctr" fontAlgn="ctr"/>
                      <a:r>
                        <a:rPr lang="en-US" altLang="zh-CN" sz="1400">
                          <a:solidFill>
                            <a:srgbClr val="333333"/>
                          </a:solidFill>
                          <a:effectLst/>
                          <a:latin typeface="宋体" pitchFamily="2" charset="-122"/>
                          <a:ea typeface="宋体" pitchFamily="2" charset="-122"/>
                        </a:rPr>
                        <a:t>18</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广州英豪学校</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365619">
                <a:tc>
                  <a:txBody>
                    <a:bodyPr/>
                    <a:lstStyle/>
                    <a:p>
                      <a:pPr algn="ctr" fontAlgn="ctr"/>
                      <a:r>
                        <a:rPr lang="en-US" altLang="zh-CN" sz="1400">
                          <a:solidFill>
                            <a:srgbClr val="333333"/>
                          </a:solidFill>
                          <a:effectLst/>
                          <a:latin typeface="宋体" pitchFamily="2" charset="-122"/>
                          <a:ea typeface="宋体" pitchFamily="2" charset="-122"/>
                        </a:rPr>
                        <a:t>19</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华南师范大学附属中学南海实验高级中学</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365619">
                <a:tc>
                  <a:txBody>
                    <a:bodyPr/>
                    <a:lstStyle/>
                    <a:p>
                      <a:pPr algn="ctr" fontAlgn="ctr"/>
                      <a:r>
                        <a:rPr lang="en-US" altLang="zh-CN" sz="1400">
                          <a:solidFill>
                            <a:srgbClr val="333333"/>
                          </a:solidFill>
                          <a:effectLst/>
                          <a:latin typeface="宋体" pitchFamily="2" charset="-122"/>
                          <a:ea typeface="宋体" pitchFamily="2" charset="-122"/>
                        </a:rPr>
                        <a:t>20</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清远市广铁一中（万科城）外国语学校</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全市</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r h="278739">
                <a:tc>
                  <a:txBody>
                    <a:bodyPr/>
                    <a:lstStyle/>
                    <a:p>
                      <a:pPr algn="ctr" fontAlgn="ctr"/>
                      <a:r>
                        <a:rPr lang="en-US" altLang="zh-CN" sz="1400">
                          <a:solidFill>
                            <a:srgbClr val="333333"/>
                          </a:solidFill>
                          <a:effectLst/>
                          <a:latin typeface="宋体" pitchFamily="2" charset="-122"/>
                          <a:ea typeface="宋体" pitchFamily="2" charset="-122"/>
                        </a:rPr>
                        <a:t>21</a:t>
                      </a:r>
                      <a:endParaRPr lang="en-US" altLang="zh-CN"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博罗县东江广雅学校有限公司</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a:solidFill>
                            <a:srgbClr val="333333"/>
                          </a:solidFill>
                          <a:effectLst/>
                          <a:latin typeface="宋体" pitchFamily="2" charset="-122"/>
                          <a:ea typeface="宋体" pitchFamily="2" charset="-122"/>
                        </a:rPr>
                        <a:t>民办</a:t>
                      </a:r>
                      <a:endParaRPr lang="zh-CN" altLang="en-US" sz="140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dirty="0">
                          <a:solidFill>
                            <a:srgbClr val="333333"/>
                          </a:solidFill>
                          <a:effectLst/>
                          <a:latin typeface="宋体" pitchFamily="2" charset="-122"/>
                          <a:ea typeface="宋体" pitchFamily="2" charset="-122"/>
                        </a:rPr>
                        <a:t>全市</a:t>
                      </a:r>
                      <a:endParaRPr lang="zh-CN" altLang="en-US" sz="1400" dirty="0">
                        <a:solidFill>
                          <a:srgbClr val="333333"/>
                        </a:solidFill>
                        <a:effectLst/>
                        <a:latin typeface="宋体" pitchFamily="2" charset="-122"/>
                        <a:ea typeface="宋体" pitchFamily="2" charset="-122"/>
                      </a:endParaRPr>
                    </a:p>
                  </a:txBody>
                  <a:tcPr marL="9633" marR="9633" marT="6422" marB="6422"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r>
            </a:tbl>
          </a:graphicData>
        </a:graphic>
      </p:graphicFrame>
      <p:sp>
        <p:nvSpPr>
          <p:cNvPr id="7" name="圆角矩形 6"/>
          <p:cNvSpPr/>
          <p:nvPr/>
        </p:nvSpPr>
        <p:spPr>
          <a:xfrm>
            <a:off x="328613" y="5172075"/>
            <a:ext cx="11658600" cy="16859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3600" dirty="0">
                <a:latin typeface="微软雅黑" pitchFamily="34" charset="-122"/>
                <a:ea typeface="微软雅黑" pitchFamily="34" charset="-122"/>
              </a:rPr>
              <a:t>公办：费用较低，但考生只能</a:t>
            </a:r>
            <a:r>
              <a:rPr kumimoji="1" lang="zh-CN" altLang="en-US" sz="3600" dirty="0">
                <a:solidFill>
                  <a:srgbClr val="FF0000"/>
                </a:solidFill>
                <a:latin typeface="微软雅黑" pitchFamily="34" charset="-122"/>
                <a:ea typeface="微软雅黑" pitchFamily="34" charset="-122"/>
              </a:rPr>
              <a:t>报本区</a:t>
            </a:r>
            <a:endParaRPr kumimoji="1" lang="en-US" altLang="zh-CN" sz="3600" dirty="0">
              <a:solidFill>
                <a:srgbClr val="FF0000"/>
              </a:solidFill>
              <a:latin typeface="微软雅黑" pitchFamily="34" charset="-122"/>
              <a:ea typeface="微软雅黑" pitchFamily="34" charset="-122"/>
            </a:endParaRPr>
          </a:p>
          <a:p>
            <a:pPr algn="ctr"/>
            <a:r>
              <a:rPr kumimoji="1" lang="zh-CN" altLang="en-US" sz="3600" dirty="0">
                <a:latin typeface="微软雅黑" pitchFamily="34" charset="-122"/>
                <a:ea typeface="微软雅黑" pitchFamily="34" charset="-122"/>
              </a:rPr>
              <a:t>民办：费用较高（</a:t>
            </a:r>
            <a:r>
              <a:rPr kumimoji="1" lang="en-US" altLang="zh-CN" sz="3600" dirty="0">
                <a:latin typeface="微软雅黑" pitchFamily="34" charset="-122"/>
                <a:ea typeface="微软雅黑" pitchFamily="34" charset="-122"/>
              </a:rPr>
              <a:t>3-20</a:t>
            </a:r>
            <a:r>
              <a:rPr kumimoji="1" lang="zh-CN" altLang="en-US" sz="3600" dirty="0">
                <a:latin typeface="微软雅黑" pitchFamily="34" charset="-122"/>
                <a:ea typeface="微软雅黑" pitchFamily="34" charset="-122"/>
              </a:rPr>
              <a:t>万</a:t>
            </a:r>
            <a:r>
              <a:rPr kumimoji="1" lang="en-US" altLang="zh-CN" sz="3600" dirty="0">
                <a:latin typeface="微软雅黑" pitchFamily="34" charset="-122"/>
                <a:ea typeface="微软雅黑" pitchFamily="34" charset="-122"/>
              </a:rPr>
              <a:t>/</a:t>
            </a:r>
            <a:r>
              <a:rPr kumimoji="1" lang="zh-CN" altLang="en-US" sz="3600" dirty="0">
                <a:latin typeface="微软雅黑" pitchFamily="34" charset="-122"/>
                <a:ea typeface="微软雅黑" pitchFamily="34" charset="-122"/>
              </a:rPr>
              <a:t>年），考生</a:t>
            </a:r>
            <a:r>
              <a:rPr kumimoji="1" lang="zh-CN" altLang="en-US" sz="3600" dirty="0">
                <a:solidFill>
                  <a:srgbClr val="FF0000"/>
                </a:solidFill>
                <a:latin typeface="微软雅黑" pitchFamily="34" charset="-122"/>
                <a:ea typeface="微软雅黑" pitchFamily="34" charset="-122"/>
              </a:rPr>
              <a:t>全广州</a:t>
            </a:r>
            <a:r>
              <a:rPr kumimoji="1" lang="zh-CN" altLang="en-US" sz="3600" dirty="0">
                <a:latin typeface="微软雅黑" pitchFamily="34" charset="-122"/>
                <a:ea typeface="微软雅黑" pitchFamily="34" charset="-122"/>
              </a:rPr>
              <a:t>学校可选</a:t>
            </a:r>
            <a:endParaRPr kumimoji="1" lang="zh-CN" altLang="en-US" sz="3600" dirty="0">
              <a:latin typeface="微软雅黑" pitchFamily="34" charset="-122"/>
              <a:ea typeface="微软雅黑"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39151" y="67310"/>
            <a:ext cx="5031740" cy="6723380"/>
          </a:xfrm>
          <a:prstGeom prst="rect">
            <a:avLst/>
          </a:prstGeom>
        </p:spPr>
      </p:pic>
      <p:sp>
        <p:nvSpPr>
          <p:cNvPr id="2" name="文本框 1"/>
          <p:cNvSpPr txBox="1"/>
          <p:nvPr/>
        </p:nvSpPr>
        <p:spPr>
          <a:xfrm>
            <a:off x="6096000" y="1167618"/>
            <a:ext cx="3695114" cy="523220"/>
          </a:xfrm>
          <a:prstGeom prst="rect">
            <a:avLst/>
          </a:prstGeom>
          <a:noFill/>
        </p:spPr>
        <p:txBody>
          <a:bodyPr wrap="square" rtlCol="0">
            <a:spAutoFit/>
          </a:bodyPr>
          <a:lstStyle/>
          <a:p>
            <a:r>
              <a:rPr kumimoji="1" lang="en-US" altLang="zh-CN" sz="2800" b="1" dirty="0">
                <a:latin typeface="+mn-ea"/>
              </a:rPr>
              <a:t>717</a:t>
            </a:r>
            <a:r>
              <a:rPr kumimoji="1" lang="zh-CN" altLang="en-US" sz="2800" b="1" dirty="0">
                <a:latin typeface="+mn-ea"/>
              </a:rPr>
              <a:t>以上：省市属</a:t>
            </a:r>
            <a:endParaRPr kumimoji="1" lang="zh-CN" altLang="en-US" sz="2800" b="1" dirty="0">
              <a:latin typeface="+mn-ea"/>
            </a:endParaRPr>
          </a:p>
        </p:txBody>
      </p:sp>
      <p:sp>
        <p:nvSpPr>
          <p:cNvPr id="3" name="文本框 2"/>
          <p:cNvSpPr txBox="1"/>
          <p:nvPr/>
        </p:nvSpPr>
        <p:spPr>
          <a:xfrm>
            <a:off x="6096000" y="2375095"/>
            <a:ext cx="3695114" cy="523220"/>
          </a:xfrm>
          <a:prstGeom prst="rect">
            <a:avLst/>
          </a:prstGeom>
          <a:noFill/>
        </p:spPr>
        <p:txBody>
          <a:bodyPr wrap="square" rtlCol="0">
            <a:spAutoFit/>
          </a:bodyPr>
          <a:lstStyle/>
          <a:p>
            <a:r>
              <a:rPr kumimoji="1" lang="en-US" altLang="zh-CN" sz="2800" b="1" dirty="0">
                <a:latin typeface="+mn-ea"/>
              </a:rPr>
              <a:t>707</a:t>
            </a:r>
            <a:r>
              <a:rPr kumimoji="1" lang="zh-CN" altLang="en-US" sz="2800" b="1" dirty="0">
                <a:latin typeface="+mn-ea"/>
              </a:rPr>
              <a:t>：区属龙头</a:t>
            </a:r>
            <a:endParaRPr kumimoji="1" lang="zh-CN" altLang="en-US" sz="2800" b="1" dirty="0">
              <a:latin typeface="+mn-ea"/>
            </a:endParaRPr>
          </a:p>
        </p:txBody>
      </p:sp>
      <p:sp>
        <p:nvSpPr>
          <p:cNvPr id="5" name="文本框 4"/>
          <p:cNvSpPr txBox="1"/>
          <p:nvPr/>
        </p:nvSpPr>
        <p:spPr>
          <a:xfrm>
            <a:off x="6096000" y="3320962"/>
            <a:ext cx="5228492" cy="523220"/>
          </a:xfrm>
          <a:prstGeom prst="rect">
            <a:avLst/>
          </a:prstGeom>
          <a:noFill/>
        </p:spPr>
        <p:txBody>
          <a:bodyPr wrap="square" rtlCol="0">
            <a:spAutoFit/>
          </a:bodyPr>
          <a:lstStyle/>
          <a:p>
            <a:r>
              <a:rPr kumimoji="1" lang="en-US" altLang="zh-CN" sz="2800" b="1" dirty="0">
                <a:latin typeface="+mn-ea"/>
              </a:rPr>
              <a:t>667</a:t>
            </a:r>
            <a:r>
              <a:rPr kumimoji="1" lang="zh-CN" altLang="en-US" sz="2800" b="1" dirty="0">
                <a:latin typeface="+mn-ea"/>
              </a:rPr>
              <a:t>：区属示范性（大部分）</a:t>
            </a:r>
            <a:endParaRPr kumimoji="1" lang="zh-CN" altLang="en-US" sz="2800" b="1" dirty="0">
              <a:latin typeface="+mn-ea"/>
            </a:endParaRPr>
          </a:p>
        </p:txBody>
      </p:sp>
      <p:sp>
        <p:nvSpPr>
          <p:cNvPr id="6" name="文本框 5"/>
          <p:cNvSpPr txBox="1"/>
          <p:nvPr/>
        </p:nvSpPr>
        <p:spPr>
          <a:xfrm>
            <a:off x="6096000" y="4266829"/>
            <a:ext cx="6096000" cy="523220"/>
          </a:xfrm>
          <a:prstGeom prst="rect">
            <a:avLst/>
          </a:prstGeom>
          <a:noFill/>
        </p:spPr>
        <p:txBody>
          <a:bodyPr wrap="square" rtlCol="0">
            <a:spAutoFit/>
          </a:bodyPr>
          <a:lstStyle/>
          <a:p>
            <a:r>
              <a:rPr kumimoji="1" lang="en-US" altLang="zh-CN" sz="2800" b="1" dirty="0">
                <a:latin typeface="+mn-ea"/>
              </a:rPr>
              <a:t>627</a:t>
            </a:r>
            <a:r>
              <a:rPr kumimoji="1" lang="zh-CN" altLang="en-US" sz="2800" b="1" dirty="0">
                <a:latin typeface="+mn-ea"/>
              </a:rPr>
              <a:t>：示范性控制线（市区高中线）</a:t>
            </a:r>
            <a:endParaRPr kumimoji="1" lang="zh-CN" altLang="en-US" sz="2800" b="1" dirty="0">
              <a:latin typeface="+mn-ea"/>
            </a:endParaRPr>
          </a:p>
        </p:txBody>
      </p:sp>
      <p:sp>
        <p:nvSpPr>
          <p:cNvPr id="7" name="文本框 6"/>
          <p:cNvSpPr txBox="1"/>
          <p:nvPr/>
        </p:nvSpPr>
        <p:spPr>
          <a:xfrm>
            <a:off x="6096000" y="5212696"/>
            <a:ext cx="6096000" cy="523220"/>
          </a:xfrm>
          <a:prstGeom prst="rect">
            <a:avLst/>
          </a:prstGeom>
          <a:noFill/>
        </p:spPr>
        <p:txBody>
          <a:bodyPr wrap="square" rtlCol="0">
            <a:spAutoFit/>
          </a:bodyPr>
          <a:lstStyle/>
          <a:p>
            <a:r>
              <a:rPr kumimoji="1" lang="en-US" altLang="zh-CN" sz="2800" b="1" dirty="0">
                <a:latin typeface="+mn-ea"/>
              </a:rPr>
              <a:t>587</a:t>
            </a:r>
            <a:r>
              <a:rPr kumimoji="1" lang="zh-CN" altLang="en-US" sz="2800" b="1" dirty="0">
                <a:latin typeface="+mn-ea"/>
              </a:rPr>
              <a:t>：非示范性（大部分）</a:t>
            </a:r>
            <a:endParaRPr kumimoji="1" lang="zh-CN" altLang="en-US" sz="2800" b="1" dirty="0">
              <a:latin typeface="+mn-ea"/>
            </a:endParaRPr>
          </a:p>
        </p:txBody>
      </p:sp>
      <p:sp>
        <p:nvSpPr>
          <p:cNvPr id="8" name="文本框 7"/>
          <p:cNvSpPr txBox="1"/>
          <p:nvPr/>
        </p:nvSpPr>
        <p:spPr>
          <a:xfrm>
            <a:off x="6096000" y="6334780"/>
            <a:ext cx="6096000" cy="523220"/>
          </a:xfrm>
          <a:prstGeom prst="rect">
            <a:avLst/>
          </a:prstGeom>
          <a:noFill/>
        </p:spPr>
        <p:txBody>
          <a:bodyPr wrap="square" rtlCol="0">
            <a:spAutoFit/>
          </a:bodyPr>
          <a:lstStyle/>
          <a:p>
            <a:r>
              <a:rPr kumimoji="1" lang="en-US" altLang="zh-CN" sz="2800" b="1" dirty="0">
                <a:latin typeface="+mn-ea"/>
              </a:rPr>
              <a:t>487</a:t>
            </a:r>
            <a:r>
              <a:rPr kumimoji="1" lang="zh-CN" altLang="en-US" sz="2800" b="1" dirty="0">
                <a:latin typeface="+mn-ea"/>
              </a:rPr>
              <a:t>：高中最低控制线（绝多数民办）</a:t>
            </a:r>
            <a:endParaRPr kumimoji="1" lang="zh-CN" altLang="en-US" sz="2800" b="1" dirty="0">
              <a:latin typeface="+mn-ea"/>
            </a:endParaRPr>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7"/>
          <p:cNvSpPr/>
          <p:nvPr/>
        </p:nvSpPr>
        <p:spPr>
          <a:xfrm>
            <a:off x="0" y="2175510"/>
            <a:ext cx="11875770" cy="19253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solidFill>
                  <a:srgbClr val="000000"/>
                </a:solidFill>
              </a:defRPr>
            </a:pPr>
            <a:r>
              <a:rPr kumimoji="0" lang="zh-CN" altLang="en-US" sz="6600" b="1" i="0" u="none" strike="noStrike" kern="1200" cap="none" spc="0" normalizeH="0" baseline="0" noProof="0" dirty="0">
                <a:ln>
                  <a:noFill/>
                </a:ln>
                <a:solidFill>
                  <a:srgbClr val="FFFFFF"/>
                </a:solidFill>
                <a:effectLst/>
                <a:uLnTx/>
                <a:uFillTx/>
                <a:latin typeface="Verdana" panose="020B0604030504040204"/>
                <a:ea typeface="微软雅黑" charset="-122"/>
                <a:cs typeface="+mn-cs"/>
                <a:sym typeface="+mn-ea"/>
              </a:rPr>
              <a:t>二、怎么深聊，</a:t>
            </a:r>
            <a:r>
              <a:rPr kumimoji="0" lang="zh-CN" altLang="en-US" sz="6600" b="1" i="0" u="none" strike="noStrike" kern="1200" cap="none" spc="0" normalizeH="0" baseline="0" noProof="0" dirty="0">
                <a:ln>
                  <a:noFill/>
                </a:ln>
                <a:solidFill>
                  <a:srgbClr val="FFFFFF"/>
                </a:solidFill>
                <a:effectLst/>
                <a:uLnTx/>
                <a:uFillTx/>
                <a:latin typeface="Verdana" panose="020B0604030504040204"/>
                <a:ea typeface="微软雅黑" charset="-122"/>
                <a:cs typeface="+mn-cs"/>
                <a:sym typeface="+mn-ea"/>
              </a:rPr>
              <a:t>怎么推班</a:t>
            </a:r>
            <a:endParaRPr kumimoji="0" lang="zh-CN" altLang="en-US" sz="6600" b="1" i="0" u="none" strike="noStrike" kern="1200" cap="none" spc="0" normalizeH="0" baseline="0" noProof="0" dirty="0">
              <a:ln>
                <a:noFill/>
              </a:ln>
              <a:solidFill>
                <a:srgbClr val="FFFFFF"/>
              </a:solidFill>
              <a:effectLst/>
              <a:uLnTx/>
              <a:uFillTx/>
              <a:latin typeface="Verdana" panose="020B0604030504040204"/>
              <a:ea typeface="微软雅黑" charset="-122"/>
              <a:cs typeface="+mn-cs"/>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可选过程 1"/>
          <p:cNvSpPr/>
          <p:nvPr/>
        </p:nvSpPr>
        <p:spPr>
          <a:xfrm>
            <a:off x="3419475" y="16510"/>
            <a:ext cx="18345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defRPr>
                <a:solidFill>
                  <a:srgbClr val="000000"/>
                </a:solidFill>
              </a:defRPr>
            </a:pPr>
            <a:r>
              <a:rPr lang="zh-CN" altLang="en-US" sz="2800" b="1" dirty="0">
                <a:solidFill>
                  <a:schemeClr val="tx1"/>
                </a:solidFill>
              </a:rPr>
              <a:t>怎么</a:t>
            </a:r>
            <a:r>
              <a:rPr lang="zh-CN" altLang="en-US" sz="2800" b="1" dirty="0">
                <a:solidFill>
                  <a:schemeClr val="tx1"/>
                </a:solidFill>
              </a:rPr>
              <a:t>聊？</a:t>
            </a:r>
            <a:endParaRPr lang="zh-CN" altLang="en-US" sz="2800" b="1" dirty="0">
              <a:solidFill>
                <a:schemeClr val="tx1"/>
              </a:solidFill>
            </a:endParaRPr>
          </a:p>
        </p:txBody>
      </p:sp>
      <p:sp>
        <p:nvSpPr>
          <p:cNvPr id="4" name="流程图: 可选过程 3"/>
          <p:cNvSpPr/>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7" name="AutoShape 5"/>
          <p:cNvSpPr/>
          <p:nvPr>
            <p:custDataLst>
              <p:tags r:id="rId1"/>
            </p:custDataLst>
          </p:nvPr>
        </p:nvSpPr>
        <p:spPr>
          <a:xfrm>
            <a:off x="431800" y="889000"/>
            <a:ext cx="5892165" cy="3847465"/>
          </a:xfrm>
          <a:prstGeom prst="roundRect">
            <a:avLst>
              <a:gd name="adj" fmla="val 4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pic>
        <p:nvPicPr>
          <p:cNvPr id="8" name="Picture 6"/>
          <p:cNvPicPr>
            <a:picLocks noChangeAspect="1"/>
          </p:cNvPicPr>
          <p:nvPr>
            <p:custDataLst>
              <p:tags r:id="rId2"/>
            </p:custDataLst>
          </p:nvPr>
        </p:nvPicPr>
        <p:blipFill>
          <a:blip r:embed="rId3"/>
          <a:srcRect l="12518" r="12518"/>
          <a:stretch>
            <a:fillRect/>
          </a:stretch>
        </p:blipFill>
        <p:spPr>
          <a:xfrm>
            <a:off x="595630" y="1000125"/>
            <a:ext cx="1868170" cy="3736340"/>
          </a:xfrm>
          <a:prstGeom prst="roundRect">
            <a:avLst>
              <a:gd name="adj" fmla="val 6153"/>
            </a:avLst>
          </a:prstGeom>
          <a:noFill/>
          <a:ln w="25400" cap="flat" cmpd="sng">
            <a:noFill/>
            <a:prstDash val="solid"/>
            <a:round/>
          </a:ln>
        </p:spPr>
      </p:pic>
      <p:sp>
        <p:nvSpPr>
          <p:cNvPr id="9" name="AutoShape 7"/>
          <p:cNvSpPr/>
          <p:nvPr>
            <p:custDataLst>
              <p:tags r:id="rId4"/>
            </p:custDataLst>
          </p:nvPr>
        </p:nvSpPr>
        <p:spPr>
          <a:xfrm>
            <a:off x="2647950" y="1107440"/>
            <a:ext cx="3377565" cy="3410585"/>
          </a:xfrm>
          <a:prstGeom prst="rect">
            <a:avLst/>
          </a:prstGeom>
          <a:noFill/>
          <a:ln w="12700" cap="flat" cmpd="sng">
            <a:noFill/>
            <a:prstDash val="solid"/>
            <a:round/>
          </a:ln>
        </p:spPr>
        <p:txBody>
          <a:bodyPr vert="horz" wrap="square" lIns="0" tIns="0" rIns="0" bIns="0" rtlCol="0" anchor="ctr" anchorCtr="0"/>
          <a:p>
            <a:pPr indent="0" algn="l">
              <a:lnSpc>
                <a:spcPct val="100000"/>
              </a:lnSpc>
              <a:defRPr/>
            </a:pPr>
            <a:r>
              <a:rPr lang="en-US" sz="2800" b="1" i="0" u="none" strike="noStrike">
                <a:solidFill>
                  <a:srgbClr val="FF6A00"/>
                </a:solidFill>
                <a:latin typeface="Noto Sans SC"/>
                <a:ea typeface="Noto Sans SC"/>
                <a:cs typeface="Noto Sans SC"/>
                <a:sym typeface="Noto Sans SC"/>
              </a:rPr>
              <a:t>初一</a:t>
            </a:r>
            <a:r>
              <a:rPr lang="en-US" sz="2800" b="1" i="0" u="none" strike="noStrike">
                <a:solidFill>
                  <a:srgbClr val="333333"/>
                </a:solidFill>
                <a:latin typeface="Noto Sans SC"/>
                <a:ea typeface="Noto Sans SC"/>
                <a:cs typeface="Noto Sans SC"/>
                <a:sym typeface="Noto Sans SC"/>
              </a:rPr>
              <a:t>| 焦虑但迷茫</a:t>
            </a:r>
            <a:endParaRPr lang="en-US" sz="2800"/>
          </a:p>
          <a:p>
            <a:pPr indent="0" algn="l">
              <a:lnSpc>
                <a:spcPct val="117000"/>
              </a:lnSpc>
              <a:spcBef>
                <a:spcPts val="1500"/>
              </a:spcBef>
            </a:pPr>
            <a:r>
              <a:rPr lang="en-US" b="1" i="0" u="none" strike="noStrike">
                <a:solidFill>
                  <a:srgbClr val="555555"/>
                </a:solidFill>
                <a:latin typeface="Noto Sans SC"/>
                <a:ea typeface="Noto Sans SC"/>
                <a:cs typeface="Noto Sans SC"/>
                <a:sym typeface="Noto Sans SC"/>
              </a:rPr>
              <a:t>核心痛点：</a:t>
            </a:r>
            <a:endParaRPr lang="en-US" b="1" i="0" u="none" strike="noStrike">
              <a:solidFill>
                <a:srgbClr val="555555"/>
              </a:solidFill>
              <a:latin typeface="Noto Sans SC"/>
              <a:ea typeface="Noto Sans SC"/>
              <a:cs typeface="Noto Sans SC"/>
              <a:sym typeface="Noto Sans SC"/>
            </a:endParaRPr>
          </a:p>
          <a:p>
            <a:pPr indent="0" algn="l">
              <a:lnSpc>
                <a:spcPct val="117000"/>
              </a:lnSpc>
            </a:pPr>
            <a:r>
              <a:rPr lang="en-US" b="0" i="0" u="none" strike="noStrike">
                <a:solidFill>
                  <a:srgbClr val="666666"/>
                </a:solidFill>
                <a:latin typeface="Noto Sans SC"/>
                <a:ea typeface="Noto Sans SC"/>
                <a:cs typeface="Noto Sans SC"/>
                <a:sym typeface="Noto Sans SC"/>
              </a:rPr>
              <a:t>• 对中考政策完全不了解，缺乏认知</a:t>
            </a:r>
            <a:br>
              <a:rPr lang="en-US" b="0" i="0" u="none" strike="noStrike">
                <a:solidFill>
                  <a:srgbClr val="1F2329"/>
                </a:solidFill>
                <a:latin typeface="Noto Sans SC"/>
                <a:ea typeface="Noto Sans SC"/>
                <a:cs typeface="Noto Sans SC"/>
                <a:sym typeface="Noto Sans SC"/>
              </a:rPr>
            </a:br>
            <a:r>
              <a:rPr lang="en-US" b="0" i="0" u="none" strike="noStrike">
                <a:solidFill>
                  <a:srgbClr val="666666"/>
                </a:solidFill>
                <a:latin typeface="Noto Sans SC"/>
                <a:ea typeface="Noto Sans SC"/>
                <a:cs typeface="Noto Sans SC"/>
                <a:sym typeface="Noto Sans SC"/>
              </a:rPr>
              <a:t>• 关注点仅停留在“是否适应初中生活”上</a:t>
            </a:r>
            <a:br>
              <a:rPr lang="en-US" b="0" i="0" u="none" strike="noStrike">
                <a:solidFill>
                  <a:srgbClr val="1F2329"/>
                </a:solidFill>
                <a:latin typeface="Noto Sans SC"/>
                <a:ea typeface="Noto Sans SC"/>
                <a:cs typeface="Noto Sans SC"/>
                <a:sym typeface="Noto Sans SC"/>
              </a:rPr>
            </a:br>
            <a:r>
              <a:rPr lang="en-US" b="0" i="0" u="none" strike="noStrike">
                <a:solidFill>
                  <a:srgbClr val="666666"/>
                </a:solidFill>
                <a:latin typeface="Noto Sans SC"/>
                <a:ea typeface="Noto Sans SC"/>
                <a:cs typeface="Noto Sans SC"/>
                <a:sym typeface="Noto Sans SC"/>
              </a:rPr>
              <a:t>• 心态上认为“中考还很遥远”，行动迟缓</a:t>
            </a:r>
            <a:endParaRPr lang="en-US" sz="2400" b="1" i="0" u="none" strike="noStrike">
              <a:solidFill>
                <a:srgbClr val="FFFFFF"/>
              </a:solidFill>
              <a:highlight>
                <a:srgbClr val="FF6A00">
                  <a:alpha val="100000"/>
                </a:srgbClr>
              </a:highlight>
              <a:latin typeface="Noto Sans SC"/>
              <a:ea typeface="Noto Sans SC"/>
              <a:cs typeface="Noto Sans SC"/>
              <a:sym typeface="Noto Sans SC"/>
            </a:endParaRPr>
          </a:p>
        </p:txBody>
      </p:sp>
      <p:sp>
        <p:nvSpPr>
          <p:cNvPr id="10" name="文本框 9"/>
          <p:cNvSpPr txBox="1"/>
          <p:nvPr/>
        </p:nvSpPr>
        <p:spPr>
          <a:xfrm>
            <a:off x="8255" y="5055870"/>
            <a:ext cx="6324600" cy="921385"/>
          </a:xfrm>
          <a:prstGeom prst="rect">
            <a:avLst/>
          </a:prstGeom>
          <a:noFill/>
        </p:spPr>
        <p:txBody>
          <a:bodyPr wrap="square" rtlCol="0" anchor="t">
            <a:noAutofit/>
          </a:bodyPr>
          <a:p>
            <a:pPr indent="0" algn="ctr">
              <a:lnSpc>
                <a:spcPct val="125000"/>
              </a:lnSpc>
              <a:spcBef>
                <a:spcPts val="2000"/>
              </a:spcBef>
            </a:pPr>
            <a:r>
              <a:rPr lang="en-US" sz="2800" b="1">
                <a:solidFill>
                  <a:srgbClr val="FFFFFF"/>
                </a:solidFill>
                <a:highlight>
                  <a:srgbClr val="FF6A00">
                    <a:alpha val="100000"/>
                  </a:srgbClr>
                </a:highlight>
                <a:latin typeface="Noto Sans SC"/>
                <a:ea typeface="Noto Sans SC"/>
                <a:cs typeface="Noto Sans SC"/>
                <a:sym typeface="Noto Sans SC"/>
              </a:rPr>
              <a:t>沟通切入点：“</a:t>
            </a:r>
            <a:r>
              <a:rPr lang="zh-CN" altLang="en-US" sz="2800" b="1">
                <a:solidFill>
                  <a:srgbClr val="FFFFFF"/>
                </a:solidFill>
                <a:highlight>
                  <a:srgbClr val="FF6A00">
                    <a:alpha val="100000"/>
                  </a:srgbClr>
                </a:highlight>
                <a:latin typeface="Noto Sans SC"/>
                <a:ea typeface="Noto Sans SC"/>
                <a:cs typeface="Noto Sans SC"/>
                <a:sym typeface="Noto Sans SC"/>
              </a:rPr>
              <a:t>升学</a:t>
            </a:r>
            <a:r>
              <a:rPr lang="en-US" sz="2800" b="1">
                <a:solidFill>
                  <a:srgbClr val="FFFFFF"/>
                </a:solidFill>
                <a:highlight>
                  <a:srgbClr val="FF6A00">
                    <a:alpha val="100000"/>
                  </a:srgbClr>
                </a:highlight>
                <a:latin typeface="Noto Sans SC"/>
                <a:ea typeface="Noto Sans SC"/>
                <a:cs typeface="Noto Sans SC"/>
                <a:sym typeface="Noto Sans SC"/>
              </a:rPr>
              <a:t>规划”与“基础”</a:t>
            </a:r>
            <a:endParaRPr lang="en-US" altLang="en-US" sz="2800" b="1">
              <a:solidFill>
                <a:srgbClr val="FFFFFF"/>
              </a:solidFill>
              <a:highlight>
                <a:srgbClr val="FF6A00">
                  <a:alpha val="100000"/>
                </a:srgbClr>
              </a:highlight>
              <a:latin typeface="Noto Sans SC"/>
              <a:ea typeface="Noto Sans SC"/>
              <a:cs typeface="Noto Sans SC"/>
              <a:sym typeface="Noto Sans SC"/>
            </a:endParaRPr>
          </a:p>
        </p:txBody>
      </p:sp>
      <p:sp>
        <p:nvSpPr>
          <p:cNvPr id="14" name="AutoShape 8"/>
          <p:cNvSpPr/>
          <p:nvPr>
            <p:custDataLst>
              <p:tags r:id="rId5"/>
            </p:custDataLst>
          </p:nvPr>
        </p:nvSpPr>
        <p:spPr>
          <a:xfrm>
            <a:off x="6527165" y="889000"/>
            <a:ext cx="5525135" cy="3846830"/>
          </a:xfrm>
          <a:prstGeom prst="roundRect">
            <a:avLst>
              <a:gd name="adj" fmla="val 4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15" name="AutoShape 9"/>
          <p:cNvSpPr/>
          <p:nvPr>
            <p:custDataLst>
              <p:tags r:id="rId6"/>
            </p:custDataLst>
          </p:nvPr>
        </p:nvSpPr>
        <p:spPr>
          <a:xfrm>
            <a:off x="6770370" y="1143000"/>
            <a:ext cx="1751330" cy="3334385"/>
          </a:xfrm>
          <a:prstGeom prst="roundRect">
            <a:avLst>
              <a:gd name="adj" fmla="val 6153"/>
            </a:avLst>
          </a:prstGeom>
          <a:solidFill>
            <a:srgbClr val="FFF5EB">
              <a:alpha val="100000"/>
            </a:srgbClr>
          </a:solidFill>
          <a:ln w="25400" cap="flat" cmpd="sng">
            <a:noFill/>
            <a:prstDash val="solid"/>
            <a:round/>
          </a:ln>
        </p:spPr>
        <p:txBody>
          <a:bodyPr vert="horz" wrap="square" lIns="63500" tIns="63500" rIns="63500" bIns="63500" rtlCol="0" anchor="ctr"/>
          <a:p>
            <a:pPr algn="ctr">
              <a:defRPr/>
            </a:pPr>
          </a:p>
        </p:txBody>
      </p:sp>
      <p:pic>
        <p:nvPicPr>
          <p:cNvPr id="16" name="Picture 10"/>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12305" y="2082800"/>
            <a:ext cx="1092835" cy="1092835"/>
          </a:xfrm>
          <a:prstGeom prst="rect">
            <a:avLst/>
          </a:prstGeom>
        </p:spPr>
      </p:pic>
      <p:sp>
        <p:nvSpPr>
          <p:cNvPr id="17" name="AutoShape 11"/>
          <p:cNvSpPr/>
          <p:nvPr>
            <p:custDataLst>
              <p:tags r:id="rId10"/>
            </p:custDataLst>
          </p:nvPr>
        </p:nvSpPr>
        <p:spPr>
          <a:xfrm>
            <a:off x="7097395" y="3048000"/>
            <a:ext cx="1077595" cy="768985"/>
          </a:xfrm>
          <a:prstGeom prst="rect">
            <a:avLst/>
          </a:prstGeom>
          <a:noFill/>
          <a:ln w="12700" cap="flat" cmpd="sng">
            <a:noFill/>
            <a:prstDash val="solid"/>
            <a:round/>
          </a:ln>
        </p:spPr>
        <p:txBody>
          <a:bodyPr vert="horz" wrap="square" lIns="0" tIns="0" rIns="0" bIns="0" rtlCol="0" anchor="ctr" anchorCtr="0"/>
          <a:p>
            <a:pPr indent="0" algn="ctr">
              <a:lnSpc>
                <a:spcPct val="125000"/>
              </a:lnSpc>
              <a:defRPr/>
            </a:pPr>
            <a:endParaRPr lang="en-US" sz="1100"/>
          </a:p>
        </p:txBody>
      </p:sp>
      <p:sp>
        <p:nvSpPr>
          <p:cNvPr id="18" name="AutoShape 12"/>
          <p:cNvSpPr/>
          <p:nvPr>
            <p:custDataLst>
              <p:tags r:id="rId11"/>
            </p:custDataLst>
          </p:nvPr>
        </p:nvSpPr>
        <p:spPr>
          <a:xfrm>
            <a:off x="8593455" y="1143000"/>
            <a:ext cx="3098800" cy="3334385"/>
          </a:xfrm>
          <a:prstGeom prst="rect">
            <a:avLst/>
          </a:prstGeom>
          <a:noFill/>
          <a:ln w="12700" cap="flat" cmpd="sng">
            <a:noFill/>
            <a:prstDash val="solid"/>
            <a:round/>
          </a:ln>
        </p:spPr>
        <p:txBody>
          <a:bodyPr vert="horz" wrap="square" lIns="0" tIns="0" rIns="0" bIns="0" rtlCol="0" anchor="ctr" anchorCtr="0"/>
          <a:p>
            <a:pPr indent="0" algn="l">
              <a:lnSpc>
                <a:spcPct val="100000"/>
              </a:lnSpc>
              <a:defRPr/>
            </a:pPr>
            <a:r>
              <a:rPr lang="en-US" sz="2800" b="1" i="0" u="none" strike="noStrike">
                <a:solidFill>
                  <a:srgbClr val="FF6A00"/>
                </a:solidFill>
                <a:latin typeface="Noto Sans SC"/>
                <a:ea typeface="Noto Sans SC"/>
                <a:cs typeface="Noto Sans SC"/>
                <a:sym typeface="Noto Sans SC"/>
              </a:rPr>
              <a:t>初二</a:t>
            </a:r>
            <a:r>
              <a:rPr lang="en-US" sz="2800" b="1" i="0" u="none" strike="noStrike">
                <a:solidFill>
                  <a:srgbClr val="333333"/>
                </a:solidFill>
                <a:latin typeface="Noto Sans SC"/>
                <a:ea typeface="Noto Sans SC"/>
                <a:cs typeface="Noto Sans SC"/>
                <a:sym typeface="Noto Sans SC"/>
              </a:rPr>
              <a:t>| 担忧并开始关注</a:t>
            </a:r>
            <a:endParaRPr lang="en-US" sz="2800"/>
          </a:p>
          <a:p>
            <a:pPr indent="0" algn="l">
              <a:lnSpc>
                <a:spcPct val="117000"/>
              </a:lnSpc>
              <a:spcBef>
                <a:spcPts val="1500"/>
              </a:spcBef>
            </a:pPr>
            <a:r>
              <a:rPr lang="en-US" b="1" i="0" u="none" strike="noStrike">
                <a:solidFill>
                  <a:srgbClr val="555555"/>
                </a:solidFill>
                <a:latin typeface="Noto Sans SC"/>
                <a:ea typeface="Noto Sans SC"/>
                <a:cs typeface="Noto Sans SC"/>
                <a:sym typeface="Noto Sans SC"/>
              </a:rPr>
              <a:t>核心痛点：</a:t>
            </a:r>
            <a:endParaRPr lang="en-US" b="1" i="0" u="none" strike="noStrike">
              <a:solidFill>
                <a:srgbClr val="555555"/>
              </a:solidFill>
              <a:latin typeface="Noto Sans SC"/>
              <a:ea typeface="Noto Sans SC"/>
              <a:cs typeface="Noto Sans SC"/>
              <a:sym typeface="Noto Sans SC"/>
            </a:endParaRPr>
          </a:p>
          <a:p>
            <a:pPr indent="0" algn="l">
              <a:lnSpc>
                <a:spcPct val="117000"/>
              </a:lnSpc>
            </a:pPr>
            <a:r>
              <a:rPr lang="en-US" b="0" i="0" u="none" strike="noStrike">
                <a:solidFill>
                  <a:srgbClr val="666666"/>
                </a:solidFill>
                <a:latin typeface="Noto Sans SC"/>
                <a:ea typeface="Noto Sans SC"/>
                <a:cs typeface="Noto Sans SC"/>
                <a:sym typeface="Noto Sans SC"/>
              </a:rPr>
              <a:t>• 开始面临生地会考压力，感到焦虑</a:t>
            </a:r>
            <a:br>
              <a:rPr lang="en-US" b="0" i="0" u="none" strike="noStrike">
                <a:solidFill>
                  <a:srgbClr val="1F2329"/>
                </a:solidFill>
                <a:latin typeface="Noto Sans SC"/>
                <a:ea typeface="Noto Sans SC"/>
                <a:cs typeface="Noto Sans SC"/>
                <a:sym typeface="Noto Sans SC"/>
              </a:rPr>
            </a:br>
            <a:r>
              <a:rPr lang="en-US" b="0" i="0" u="none" strike="noStrike">
                <a:solidFill>
                  <a:srgbClr val="666666"/>
                </a:solidFill>
                <a:latin typeface="Noto Sans SC"/>
                <a:ea typeface="Noto Sans SC"/>
                <a:cs typeface="Noto Sans SC"/>
                <a:sym typeface="Noto Sans SC"/>
              </a:rPr>
              <a:t>• 开始主动了解“校内排名”与“名额分配”</a:t>
            </a:r>
            <a:br>
              <a:rPr lang="en-US" b="0" i="0" u="none" strike="noStrike">
                <a:solidFill>
                  <a:srgbClr val="1F2329"/>
                </a:solidFill>
                <a:latin typeface="Noto Sans SC"/>
                <a:ea typeface="Noto Sans SC"/>
                <a:cs typeface="Noto Sans SC"/>
                <a:sym typeface="Noto Sans SC"/>
              </a:rPr>
            </a:br>
            <a:r>
              <a:rPr lang="en-US" b="0" i="0" u="none" strike="noStrike">
                <a:solidFill>
                  <a:srgbClr val="666666"/>
                </a:solidFill>
                <a:latin typeface="Noto Sans SC"/>
                <a:ea typeface="Noto Sans SC"/>
                <a:cs typeface="Noto Sans SC"/>
                <a:sym typeface="Noto Sans SC"/>
              </a:rPr>
              <a:t>• 担心孩子成绩下滑</a:t>
            </a:r>
            <a:r>
              <a:rPr lang="zh-CN" altLang="en-US" b="0" i="0" u="none" strike="noStrike">
                <a:solidFill>
                  <a:srgbClr val="666666"/>
                </a:solidFill>
                <a:latin typeface="Noto Sans SC"/>
                <a:ea typeface="宋体" charset="0"/>
                <a:cs typeface="Noto Sans SC"/>
                <a:sym typeface="Noto Sans SC"/>
              </a:rPr>
              <a:t>；</a:t>
            </a:r>
            <a:endParaRPr lang="zh-CN" altLang="en-US" b="0" i="0" u="none" strike="noStrike">
              <a:solidFill>
                <a:srgbClr val="666666"/>
              </a:solidFill>
              <a:highlight>
                <a:srgbClr val="FF6A00">
                  <a:alpha val="100000"/>
                </a:srgbClr>
              </a:highlight>
              <a:latin typeface="Noto Sans SC"/>
              <a:ea typeface="宋体" charset="0"/>
              <a:cs typeface="Noto Sans SC"/>
              <a:sym typeface="Noto Sans SC"/>
            </a:endParaRPr>
          </a:p>
        </p:txBody>
      </p:sp>
      <p:sp>
        <p:nvSpPr>
          <p:cNvPr id="19" name="文本框 18"/>
          <p:cNvSpPr txBox="1"/>
          <p:nvPr/>
        </p:nvSpPr>
        <p:spPr>
          <a:xfrm>
            <a:off x="6096000" y="5134610"/>
            <a:ext cx="6096000" cy="629920"/>
          </a:xfrm>
          <a:prstGeom prst="rect">
            <a:avLst/>
          </a:prstGeom>
          <a:noFill/>
        </p:spPr>
        <p:txBody>
          <a:bodyPr wrap="square" rtlCol="0" anchor="t">
            <a:spAutoFit/>
          </a:bodyPr>
          <a:p>
            <a:pPr indent="0" algn="ctr">
              <a:lnSpc>
                <a:spcPct val="125000"/>
              </a:lnSpc>
              <a:spcBef>
                <a:spcPts val="2000"/>
              </a:spcBef>
            </a:pPr>
            <a:r>
              <a:rPr lang="en-US" sz="2800" b="1">
                <a:solidFill>
                  <a:srgbClr val="FFFFFF"/>
                </a:solidFill>
                <a:highlight>
                  <a:srgbClr val="FF6A00">
                    <a:alpha val="100000"/>
                  </a:srgbClr>
                </a:highlight>
                <a:latin typeface="Noto Sans SC"/>
                <a:ea typeface="Noto Sans SC"/>
                <a:cs typeface="Noto Sans SC"/>
                <a:sym typeface="Noto Sans SC"/>
              </a:rPr>
              <a:t>沟通切入点：“危机”与“冲刺”</a:t>
            </a:r>
            <a:endParaRPr lang="en-US" altLang="en-US" sz="2800" b="1">
              <a:solidFill>
                <a:srgbClr val="FFFFFF"/>
              </a:solidFill>
              <a:highlight>
                <a:srgbClr val="FF6A00">
                  <a:alpha val="100000"/>
                </a:srgbClr>
              </a:highlight>
              <a:latin typeface="Noto Sans SC"/>
              <a:ea typeface="Noto Sans SC"/>
              <a:cs typeface="Noto Sans SC"/>
              <a:sym typeface="Noto Sans S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778000"/>
            <a:ext cx="3429000" cy="2159000"/>
          </a:xfrm>
          <a:prstGeom prst="roundRect">
            <a:avLst>
              <a:gd name="adj" fmla="val 4705"/>
            </a:avLst>
          </a:prstGeom>
          <a:solidFill>
            <a:srgbClr val="F9FAFB">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952500" y="2032000"/>
            <a:ext cx="3048000" cy="16510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4200" b="1" i="0" u="none" strike="noStrike">
                <a:solidFill>
                  <a:srgbClr val="228B22"/>
                </a:solidFill>
                <a:latin typeface="Noto Sans SC"/>
                <a:ea typeface="Noto Sans SC"/>
                <a:cs typeface="Noto Sans SC"/>
                <a:sym typeface="Noto Sans SC"/>
              </a:rPr>
              <a:t>01</a:t>
            </a:r>
            <a:endParaRPr lang="en-US" sz="1100"/>
          </a:p>
          <a:p>
            <a:pPr indent="0" algn="l">
              <a:lnSpc>
                <a:spcPct val="125000"/>
              </a:lnSpc>
              <a:spcBef>
                <a:spcPts val="800"/>
              </a:spcBef>
            </a:pPr>
            <a:r>
              <a:rPr lang="zh-CN" altLang="en-US" sz="1800" b="1" i="0" u="none" strike="noStrike">
                <a:solidFill>
                  <a:srgbClr val="333333"/>
                </a:solidFill>
                <a:latin typeface="Noto Sans SC"/>
                <a:ea typeface="Noto Sans SC"/>
                <a:cs typeface="Noto Sans SC"/>
                <a:sym typeface="Noto Sans SC"/>
              </a:rPr>
              <a:t>“升学目标</a:t>
            </a:r>
            <a:r>
              <a:rPr lang="en-US" altLang="zh-CN" sz="1800" b="1" i="0" u="none" strike="noStrike">
                <a:solidFill>
                  <a:srgbClr val="333333"/>
                </a:solidFill>
                <a:latin typeface="Noto Sans SC"/>
                <a:ea typeface="Noto Sans SC"/>
                <a:cs typeface="Noto Sans SC"/>
                <a:sym typeface="Noto Sans SC"/>
              </a:rPr>
              <a:t>&amp;</a:t>
            </a:r>
            <a:r>
              <a:rPr lang="zh-CN" altLang="en-US" sz="1800" b="1" i="0" u="none" strike="noStrike">
                <a:solidFill>
                  <a:srgbClr val="333333"/>
                </a:solidFill>
                <a:latin typeface="Noto Sans SC"/>
                <a:ea typeface="Noto Sans SC"/>
                <a:cs typeface="Noto Sans SC"/>
                <a:sym typeface="Noto Sans SC"/>
              </a:rPr>
              <a:t>规划”</a:t>
            </a:r>
            <a:br>
              <a:rPr lang="zh-CN" altLang="en-US" sz="1800" b="1" i="0" u="none" strike="noStrike">
                <a:solidFill>
                  <a:srgbClr val="333333"/>
                </a:solidFill>
                <a:latin typeface="Noto Sans SC"/>
                <a:ea typeface="Noto Sans SC"/>
                <a:cs typeface="Noto Sans SC"/>
                <a:sym typeface="Noto Sans SC"/>
              </a:rPr>
            </a:br>
            <a:r>
              <a:rPr lang="zh-CN" altLang="en-US" sz="1300" b="0" i="0" u="none" strike="noStrike">
                <a:solidFill>
                  <a:srgbClr val="6E6E6E"/>
                </a:solidFill>
                <a:latin typeface="Noto Sans SC"/>
                <a:ea typeface="Noto Sans SC"/>
                <a:cs typeface="Noto Sans SC"/>
                <a:sym typeface="Noto Sans SC"/>
              </a:rPr>
              <a:t>目标高中或者目标招生</a:t>
            </a:r>
            <a:r>
              <a:rPr lang="zh-CN" altLang="en-US" sz="1300" b="0" i="0" u="none" strike="noStrike">
                <a:solidFill>
                  <a:srgbClr val="6E6E6E"/>
                </a:solidFill>
                <a:latin typeface="Noto Sans SC"/>
                <a:ea typeface="Noto Sans SC"/>
                <a:cs typeface="Noto Sans SC"/>
                <a:sym typeface="Noto Sans SC"/>
              </a:rPr>
              <a:t>批次</a:t>
            </a:r>
            <a:endParaRPr lang="zh-CN" altLang="en-US" sz="1300" b="0" i="0" u="none" strike="noStrike">
              <a:solidFill>
                <a:srgbClr val="6E6E6E"/>
              </a:solidFill>
              <a:latin typeface="Noto Sans SC"/>
              <a:ea typeface="Noto Sans SC"/>
              <a:cs typeface="Noto Sans SC"/>
              <a:sym typeface="Noto Sans SC"/>
            </a:endParaRPr>
          </a:p>
        </p:txBody>
      </p:sp>
      <p:sp>
        <p:nvSpPr>
          <p:cNvPr id="5" name="AutoShape 5"/>
          <p:cNvSpPr/>
          <p:nvPr/>
        </p:nvSpPr>
        <p:spPr>
          <a:xfrm>
            <a:off x="4381500" y="1778000"/>
            <a:ext cx="3429000" cy="2159000"/>
          </a:xfrm>
          <a:prstGeom prst="roundRect">
            <a:avLst>
              <a:gd name="adj" fmla="val 4705"/>
            </a:avLst>
          </a:prstGeom>
          <a:solidFill>
            <a:srgbClr val="F9FAFB">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 name="AutoShape 6"/>
          <p:cNvSpPr/>
          <p:nvPr/>
        </p:nvSpPr>
        <p:spPr>
          <a:xfrm>
            <a:off x="4572000" y="2032000"/>
            <a:ext cx="3048000" cy="16510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4200" b="1" i="0" u="none" strike="noStrike">
                <a:solidFill>
                  <a:srgbClr val="228B22"/>
                </a:solidFill>
                <a:latin typeface="Noto Sans SC"/>
                <a:ea typeface="Noto Sans SC"/>
                <a:cs typeface="Noto Sans SC"/>
                <a:sym typeface="Noto Sans SC"/>
              </a:rPr>
              <a:t>02</a:t>
            </a:r>
            <a:endParaRPr lang="en-US" sz="1100"/>
          </a:p>
          <a:p>
            <a:pPr indent="0" algn="l">
              <a:lnSpc>
                <a:spcPct val="125000"/>
              </a:lnSpc>
              <a:spcBef>
                <a:spcPts val="800"/>
              </a:spcBef>
            </a:pPr>
            <a:r>
              <a:rPr lang="zh-CN" altLang="en-US" sz="1800" b="1" i="0" u="none" strike="noStrike">
                <a:solidFill>
                  <a:srgbClr val="333333"/>
                </a:solidFill>
                <a:latin typeface="Noto Sans SC"/>
                <a:ea typeface="Noto Sans SC"/>
                <a:cs typeface="Noto Sans SC"/>
                <a:sym typeface="Noto Sans SC"/>
              </a:rPr>
              <a:t>中考录取率</a:t>
            </a:r>
            <a:br>
              <a:rPr lang="zh-CN" altLang="en-US" sz="1800" b="1" i="0" u="none" strike="noStrike">
                <a:solidFill>
                  <a:srgbClr val="333333"/>
                </a:solidFill>
                <a:latin typeface="Noto Sans SC"/>
                <a:ea typeface="Noto Sans SC"/>
                <a:cs typeface="Noto Sans SC"/>
                <a:sym typeface="Noto Sans SC"/>
              </a:rPr>
            </a:br>
            <a:r>
              <a:rPr lang="en-US" sz="1300" b="0" i="0" u="none" strike="noStrike">
                <a:solidFill>
                  <a:srgbClr val="6E6E6E"/>
                </a:solidFill>
                <a:latin typeface="Noto Sans SC"/>
                <a:ea typeface="Noto Sans SC"/>
                <a:cs typeface="Noto Sans SC"/>
                <a:sym typeface="Noto Sans SC"/>
              </a:rPr>
              <a:t>录取率背后的真实竞争</a:t>
            </a:r>
            <a:endParaRPr lang="en-US" sz="1300" b="0" i="0" u="none" strike="noStrike">
              <a:solidFill>
                <a:srgbClr val="6E6E6E"/>
              </a:solidFill>
              <a:latin typeface="Noto Sans SC"/>
              <a:ea typeface="Noto Sans SC"/>
              <a:cs typeface="Noto Sans SC"/>
              <a:sym typeface="Noto Sans SC"/>
            </a:endParaRPr>
          </a:p>
        </p:txBody>
      </p:sp>
      <p:sp>
        <p:nvSpPr>
          <p:cNvPr id="7" name="AutoShape 7"/>
          <p:cNvSpPr/>
          <p:nvPr/>
        </p:nvSpPr>
        <p:spPr>
          <a:xfrm>
            <a:off x="8001000" y="1787525"/>
            <a:ext cx="3429000" cy="2159000"/>
          </a:xfrm>
          <a:prstGeom prst="roundRect">
            <a:avLst>
              <a:gd name="adj" fmla="val 4705"/>
            </a:avLst>
          </a:prstGeom>
          <a:solidFill>
            <a:srgbClr val="F9FAFB">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8191500" y="2032000"/>
            <a:ext cx="3048000" cy="16510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4200" b="1" i="0" u="none" strike="noStrike">
                <a:solidFill>
                  <a:srgbClr val="228B22"/>
                </a:solidFill>
                <a:latin typeface="Noto Sans SC"/>
                <a:ea typeface="Noto Sans SC"/>
                <a:cs typeface="Noto Sans SC"/>
                <a:sym typeface="Noto Sans SC"/>
              </a:rPr>
              <a:t>03</a:t>
            </a:r>
            <a:endParaRPr lang="en-US" sz="1100"/>
          </a:p>
          <a:p>
            <a:pPr indent="0" algn="l">
              <a:lnSpc>
                <a:spcPct val="125000"/>
              </a:lnSpc>
              <a:spcBef>
                <a:spcPts val="800"/>
              </a:spcBef>
            </a:pPr>
            <a:r>
              <a:rPr lang="zh-CN" altLang="en-US" sz="1800" b="1" i="0" u="none" strike="noStrike">
                <a:solidFill>
                  <a:srgbClr val="333333"/>
                </a:solidFill>
                <a:latin typeface="Noto Sans SC"/>
                <a:ea typeface="Noto Sans SC"/>
                <a:cs typeface="Noto Sans SC"/>
                <a:sym typeface="Noto Sans SC"/>
              </a:rPr>
              <a:t>自己学校的</a:t>
            </a:r>
            <a:r>
              <a:rPr lang="zh-CN" altLang="en-US" sz="1800" b="1" i="0" u="none" strike="noStrike">
                <a:solidFill>
                  <a:srgbClr val="333333"/>
                </a:solidFill>
                <a:latin typeface="Noto Sans SC"/>
                <a:ea typeface="Noto Sans SC"/>
                <a:cs typeface="Noto Sans SC"/>
                <a:sym typeface="Noto Sans SC"/>
              </a:rPr>
              <a:t>中考上线数据</a:t>
            </a:r>
            <a:br>
              <a:rPr lang="zh-CN" altLang="en-US" sz="1800" b="1" i="0" u="none" strike="noStrike">
                <a:solidFill>
                  <a:srgbClr val="333333"/>
                </a:solidFill>
                <a:latin typeface="Noto Sans SC"/>
                <a:ea typeface="Noto Sans SC"/>
                <a:cs typeface="Noto Sans SC"/>
                <a:sym typeface="Noto Sans SC"/>
              </a:rPr>
            </a:br>
            <a:r>
              <a:rPr lang="zh-CN" altLang="en-US" sz="1300" b="0" i="0" u="none" strike="noStrike">
                <a:solidFill>
                  <a:srgbClr val="6E6E6E"/>
                </a:solidFill>
                <a:latin typeface="Noto Sans SC"/>
                <a:ea typeface="Noto Sans SC"/>
                <a:cs typeface="Noto Sans SC"/>
                <a:sym typeface="Noto Sans SC"/>
              </a:rPr>
              <a:t>无论政策怎么改，家长不变的关注点都应该是学校的出口数据对标，抓孩子</a:t>
            </a:r>
            <a:r>
              <a:rPr lang="zh-CN" altLang="en-US" sz="1300" b="0" i="0" u="none" strike="noStrike">
                <a:solidFill>
                  <a:srgbClr val="6E6E6E"/>
                </a:solidFill>
                <a:latin typeface="Noto Sans SC"/>
                <a:ea typeface="Noto Sans SC"/>
                <a:cs typeface="Noto Sans SC"/>
                <a:sym typeface="Noto Sans SC"/>
              </a:rPr>
              <a:t>排名</a:t>
            </a:r>
            <a:endParaRPr lang="zh-CN" altLang="en-US" sz="1300" b="0" i="0" u="none" strike="noStrike">
              <a:solidFill>
                <a:srgbClr val="6E6E6E"/>
              </a:solidFill>
              <a:latin typeface="Noto Sans SC"/>
              <a:ea typeface="Noto Sans SC"/>
              <a:cs typeface="Noto Sans SC"/>
              <a:sym typeface="Noto Sans SC"/>
            </a:endParaRPr>
          </a:p>
        </p:txBody>
      </p:sp>
      <p:sp>
        <p:nvSpPr>
          <p:cNvPr id="9" name="AutoShape 9"/>
          <p:cNvSpPr/>
          <p:nvPr/>
        </p:nvSpPr>
        <p:spPr>
          <a:xfrm>
            <a:off x="762000" y="4318000"/>
            <a:ext cx="5207000" cy="2032000"/>
          </a:xfrm>
          <a:prstGeom prst="roundRect">
            <a:avLst>
              <a:gd name="adj" fmla="val 5000"/>
            </a:avLst>
          </a:prstGeom>
          <a:solidFill>
            <a:srgbClr val="F9FAFB">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1016000" y="4444365"/>
            <a:ext cx="4699000" cy="165163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200" b="1" i="0" u="none" strike="noStrike">
                <a:solidFill>
                  <a:srgbClr val="228B22"/>
                </a:solidFill>
                <a:latin typeface="Noto Sans SC"/>
                <a:ea typeface="Noto Sans SC"/>
                <a:cs typeface="Noto Sans SC"/>
                <a:sym typeface="Noto Sans SC"/>
              </a:rPr>
              <a:t>04</a:t>
            </a:r>
            <a:r>
              <a:rPr lang="zh-CN" altLang="en-US" sz="4200" b="1" i="0" u="none" strike="noStrike">
                <a:solidFill>
                  <a:srgbClr val="228B22"/>
                </a:solidFill>
                <a:latin typeface="Noto Sans SC"/>
                <a:ea typeface="宋体" charset="0"/>
                <a:cs typeface="Noto Sans SC"/>
                <a:sym typeface="Noto Sans SC"/>
              </a:rPr>
              <a:t>（核心围绕）</a:t>
            </a:r>
            <a:br>
              <a:rPr lang="en-US" sz="4200" b="1" i="0" u="none" strike="noStrike">
                <a:solidFill>
                  <a:srgbClr val="228B22"/>
                </a:solidFill>
                <a:latin typeface="Noto Sans SC"/>
                <a:ea typeface="Noto Sans SC"/>
                <a:cs typeface="Noto Sans SC"/>
                <a:sym typeface="Noto Sans SC"/>
              </a:rPr>
            </a:br>
            <a:r>
              <a:rPr lang="zh-CN" altLang="en-US" sz="1800" b="1" i="0" u="none" strike="noStrike">
                <a:solidFill>
                  <a:srgbClr val="333333"/>
                </a:solidFill>
                <a:latin typeface="Noto Sans SC"/>
                <a:ea typeface="Noto Sans SC"/>
                <a:cs typeface="Noto Sans SC"/>
                <a:sym typeface="Noto Sans SC"/>
              </a:rPr>
              <a:t>学科分数入手</a:t>
            </a:r>
            <a:br>
              <a:rPr lang="zh-CN" altLang="en-US" sz="1800" b="1" i="0" u="none" strike="noStrike">
                <a:solidFill>
                  <a:srgbClr val="333333"/>
                </a:solidFill>
                <a:latin typeface="Noto Sans SC"/>
                <a:ea typeface="Noto Sans SC"/>
                <a:cs typeface="Noto Sans SC"/>
                <a:sym typeface="Noto Sans SC"/>
              </a:rPr>
            </a:br>
            <a:r>
              <a:rPr lang="zh-CN" altLang="en-US" sz="1300" b="0" i="0" u="none" strike="noStrike">
                <a:solidFill>
                  <a:srgbClr val="6E6E6E"/>
                </a:solidFill>
                <a:latin typeface="Noto Sans SC"/>
                <a:ea typeface="宋体" charset="0"/>
                <a:cs typeface="Noto Sans SC"/>
                <a:sym typeface="Noto Sans SC"/>
              </a:rPr>
              <a:t>初中这个扣分点对于初中</a:t>
            </a:r>
            <a:r>
              <a:rPr lang="zh-CN" altLang="en-US" sz="1300" b="0" i="0" u="none" strike="noStrike">
                <a:solidFill>
                  <a:srgbClr val="6E6E6E"/>
                </a:solidFill>
                <a:latin typeface="Noto Sans SC"/>
                <a:ea typeface="宋体" charset="0"/>
                <a:cs typeface="Noto Sans SC"/>
                <a:sym typeface="Noto Sans SC"/>
              </a:rPr>
              <a:t>影响</a:t>
            </a:r>
            <a:endParaRPr lang="zh-CN" altLang="en-US" sz="1300" b="0" i="0" u="none" strike="noStrike">
              <a:solidFill>
                <a:srgbClr val="6E6E6E"/>
              </a:solidFill>
              <a:latin typeface="Noto Sans SC"/>
              <a:ea typeface="宋体" charset="0"/>
              <a:cs typeface="Noto Sans SC"/>
              <a:sym typeface="Noto Sans SC"/>
            </a:endParaRPr>
          </a:p>
        </p:txBody>
      </p:sp>
      <p:sp>
        <p:nvSpPr>
          <p:cNvPr id="11" name="AutoShape 11"/>
          <p:cNvSpPr/>
          <p:nvPr/>
        </p:nvSpPr>
        <p:spPr>
          <a:xfrm>
            <a:off x="6223000" y="4318000"/>
            <a:ext cx="5207000" cy="2032000"/>
          </a:xfrm>
          <a:prstGeom prst="roundRect">
            <a:avLst>
              <a:gd name="adj" fmla="val 5000"/>
            </a:avLst>
          </a:prstGeom>
          <a:solidFill>
            <a:srgbClr val="F9FAFB">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6477000" y="4572000"/>
            <a:ext cx="4699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200" b="1" i="0" u="none" strike="noStrike">
                <a:solidFill>
                  <a:srgbClr val="228B22"/>
                </a:solidFill>
                <a:latin typeface="Noto Sans SC"/>
                <a:ea typeface="Noto Sans SC"/>
                <a:cs typeface="Noto Sans SC"/>
                <a:sym typeface="Noto Sans SC"/>
              </a:rPr>
              <a:t>05</a:t>
            </a:r>
            <a:br>
              <a:rPr lang="en-US" sz="4200" b="1" i="0" u="none" strike="noStrike">
                <a:solidFill>
                  <a:srgbClr val="228B22"/>
                </a:solidFill>
                <a:latin typeface="Noto Sans SC"/>
                <a:ea typeface="Noto Sans SC"/>
                <a:cs typeface="Noto Sans SC"/>
                <a:sym typeface="Noto Sans SC"/>
              </a:rPr>
            </a:br>
            <a:r>
              <a:rPr lang="zh-CN" altLang="en-US" sz="1800" b="1" i="0" u="none" strike="noStrike">
                <a:solidFill>
                  <a:srgbClr val="333333"/>
                </a:solidFill>
                <a:latin typeface="Noto Sans SC"/>
                <a:ea typeface="Noto Sans SC"/>
                <a:cs typeface="Noto Sans SC"/>
                <a:sym typeface="Noto Sans SC"/>
              </a:rPr>
              <a:t>志愿规则入手</a:t>
            </a:r>
            <a:br>
              <a:rPr lang="zh-CN" altLang="en-US" sz="1800" b="1" i="0" u="none" strike="noStrike">
                <a:solidFill>
                  <a:srgbClr val="333333"/>
                </a:solidFill>
                <a:latin typeface="Noto Sans SC"/>
                <a:ea typeface="Noto Sans SC"/>
                <a:cs typeface="Noto Sans SC"/>
                <a:sym typeface="Noto Sans SC"/>
              </a:rPr>
            </a:br>
            <a:r>
              <a:rPr lang="zh-CN" altLang="en-US" sz="1300" b="0" i="0" u="none" strike="noStrike">
                <a:solidFill>
                  <a:srgbClr val="6E6E6E"/>
                </a:solidFill>
                <a:latin typeface="Noto Sans SC"/>
                <a:ea typeface="Noto Sans SC"/>
                <a:cs typeface="Noto Sans SC"/>
                <a:sym typeface="Noto Sans SC"/>
              </a:rPr>
              <a:t>为什么志愿填报会这么值钱，为什么会这么多人</a:t>
            </a:r>
            <a:r>
              <a:rPr lang="zh-CN" altLang="en-US" sz="1300" b="0" i="0" u="none" strike="noStrike">
                <a:solidFill>
                  <a:srgbClr val="6E6E6E"/>
                </a:solidFill>
                <a:latin typeface="Noto Sans SC"/>
                <a:ea typeface="Noto Sans SC"/>
                <a:cs typeface="Noto Sans SC"/>
                <a:sym typeface="Noto Sans SC"/>
              </a:rPr>
              <a:t>滑档；</a:t>
            </a:r>
            <a:endParaRPr lang="zh-CN" altLang="en-US" sz="1300" b="0" i="0" u="none" strike="noStrike">
              <a:solidFill>
                <a:srgbClr val="6E6E6E"/>
              </a:solidFill>
              <a:latin typeface="Noto Sans SC"/>
              <a:ea typeface="Noto Sans SC"/>
              <a:cs typeface="Noto Sans SC"/>
              <a:sym typeface="Noto Sans SC"/>
            </a:endParaRPr>
          </a:p>
        </p:txBody>
      </p:sp>
      <p:sp>
        <p:nvSpPr>
          <p:cNvPr id="14" name="流程图: 可选过程 13"/>
          <p:cNvSpPr/>
          <p:nvPr>
            <p:custDataLst>
              <p:tags r:id="rId1"/>
            </p:custDataLst>
          </p:nvPr>
        </p:nvSpPr>
        <p:spPr>
          <a:xfrm>
            <a:off x="3419475" y="16510"/>
            <a:ext cx="18345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聊</a:t>
            </a:r>
            <a:r>
              <a:rPr lang="zh-CN" altLang="en-US" sz="2800" b="1" dirty="0">
                <a:solidFill>
                  <a:schemeClr val="tx1"/>
                </a:solidFill>
              </a:rPr>
              <a:t>什么？</a:t>
            </a:r>
            <a:endParaRPr lang="zh-CN" altLang="en-US" sz="2800" b="1" dirty="0">
              <a:solidFill>
                <a:schemeClr val="tx1"/>
              </a:solidFill>
            </a:endParaRPr>
          </a:p>
        </p:txBody>
      </p:sp>
      <p:sp>
        <p:nvSpPr>
          <p:cNvPr id="15" name="流程图: 可选过程 14"/>
          <p:cNvSpPr/>
          <p:nvPr>
            <p:custDataLst>
              <p:tags r:id="rId2"/>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流程图: 可选过程 13"/>
          <p:cNvSpPr/>
          <p:nvPr>
            <p:custDataLst>
              <p:tags r:id="rId1"/>
            </p:custDataLst>
          </p:nvPr>
        </p:nvSpPr>
        <p:spPr>
          <a:xfrm>
            <a:off x="3419475" y="16510"/>
            <a:ext cx="18345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深聊</a:t>
            </a:r>
            <a:r>
              <a:rPr lang="zh-CN" altLang="en-US" sz="2800" b="1" dirty="0">
                <a:solidFill>
                  <a:schemeClr val="tx1"/>
                </a:solidFill>
              </a:rPr>
              <a:t>标准</a:t>
            </a:r>
            <a:endParaRPr lang="zh-CN" altLang="en-US" sz="2800" b="1" dirty="0">
              <a:solidFill>
                <a:schemeClr val="tx1"/>
              </a:solidFill>
            </a:endParaRPr>
          </a:p>
        </p:txBody>
      </p:sp>
      <p:sp>
        <p:nvSpPr>
          <p:cNvPr id="15" name="流程图: 可选过程 14"/>
          <p:cNvSpPr/>
          <p:nvPr>
            <p:custDataLst>
              <p:tags r:id="rId2"/>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16" name="文本框 15"/>
          <p:cNvSpPr txBox="1"/>
          <p:nvPr>
            <p:custDataLst>
              <p:tags r:id="rId3"/>
            </p:custDataLst>
          </p:nvPr>
        </p:nvSpPr>
        <p:spPr>
          <a:xfrm>
            <a:off x="309245" y="846455"/>
            <a:ext cx="11607800" cy="5419725"/>
          </a:xfrm>
          <a:prstGeom prst="rect">
            <a:avLst/>
          </a:prstGeom>
          <a:noFill/>
          <a:ln>
            <a:solidFill>
              <a:schemeClr val="tx1"/>
            </a:solidFill>
          </a:ln>
        </p:spPr>
        <p:txBody>
          <a:bodyPr wrap="square" rtlCol="0">
            <a:noAutofit/>
          </a:bodyPr>
          <a:p>
            <a:endParaRPr lang="en-US" altLang="zh-CN" sz="1600"/>
          </a:p>
        </p:txBody>
      </p:sp>
      <p:sp>
        <p:nvSpPr>
          <p:cNvPr id="17" name="任意多边形 16"/>
          <p:cNvSpPr>
            <a:spLocks noChangeAspect="1"/>
          </p:cNvSpPr>
          <p:nvPr>
            <p:custDataLst>
              <p:tags r:id="rId4"/>
            </p:custDataLst>
          </p:nvPr>
        </p:nvSpPr>
        <p:spPr>
          <a:xfrm>
            <a:off x="3821748" y="740410"/>
            <a:ext cx="4402455" cy="5085080"/>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solidFill>
            <a:srgbClr val="FFFFFF">
              <a:alpha val="40000"/>
            </a:srgbClr>
          </a:solidFill>
          <a:ln w="12700" cap="flat" cmpd="sng" algn="ctr">
            <a:noFill/>
            <a:prstDash val="solid"/>
            <a:miter lim="800000"/>
          </a:ln>
          <a:effectLst>
            <a:outerShdw blurRad="165100" dist="38100" dir="5400000" sx="101000" sy="101000" algn="t" rotWithShape="0">
              <a:srgbClr val="376FFF">
                <a:alpha val="34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FFFFFF"/>
              </a:solidFill>
              <a:latin typeface="Arial" panose="020B0704020202020204" pitchFamily="34" charset="0"/>
              <a:ea typeface="微软雅黑" charset="0"/>
              <a:sym typeface="微软雅黑" charset="-122"/>
            </a:endParaRPr>
          </a:p>
        </p:txBody>
      </p:sp>
      <p:sp>
        <p:nvSpPr>
          <p:cNvPr id="18" name="任意多边形 17"/>
          <p:cNvSpPr>
            <a:spLocks noChangeAspect="1"/>
          </p:cNvSpPr>
          <p:nvPr>
            <p:custDataLst>
              <p:tags r:id="rId5"/>
            </p:custDataLst>
          </p:nvPr>
        </p:nvSpPr>
        <p:spPr>
          <a:xfrm>
            <a:off x="4029075" y="980440"/>
            <a:ext cx="3987800" cy="4605655"/>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solidFill>
            <a:srgbClr val="FFFFFF">
              <a:alpha val="50000"/>
            </a:srgbClr>
          </a:solidFill>
          <a:ln w="12700" cap="flat" cmpd="sng" algn="ctr">
            <a:noFill/>
            <a:prstDash val="solid"/>
            <a:miter lim="800000"/>
          </a:ln>
          <a:effectLst>
            <a:outerShdw blurRad="165100" dist="38100" dir="5400000" sx="101000" sy="101000" algn="t" rotWithShape="0">
              <a:srgbClr val="376FFF">
                <a:alpha val="34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FFFFFF"/>
              </a:solidFill>
              <a:latin typeface="Arial" panose="020B0704020202020204" pitchFamily="34" charset="0"/>
              <a:ea typeface="微软雅黑" charset="0"/>
              <a:sym typeface="微软雅黑" charset="-122"/>
            </a:endParaRPr>
          </a:p>
        </p:txBody>
      </p:sp>
      <p:sp>
        <p:nvSpPr>
          <p:cNvPr id="19" name="任意多边形 18"/>
          <p:cNvSpPr/>
          <p:nvPr>
            <p:custDataLst>
              <p:tags r:id="rId6"/>
            </p:custDataLst>
          </p:nvPr>
        </p:nvSpPr>
        <p:spPr>
          <a:xfrm>
            <a:off x="4210368" y="1160145"/>
            <a:ext cx="3625215" cy="4187190"/>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gradFill>
            <a:gsLst>
              <a:gs pos="100000">
                <a:srgbClr val="376FFF">
                  <a:lumMod val="75000"/>
                </a:srgbClr>
              </a:gs>
              <a:gs pos="0">
                <a:srgbClr val="376FFF">
                  <a:lumMod val="60000"/>
                  <a:lumOff val="40000"/>
                </a:srgbClr>
              </a:gs>
              <a:gs pos="50000">
                <a:srgbClr val="376FFF"/>
              </a:gs>
            </a:gsLst>
            <a:lin ang="3600000" scaled="0"/>
          </a:gradFill>
          <a:ln w="12700" cap="flat" cmpd="sng" algn="ctr">
            <a:noFill/>
            <a:prstDash val="solid"/>
            <a:miter lim="800000"/>
          </a:ln>
          <a:effectLst>
            <a:outerShdw blurRad="165100" dist="38100" dir="5400000" sx="101000" sy="101000" algn="t" rotWithShape="0">
              <a:srgbClr val="376FFF">
                <a:alpha val="34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FFFFFF"/>
              </a:solidFill>
              <a:latin typeface="Arial" panose="020B0704020202020204" pitchFamily="34" charset="0"/>
              <a:ea typeface="微软雅黑" charset="0"/>
              <a:sym typeface="微软雅黑" charset="-122"/>
            </a:endParaRPr>
          </a:p>
        </p:txBody>
      </p:sp>
      <p:pic>
        <p:nvPicPr>
          <p:cNvPr id="22" name="图片 21" descr="343439383331313b343532303032333bc6f3d2b5bcf2bde9"/>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5394896" y="2255520"/>
            <a:ext cx="1170432" cy="1170432"/>
          </a:xfrm>
          <a:prstGeom prst="rect">
            <a:avLst/>
          </a:prstGeom>
        </p:spPr>
      </p:pic>
      <p:sp>
        <p:nvSpPr>
          <p:cNvPr id="20" name="任意多边形 19"/>
          <p:cNvSpPr>
            <a:spLocks noChangeAspect="1"/>
          </p:cNvSpPr>
          <p:nvPr>
            <p:custDataLst>
              <p:tags r:id="rId10"/>
            </p:custDataLst>
          </p:nvPr>
        </p:nvSpPr>
        <p:spPr>
          <a:xfrm>
            <a:off x="1599565" y="1584325"/>
            <a:ext cx="1533906" cy="1772221"/>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gradFill>
            <a:gsLst>
              <a:gs pos="0">
                <a:srgbClr val="17D594">
                  <a:lumMod val="20000"/>
                  <a:lumOff val="80000"/>
                </a:srgbClr>
              </a:gs>
              <a:gs pos="100000">
                <a:srgbClr val="17D594"/>
              </a:gs>
              <a:gs pos="30000">
                <a:srgbClr val="17D594">
                  <a:lumMod val="60000"/>
                  <a:lumOff val="40000"/>
                </a:srgbClr>
              </a:gs>
            </a:gsLst>
            <a:lin ang="5400000" scaled="0"/>
          </a:gradFill>
          <a:ln w="12700" cap="flat" cmpd="sng" algn="ctr">
            <a:noFill/>
            <a:prstDash val="solid"/>
            <a:miter lim="800000"/>
          </a:ln>
          <a:effectLst>
            <a:outerShdw blurRad="165100" dist="215900" dir="5400000" sx="102000" sy="102000" algn="t" rotWithShape="0">
              <a:srgbClr val="17D594">
                <a:lumMod val="50000"/>
                <a:alpha val="15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FFFFFF"/>
              </a:solidFill>
              <a:latin typeface="Arial" panose="020B0704020202020204" pitchFamily="34" charset="0"/>
              <a:ea typeface="微软雅黑" charset="0"/>
              <a:sym typeface="微软雅黑" charset="-122"/>
            </a:endParaRPr>
          </a:p>
        </p:txBody>
      </p:sp>
      <p:sp>
        <p:nvSpPr>
          <p:cNvPr id="21" name="文本框 20"/>
          <p:cNvSpPr txBox="1"/>
          <p:nvPr>
            <p:custDataLst>
              <p:tags r:id="rId11"/>
            </p:custDataLst>
          </p:nvPr>
        </p:nvSpPr>
        <p:spPr>
          <a:xfrm>
            <a:off x="4811078" y="3473450"/>
            <a:ext cx="2569845" cy="829945"/>
          </a:xfrm>
          <a:prstGeom prst="rect">
            <a:avLst/>
          </a:prstGeom>
          <a:noFill/>
        </p:spPr>
        <p:txBody>
          <a:bodyPr wrap="square" rtlCol="0">
            <a:spAutoFit/>
          </a:bodyPr>
          <a:p>
            <a:pPr algn="ctr"/>
            <a:r>
              <a:rPr lang="zh-CN" altLang="en-US" sz="2400">
                <a:solidFill>
                  <a:srgbClr val="FFFFFF"/>
                </a:solidFill>
                <a:latin typeface="微软雅黑" charset="0"/>
                <a:ea typeface="微软雅黑" charset="0"/>
                <a:cs typeface="微软雅黑" charset="0"/>
              </a:rPr>
              <a:t>自我定位：</a:t>
            </a:r>
            <a:br>
              <a:rPr lang="zh-CN" altLang="en-US" sz="2400">
                <a:solidFill>
                  <a:srgbClr val="FFFFFF"/>
                </a:solidFill>
                <a:latin typeface="微软雅黑" charset="0"/>
                <a:ea typeface="微软雅黑" charset="0"/>
                <a:cs typeface="微软雅黑" charset="0"/>
              </a:rPr>
            </a:br>
            <a:r>
              <a:rPr lang="zh-CN" altLang="en-US" sz="2400">
                <a:solidFill>
                  <a:srgbClr val="FFFFFF"/>
                </a:solidFill>
                <a:latin typeface="微软雅黑" charset="0"/>
                <a:ea typeface="微软雅黑" charset="0"/>
                <a:cs typeface="微软雅黑" charset="0"/>
              </a:rPr>
              <a:t>升学</a:t>
            </a:r>
            <a:r>
              <a:rPr lang="en-US" altLang="zh-CN" sz="2400">
                <a:solidFill>
                  <a:srgbClr val="FFFFFF"/>
                </a:solidFill>
                <a:latin typeface="微软雅黑" charset="0"/>
                <a:ea typeface="微软雅黑" charset="0"/>
                <a:cs typeface="微软雅黑" charset="0"/>
              </a:rPr>
              <a:t>/</a:t>
            </a:r>
            <a:r>
              <a:rPr lang="zh-CN" altLang="en-US" sz="2400">
                <a:solidFill>
                  <a:srgbClr val="FFFFFF"/>
                </a:solidFill>
                <a:latin typeface="微软雅黑" charset="0"/>
                <a:ea typeface="微软雅黑" charset="0"/>
                <a:cs typeface="微软雅黑" charset="0"/>
              </a:rPr>
              <a:t>学科规划师</a:t>
            </a:r>
            <a:endParaRPr lang="zh-CN" altLang="en-US" sz="2400">
              <a:solidFill>
                <a:srgbClr val="FFFFFF"/>
              </a:solidFill>
              <a:latin typeface="微软雅黑" charset="0"/>
              <a:ea typeface="微软雅黑" charset="0"/>
              <a:cs typeface="微软雅黑" charset="0"/>
            </a:endParaRPr>
          </a:p>
        </p:txBody>
      </p:sp>
      <p:sp>
        <p:nvSpPr>
          <p:cNvPr id="23" name="任意多边形 22"/>
          <p:cNvSpPr>
            <a:spLocks noChangeAspect="1"/>
          </p:cNvSpPr>
          <p:nvPr>
            <p:custDataLst>
              <p:tags r:id="rId12"/>
            </p:custDataLst>
          </p:nvPr>
        </p:nvSpPr>
        <p:spPr>
          <a:xfrm>
            <a:off x="1159510" y="3473450"/>
            <a:ext cx="1533906" cy="1772221"/>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gradFill>
            <a:gsLst>
              <a:gs pos="0">
                <a:srgbClr val="FFD247">
                  <a:lumMod val="20000"/>
                  <a:lumOff val="80000"/>
                </a:srgbClr>
              </a:gs>
              <a:gs pos="100000">
                <a:srgbClr val="FFD247"/>
              </a:gs>
              <a:gs pos="30000">
                <a:srgbClr val="FFD247">
                  <a:lumMod val="60000"/>
                  <a:lumOff val="40000"/>
                </a:srgbClr>
              </a:gs>
            </a:gsLst>
            <a:lin ang="5400000" scaled="0"/>
          </a:gradFill>
          <a:ln w="12700" cap="flat" cmpd="sng" algn="ctr">
            <a:noFill/>
            <a:prstDash val="solid"/>
            <a:miter lim="800000"/>
          </a:ln>
          <a:effectLst>
            <a:outerShdw blurRad="165100" dist="215900" dir="5400000" sx="102000" sy="102000" algn="t" rotWithShape="0">
              <a:srgbClr val="FFD247">
                <a:lumMod val="50000"/>
                <a:alpha val="25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FFFFFF"/>
              </a:solidFill>
              <a:latin typeface="Arial" panose="020B0704020202020204" pitchFamily="34" charset="0"/>
              <a:ea typeface="微软雅黑" charset="0"/>
              <a:sym typeface="微软雅黑" charset="-122"/>
            </a:endParaRPr>
          </a:p>
        </p:txBody>
      </p:sp>
      <p:sp>
        <p:nvSpPr>
          <p:cNvPr id="24" name="任意多边形 23"/>
          <p:cNvSpPr>
            <a:spLocks noChangeAspect="1"/>
          </p:cNvSpPr>
          <p:nvPr>
            <p:custDataLst>
              <p:tags r:id="rId13"/>
            </p:custDataLst>
          </p:nvPr>
        </p:nvSpPr>
        <p:spPr>
          <a:xfrm>
            <a:off x="8491855" y="1701165"/>
            <a:ext cx="1533906" cy="1772221"/>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gradFill>
            <a:gsLst>
              <a:gs pos="0">
                <a:srgbClr val="FF7429">
                  <a:lumMod val="20000"/>
                  <a:lumOff val="80000"/>
                </a:srgbClr>
              </a:gs>
              <a:gs pos="100000">
                <a:srgbClr val="FF7429"/>
              </a:gs>
              <a:gs pos="30000">
                <a:srgbClr val="FF7429">
                  <a:lumMod val="60000"/>
                  <a:lumOff val="40000"/>
                </a:srgbClr>
              </a:gs>
            </a:gsLst>
            <a:lin ang="5400000" scaled="0"/>
          </a:gradFill>
          <a:ln w="12700" cap="flat" cmpd="sng" algn="ctr">
            <a:noFill/>
            <a:prstDash val="solid"/>
            <a:miter lim="800000"/>
          </a:ln>
          <a:effectLst>
            <a:outerShdw blurRad="165100" dist="215900" dir="5400000" sx="102000" sy="102000" algn="t" rotWithShape="0">
              <a:srgbClr val="FFD247">
                <a:lumMod val="50000"/>
                <a:alpha val="25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FFFFFF"/>
              </a:solidFill>
              <a:latin typeface="Arial" panose="020B0704020202020204" pitchFamily="34" charset="0"/>
              <a:ea typeface="微软雅黑" charset="0"/>
              <a:sym typeface="微软雅黑" charset="-122"/>
            </a:endParaRPr>
          </a:p>
        </p:txBody>
      </p:sp>
      <p:sp>
        <p:nvSpPr>
          <p:cNvPr id="25" name="任意多边形 24"/>
          <p:cNvSpPr>
            <a:spLocks noChangeAspect="1"/>
          </p:cNvSpPr>
          <p:nvPr>
            <p:custDataLst>
              <p:tags r:id="rId14"/>
            </p:custDataLst>
          </p:nvPr>
        </p:nvSpPr>
        <p:spPr>
          <a:xfrm>
            <a:off x="10026015" y="1380490"/>
            <a:ext cx="766953" cy="886111"/>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solidFill>
            <a:srgbClr val="376FFF">
              <a:lumMod val="20000"/>
              <a:lumOff val="80000"/>
              <a:alpha val="50000"/>
            </a:srgbClr>
          </a:solidFill>
          <a:ln w="12700" cap="flat" cmpd="sng" algn="ctr">
            <a:noFill/>
            <a:prstDash val="solid"/>
            <a:miter lim="800000"/>
          </a:ln>
          <a:effectLst>
            <a:outerShdw blurRad="165100" dist="215900" dir="5400000" sx="102000" sy="102000" algn="t" rotWithShape="0">
              <a:srgbClr val="376FFF">
                <a:alpha val="15000"/>
              </a:srgbClr>
            </a:outerShdw>
          </a:effectLst>
        </p:spPr>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latin typeface="Arial" panose="020B0704020202020204" pitchFamily="34" charset="0"/>
                <a:ea typeface="微软雅黑" charset="0"/>
                <a:sym typeface="微软雅黑" charset="-122"/>
              </a:rPr>
              <a:t>学员信息</a:t>
            </a:r>
            <a:endParaRPr lang="zh-CN" altLang="en-US">
              <a:solidFill>
                <a:schemeClr val="tx1"/>
              </a:solidFill>
              <a:latin typeface="Arial" panose="020B0704020202020204" pitchFamily="34" charset="0"/>
              <a:ea typeface="微软雅黑" charset="0"/>
              <a:sym typeface="微软雅黑" charset="-122"/>
            </a:endParaRPr>
          </a:p>
        </p:txBody>
      </p:sp>
      <p:sp>
        <p:nvSpPr>
          <p:cNvPr id="26" name="任意多边形 25"/>
          <p:cNvSpPr>
            <a:spLocks noChangeAspect="1"/>
          </p:cNvSpPr>
          <p:nvPr>
            <p:custDataLst>
              <p:tags r:id="rId15"/>
            </p:custDataLst>
          </p:nvPr>
        </p:nvSpPr>
        <p:spPr>
          <a:xfrm>
            <a:off x="2803525" y="3185160"/>
            <a:ext cx="852170" cy="984568"/>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solidFill>
            <a:srgbClr val="376FFF">
              <a:lumMod val="20000"/>
              <a:lumOff val="80000"/>
              <a:alpha val="50000"/>
            </a:srgbClr>
          </a:solidFill>
          <a:ln w="12700" cap="flat" cmpd="sng" algn="ctr">
            <a:noFill/>
            <a:prstDash val="solid"/>
            <a:miter lim="800000"/>
          </a:ln>
          <a:effectLst>
            <a:outerShdw blurRad="165100" dist="215900" dir="5400000" sx="102000" sy="102000" algn="t" rotWithShape="0">
              <a:srgbClr val="376FFF">
                <a:alpha val="15000"/>
              </a:srgbClr>
            </a:outerShdw>
          </a:effectLst>
        </p:spPr>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latin typeface="Arial" panose="020B0704020202020204" pitchFamily="34" charset="0"/>
                <a:ea typeface="微软雅黑" charset="0"/>
                <a:sym typeface="微软雅黑" charset="-122"/>
              </a:rPr>
              <a:t>学习</a:t>
            </a:r>
            <a:r>
              <a:rPr lang="zh-CN" altLang="en-US">
                <a:solidFill>
                  <a:schemeClr val="tx1"/>
                </a:solidFill>
                <a:latin typeface="Arial" panose="020B0704020202020204" pitchFamily="34" charset="0"/>
                <a:ea typeface="微软雅黑" charset="0"/>
                <a:sym typeface="微软雅黑" charset="-122"/>
              </a:rPr>
              <a:t>习惯</a:t>
            </a:r>
            <a:endParaRPr lang="zh-CN" altLang="en-US">
              <a:solidFill>
                <a:schemeClr val="tx1"/>
              </a:solidFill>
              <a:latin typeface="Arial" panose="020B0704020202020204" pitchFamily="34" charset="0"/>
              <a:ea typeface="微软雅黑" charset="0"/>
              <a:sym typeface="微软雅黑" charset="-122"/>
            </a:endParaRPr>
          </a:p>
        </p:txBody>
      </p:sp>
      <p:sp>
        <p:nvSpPr>
          <p:cNvPr id="27" name="任意多边形 26"/>
          <p:cNvSpPr>
            <a:spLocks noChangeAspect="1"/>
          </p:cNvSpPr>
          <p:nvPr>
            <p:custDataLst>
              <p:tags r:id="rId16"/>
            </p:custDataLst>
          </p:nvPr>
        </p:nvSpPr>
        <p:spPr>
          <a:xfrm>
            <a:off x="490220" y="2371725"/>
            <a:ext cx="852170" cy="984568"/>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solidFill>
            <a:srgbClr val="376FFF">
              <a:lumMod val="20000"/>
              <a:lumOff val="80000"/>
              <a:alpha val="60000"/>
            </a:srgbClr>
          </a:solidFill>
          <a:ln w="12700" cap="flat" cmpd="sng" algn="ctr">
            <a:noFill/>
            <a:prstDash val="solid"/>
            <a:miter lim="800000"/>
          </a:ln>
          <a:effectLst>
            <a:outerShdw blurRad="165100" dist="215900" dir="5400000" sx="102000" sy="102000" algn="t" rotWithShape="0">
              <a:srgbClr val="376FFF">
                <a:alpha val="15000"/>
              </a:srgbClr>
            </a:outerShdw>
          </a:effectLst>
        </p:spPr>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latin typeface="Arial" panose="020B0704020202020204" pitchFamily="34" charset="0"/>
                <a:ea typeface="微软雅黑" charset="0"/>
                <a:sym typeface="微软雅黑" charset="-122"/>
              </a:rPr>
              <a:t>目前情况</a:t>
            </a:r>
            <a:endParaRPr lang="zh-CN" altLang="en-US">
              <a:solidFill>
                <a:schemeClr val="tx1"/>
              </a:solidFill>
              <a:latin typeface="Arial" panose="020B0704020202020204" pitchFamily="34" charset="0"/>
              <a:ea typeface="微软雅黑" charset="0"/>
              <a:sym typeface="微软雅黑" charset="-122"/>
            </a:endParaRPr>
          </a:p>
        </p:txBody>
      </p:sp>
      <p:sp>
        <p:nvSpPr>
          <p:cNvPr id="28" name="文本框 27"/>
          <p:cNvSpPr txBox="1"/>
          <p:nvPr>
            <p:custDataLst>
              <p:tags r:id="rId17"/>
            </p:custDataLst>
          </p:nvPr>
        </p:nvSpPr>
        <p:spPr>
          <a:xfrm>
            <a:off x="1621155" y="2255520"/>
            <a:ext cx="1490980" cy="460375"/>
          </a:xfrm>
          <a:prstGeom prst="rect">
            <a:avLst/>
          </a:prstGeom>
          <a:noFill/>
        </p:spPr>
        <p:txBody>
          <a:bodyPr wrap="square" rtlCol="0">
            <a:spAutoFit/>
          </a:bodyPr>
          <a:p>
            <a:pPr algn="ctr"/>
            <a:r>
              <a:rPr lang="zh-CN" altLang="en-US" sz="2400">
                <a:solidFill>
                  <a:srgbClr val="FF0000"/>
                </a:solidFill>
                <a:latin typeface="微软雅黑" charset="0"/>
                <a:ea typeface="微软雅黑" charset="0"/>
              </a:rPr>
              <a:t>目标学校</a:t>
            </a:r>
            <a:endParaRPr lang="zh-CN" altLang="en-US" sz="2400">
              <a:solidFill>
                <a:srgbClr val="FF0000"/>
              </a:solidFill>
              <a:latin typeface="微软雅黑" charset="0"/>
              <a:ea typeface="微软雅黑" charset="0"/>
            </a:endParaRPr>
          </a:p>
        </p:txBody>
      </p:sp>
      <p:sp>
        <p:nvSpPr>
          <p:cNvPr id="29" name="任意多边形 28"/>
          <p:cNvSpPr>
            <a:spLocks noChangeAspect="1"/>
          </p:cNvSpPr>
          <p:nvPr>
            <p:custDataLst>
              <p:tags r:id="rId18"/>
            </p:custDataLst>
          </p:nvPr>
        </p:nvSpPr>
        <p:spPr>
          <a:xfrm>
            <a:off x="2518410" y="4995545"/>
            <a:ext cx="511302" cy="590741"/>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solidFill>
            <a:srgbClr val="376FFF">
              <a:lumMod val="20000"/>
              <a:lumOff val="80000"/>
              <a:alpha val="40000"/>
            </a:srgbClr>
          </a:solidFill>
          <a:ln w="12700" cap="flat" cmpd="sng" algn="ctr">
            <a:noFill/>
            <a:prstDash val="solid"/>
            <a:miter lim="800000"/>
          </a:ln>
          <a:effectLst>
            <a:outerShdw blurRad="165100" dist="215900" dir="5400000" sx="102000" sy="102000" algn="t" rotWithShape="0">
              <a:srgbClr val="376FFF">
                <a:alpha val="15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FFFFFF"/>
              </a:solidFill>
              <a:latin typeface="Arial" panose="020B0704020202020204" pitchFamily="34" charset="0"/>
              <a:ea typeface="微软雅黑" charset="0"/>
              <a:sym typeface="微软雅黑" charset="-122"/>
            </a:endParaRPr>
          </a:p>
        </p:txBody>
      </p:sp>
      <p:sp>
        <p:nvSpPr>
          <p:cNvPr id="30" name="文本框 29"/>
          <p:cNvSpPr txBox="1"/>
          <p:nvPr>
            <p:custDataLst>
              <p:tags r:id="rId19"/>
            </p:custDataLst>
          </p:nvPr>
        </p:nvSpPr>
        <p:spPr>
          <a:xfrm>
            <a:off x="1181100" y="4144645"/>
            <a:ext cx="1490980" cy="460375"/>
          </a:xfrm>
          <a:prstGeom prst="rect">
            <a:avLst/>
          </a:prstGeom>
          <a:noFill/>
        </p:spPr>
        <p:txBody>
          <a:bodyPr wrap="square" rtlCol="0">
            <a:spAutoFit/>
          </a:bodyPr>
          <a:p>
            <a:pPr algn="ctr"/>
            <a:r>
              <a:rPr lang="zh-CN" altLang="en-US" sz="2400">
                <a:solidFill>
                  <a:srgbClr val="FFFFFF"/>
                </a:solidFill>
                <a:latin typeface="微软雅黑" charset="0"/>
                <a:ea typeface="微软雅黑" charset="0"/>
              </a:rPr>
              <a:t>家长</a:t>
            </a:r>
            <a:r>
              <a:rPr lang="zh-CN" altLang="en-US" sz="2400">
                <a:solidFill>
                  <a:srgbClr val="FFFFFF"/>
                </a:solidFill>
                <a:latin typeface="微软雅黑" charset="0"/>
                <a:ea typeface="微软雅黑" charset="0"/>
              </a:rPr>
              <a:t>期许</a:t>
            </a:r>
            <a:endParaRPr lang="zh-CN" altLang="en-US" sz="2400">
              <a:solidFill>
                <a:srgbClr val="FFFFFF"/>
              </a:solidFill>
              <a:latin typeface="微软雅黑" charset="0"/>
              <a:ea typeface="微软雅黑" charset="0"/>
            </a:endParaRPr>
          </a:p>
        </p:txBody>
      </p:sp>
      <p:sp>
        <p:nvSpPr>
          <p:cNvPr id="31" name="文本框 30"/>
          <p:cNvSpPr txBox="1"/>
          <p:nvPr>
            <p:custDataLst>
              <p:tags r:id="rId20"/>
            </p:custDataLst>
          </p:nvPr>
        </p:nvSpPr>
        <p:spPr>
          <a:xfrm>
            <a:off x="8513445" y="2372360"/>
            <a:ext cx="1490980" cy="460375"/>
          </a:xfrm>
          <a:prstGeom prst="rect">
            <a:avLst/>
          </a:prstGeom>
          <a:noFill/>
        </p:spPr>
        <p:txBody>
          <a:bodyPr wrap="square" rtlCol="0">
            <a:spAutoFit/>
          </a:bodyPr>
          <a:p>
            <a:pPr algn="ctr"/>
            <a:r>
              <a:rPr lang="zh-CN" altLang="en-US" sz="2400">
                <a:solidFill>
                  <a:srgbClr val="FF0000"/>
                </a:solidFill>
                <a:latin typeface="微软雅黑" charset="0"/>
                <a:ea typeface="微软雅黑" charset="0"/>
                <a:sym typeface="微软雅黑" charset="-122"/>
              </a:rPr>
              <a:t>成绩</a:t>
            </a:r>
            <a:endParaRPr lang="zh-CN" altLang="en-US" sz="2400">
              <a:solidFill>
                <a:srgbClr val="FF0000"/>
              </a:solidFill>
              <a:latin typeface="微软雅黑" charset="0"/>
              <a:ea typeface="微软雅黑" charset="0"/>
              <a:sym typeface="微软雅黑" charset="-122"/>
            </a:endParaRPr>
          </a:p>
        </p:txBody>
      </p:sp>
      <p:sp>
        <p:nvSpPr>
          <p:cNvPr id="32" name="任意多边形 31"/>
          <p:cNvSpPr>
            <a:spLocks noChangeAspect="1"/>
          </p:cNvSpPr>
          <p:nvPr>
            <p:custDataLst>
              <p:tags r:id="rId21"/>
            </p:custDataLst>
          </p:nvPr>
        </p:nvSpPr>
        <p:spPr>
          <a:xfrm>
            <a:off x="10191750" y="2218690"/>
            <a:ext cx="1533906" cy="1772221"/>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gradFill>
            <a:gsLst>
              <a:gs pos="0">
                <a:srgbClr val="FFD247">
                  <a:lumMod val="20000"/>
                  <a:lumOff val="80000"/>
                </a:srgbClr>
              </a:gs>
              <a:gs pos="100000">
                <a:srgbClr val="FFD247"/>
              </a:gs>
              <a:gs pos="30000">
                <a:srgbClr val="FFD247">
                  <a:lumMod val="60000"/>
                  <a:lumOff val="40000"/>
                </a:srgbClr>
              </a:gs>
            </a:gsLst>
            <a:lin ang="5400000" scaled="0"/>
          </a:gradFill>
          <a:ln w="12700" cap="flat" cmpd="sng" algn="ctr">
            <a:noFill/>
            <a:prstDash val="solid"/>
            <a:miter lim="800000"/>
          </a:ln>
          <a:effectLst>
            <a:outerShdw blurRad="165100" dist="215900" dir="5400000" sx="102000" sy="102000" algn="t" rotWithShape="0">
              <a:srgbClr val="FFD247">
                <a:lumMod val="50000"/>
                <a:alpha val="25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FFFFFF"/>
              </a:solidFill>
              <a:latin typeface="Arial" panose="020B0704020202020204" pitchFamily="34" charset="0"/>
              <a:ea typeface="微软雅黑" charset="0"/>
              <a:sym typeface="微软雅黑" charset="-122"/>
            </a:endParaRPr>
          </a:p>
        </p:txBody>
      </p:sp>
      <p:sp>
        <p:nvSpPr>
          <p:cNvPr id="33" name="文本框 32"/>
          <p:cNvSpPr txBox="1"/>
          <p:nvPr>
            <p:custDataLst>
              <p:tags r:id="rId22"/>
            </p:custDataLst>
          </p:nvPr>
        </p:nvSpPr>
        <p:spPr>
          <a:xfrm>
            <a:off x="10191750" y="2865120"/>
            <a:ext cx="1490980" cy="460375"/>
          </a:xfrm>
          <a:prstGeom prst="rect">
            <a:avLst/>
          </a:prstGeom>
          <a:noFill/>
        </p:spPr>
        <p:txBody>
          <a:bodyPr wrap="square" rtlCol="0">
            <a:spAutoFit/>
          </a:bodyPr>
          <a:p>
            <a:pPr algn="ctr"/>
            <a:r>
              <a:rPr lang="zh-CN" altLang="en-US" sz="2400">
                <a:solidFill>
                  <a:srgbClr val="FF0000"/>
                </a:solidFill>
                <a:latin typeface="微软雅黑" charset="0"/>
                <a:ea typeface="微软雅黑" charset="0"/>
                <a:sym typeface="微软雅黑" charset="-122"/>
              </a:rPr>
              <a:t>在读学校</a:t>
            </a:r>
            <a:endParaRPr lang="zh-CN" altLang="en-US" sz="2400">
              <a:solidFill>
                <a:srgbClr val="FF0000"/>
              </a:solidFill>
              <a:latin typeface="微软雅黑" charset="0"/>
              <a:ea typeface="微软雅黑" charset="0"/>
              <a:sym typeface="微软雅黑" charset="-122"/>
            </a:endParaRPr>
          </a:p>
        </p:txBody>
      </p:sp>
      <p:sp>
        <p:nvSpPr>
          <p:cNvPr id="34" name="任意多边形 33"/>
          <p:cNvSpPr>
            <a:spLocks noChangeAspect="1"/>
          </p:cNvSpPr>
          <p:nvPr>
            <p:custDataLst>
              <p:tags r:id="rId23"/>
            </p:custDataLst>
          </p:nvPr>
        </p:nvSpPr>
        <p:spPr>
          <a:xfrm>
            <a:off x="8925560" y="3473450"/>
            <a:ext cx="1533906" cy="1772221"/>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gradFill>
            <a:gsLst>
              <a:gs pos="100000">
                <a:srgbClr val="17D594"/>
              </a:gs>
              <a:gs pos="0">
                <a:srgbClr val="17D594">
                  <a:lumMod val="20000"/>
                  <a:lumOff val="80000"/>
                </a:srgbClr>
              </a:gs>
              <a:gs pos="30000">
                <a:srgbClr val="17D594">
                  <a:lumMod val="60000"/>
                  <a:lumOff val="40000"/>
                </a:srgbClr>
              </a:gs>
            </a:gsLst>
            <a:lin ang="5400000" scaled="0"/>
          </a:gradFill>
          <a:ln w="12700" cap="flat" cmpd="sng" algn="ctr">
            <a:noFill/>
            <a:prstDash val="solid"/>
            <a:miter lim="800000"/>
          </a:ln>
          <a:effectLst>
            <a:outerShdw blurRad="165100" dist="215900" dir="5400000" sx="102000" sy="102000" algn="t" rotWithShape="0">
              <a:srgbClr val="17D594">
                <a:lumMod val="50000"/>
                <a:alpha val="15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FFFFFF"/>
              </a:solidFill>
              <a:latin typeface="Arial" panose="020B0704020202020204" pitchFamily="34" charset="0"/>
              <a:ea typeface="微软雅黑" charset="0"/>
              <a:sym typeface="微软雅黑" charset="-122"/>
            </a:endParaRPr>
          </a:p>
        </p:txBody>
      </p:sp>
      <p:sp>
        <p:nvSpPr>
          <p:cNvPr id="35" name="文本框 34"/>
          <p:cNvSpPr txBox="1"/>
          <p:nvPr>
            <p:custDataLst>
              <p:tags r:id="rId24"/>
            </p:custDataLst>
          </p:nvPr>
        </p:nvSpPr>
        <p:spPr>
          <a:xfrm>
            <a:off x="8921750" y="4144645"/>
            <a:ext cx="1490980" cy="460375"/>
          </a:xfrm>
          <a:prstGeom prst="rect">
            <a:avLst/>
          </a:prstGeom>
          <a:noFill/>
        </p:spPr>
        <p:txBody>
          <a:bodyPr wrap="square" rtlCol="0">
            <a:spAutoFit/>
          </a:bodyPr>
          <a:p>
            <a:pPr algn="ctr"/>
            <a:r>
              <a:rPr lang="zh-CN" altLang="en-US" sz="2400">
                <a:solidFill>
                  <a:srgbClr val="FF0000"/>
                </a:solidFill>
                <a:latin typeface="微软雅黑" charset="0"/>
                <a:ea typeface="微软雅黑" charset="0"/>
                <a:sym typeface="微软雅黑" charset="-122"/>
              </a:rPr>
              <a:t>排名</a:t>
            </a:r>
            <a:endParaRPr lang="zh-CN" altLang="en-US" sz="2400">
              <a:solidFill>
                <a:srgbClr val="FF0000"/>
              </a:solidFill>
              <a:latin typeface="微软雅黑" charset="0"/>
              <a:ea typeface="微软雅黑" charset="0"/>
              <a:sym typeface="微软雅黑" charset="-122"/>
            </a:endParaRPr>
          </a:p>
        </p:txBody>
      </p:sp>
      <p:sp>
        <p:nvSpPr>
          <p:cNvPr id="36" name="任意多边形 35"/>
          <p:cNvSpPr>
            <a:spLocks noChangeAspect="1"/>
          </p:cNvSpPr>
          <p:nvPr>
            <p:custDataLst>
              <p:tags r:id="rId25"/>
            </p:custDataLst>
          </p:nvPr>
        </p:nvSpPr>
        <p:spPr>
          <a:xfrm>
            <a:off x="10821035" y="4461510"/>
            <a:ext cx="852170" cy="984568"/>
          </a:xfrm>
          <a:custGeom>
            <a:avLst/>
            <a:gdLst>
              <a:gd name="connsiteX0" fmla="*/ 0 w 6514"/>
              <a:gd name="connsiteY0" fmla="*/ 1879 h 7524"/>
              <a:gd name="connsiteX1" fmla="*/ 3255 w 6514"/>
              <a:gd name="connsiteY1" fmla="*/ 0 h 7524"/>
              <a:gd name="connsiteX2" fmla="*/ 6514 w 6514"/>
              <a:gd name="connsiteY2" fmla="*/ 1878 h 7524"/>
              <a:gd name="connsiteX3" fmla="*/ 6514 w 6514"/>
              <a:gd name="connsiteY3" fmla="*/ 5646 h 7524"/>
              <a:gd name="connsiteX4" fmla="*/ 3255 w 6514"/>
              <a:gd name="connsiteY4" fmla="*/ 7524 h 7524"/>
              <a:gd name="connsiteX5" fmla="*/ 0 w 6514"/>
              <a:gd name="connsiteY5" fmla="*/ 5641 h 7524"/>
              <a:gd name="connsiteX6" fmla="*/ 0 w 6514"/>
              <a:gd name="connsiteY6" fmla="*/ 1879 h 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 h="7524">
                <a:moveTo>
                  <a:pt x="0" y="1879"/>
                </a:moveTo>
                <a:lnTo>
                  <a:pt x="3255" y="0"/>
                </a:lnTo>
                <a:lnTo>
                  <a:pt x="6514" y="1878"/>
                </a:lnTo>
                <a:lnTo>
                  <a:pt x="6514" y="5646"/>
                </a:lnTo>
                <a:lnTo>
                  <a:pt x="3255" y="7524"/>
                </a:lnTo>
                <a:lnTo>
                  <a:pt x="0" y="5641"/>
                </a:lnTo>
                <a:lnTo>
                  <a:pt x="0" y="1879"/>
                </a:lnTo>
                <a:close/>
              </a:path>
            </a:pathLst>
          </a:custGeom>
          <a:solidFill>
            <a:srgbClr val="376FFF">
              <a:lumMod val="20000"/>
              <a:lumOff val="80000"/>
              <a:alpha val="50000"/>
            </a:srgbClr>
          </a:solidFill>
          <a:ln w="12700" cap="flat" cmpd="sng" algn="ctr">
            <a:noFill/>
            <a:prstDash val="solid"/>
            <a:miter lim="800000"/>
          </a:ln>
          <a:effectLst>
            <a:outerShdw blurRad="165100" dist="215900" dir="5400000" sx="102000" sy="102000" algn="t" rotWithShape="0">
              <a:srgbClr val="376FFF">
                <a:alpha val="15000"/>
              </a:srgbClr>
            </a:outerShdw>
          </a:effectLst>
        </p:spPr>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tx1"/>
                </a:solidFill>
                <a:latin typeface="Arial" panose="020B0704020202020204" pitchFamily="34" charset="0"/>
                <a:ea typeface="微软雅黑" charset="0"/>
                <a:sym typeface="微软雅黑" charset="-122"/>
              </a:rPr>
              <a:t>升学信息</a:t>
            </a:r>
            <a:endParaRPr lang="zh-CN" altLang="en-US">
              <a:solidFill>
                <a:schemeClr val="tx1"/>
              </a:solidFill>
              <a:latin typeface="Arial" panose="020B0704020202020204" pitchFamily="34" charset="0"/>
              <a:ea typeface="微软雅黑" charset="0"/>
              <a:sym typeface="微软雅黑"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流程图: 可选过程 13"/>
          <p:cNvSpPr/>
          <p:nvPr>
            <p:custDataLst>
              <p:tags r:id="rId1"/>
            </p:custDataLst>
          </p:nvPr>
        </p:nvSpPr>
        <p:spPr>
          <a:xfrm>
            <a:off x="3419475" y="16510"/>
            <a:ext cx="18345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深聊</a:t>
            </a:r>
            <a:r>
              <a:rPr lang="zh-CN" altLang="en-US" sz="2800" b="1" dirty="0">
                <a:solidFill>
                  <a:schemeClr val="tx1"/>
                </a:solidFill>
              </a:rPr>
              <a:t>框架</a:t>
            </a:r>
            <a:endParaRPr lang="zh-CN" altLang="en-US" sz="2800" b="1" dirty="0">
              <a:solidFill>
                <a:schemeClr val="tx1"/>
              </a:solidFill>
            </a:endParaRPr>
          </a:p>
        </p:txBody>
      </p:sp>
      <p:sp>
        <p:nvSpPr>
          <p:cNvPr id="15" name="流程图: 可选过程 14"/>
          <p:cNvSpPr/>
          <p:nvPr>
            <p:custDataLst>
              <p:tags r:id="rId2"/>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graphicFrame>
        <p:nvGraphicFramePr>
          <p:cNvPr id="25" name="图示 24"/>
          <p:cNvGraphicFramePr/>
          <p:nvPr>
            <p:custDataLst>
              <p:tags r:id="rId3"/>
            </p:custDataLst>
          </p:nvPr>
        </p:nvGraphicFramePr>
        <p:xfrm>
          <a:off x="2117725" y="-520700"/>
          <a:ext cx="7378065" cy="52158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 name="图示 1"/>
          <p:cNvGraphicFramePr/>
          <p:nvPr>
            <p:custDataLst>
              <p:tags r:id="rId9"/>
            </p:custDataLst>
          </p:nvPr>
        </p:nvGraphicFramePr>
        <p:xfrm>
          <a:off x="1114425" y="1781810"/>
          <a:ext cx="9917430" cy="507619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流程图: 可选过程 13"/>
          <p:cNvSpPr/>
          <p:nvPr>
            <p:custDataLst>
              <p:tags r:id="rId1"/>
            </p:custDataLst>
          </p:nvPr>
        </p:nvSpPr>
        <p:spPr>
          <a:xfrm>
            <a:off x="3419475" y="16510"/>
            <a:ext cx="13900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怎么</a:t>
            </a:r>
            <a:r>
              <a:rPr lang="zh-CN" altLang="en-US" sz="2800" b="1" dirty="0">
                <a:solidFill>
                  <a:schemeClr val="tx1"/>
                </a:solidFill>
              </a:rPr>
              <a:t>聊</a:t>
            </a:r>
            <a:endParaRPr lang="zh-CN" altLang="en-US" sz="2800" b="1" dirty="0">
              <a:solidFill>
                <a:schemeClr val="tx1"/>
              </a:solidFill>
            </a:endParaRPr>
          </a:p>
        </p:txBody>
      </p:sp>
      <p:sp>
        <p:nvSpPr>
          <p:cNvPr id="15" name="流程图: 可选过程 14"/>
          <p:cNvSpPr/>
          <p:nvPr>
            <p:custDataLst>
              <p:tags r:id="rId2"/>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2" name="流程图: 可选过程 1"/>
          <p:cNvSpPr/>
          <p:nvPr>
            <p:custDataLst>
              <p:tags r:id="rId3"/>
            </p:custDataLst>
          </p:nvPr>
        </p:nvSpPr>
        <p:spPr>
          <a:xfrm>
            <a:off x="4892675" y="16510"/>
            <a:ext cx="26727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a:solidFill>
                  <a:srgbClr val="333333"/>
                </a:solidFill>
                <a:latin typeface="Noto Sans SC"/>
                <a:ea typeface="Noto Sans SC"/>
                <a:cs typeface="Noto Sans SC"/>
                <a:sym typeface="Noto Sans SC"/>
              </a:rPr>
              <a:t>升学目标</a:t>
            </a:r>
            <a:r>
              <a:rPr lang="en-US" altLang="zh-CN" sz="2800" b="1">
                <a:solidFill>
                  <a:srgbClr val="333333"/>
                </a:solidFill>
                <a:latin typeface="Noto Sans SC"/>
                <a:ea typeface="Noto Sans SC"/>
                <a:cs typeface="Noto Sans SC"/>
                <a:sym typeface="Noto Sans SC"/>
              </a:rPr>
              <a:t>&amp;</a:t>
            </a:r>
            <a:r>
              <a:rPr lang="zh-CN" altLang="en-US" sz="2800" b="1">
                <a:solidFill>
                  <a:srgbClr val="333333"/>
                </a:solidFill>
                <a:latin typeface="Noto Sans SC"/>
                <a:ea typeface="Noto Sans SC"/>
                <a:cs typeface="Noto Sans SC"/>
                <a:sym typeface="Noto Sans SC"/>
              </a:rPr>
              <a:t>规划</a:t>
            </a:r>
            <a:endParaRPr lang="zh-CN" altLang="en-US" sz="2800" b="1" dirty="0">
              <a:solidFill>
                <a:schemeClr val="tx1"/>
              </a:solidFill>
            </a:endParaRPr>
          </a:p>
        </p:txBody>
      </p:sp>
      <p:pic>
        <p:nvPicPr>
          <p:cNvPr id="13" name="图片 12"/>
          <p:cNvPicPr>
            <a:picLocks noChangeAspect="1"/>
          </p:cNvPicPr>
          <p:nvPr>
            <p:custDataLst>
              <p:tags r:id="rId4"/>
            </p:custDataLst>
          </p:nvPr>
        </p:nvPicPr>
        <p:blipFill>
          <a:blip r:embed="rId5" cstate="print">
            <a:extLst>
              <a:ext uri="{28A0092B-C50C-407E-A947-70E740481C1C}">
                <a14:useLocalDpi xmlns:a14="http://schemas.microsoft.com/office/drawing/2010/main" val="0"/>
              </a:ext>
            </a:extLst>
          </a:blip>
          <a:stretch>
            <a:fillRect/>
          </a:stretch>
        </p:blipFill>
        <p:spPr>
          <a:xfrm>
            <a:off x="319405" y="727710"/>
            <a:ext cx="4311015" cy="6000750"/>
          </a:xfrm>
          <a:prstGeom prst="rect">
            <a:avLst/>
          </a:prstGeom>
        </p:spPr>
      </p:pic>
      <p:sp>
        <p:nvSpPr>
          <p:cNvPr id="16" name="文本框 15"/>
          <p:cNvSpPr txBox="1"/>
          <p:nvPr/>
        </p:nvSpPr>
        <p:spPr>
          <a:xfrm>
            <a:off x="5078730" y="749300"/>
            <a:ext cx="6814820" cy="368300"/>
          </a:xfrm>
          <a:prstGeom prst="rect">
            <a:avLst/>
          </a:prstGeom>
        </p:spPr>
        <p:style>
          <a:lnRef idx="2">
            <a:schemeClr val="accent1"/>
          </a:lnRef>
          <a:fillRef idx="0">
            <a:srgbClr val="FFFFFF"/>
          </a:fillRef>
          <a:effectRef idx="0">
            <a:srgbClr val="FFFFFF"/>
          </a:effectRef>
          <a:fontRef idx="minor">
            <a:schemeClr val="dk1"/>
          </a:fontRef>
        </p:style>
        <p:txBody>
          <a:bodyPr wrap="square" rtlCol="0">
            <a:spAutoFit/>
          </a:bodyPr>
          <a:p>
            <a:r>
              <a:rPr lang="en-US" altLang="zh-CN"/>
              <a:t>1</a:t>
            </a:r>
            <a:r>
              <a:rPr lang="zh-CN" altLang="en-US"/>
              <a:t>、挖掘家长的目标高中（没有就按孩子现有成绩定个预设高中）</a:t>
            </a:r>
            <a:endParaRPr lang="zh-CN" altLang="en-US"/>
          </a:p>
        </p:txBody>
      </p:sp>
      <p:sp>
        <p:nvSpPr>
          <p:cNvPr id="17" name="文本框 16"/>
          <p:cNvSpPr txBox="1"/>
          <p:nvPr/>
        </p:nvSpPr>
        <p:spPr>
          <a:xfrm>
            <a:off x="5078095" y="1397000"/>
            <a:ext cx="6814820" cy="368300"/>
          </a:xfrm>
          <a:prstGeom prst="rect">
            <a:avLst/>
          </a:prstGeom>
        </p:spPr>
        <p:style>
          <a:lnRef idx="2">
            <a:schemeClr val="accent1"/>
          </a:lnRef>
          <a:fillRef idx="0">
            <a:srgbClr val="FFFFFF"/>
          </a:fillRef>
          <a:effectRef idx="0">
            <a:srgbClr val="FFFFFF"/>
          </a:effectRef>
          <a:fontRef idx="minor">
            <a:schemeClr val="dk1"/>
          </a:fontRef>
        </p:style>
        <p:txBody>
          <a:bodyPr wrap="square" rtlCol="0">
            <a:spAutoFit/>
          </a:bodyPr>
          <a:p>
            <a:r>
              <a:rPr lang="en-US" altLang="zh-CN"/>
              <a:t>2</a:t>
            </a:r>
            <a:r>
              <a:rPr lang="zh-CN" altLang="en-US"/>
              <a:t>、分析去这所学校的各个批次要求；比如番禺区属龙头高中仲元</a:t>
            </a:r>
            <a:endParaRPr lang="zh-CN" altLang="en-US"/>
          </a:p>
        </p:txBody>
      </p:sp>
      <p:sp>
        <p:nvSpPr>
          <p:cNvPr id="18" name="文本框 17"/>
          <p:cNvSpPr txBox="1"/>
          <p:nvPr/>
        </p:nvSpPr>
        <p:spPr>
          <a:xfrm>
            <a:off x="4630420" y="2082800"/>
            <a:ext cx="1879600" cy="2237740"/>
          </a:xfrm>
          <a:prstGeom prst="rect">
            <a:avLst/>
          </a:prstGeom>
          <a:solidFill>
            <a:srgbClr val="16537E"/>
          </a:solidFill>
        </p:spPr>
        <p:txBody>
          <a:bodyPr wrap="square" rtlCol="0">
            <a:noAutofit/>
          </a:bodyPr>
          <a:p>
            <a:r>
              <a:rPr lang="en-US" altLang="zh-CN">
                <a:solidFill>
                  <a:schemeClr val="bg1"/>
                </a:solidFill>
                <a:latin typeface="微软雅黑" charset="0"/>
                <a:ea typeface="微软雅黑" charset="0"/>
                <a:cs typeface="微软雅黑" charset="0"/>
              </a:rPr>
              <a:t>     </a:t>
            </a:r>
            <a:r>
              <a:rPr lang="zh-CN" altLang="en-US">
                <a:solidFill>
                  <a:schemeClr val="bg1"/>
                </a:solidFill>
                <a:latin typeface="微软雅黑" charset="0"/>
                <a:ea typeface="微软雅黑" charset="0"/>
                <a:cs typeface="微软雅黑" charset="0"/>
              </a:rPr>
              <a:t>第一批次</a:t>
            </a:r>
            <a:br>
              <a:rPr lang="zh-CN" altLang="en-US">
                <a:solidFill>
                  <a:schemeClr val="bg1"/>
                </a:solidFill>
                <a:latin typeface="微软雅黑" charset="0"/>
                <a:ea typeface="微软雅黑" charset="0"/>
                <a:cs typeface="微软雅黑" charset="0"/>
              </a:rPr>
            </a:br>
            <a:br>
              <a:rPr lang="zh-CN" altLang="en-US">
                <a:solidFill>
                  <a:schemeClr val="bg1"/>
                </a:solidFill>
                <a:latin typeface="微软雅黑" charset="0"/>
                <a:ea typeface="微软雅黑" charset="0"/>
                <a:cs typeface="微软雅黑" charset="0"/>
              </a:rPr>
            </a:br>
            <a:r>
              <a:rPr lang="zh-CN" altLang="en-US">
                <a:solidFill>
                  <a:schemeClr val="bg1"/>
                </a:solidFill>
                <a:latin typeface="微软雅黑" charset="0"/>
                <a:ea typeface="微软雅黑" charset="0"/>
                <a:cs typeface="微软雅黑" charset="0"/>
              </a:rPr>
              <a:t>自主招生分数最起码高于最低录取分数线</a:t>
            </a:r>
            <a:r>
              <a:rPr lang="en-US" altLang="zh-CN">
                <a:solidFill>
                  <a:schemeClr val="bg1"/>
                </a:solidFill>
                <a:latin typeface="微软雅黑" charset="0"/>
                <a:ea typeface="微软雅黑" charset="0"/>
                <a:cs typeface="微软雅黑" charset="0"/>
              </a:rPr>
              <a:t>10-20</a:t>
            </a:r>
            <a:r>
              <a:rPr lang="zh-CN" altLang="en-US">
                <a:solidFill>
                  <a:schemeClr val="bg1"/>
                </a:solidFill>
                <a:latin typeface="微软雅黑" charset="0"/>
                <a:ea typeface="微软雅黑" charset="0"/>
                <a:cs typeface="微软雅黑" charset="0"/>
              </a:rPr>
              <a:t>分</a:t>
            </a:r>
            <a:r>
              <a:rPr lang="zh-CN" altLang="en-US">
                <a:solidFill>
                  <a:schemeClr val="bg1"/>
                </a:solidFill>
                <a:latin typeface="微软雅黑" charset="0"/>
                <a:ea typeface="微软雅黑" charset="0"/>
                <a:cs typeface="微软雅黑" charset="0"/>
                <a:sym typeface="+mn-ea"/>
              </a:rPr>
              <a:t>（中考录取最低</a:t>
            </a:r>
            <a:r>
              <a:rPr lang="en-US" altLang="zh-CN">
                <a:solidFill>
                  <a:schemeClr val="bg1"/>
                </a:solidFill>
                <a:latin typeface="微软雅黑" charset="0"/>
                <a:ea typeface="微软雅黑" charset="0"/>
                <a:cs typeface="微软雅黑" charset="0"/>
                <a:sym typeface="+mn-ea"/>
              </a:rPr>
              <a:t>702</a:t>
            </a:r>
            <a:r>
              <a:rPr lang="zh-CN" altLang="en-US">
                <a:solidFill>
                  <a:schemeClr val="bg1"/>
                </a:solidFill>
                <a:latin typeface="微软雅黑" charset="0"/>
                <a:ea typeface="微软雅黑" charset="0"/>
                <a:cs typeface="微软雅黑" charset="0"/>
                <a:sym typeface="+mn-ea"/>
              </a:rPr>
              <a:t>分）</a:t>
            </a:r>
            <a:endParaRPr lang="zh-CN" altLang="en-US">
              <a:solidFill>
                <a:schemeClr val="bg1"/>
              </a:solidFill>
              <a:latin typeface="微软雅黑" charset="0"/>
              <a:ea typeface="微软雅黑" charset="0"/>
              <a:cs typeface="微软雅黑" charset="0"/>
            </a:endParaRPr>
          </a:p>
        </p:txBody>
      </p:sp>
      <p:graphicFrame>
        <p:nvGraphicFramePr>
          <p:cNvPr id="19" name="表格 18"/>
          <p:cNvGraphicFramePr/>
          <p:nvPr>
            <p:custDataLst>
              <p:tags r:id="rId6"/>
            </p:custDataLst>
          </p:nvPr>
        </p:nvGraphicFramePr>
        <p:xfrm>
          <a:off x="6733540" y="2044700"/>
          <a:ext cx="5160010" cy="4011295"/>
        </p:xfrm>
        <a:graphic>
          <a:graphicData uri="http://schemas.openxmlformats.org/drawingml/2006/table">
            <a:tbl>
              <a:tblPr/>
              <a:tblGrid>
                <a:gridCol w="1454785"/>
                <a:gridCol w="1097915"/>
                <a:gridCol w="538480"/>
                <a:gridCol w="565150"/>
                <a:gridCol w="448310"/>
                <a:gridCol w="523875"/>
                <a:gridCol w="531495"/>
              </a:tblGrid>
              <a:tr h="365125">
                <a:tc gridSpan="7">
                  <a:txBody>
                    <a:bodyPr/>
                    <a:p>
                      <a:pPr indent="0" algn="ctr">
                        <a:buNone/>
                      </a:pPr>
                      <a:r>
                        <a:rPr lang="zh-CN" sz="2000" b="1">
                          <a:solidFill>
                            <a:srgbClr val="000000"/>
                          </a:solidFill>
                          <a:latin typeface="Arial" panose="020B0704020202020204" pitchFamily="34" charset="0"/>
                          <a:ea typeface="PingFang SC" panose="020B0400000000000000" charset="-122"/>
                        </a:rPr>
                        <a:t>（第二批次招生学校）（按初中学校排序）</a:t>
                      </a:r>
                      <a:endParaRPr lang="en-US" altLang="en-US" sz="2000" b="1">
                        <a:solidFill>
                          <a:srgbClr val="000000"/>
                        </a:solidFill>
                        <a:latin typeface="PingFang SC" panose="020B0400000000000000" charset="-122"/>
                      </a:endParaRPr>
                    </a:p>
                  </a:txBody>
                  <a:tcPr marL="12700" marR="12700" marT="12700" vert="horz" anchor="ctr" anchorCtr="0">
                    <a:lnL>
                      <a:noFill/>
                    </a:lnL>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hMerge="1">
                  <a:tcP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tcPr>
                </a:tc>
                <a:tc hMerge="1">
                  <a:tcP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tcPr>
                </a:tc>
                <a:tc hMerge="1">
                  <a:tcP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tcPr>
                </a:tc>
                <a:tc hMerge="1">
                  <a:tcP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tcPr>
                </a:tc>
                <a:tc hMerge="1">
                  <a:tcP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tcPr>
                </a:tc>
                <a:tc hMerge="1">
                  <a:tcPr>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tcPr>
                </a:tc>
              </a:tr>
              <a:tr h="608330">
                <a:tc>
                  <a:txBody>
                    <a:bodyPr/>
                    <a:p>
                      <a:pPr indent="0" algn="ctr">
                        <a:buNone/>
                      </a:pPr>
                      <a:r>
                        <a:rPr lang="zh-CN" sz="1100" b="1">
                          <a:solidFill>
                            <a:srgbClr val="000000"/>
                          </a:solidFill>
                          <a:latin typeface="Arial" panose="020B0704020202020204" pitchFamily="34" charset="0"/>
                          <a:ea typeface="PingFang SC" panose="020B0400000000000000" charset="-122"/>
                        </a:rPr>
                        <a:t>送生学校</a:t>
                      </a:r>
                      <a:endParaRPr lang="en-US" altLang="en-US" sz="1100" b="1">
                        <a:solidFill>
                          <a:srgbClr val="000000"/>
                        </a:solidFill>
                        <a:latin typeface="PingFang SC" panose="020B0400000000000000" charset="-12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zh-CN" sz="1100" b="1">
                          <a:solidFill>
                            <a:srgbClr val="000000"/>
                          </a:solidFill>
                          <a:latin typeface="Arial" panose="020B0704020202020204" pitchFamily="34" charset="0"/>
                          <a:ea typeface="PingFang SC" panose="020B0400000000000000" charset="-122"/>
                        </a:rPr>
                        <a:t>招生学校</a:t>
                      </a:r>
                      <a:endParaRPr lang="en-US" altLang="en-US" sz="1100" b="1">
                        <a:solidFill>
                          <a:srgbClr val="000000"/>
                        </a:solidFill>
                        <a:latin typeface="PingFang SC" panose="020B0400000000000000"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zh-CN" sz="1100" b="1">
                          <a:solidFill>
                            <a:srgbClr val="000000"/>
                          </a:solidFill>
                          <a:latin typeface="Arial" panose="020B0704020202020204" pitchFamily="34" charset="0"/>
                          <a:ea typeface="PingFang SC" panose="020B0400000000000000" charset="-122"/>
                        </a:rPr>
                        <a:t>最低</a:t>
                      </a:r>
                      <a:endParaRPr lang="zh-CN" sz="1100" b="1">
                        <a:solidFill>
                          <a:srgbClr val="000000"/>
                        </a:solidFill>
                        <a:latin typeface="Arial" panose="020B0704020202020204" pitchFamily="34" charset="0"/>
                        <a:ea typeface="PingFang SC" panose="020B0400000000000000" charset="-122"/>
                      </a:endParaRPr>
                    </a:p>
                    <a:p>
                      <a:pPr indent="0" algn="ctr">
                        <a:buNone/>
                      </a:pPr>
                      <a:r>
                        <a:rPr lang="zh-CN" sz="1100" b="1">
                          <a:solidFill>
                            <a:srgbClr val="000000"/>
                          </a:solidFill>
                          <a:latin typeface="Arial" panose="020B0704020202020204" pitchFamily="34" charset="0"/>
                          <a:ea typeface="PingFang SC" panose="020B0400000000000000" charset="-122"/>
                        </a:rPr>
                        <a:t>分数</a:t>
                      </a:r>
                      <a:endParaRPr lang="en-US" altLang="en-US" sz="1100" b="1">
                        <a:solidFill>
                          <a:srgbClr val="000000"/>
                        </a:solidFill>
                        <a:latin typeface="PingFang SC" panose="020B0400000000000000"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zh-CN" sz="1100" b="1">
                          <a:solidFill>
                            <a:srgbClr val="000000"/>
                          </a:solidFill>
                          <a:latin typeface="Arial" panose="020B0704020202020204" pitchFamily="34" charset="0"/>
                          <a:ea typeface="PingFang SC" panose="020B0400000000000000" charset="-122"/>
                        </a:rPr>
                        <a:t>最低分数</a:t>
                      </a:r>
                      <a:endParaRPr lang="zh-CN" sz="1100" b="1">
                        <a:solidFill>
                          <a:srgbClr val="000000"/>
                        </a:solidFill>
                        <a:latin typeface="Arial" panose="020B0704020202020204" pitchFamily="34" charset="0"/>
                        <a:ea typeface="PingFang SC" panose="020B0400000000000000" charset="-122"/>
                      </a:endParaRPr>
                    </a:p>
                    <a:p>
                      <a:pPr indent="0" algn="ctr">
                        <a:buNone/>
                      </a:pPr>
                      <a:r>
                        <a:rPr lang="zh-CN" sz="1100" b="1">
                          <a:solidFill>
                            <a:srgbClr val="000000"/>
                          </a:solidFill>
                          <a:latin typeface="Arial" panose="020B0704020202020204" pitchFamily="34" charset="0"/>
                          <a:ea typeface="PingFang SC" panose="020B0400000000000000" charset="-122"/>
                        </a:rPr>
                        <a:t>同分序号</a:t>
                      </a:r>
                      <a:endParaRPr lang="en-US" altLang="en-US" sz="1100" b="1">
                        <a:solidFill>
                          <a:srgbClr val="000000"/>
                        </a:solidFill>
                        <a:latin typeface="PingFang SC" panose="020B0400000000000000"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zh-CN" sz="1100" b="1">
                          <a:solidFill>
                            <a:srgbClr val="000000"/>
                          </a:solidFill>
                          <a:latin typeface="Arial" panose="020B0704020202020204" pitchFamily="34" charset="0"/>
                          <a:ea typeface="PingFang SC" panose="020B0400000000000000" charset="-122"/>
                        </a:rPr>
                        <a:t>末位考</a:t>
                      </a:r>
                      <a:endParaRPr lang="zh-CN" sz="1100" b="1">
                        <a:solidFill>
                          <a:srgbClr val="000000"/>
                        </a:solidFill>
                        <a:latin typeface="Arial" panose="020B0704020202020204" pitchFamily="34" charset="0"/>
                        <a:ea typeface="PingFang SC" panose="020B0400000000000000" charset="-122"/>
                      </a:endParaRPr>
                    </a:p>
                    <a:p>
                      <a:pPr indent="0" algn="ctr">
                        <a:buNone/>
                      </a:pPr>
                      <a:r>
                        <a:rPr lang="zh-CN" sz="1100" b="1">
                          <a:solidFill>
                            <a:srgbClr val="000000"/>
                          </a:solidFill>
                          <a:latin typeface="Arial" panose="020B0704020202020204" pitchFamily="34" charset="0"/>
                          <a:ea typeface="PingFang SC" panose="020B0400000000000000" charset="-122"/>
                        </a:rPr>
                        <a:t>生分数</a:t>
                      </a:r>
                      <a:endParaRPr lang="en-US" altLang="en-US" sz="1100" b="1">
                        <a:solidFill>
                          <a:srgbClr val="000000"/>
                        </a:solidFill>
                        <a:latin typeface="PingFang SC" panose="020B0400000000000000"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zh-CN" sz="1100" b="1">
                          <a:solidFill>
                            <a:srgbClr val="000000"/>
                          </a:solidFill>
                          <a:latin typeface="Arial" panose="020B0704020202020204" pitchFamily="34" charset="0"/>
                          <a:ea typeface="PingFang SC" panose="020B0400000000000000" charset="-122"/>
                        </a:rPr>
                        <a:t>末位考生</a:t>
                      </a:r>
                      <a:endParaRPr lang="zh-CN" sz="1100" b="1">
                        <a:solidFill>
                          <a:srgbClr val="000000"/>
                        </a:solidFill>
                        <a:latin typeface="Arial" panose="020B0704020202020204" pitchFamily="34" charset="0"/>
                        <a:ea typeface="PingFang SC" panose="020B0400000000000000" charset="-122"/>
                      </a:endParaRPr>
                    </a:p>
                    <a:p>
                      <a:pPr indent="0" algn="ctr">
                        <a:buNone/>
                      </a:pPr>
                      <a:r>
                        <a:rPr lang="zh-CN" sz="1100" b="1">
                          <a:solidFill>
                            <a:srgbClr val="000000"/>
                          </a:solidFill>
                          <a:latin typeface="Arial" panose="020B0704020202020204" pitchFamily="34" charset="0"/>
                          <a:ea typeface="PingFang SC" panose="020B0400000000000000" charset="-122"/>
                        </a:rPr>
                        <a:t>志愿序号</a:t>
                      </a:r>
                      <a:endParaRPr lang="en-US" altLang="en-US" sz="1100" b="1">
                        <a:solidFill>
                          <a:srgbClr val="000000"/>
                        </a:solidFill>
                        <a:latin typeface="PingFang SC" panose="020B0400000000000000"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zh-CN" sz="1100" b="1">
                          <a:solidFill>
                            <a:srgbClr val="000000"/>
                          </a:solidFill>
                          <a:latin typeface="Arial" panose="020B0704020202020204" pitchFamily="34" charset="0"/>
                          <a:ea typeface="PingFang SC" panose="020B0400000000000000" charset="-122"/>
                        </a:rPr>
                        <a:t>末位考生分数</a:t>
                      </a:r>
                      <a:endParaRPr lang="zh-CN" sz="1100" b="1">
                        <a:solidFill>
                          <a:srgbClr val="000000"/>
                        </a:solidFill>
                        <a:latin typeface="Arial" panose="020B0704020202020204" pitchFamily="34" charset="0"/>
                        <a:ea typeface="PingFang SC" panose="020B0400000000000000" charset="-122"/>
                      </a:endParaRPr>
                    </a:p>
                    <a:p>
                      <a:pPr indent="0" algn="ctr">
                        <a:buNone/>
                      </a:pPr>
                      <a:r>
                        <a:rPr lang="zh-CN" sz="1100" b="1">
                          <a:solidFill>
                            <a:srgbClr val="000000"/>
                          </a:solidFill>
                          <a:latin typeface="Arial" panose="020B0704020202020204" pitchFamily="34" charset="0"/>
                          <a:ea typeface="PingFang SC" panose="020B0400000000000000" charset="-122"/>
                        </a:rPr>
                        <a:t>同分序号</a:t>
                      </a:r>
                      <a:endParaRPr lang="en-US" altLang="en-US" sz="1100" b="1">
                        <a:solidFill>
                          <a:srgbClr val="000000"/>
                        </a:solidFill>
                        <a:latin typeface="PingFang SC" panose="020B0400000000000000" charset="-12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r>
              <a:tr h="316230">
                <a:tc>
                  <a:txBody>
                    <a:bodyPr/>
                    <a:p>
                      <a:pPr indent="0" algn="ctr">
                        <a:buNone/>
                      </a:pPr>
                      <a:r>
                        <a:rPr lang="en-US" sz="1100" b="0">
                          <a:solidFill>
                            <a:srgbClr val="000000"/>
                          </a:solidFill>
                          <a:latin typeface="PingFang SC" panose="020B0400000000000000" charset="-52"/>
                        </a:rPr>
                        <a:t>广东番禺中学附属学校</a:t>
                      </a:r>
                      <a:endParaRPr lang="en-US" altLang="en-US" sz="1100" b="0">
                        <a:solidFill>
                          <a:srgbClr val="000000"/>
                        </a:solidFill>
                        <a:latin typeface="PingFang SC" panose="020B0400000000000000" charset="-5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PingFang SC" panose="020B0400000000000000" charset="-52"/>
                        </a:rPr>
                        <a:t>广东仲元中学</a:t>
                      </a:r>
                      <a:endParaRPr lang="en-US" altLang="en-US" sz="1100" b="0">
                        <a:solidFill>
                          <a:srgbClr val="000000"/>
                        </a:solidFill>
                        <a:latin typeface="PingFang SC" panose="020B0400000000000000"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718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374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718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1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374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r>
              <a:tr h="316865">
                <a:tc>
                  <a:txBody>
                    <a:bodyPr/>
                    <a:p>
                      <a:pPr indent="0" algn="ctr">
                        <a:buNone/>
                      </a:pPr>
                      <a:r>
                        <a:rPr lang="en-US" sz="1100" b="0">
                          <a:solidFill>
                            <a:srgbClr val="000000"/>
                          </a:solidFill>
                          <a:latin typeface="PingFang SC" panose="020B0400000000000000" charset="-52"/>
                        </a:rPr>
                        <a:t>广州市番禺区市桥东风中学</a:t>
                      </a:r>
                      <a:endParaRPr lang="en-US" altLang="en-US" sz="1100" b="0">
                        <a:solidFill>
                          <a:srgbClr val="000000"/>
                        </a:solidFill>
                        <a:latin typeface="PingFang SC" panose="020B0400000000000000" charset="-5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PingFang SC" panose="020B0400000000000000" charset="-52"/>
                        </a:rPr>
                        <a:t>广东仲元中学</a:t>
                      </a:r>
                      <a:endParaRPr lang="en-US" altLang="en-US" sz="1100" b="0">
                        <a:solidFill>
                          <a:srgbClr val="000000"/>
                        </a:solidFill>
                        <a:latin typeface="PingFang SC" panose="020B0400000000000000"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708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137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708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1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137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r>
              <a:tr h="316230">
                <a:tc>
                  <a:txBody>
                    <a:bodyPr/>
                    <a:p>
                      <a:pPr indent="0" algn="ctr">
                        <a:buNone/>
                      </a:pPr>
                      <a:r>
                        <a:rPr lang="en-US" sz="1100" b="0">
                          <a:solidFill>
                            <a:srgbClr val="000000"/>
                          </a:solidFill>
                          <a:latin typeface="PingFang SC" panose="020B0400000000000000" charset="-52"/>
                        </a:rPr>
                        <a:t>广州市番禺区钟村中学</a:t>
                      </a:r>
                      <a:endParaRPr lang="en-US" altLang="en-US" sz="1100" b="0">
                        <a:solidFill>
                          <a:srgbClr val="000000"/>
                        </a:solidFill>
                        <a:latin typeface="PingFang SC" panose="020B0400000000000000" charset="-5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PingFang SC" panose="020B0400000000000000" charset="-52"/>
                        </a:rPr>
                        <a:t>广东仲元中学</a:t>
                      </a:r>
                      <a:endParaRPr lang="en-US" altLang="en-US" sz="1100" b="0">
                        <a:solidFill>
                          <a:srgbClr val="000000"/>
                        </a:solidFill>
                        <a:latin typeface="PingFang SC" panose="020B0400000000000000"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679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479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679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1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479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r>
              <a:tr h="316230">
                <a:tc>
                  <a:txBody>
                    <a:bodyPr/>
                    <a:p>
                      <a:pPr indent="0" algn="ctr">
                        <a:buNone/>
                      </a:pPr>
                      <a:r>
                        <a:rPr lang="en-US" sz="1100" b="0">
                          <a:solidFill>
                            <a:srgbClr val="000000"/>
                          </a:solidFill>
                          <a:latin typeface="PingFang SC" panose="020B0400000000000000" charset="-52"/>
                        </a:rPr>
                        <a:t>广东仲元中学</a:t>
                      </a:r>
                      <a:endParaRPr lang="en-US" altLang="en-US" sz="1100" b="0">
                        <a:solidFill>
                          <a:srgbClr val="000000"/>
                        </a:solidFill>
                        <a:latin typeface="PingFang SC" panose="020B0400000000000000" charset="-5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PingFang SC" panose="020B0400000000000000" charset="-52"/>
                        </a:rPr>
                        <a:t>广东仲元中学</a:t>
                      </a:r>
                      <a:endParaRPr lang="en-US" altLang="en-US" sz="1100" b="0">
                        <a:solidFill>
                          <a:srgbClr val="000000"/>
                        </a:solidFill>
                        <a:latin typeface="PingFang SC" panose="020B0400000000000000"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704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255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704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1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255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r>
              <a:tr h="316865">
                <a:tc>
                  <a:txBody>
                    <a:bodyPr/>
                    <a:p>
                      <a:pPr indent="0" algn="ctr">
                        <a:buNone/>
                      </a:pPr>
                      <a:r>
                        <a:rPr lang="en-US" sz="1100" b="0">
                          <a:solidFill>
                            <a:srgbClr val="000000"/>
                          </a:solidFill>
                          <a:latin typeface="PingFang SC" panose="020B0400000000000000" charset="-52"/>
                        </a:rPr>
                        <a:t>广州市番禺区市桥星海中学</a:t>
                      </a:r>
                      <a:endParaRPr lang="en-US" altLang="en-US" sz="1100" b="0">
                        <a:solidFill>
                          <a:srgbClr val="000000"/>
                        </a:solidFill>
                        <a:latin typeface="PingFang SC" panose="020B0400000000000000" charset="-5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PingFang SC" panose="020B0400000000000000" charset="-52"/>
                        </a:rPr>
                        <a:t>广东仲元中学</a:t>
                      </a:r>
                      <a:endParaRPr lang="en-US" altLang="en-US" sz="1100" b="0">
                        <a:solidFill>
                          <a:srgbClr val="000000"/>
                        </a:solidFill>
                        <a:latin typeface="PingFang SC" panose="020B0400000000000000"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702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404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702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1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404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r>
              <a:tr h="316230">
                <a:tc>
                  <a:txBody>
                    <a:bodyPr/>
                    <a:p>
                      <a:pPr indent="0" algn="ctr">
                        <a:buNone/>
                      </a:pPr>
                      <a:r>
                        <a:rPr lang="en-US" sz="1100" b="0">
                          <a:solidFill>
                            <a:srgbClr val="000000"/>
                          </a:solidFill>
                          <a:latin typeface="PingFang SC" panose="020B0400000000000000" charset="-52"/>
                        </a:rPr>
                        <a:t>广州市番禺区市桥桥城中学</a:t>
                      </a:r>
                      <a:endParaRPr lang="en-US" altLang="en-US" sz="1100" b="0">
                        <a:solidFill>
                          <a:srgbClr val="000000"/>
                        </a:solidFill>
                        <a:latin typeface="PingFang SC" panose="020B0400000000000000" charset="-5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PingFang SC" panose="020B0400000000000000" charset="-52"/>
                        </a:rPr>
                        <a:t>广东仲元中学</a:t>
                      </a:r>
                      <a:endParaRPr lang="en-US" altLang="en-US" sz="1100" b="0">
                        <a:solidFill>
                          <a:srgbClr val="000000"/>
                        </a:solidFill>
                        <a:latin typeface="PingFang SC" panose="020B0400000000000000"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708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446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708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1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446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r>
              <a:tr h="316865">
                <a:tc>
                  <a:txBody>
                    <a:bodyPr/>
                    <a:p>
                      <a:pPr indent="0" algn="ctr">
                        <a:buNone/>
                      </a:pPr>
                      <a:r>
                        <a:rPr lang="en-US" sz="1100" b="0">
                          <a:solidFill>
                            <a:srgbClr val="000000"/>
                          </a:solidFill>
                          <a:latin typeface="PingFang SC" panose="020B0400000000000000" charset="-52"/>
                        </a:rPr>
                        <a:t>广州市番禺区市桥桥兴中学</a:t>
                      </a:r>
                      <a:endParaRPr lang="en-US" altLang="en-US" sz="1100" b="0">
                        <a:solidFill>
                          <a:srgbClr val="000000"/>
                        </a:solidFill>
                        <a:latin typeface="PingFang SC" panose="020B0400000000000000" charset="-5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PingFang SC" panose="020B0400000000000000" charset="-52"/>
                        </a:rPr>
                        <a:t>广东仲元中学</a:t>
                      </a:r>
                      <a:endParaRPr lang="en-US" altLang="en-US" sz="1100" b="0">
                        <a:solidFill>
                          <a:srgbClr val="000000"/>
                        </a:solidFill>
                        <a:latin typeface="PingFang SC" panose="020B0400000000000000"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712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58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712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1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c>
                  <a:txBody>
                    <a:bodyPr/>
                    <a:p>
                      <a:pPr indent="0" algn="ctr">
                        <a:buNone/>
                      </a:pPr>
                      <a:r>
                        <a:rPr lang="en-US" sz="1100" b="0">
                          <a:solidFill>
                            <a:srgbClr val="000000"/>
                          </a:solidFill>
                          <a:latin typeface="Arial" panose="020B0704020202020204" charset="-52"/>
                        </a:rPr>
                        <a:t>58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E2EFDA"/>
                    </a:solidFill>
                  </a:tcPr>
                </a:tc>
              </a:tr>
              <a:tr h="316230">
                <a:tc>
                  <a:txBody>
                    <a:bodyPr/>
                    <a:p>
                      <a:pPr indent="0" algn="ctr">
                        <a:buNone/>
                      </a:pPr>
                      <a:r>
                        <a:rPr lang="en-US" sz="1100" b="0">
                          <a:solidFill>
                            <a:srgbClr val="000000"/>
                          </a:solidFill>
                          <a:latin typeface="PingFang SC" panose="020B0400000000000000" charset="-52"/>
                        </a:rPr>
                        <a:t>广州市铁一中学（番禺校区）</a:t>
                      </a:r>
                      <a:endParaRPr lang="en-US" altLang="en-US" sz="1100" b="0">
                        <a:solidFill>
                          <a:srgbClr val="000000"/>
                        </a:solidFill>
                        <a:latin typeface="PingFang SC" panose="020B0400000000000000" charset="-5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PingFang SC" panose="020B0400000000000000" charset="-52"/>
                        </a:rPr>
                        <a:t>广东仲元中学</a:t>
                      </a:r>
                      <a:endParaRPr lang="en-US" altLang="en-US" sz="1100" b="0">
                        <a:solidFill>
                          <a:srgbClr val="000000"/>
                        </a:solidFill>
                        <a:latin typeface="PingFang SC" panose="020B0400000000000000"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697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236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697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1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c>
                  <a:txBody>
                    <a:bodyPr/>
                    <a:p>
                      <a:pPr indent="0" algn="ctr">
                        <a:buNone/>
                      </a:pPr>
                      <a:r>
                        <a:rPr lang="en-US" sz="1100" b="0">
                          <a:solidFill>
                            <a:srgbClr val="000000"/>
                          </a:solidFill>
                          <a:latin typeface="Arial" panose="020B0704020202020204" charset="-52"/>
                        </a:rPr>
                        <a:t>236 </a:t>
                      </a:r>
                      <a:endParaRPr lang="en-US" altLang="en-US" sz="1100" b="0">
                        <a:solidFill>
                          <a:srgbClr val="000000"/>
                        </a:solidFill>
                        <a:latin typeface="Arial" panose="020B0704020202020204" charset="-5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C6E0B4"/>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流程图: 可选过程 13"/>
          <p:cNvSpPr/>
          <p:nvPr>
            <p:custDataLst>
              <p:tags r:id="rId1"/>
            </p:custDataLst>
          </p:nvPr>
        </p:nvSpPr>
        <p:spPr>
          <a:xfrm>
            <a:off x="3419475" y="16510"/>
            <a:ext cx="13900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怎么</a:t>
            </a:r>
            <a:r>
              <a:rPr lang="zh-CN" altLang="en-US" sz="2800" b="1" dirty="0">
                <a:solidFill>
                  <a:schemeClr val="tx1"/>
                </a:solidFill>
              </a:rPr>
              <a:t>聊</a:t>
            </a:r>
            <a:endParaRPr lang="zh-CN" altLang="en-US" sz="2800" b="1" dirty="0">
              <a:solidFill>
                <a:schemeClr val="tx1"/>
              </a:solidFill>
            </a:endParaRPr>
          </a:p>
        </p:txBody>
      </p:sp>
      <p:sp>
        <p:nvSpPr>
          <p:cNvPr id="15" name="流程图: 可选过程 14"/>
          <p:cNvSpPr/>
          <p:nvPr>
            <p:custDataLst>
              <p:tags r:id="rId2"/>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2" name="流程图: 可选过程 1"/>
          <p:cNvSpPr/>
          <p:nvPr>
            <p:custDataLst>
              <p:tags r:id="rId3"/>
            </p:custDataLst>
          </p:nvPr>
        </p:nvSpPr>
        <p:spPr>
          <a:xfrm>
            <a:off x="4892675" y="16510"/>
            <a:ext cx="26727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a:solidFill>
                  <a:srgbClr val="333333"/>
                </a:solidFill>
                <a:latin typeface="Noto Sans SC"/>
                <a:ea typeface="Noto Sans SC"/>
                <a:cs typeface="Noto Sans SC"/>
                <a:sym typeface="Noto Sans SC"/>
              </a:rPr>
              <a:t>升学目标</a:t>
            </a:r>
            <a:r>
              <a:rPr lang="en-US" altLang="zh-CN" sz="2800" b="1">
                <a:solidFill>
                  <a:srgbClr val="333333"/>
                </a:solidFill>
                <a:latin typeface="Noto Sans SC"/>
                <a:ea typeface="Noto Sans SC"/>
                <a:cs typeface="Noto Sans SC"/>
                <a:sym typeface="Noto Sans SC"/>
              </a:rPr>
              <a:t>&amp;</a:t>
            </a:r>
            <a:r>
              <a:rPr lang="zh-CN" altLang="en-US" sz="2800" b="1">
                <a:solidFill>
                  <a:srgbClr val="333333"/>
                </a:solidFill>
                <a:latin typeface="Noto Sans SC"/>
                <a:ea typeface="Noto Sans SC"/>
                <a:cs typeface="Noto Sans SC"/>
                <a:sym typeface="Noto Sans SC"/>
              </a:rPr>
              <a:t>规划</a:t>
            </a:r>
            <a:endParaRPr lang="zh-CN" altLang="en-US" sz="2800" b="1" dirty="0">
              <a:solidFill>
                <a:schemeClr val="tx1"/>
              </a:solidFill>
            </a:endParaRPr>
          </a:p>
        </p:txBody>
      </p:sp>
      <p:sp>
        <p:nvSpPr>
          <p:cNvPr id="4" name="流程图: 可选过程 3"/>
          <p:cNvSpPr/>
          <p:nvPr>
            <p:custDataLst>
              <p:tags r:id="rId4"/>
            </p:custDataLst>
          </p:nvPr>
        </p:nvSpPr>
        <p:spPr>
          <a:xfrm>
            <a:off x="7673975" y="16510"/>
            <a:ext cx="26727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a:solidFill>
                  <a:srgbClr val="333333"/>
                </a:solidFill>
                <a:latin typeface="Noto Sans SC"/>
                <a:ea typeface="Noto Sans SC"/>
                <a:cs typeface="Noto Sans SC"/>
                <a:sym typeface="Noto Sans SC"/>
              </a:rPr>
              <a:t>话术</a:t>
            </a:r>
            <a:r>
              <a:rPr lang="zh-CN" altLang="en-US" sz="2800" b="1">
                <a:solidFill>
                  <a:srgbClr val="333333"/>
                </a:solidFill>
                <a:latin typeface="Noto Sans SC"/>
                <a:ea typeface="Noto Sans SC"/>
                <a:cs typeface="Noto Sans SC"/>
                <a:sym typeface="Noto Sans SC"/>
              </a:rPr>
              <a:t>参考</a:t>
            </a:r>
            <a:endParaRPr lang="zh-CN" altLang="en-US" sz="2800" b="1">
              <a:solidFill>
                <a:srgbClr val="333333"/>
              </a:solidFill>
              <a:latin typeface="Noto Sans SC"/>
              <a:ea typeface="Noto Sans SC"/>
              <a:cs typeface="Noto Sans SC"/>
              <a:sym typeface="Noto Sans SC"/>
            </a:endParaRPr>
          </a:p>
        </p:txBody>
      </p:sp>
      <p:sp>
        <p:nvSpPr>
          <p:cNvPr id="6" name="AutoShape 6"/>
          <p:cNvSpPr/>
          <p:nvPr>
            <p:custDataLst>
              <p:tags r:id="rId5"/>
            </p:custDataLst>
          </p:nvPr>
        </p:nvSpPr>
        <p:spPr>
          <a:xfrm>
            <a:off x="260985" y="883285"/>
            <a:ext cx="11669395" cy="1128395"/>
          </a:xfrm>
          <a:prstGeom prst="roundRect">
            <a:avLst>
              <a:gd name="adj" fmla="val 9600"/>
            </a:avLst>
          </a:prstGeom>
          <a:solidFill>
            <a:srgbClr val="F9FAFB">
              <a:alpha val="100000"/>
            </a:srgbClr>
          </a:solidFill>
          <a:ln w="12700" cap="flat" cmpd="sng">
            <a:solidFill>
              <a:schemeClr val="tx1">
                <a:alpha val="100000"/>
              </a:schemeClr>
            </a:solidFill>
            <a:prstDash val="solid"/>
            <a:round/>
          </a:ln>
        </p:spPr>
        <p:txBody>
          <a:bodyPr vert="horz" wrap="square" lIns="63500" tIns="63500" rIns="63500" bIns="63500" rtlCol="0" anchor="ctr"/>
          <a:p>
            <a:pPr algn="ctr">
              <a:defRPr/>
            </a:pPr>
          </a:p>
        </p:txBody>
      </p:sp>
      <p:pic>
        <p:nvPicPr>
          <p:cNvPr id="7"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3860" y="966470"/>
            <a:ext cx="918845" cy="876935"/>
          </a:xfrm>
          <a:prstGeom prst="rect">
            <a:avLst/>
          </a:prstGeom>
        </p:spPr>
      </p:pic>
      <p:sp>
        <p:nvSpPr>
          <p:cNvPr id="8" name="AutoShape 8"/>
          <p:cNvSpPr/>
          <p:nvPr>
            <p:custDataLst>
              <p:tags r:id="rId9"/>
            </p:custDataLst>
          </p:nvPr>
        </p:nvSpPr>
        <p:spPr>
          <a:xfrm>
            <a:off x="1542415" y="966470"/>
            <a:ext cx="10137775" cy="876935"/>
          </a:xfrm>
          <a:prstGeom prst="rect">
            <a:avLst/>
          </a:prstGeom>
          <a:noFill/>
          <a:ln w="12700" cap="flat" cmpd="sng">
            <a:noFill/>
            <a:prstDash val="solid"/>
            <a:round/>
          </a:ln>
        </p:spPr>
        <p:txBody>
          <a:bodyPr vert="horz" wrap="square" lIns="0" tIns="0" rIns="0" bIns="0" rtlCol="0" anchor="ctr" anchorCtr="0"/>
          <a:p>
            <a:pPr indent="0" algn="l">
              <a:lnSpc>
                <a:spcPct val="117000"/>
              </a:lnSpc>
            </a:pPr>
            <a:r>
              <a:rPr lang="zh-CN" altLang="en-US" sz="1600" b="1" i="0" u="none" strike="noStrike">
                <a:solidFill>
                  <a:srgbClr val="333333"/>
                </a:solidFill>
                <a:latin typeface="Noto Sans SC"/>
                <a:ea typeface="Noto Sans SC"/>
                <a:cs typeface="Noto Sans SC"/>
                <a:sym typeface="Noto Sans SC"/>
              </a:rPr>
              <a:t>家长您好呀，孩子现在初一年级整体还适应吗？一年过去了哦</a:t>
            </a:r>
            <a:r>
              <a:rPr lang="en-US" altLang="zh-CN" sz="1600" b="1" i="0" u="none" strike="noStrike">
                <a:solidFill>
                  <a:srgbClr val="333333"/>
                </a:solidFill>
                <a:latin typeface="Noto Sans SC"/>
                <a:ea typeface="Noto Sans SC"/>
                <a:cs typeface="Noto Sans SC"/>
                <a:sym typeface="Noto Sans SC"/>
              </a:rPr>
              <a:t>~</a:t>
            </a:r>
            <a:r>
              <a:rPr lang="zh-CN" altLang="en-US" sz="1600" b="1" i="0" u="none" strike="noStrike">
                <a:solidFill>
                  <a:srgbClr val="333333"/>
                </a:solidFill>
                <a:latin typeface="Noto Sans SC"/>
                <a:ea typeface="Noto Sans SC"/>
                <a:cs typeface="Noto Sans SC"/>
                <a:sym typeface="Noto Sans SC"/>
              </a:rPr>
              <a:t>有和孩子定好高中目标吗？树立一个</a:t>
            </a:r>
            <a:r>
              <a:rPr lang="zh-CN" altLang="en-US" sz="1600" b="1" i="0" u="none" strike="noStrike">
                <a:solidFill>
                  <a:srgbClr val="333333"/>
                </a:solidFill>
                <a:latin typeface="Noto Sans SC"/>
                <a:ea typeface="Noto Sans SC"/>
                <a:cs typeface="Noto Sans SC"/>
                <a:sym typeface="Noto Sans SC"/>
              </a:rPr>
              <a:t>努力方向</a:t>
            </a:r>
            <a:r>
              <a:rPr lang="zh-CN" altLang="en-US" sz="1600" b="1" i="0" u="none" strike="noStrike">
                <a:solidFill>
                  <a:srgbClr val="333333"/>
                </a:solidFill>
                <a:latin typeface="Noto Sans SC"/>
                <a:ea typeface="Noto Sans SC"/>
                <a:cs typeface="Noto Sans SC"/>
                <a:sym typeface="Noto Sans SC"/>
              </a:rPr>
              <a:t>呀！</a:t>
            </a:r>
            <a:endParaRPr lang="zh-CN" altLang="en-US" sz="1600" b="1" i="0" u="none" strike="noStrike">
              <a:solidFill>
                <a:srgbClr val="333333"/>
              </a:solidFill>
              <a:latin typeface="Noto Sans SC"/>
              <a:ea typeface="Noto Sans SC"/>
              <a:cs typeface="Noto Sans SC"/>
              <a:sym typeface="Noto Sans SC"/>
            </a:endParaRPr>
          </a:p>
        </p:txBody>
      </p:sp>
      <p:sp>
        <p:nvSpPr>
          <p:cNvPr id="9" name="AutoShape 9"/>
          <p:cNvSpPr/>
          <p:nvPr>
            <p:custDataLst>
              <p:tags r:id="rId10"/>
            </p:custDataLst>
          </p:nvPr>
        </p:nvSpPr>
        <p:spPr>
          <a:xfrm>
            <a:off x="260985" y="2180590"/>
            <a:ext cx="11669395" cy="2256790"/>
          </a:xfrm>
          <a:prstGeom prst="roundRect">
            <a:avLst>
              <a:gd name="adj" fmla="val 9600"/>
            </a:avLst>
          </a:prstGeom>
          <a:solidFill>
            <a:srgbClr val="F9FAFB">
              <a:alpha val="100000"/>
            </a:srgbClr>
          </a:solidFill>
          <a:ln w="12700" cap="flat" cmpd="sng">
            <a:solidFill>
              <a:schemeClr val="tx1">
                <a:alpha val="100000"/>
              </a:schemeClr>
            </a:solidFill>
            <a:prstDash val="solid"/>
            <a:round/>
          </a:ln>
        </p:spPr>
        <p:txBody>
          <a:bodyPr vert="horz" wrap="square" lIns="63500" tIns="63500" rIns="63500" bIns="63500" rtlCol="0" anchor="ctr"/>
          <a:p>
            <a:pPr algn="ctr">
              <a:defRPr/>
            </a:pPr>
          </a:p>
        </p:txBody>
      </p:sp>
      <p:pic>
        <p:nvPicPr>
          <p:cNvPr id="10"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03860" y="2857500"/>
            <a:ext cx="876300" cy="876300"/>
          </a:xfrm>
          <a:prstGeom prst="rect">
            <a:avLst/>
          </a:prstGeom>
        </p:spPr>
      </p:pic>
      <p:sp>
        <p:nvSpPr>
          <p:cNvPr id="11" name="AutoShape 11"/>
          <p:cNvSpPr/>
          <p:nvPr>
            <p:custDataLst>
              <p:tags r:id="rId14"/>
            </p:custDataLst>
          </p:nvPr>
        </p:nvSpPr>
        <p:spPr>
          <a:xfrm>
            <a:off x="1466215" y="2396490"/>
            <a:ext cx="10214610" cy="1798955"/>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zh-CN" altLang="en-US" b="1" i="0" u="none" strike="noStrike">
                <a:solidFill>
                  <a:srgbClr val="333333"/>
                </a:solidFill>
                <a:latin typeface="Noto Sans SC"/>
                <a:ea typeface="Noto Sans SC"/>
                <a:cs typeface="Noto Sans SC"/>
                <a:sym typeface="Noto Sans SC"/>
              </a:rPr>
              <a:t>那建议家长要提前和孩子聊聊了，制定个目标无论是家长还是孩子都有个明确</a:t>
            </a:r>
            <a:r>
              <a:rPr lang="zh-CN" altLang="en-US" b="1" i="0" u="none" strike="noStrike">
                <a:solidFill>
                  <a:srgbClr val="333333"/>
                </a:solidFill>
                <a:latin typeface="Noto Sans SC"/>
                <a:ea typeface="Noto Sans SC"/>
                <a:cs typeface="Noto Sans SC"/>
                <a:sym typeface="Noto Sans SC"/>
              </a:rPr>
              <a:t>的方向；比如如果咱们目标高中是仲元；那么家长就要了解进仲元的政策批次和要求了，比如第一批次自主招生进仲元最起码孩子分数不能低于</a:t>
            </a:r>
            <a:r>
              <a:rPr lang="en-US" altLang="zh-CN" b="1" i="0" u="none" strike="noStrike">
                <a:solidFill>
                  <a:srgbClr val="333333"/>
                </a:solidFill>
                <a:latin typeface="Noto Sans SC"/>
                <a:ea typeface="Noto Sans SC"/>
                <a:cs typeface="Noto Sans SC"/>
                <a:sym typeface="Noto Sans SC"/>
              </a:rPr>
              <a:t>712</a:t>
            </a:r>
            <a:r>
              <a:rPr lang="zh-CN" altLang="en-US" b="1" i="0" u="none" strike="noStrike">
                <a:solidFill>
                  <a:srgbClr val="333333"/>
                </a:solidFill>
                <a:latin typeface="Noto Sans SC"/>
                <a:ea typeface="Noto Sans SC"/>
                <a:cs typeface="Noto Sans SC"/>
                <a:sym typeface="Noto Sans SC"/>
              </a:rPr>
              <a:t>分，因为自主招生进去都是重点班，重点培养的；如果是第二批次，咱们学校进仲元都有相对应的分数，看了一下大概都要</a:t>
            </a:r>
            <a:r>
              <a:rPr lang="en-US" altLang="zh-CN" b="1" i="0" u="none" strike="noStrike">
                <a:solidFill>
                  <a:srgbClr val="333333"/>
                </a:solidFill>
                <a:latin typeface="Noto Sans SC"/>
                <a:ea typeface="Noto Sans SC"/>
                <a:cs typeface="Noto Sans SC"/>
                <a:sym typeface="Noto Sans SC"/>
              </a:rPr>
              <a:t>700</a:t>
            </a:r>
            <a:r>
              <a:rPr lang="zh-CN" altLang="en-US" b="1" i="0" u="none" strike="noStrike">
                <a:solidFill>
                  <a:srgbClr val="333333"/>
                </a:solidFill>
                <a:latin typeface="Noto Sans SC"/>
                <a:ea typeface="Noto Sans SC"/>
                <a:cs typeface="Noto Sans SC"/>
                <a:sym typeface="Noto Sans SC"/>
              </a:rPr>
              <a:t>分以上；孩子现在各科目分数怎么样？我结合我往年带过的初中生给你规划</a:t>
            </a:r>
            <a:r>
              <a:rPr lang="zh-CN" altLang="en-US" b="1" i="0" u="none" strike="noStrike">
                <a:solidFill>
                  <a:srgbClr val="333333"/>
                </a:solidFill>
                <a:latin typeface="Noto Sans SC"/>
                <a:ea typeface="Noto Sans SC"/>
                <a:cs typeface="Noto Sans SC"/>
                <a:sym typeface="Noto Sans SC"/>
              </a:rPr>
              <a:t>吧；</a:t>
            </a:r>
            <a:endParaRPr lang="zh-CN" altLang="en-US" b="1" i="0" u="none" strike="noStrike">
              <a:solidFill>
                <a:srgbClr val="333333"/>
              </a:solidFill>
              <a:latin typeface="Noto Sans SC"/>
              <a:ea typeface="Noto Sans SC"/>
              <a:cs typeface="Noto Sans SC"/>
              <a:sym typeface="Noto Sans SC"/>
            </a:endParaRPr>
          </a:p>
        </p:txBody>
      </p:sp>
      <p:sp>
        <p:nvSpPr>
          <p:cNvPr id="12" name="AutoShape 12"/>
          <p:cNvSpPr/>
          <p:nvPr>
            <p:custDataLst>
              <p:tags r:id="rId15"/>
            </p:custDataLst>
          </p:nvPr>
        </p:nvSpPr>
        <p:spPr>
          <a:xfrm>
            <a:off x="260350" y="4606290"/>
            <a:ext cx="11670665" cy="2063750"/>
          </a:xfrm>
          <a:prstGeom prst="roundRect">
            <a:avLst>
              <a:gd name="adj" fmla="val 9600"/>
            </a:avLst>
          </a:prstGeom>
          <a:solidFill>
            <a:srgbClr val="F9FAFB">
              <a:alpha val="100000"/>
            </a:srgbClr>
          </a:solidFill>
          <a:ln w="12700" cap="flat" cmpd="sng">
            <a:solidFill>
              <a:schemeClr val="tx1">
                <a:alpha val="100000"/>
              </a:schemeClr>
            </a:solidFill>
            <a:prstDash val="solid"/>
            <a:round/>
          </a:ln>
        </p:spPr>
        <p:txBody>
          <a:bodyPr vert="horz" wrap="square" lIns="63500" tIns="63500" rIns="63500" bIns="63500" rtlCol="0" anchor="ctr"/>
          <a:p>
            <a:pPr algn="ctr">
              <a:defRPr/>
            </a:pPr>
          </a:p>
        </p:txBody>
      </p:sp>
      <p:pic>
        <p:nvPicPr>
          <p:cNvPr id="5" name="Picture 13"/>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61315" y="5300345"/>
            <a:ext cx="918845" cy="751205"/>
          </a:xfrm>
          <a:prstGeom prst="rect">
            <a:avLst/>
          </a:prstGeom>
        </p:spPr>
      </p:pic>
      <p:sp>
        <p:nvSpPr>
          <p:cNvPr id="20" name="AutoShape 14"/>
          <p:cNvSpPr/>
          <p:nvPr>
            <p:custDataLst>
              <p:tags r:id="rId19"/>
            </p:custDataLst>
          </p:nvPr>
        </p:nvSpPr>
        <p:spPr>
          <a:xfrm>
            <a:off x="1366520" y="4747895"/>
            <a:ext cx="10523855" cy="1993265"/>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zh-CN" altLang="en-US" b="1" i="0" u="none" strike="noStrike">
                <a:solidFill>
                  <a:srgbClr val="333333"/>
                </a:solidFill>
                <a:latin typeface="Noto Sans SC"/>
                <a:ea typeface="Noto Sans SC"/>
                <a:cs typeface="Noto Sans SC"/>
                <a:sym typeface="Noto Sans SC"/>
              </a:rPr>
              <a:t>您看如果咱们真的目标高中是仲元的话，最起码分数要在</a:t>
            </a:r>
            <a:r>
              <a:rPr lang="en-US" altLang="zh-CN" b="1" i="0" u="none" strike="noStrike">
                <a:solidFill>
                  <a:srgbClr val="333333"/>
                </a:solidFill>
                <a:latin typeface="Noto Sans SC"/>
                <a:ea typeface="Noto Sans SC"/>
                <a:cs typeface="Noto Sans SC"/>
                <a:sym typeface="Noto Sans SC"/>
              </a:rPr>
              <a:t>702</a:t>
            </a:r>
            <a:r>
              <a:rPr lang="zh-CN" altLang="en-US" b="1" i="0" u="none" strike="noStrike">
                <a:solidFill>
                  <a:srgbClr val="333333"/>
                </a:solidFill>
                <a:latin typeface="Noto Sans SC"/>
                <a:ea typeface="Noto Sans SC"/>
                <a:cs typeface="Noto Sans SC"/>
                <a:sym typeface="Noto Sans SC"/>
              </a:rPr>
              <a:t>分，那我看了一下孩子分数，现在数学和英语这两个科目还需要再提高一些，不然不够稳呀；现在这两个科目扣分都在哪里呀？（按照得分拆解，比如如果考</a:t>
            </a:r>
            <a:r>
              <a:rPr lang="en-US" altLang="zh-CN" b="1" i="0" u="none" strike="noStrike">
                <a:solidFill>
                  <a:srgbClr val="333333"/>
                </a:solidFill>
                <a:latin typeface="Noto Sans SC"/>
                <a:ea typeface="Noto Sans SC"/>
                <a:cs typeface="Noto Sans SC"/>
                <a:sym typeface="Noto Sans SC"/>
              </a:rPr>
              <a:t>80</a:t>
            </a:r>
            <a:r>
              <a:rPr lang="zh-CN" altLang="en-US" b="1" i="0" u="none" strike="noStrike">
                <a:solidFill>
                  <a:srgbClr val="333333"/>
                </a:solidFill>
                <a:latin typeface="Noto Sans SC"/>
                <a:ea typeface="Noto Sans SC"/>
                <a:cs typeface="Noto Sans SC"/>
                <a:sym typeface="Noto Sans SC"/>
              </a:rPr>
              <a:t>分以下就是基础问题，</a:t>
            </a:r>
            <a:r>
              <a:rPr lang="en-US" altLang="zh-CN" b="1" i="0" u="none" strike="noStrike">
                <a:solidFill>
                  <a:srgbClr val="333333"/>
                </a:solidFill>
                <a:latin typeface="Noto Sans SC"/>
                <a:ea typeface="Noto Sans SC"/>
                <a:cs typeface="Noto Sans SC"/>
                <a:sym typeface="Noto Sans SC"/>
              </a:rPr>
              <a:t>115</a:t>
            </a:r>
            <a:r>
              <a:rPr lang="zh-CN" altLang="en-US" b="1" i="0" u="none" strike="noStrike">
                <a:solidFill>
                  <a:srgbClr val="333333"/>
                </a:solidFill>
                <a:latin typeface="Noto Sans SC"/>
                <a:ea typeface="Noto Sans SC"/>
                <a:cs typeface="Noto Sans SC"/>
                <a:sym typeface="Noto Sans SC"/>
              </a:rPr>
              <a:t>分以上的是大题扣分问题等进行分析，然后询问补习经历，结合分析推荐匹配学生的</a:t>
            </a:r>
            <a:r>
              <a:rPr lang="zh-CN" altLang="en-US" b="1" i="0" u="none" strike="noStrike">
                <a:solidFill>
                  <a:srgbClr val="333333"/>
                </a:solidFill>
                <a:latin typeface="Noto Sans SC"/>
                <a:ea typeface="Noto Sans SC"/>
                <a:cs typeface="Noto Sans SC"/>
                <a:sym typeface="Noto Sans SC"/>
              </a:rPr>
              <a:t>产品）</a:t>
            </a:r>
            <a:endParaRPr lang="zh-CN" altLang="en-US" b="1" i="0" u="none" strike="noStrike">
              <a:solidFill>
                <a:srgbClr val="333333"/>
              </a:solidFill>
              <a:latin typeface="Noto Sans SC"/>
              <a:ea typeface="宋体" charset="0"/>
              <a:cs typeface="Noto Sans SC"/>
              <a:sym typeface="Noto Sans S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流程图: 可选过程 13"/>
          <p:cNvSpPr/>
          <p:nvPr>
            <p:custDataLst>
              <p:tags r:id="rId1"/>
            </p:custDataLst>
          </p:nvPr>
        </p:nvSpPr>
        <p:spPr>
          <a:xfrm>
            <a:off x="3419475" y="16510"/>
            <a:ext cx="18345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怎么聊？</a:t>
            </a:r>
            <a:endParaRPr lang="zh-CN" altLang="en-US" sz="2800" b="1" dirty="0">
              <a:solidFill>
                <a:schemeClr val="tx1"/>
              </a:solidFill>
            </a:endParaRPr>
          </a:p>
        </p:txBody>
      </p:sp>
      <p:sp>
        <p:nvSpPr>
          <p:cNvPr id="15" name="流程图: 可选过程 14"/>
          <p:cNvSpPr/>
          <p:nvPr>
            <p:custDataLst>
              <p:tags r:id="rId2"/>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2" name="流程图: 可选过程 1"/>
          <p:cNvSpPr/>
          <p:nvPr>
            <p:custDataLst>
              <p:tags r:id="rId3"/>
            </p:custDataLst>
          </p:nvPr>
        </p:nvSpPr>
        <p:spPr>
          <a:xfrm>
            <a:off x="5380990" y="0"/>
            <a:ext cx="18345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学科</a:t>
            </a:r>
            <a:r>
              <a:rPr lang="zh-CN" altLang="en-US" sz="2800" b="1" dirty="0">
                <a:solidFill>
                  <a:schemeClr val="tx1"/>
                </a:solidFill>
              </a:rPr>
              <a:t>分数</a:t>
            </a:r>
            <a:endParaRPr lang="zh-CN" altLang="en-US" sz="2800" b="1" dirty="0">
              <a:solidFill>
                <a:schemeClr val="tx1"/>
              </a:solidFill>
            </a:endParaRPr>
          </a:p>
        </p:txBody>
      </p:sp>
      <p:sp>
        <p:nvSpPr>
          <p:cNvPr id="16" name="矩形: 圆角 15"/>
          <p:cNvSpPr/>
          <p:nvPr>
            <p:custDataLst>
              <p:tags r:id="rId4"/>
            </p:custDataLst>
          </p:nvPr>
        </p:nvSpPr>
        <p:spPr>
          <a:xfrm>
            <a:off x="346315" y="1203750"/>
            <a:ext cx="2602230" cy="4890770"/>
          </a:xfrm>
          <a:prstGeom prst="roundRect">
            <a:avLst>
              <a:gd name="adj" fmla="val 4797"/>
            </a:avLst>
          </a:prstGeom>
          <a:gradFill flip="none" rotWithShape="1">
            <a:gsLst>
              <a:gs pos="0">
                <a:schemeClr val="bg1"/>
              </a:gs>
              <a:gs pos="39000">
                <a:srgbClr val="FFFFFF"/>
              </a:gs>
              <a:gs pos="100000">
                <a:srgbClr val="FFFFFF">
                  <a:alpha val="0"/>
                </a:srgbClr>
              </a:gs>
              <a:gs pos="61000">
                <a:srgbClr val="FFFFFF">
                  <a:alpha val="90000"/>
                </a:srgbClr>
              </a:gs>
            </a:gsLst>
            <a:lin ang="5400000" scaled="1"/>
            <a:tileRect/>
          </a:gradFill>
          <a:ln>
            <a:noFill/>
          </a:ln>
          <a:effectLst>
            <a:outerShdw blurRad="393700" dist="508000" dir="5400000" sx="94000" sy="94000" algn="t" rotWithShape="0">
              <a:schemeClr val="accent1">
                <a:lumMod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charset="-122"/>
              <a:cs typeface="微软雅黑" charset="-122"/>
            </a:endParaRPr>
          </a:p>
        </p:txBody>
      </p:sp>
      <p:sp>
        <p:nvSpPr>
          <p:cNvPr id="13" name="圆角矩形 12"/>
          <p:cNvSpPr/>
          <p:nvPr>
            <p:custDataLst>
              <p:tags r:id="rId5"/>
            </p:custDataLst>
          </p:nvPr>
        </p:nvSpPr>
        <p:spPr>
          <a:xfrm>
            <a:off x="346315" y="1203750"/>
            <a:ext cx="2602230" cy="673100"/>
          </a:xfrm>
          <a:prstGeom prst="roundRect">
            <a:avLst>
              <a:gd name="adj" fmla="val 10816"/>
            </a:avLst>
          </a:prstGeom>
          <a:gradFill>
            <a:gsLst>
              <a:gs pos="100000">
                <a:srgbClr val="006054"/>
              </a:gs>
              <a:gs pos="0">
                <a:srgbClr val="007264"/>
              </a:gs>
            </a:gsLst>
            <a:lin ang="2700000"/>
          </a:gra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00" b="1" i="0" u="none" strike="noStrike" kern="1200" cap="none" spc="0" normalizeH="0" baseline="0" noProof="0" dirty="0">
                <a:ln>
                  <a:noFill/>
                </a:ln>
                <a:solidFill>
                  <a:prstClr val="white"/>
                </a:solidFill>
                <a:effectLst/>
                <a:uLnTx/>
                <a:uFillTx/>
                <a:latin typeface="微软雅黑" charset="-122"/>
                <a:ea typeface="微软雅黑" charset="-122"/>
                <a:cs typeface="微软雅黑" charset="-122"/>
              </a:rPr>
              <a:t> </a:t>
            </a:r>
            <a:r>
              <a:rPr kumimoji="1" lang="zh-CN" altLang="en-US" sz="1900" b="1" i="0" u="none" strike="noStrike" kern="0" cap="none" spc="0" normalizeH="0" baseline="0" noProof="0" dirty="0">
                <a:ln>
                  <a:noFill/>
                </a:ln>
                <a:solidFill>
                  <a:srgbClr val="FFFFFF"/>
                </a:solidFill>
                <a:effectLst/>
                <a:uLnTx/>
                <a:uFillTx/>
                <a:latin typeface="微软雅黑" charset="-122"/>
                <a:ea typeface="微软雅黑" charset="-122"/>
                <a:cs typeface="微软雅黑" charset="-122"/>
                <a:sym typeface="Times New Roman" panose="02020603050405020304" pitchFamily="18" charset="0"/>
              </a:rPr>
              <a:t>可以签约重点班</a:t>
            </a:r>
            <a:endParaRPr kumimoji="1" lang="en-US" altLang="zh-CN" sz="1900" b="1" i="0" u="none" strike="noStrike" kern="0" cap="none" spc="0" normalizeH="0" baseline="0" noProof="0" dirty="0">
              <a:ln>
                <a:noFill/>
              </a:ln>
              <a:solidFill>
                <a:srgbClr val="FFFFFF"/>
              </a:solidFill>
              <a:effectLst/>
              <a:uLnTx/>
              <a:uFillTx/>
              <a:latin typeface="微软雅黑" charset="-122"/>
              <a:ea typeface="微软雅黑" charset="-122"/>
              <a:cs typeface="微软雅黑" charset="-122"/>
              <a:sym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900" b="1" i="0" u="none" strike="noStrike" kern="0" cap="none" spc="0" normalizeH="0" baseline="0" noProof="0" dirty="0">
                <a:ln>
                  <a:noFill/>
                </a:ln>
                <a:solidFill>
                  <a:srgbClr val="FFFFFF"/>
                </a:solidFill>
                <a:effectLst/>
                <a:uLnTx/>
                <a:uFillTx/>
                <a:latin typeface="微软雅黑" charset="-122"/>
                <a:ea typeface="微软雅黑" charset="-122"/>
                <a:cs typeface="微软雅黑" charset="-122"/>
                <a:sym typeface="Times New Roman" panose="02020603050405020304" pitchFamily="18" charset="0"/>
              </a:rPr>
              <a:t>上前六高中</a:t>
            </a:r>
            <a:endParaRPr kumimoji="0" lang="en-US" altLang="zh-CN" sz="1900" b="1" i="0" u="none" strike="noStrike" kern="1200" cap="none" spc="0" normalizeH="0" baseline="0" noProof="0" dirty="0">
              <a:ln>
                <a:noFill/>
              </a:ln>
              <a:solidFill>
                <a:prstClr val="white"/>
              </a:solidFill>
              <a:effectLst/>
              <a:uLnTx/>
              <a:uFillTx/>
              <a:latin typeface="微软雅黑" charset="-122"/>
              <a:ea typeface="微软雅黑" charset="-122"/>
              <a:cs typeface="微软雅黑" charset="-122"/>
            </a:endParaRPr>
          </a:p>
        </p:txBody>
      </p:sp>
      <p:sp>
        <p:nvSpPr>
          <p:cNvPr id="17" name="矩形 16"/>
          <p:cNvSpPr/>
          <p:nvPr>
            <p:custDataLst>
              <p:tags r:id="rId6"/>
            </p:custDataLst>
          </p:nvPr>
        </p:nvSpPr>
        <p:spPr>
          <a:xfrm>
            <a:off x="503160" y="2020995"/>
            <a:ext cx="2287905" cy="3651250"/>
          </a:xfrm>
          <a:prstGeom prst="rect">
            <a:avLst/>
          </a:prstGeom>
        </p:spPr>
        <p:txBody>
          <a:bodyPr wrap="square">
            <a:spAutoFit/>
          </a:bodyPr>
          <a:p>
            <a:pPr marL="305435" marR="0" lvl="0" indent="-305435" algn="l" defTabSz="813435" rtl="0" eaLnBrk="1" fontAlgn="auto" latinLnBrk="0" hangingPunct="1">
              <a:lnSpc>
                <a:spcPct val="110000"/>
              </a:lnSpc>
              <a:spcBef>
                <a:spcPts val="500"/>
              </a:spcBef>
              <a:spcAft>
                <a:spcPts val="0"/>
              </a:spcAft>
              <a:buClrTx/>
              <a:buSzTx/>
              <a:buFontTx/>
              <a:buNone/>
              <a:defRPr sz="2490">
                <a:latin typeface="微软雅黑" charset="-122"/>
                <a:ea typeface="微软雅黑" charset="-122"/>
                <a:cs typeface="微软雅黑" charset="-122"/>
                <a:sym typeface="微软雅黑" charset="-122"/>
              </a:defRPr>
            </a:pPr>
            <a:r>
              <a:rPr kumimoji="0" lang="zh-CN" altLang="en-US" sz="2000" b="0" i="0" u="none" strike="noStrike" kern="1200" cap="none" spc="0" normalizeH="0" baseline="0" noProof="0" dirty="0">
                <a:ln>
                  <a:noFill/>
                </a:ln>
                <a:solidFill>
                  <a:srgbClr val="FF0000"/>
                </a:solidFill>
                <a:effectLst/>
                <a:uLnTx/>
                <a:uFillTx/>
                <a:sym typeface="Times New Roman" panose="02020603050405020304" pitchFamily="18" charset="0"/>
              </a:rPr>
              <a:t>语文 </a:t>
            </a:r>
            <a:r>
              <a:rPr kumimoji="0" lang="en-US" altLang="zh-CN" sz="2000" b="0" i="0" u="none" strike="noStrike" kern="1200" cap="none" spc="0" normalizeH="0" baseline="0" noProof="0" dirty="0">
                <a:ln>
                  <a:noFill/>
                </a:ln>
                <a:solidFill>
                  <a:srgbClr val="FF0000"/>
                </a:solidFill>
                <a:effectLst/>
                <a:uLnTx/>
                <a:uFillTx/>
                <a:sym typeface="Times New Roman" panose="02020603050405020304" pitchFamily="18" charset="0"/>
              </a:rPr>
              <a:t>122/140</a:t>
            </a:r>
            <a:endParaRPr kumimoji="0" lang="en-US" altLang="zh-CN" sz="2000" b="0" i="0" u="none" strike="noStrike" kern="1200" cap="none" spc="0" normalizeH="0" baseline="0" noProof="0" dirty="0">
              <a:ln>
                <a:noFill/>
              </a:ln>
              <a:solidFill>
                <a:srgbClr val="FF0000"/>
              </a:solidFill>
              <a:effectLst/>
              <a:uLnTx/>
              <a:uFillTx/>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latin typeface="微软雅黑" charset="-122"/>
                <a:ea typeface="微软雅黑" charset="-122"/>
                <a:cs typeface="微软雅黑" charset="-122"/>
                <a:sym typeface="微软雅黑" charset="-122"/>
              </a:defRPr>
            </a:pPr>
            <a:r>
              <a:rPr kumimoji="0" lang="zh-CN" altLang="en-US" sz="2000" b="0" i="0" u="none" strike="noStrike" kern="1200" cap="none" spc="0" normalizeH="0" baseline="0" noProof="0" dirty="0">
                <a:ln>
                  <a:noFill/>
                </a:ln>
                <a:solidFill>
                  <a:srgbClr val="FF0000"/>
                </a:solidFill>
                <a:effectLst/>
                <a:uLnTx/>
                <a:uFillTx/>
                <a:sym typeface="Times New Roman" panose="02020603050405020304" pitchFamily="18" charset="0"/>
              </a:rPr>
              <a:t>数学 </a:t>
            </a:r>
            <a:r>
              <a:rPr kumimoji="0" lang="en-US" altLang="zh-CN" sz="2000" b="0" i="0" u="none" strike="noStrike" kern="1200" cap="none" spc="0" normalizeH="0" baseline="0" noProof="0" dirty="0">
                <a:ln>
                  <a:noFill/>
                </a:ln>
                <a:solidFill>
                  <a:srgbClr val="FF0000"/>
                </a:solidFill>
                <a:effectLst/>
                <a:uLnTx/>
                <a:uFillTx/>
                <a:sym typeface="Times New Roman" panose="02020603050405020304" pitchFamily="18" charset="0"/>
              </a:rPr>
              <a:t>133/150</a:t>
            </a:r>
            <a:endParaRPr kumimoji="0" lang="en-US" altLang="zh-CN" sz="2000" b="0" i="0" u="none" strike="noStrike" kern="1200" cap="none" spc="0" normalizeH="0" baseline="0" noProof="0" dirty="0">
              <a:ln>
                <a:noFill/>
              </a:ln>
              <a:solidFill>
                <a:srgbClr val="FF0000"/>
              </a:solidFill>
              <a:effectLst/>
              <a:uLnTx/>
              <a:uFillTx/>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latin typeface="微软雅黑" charset="-122"/>
                <a:ea typeface="微软雅黑" charset="-122"/>
                <a:cs typeface="微软雅黑" charset="-122"/>
                <a:sym typeface="微软雅黑" charset="-122"/>
              </a:defRPr>
            </a:pPr>
            <a:r>
              <a:rPr kumimoji="0" lang="zh-CN" altLang="en-US" sz="2000" b="0" i="0" u="none" strike="noStrike" kern="1200" cap="none" spc="0" normalizeH="0" baseline="0" noProof="0" dirty="0">
                <a:ln>
                  <a:noFill/>
                </a:ln>
                <a:solidFill>
                  <a:srgbClr val="FF0000"/>
                </a:solidFill>
                <a:effectLst/>
                <a:uLnTx/>
                <a:uFillTx/>
                <a:sym typeface="Times New Roman" panose="02020603050405020304" pitchFamily="18" charset="0"/>
              </a:rPr>
              <a:t>英语 </a:t>
            </a:r>
            <a:r>
              <a:rPr kumimoji="0" lang="en-US" altLang="zh-CN" sz="2000" b="0" i="0" u="none" strike="noStrike" kern="1200" cap="none" spc="0" normalizeH="0" baseline="0" noProof="0" dirty="0">
                <a:ln>
                  <a:noFill/>
                </a:ln>
                <a:solidFill>
                  <a:srgbClr val="FF0000"/>
                </a:solidFill>
                <a:effectLst/>
                <a:uLnTx/>
                <a:uFillTx/>
                <a:sym typeface="Times New Roman" panose="02020603050405020304" pitchFamily="18" charset="0"/>
              </a:rPr>
              <a:t>130/140</a:t>
            </a:r>
            <a:endParaRPr kumimoji="0" lang="en-US" altLang="zh-CN" sz="2000" b="0" i="0" u="none" strike="noStrike" kern="1200" cap="none" spc="0" normalizeH="0" baseline="0" noProof="0" dirty="0">
              <a:ln>
                <a:noFill/>
              </a:ln>
              <a:solidFill>
                <a:srgbClr val="FF0000"/>
              </a:solidFill>
              <a:effectLst/>
              <a:uLnTx/>
              <a:uFillTx/>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latin typeface="微软雅黑" charset="-122"/>
                <a:ea typeface="微软雅黑" charset="-122"/>
                <a:cs typeface="微软雅黑" charset="-122"/>
                <a:sym typeface="微软雅黑" charset="-122"/>
              </a:defRPr>
            </a:pPr>
            <a:r>
              <a:rPr kumimoji="0" lang="zh-CN" altLang="en-US" sz="2000" b="0" i="0" u="none" strike="noStrike" kern="1200" cap="none" spc="0" normalizeH="0" baseline="0" noProof="0" dirty="0">
                <a:ln>
                  <a:noFill/>
                </a:ln>
                <a:solidFill>
                  <a:srgbClr val="000000"/>
                </a:solidFill>
                <a:effectLst/>
                <a:uLnTx/>
                <a:uFillTx/>
                <a:sym typeface="Times New Roman" panose="02020603050405020304" pitchFamily="18" charset="0"/>
              </a:rPr>
              <a:t>物理 </a:t>
            </a:r>
            <a:r>
              <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rPr>
              <a:t>95/100</a:t>
            </a:r>
            <a:endPar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latin typeface="微软雅黑" charset="-122"/>
                <a:ea typeface="微软雅黑" charset="-122"/>
                <a:cs typeface="微软雅黑" charset="-122"/>
                <a:sym typeface="微软雅黑" charset="-122"/>
              </a:defRPr>
            </a:pPr>
            <a:r>
              <a:rPr kumimoji="0" lang="zh-CN" altLang="en-US" sz="2000" b="0" i="0" u="none" strike="noStrike" kern="1200" cap="none" spc="0" normalizeH="0" baseline="0" noProof="0" dirty="0">
                <a:ln>
                  <a:noFill/>
                </a:ln>
                <a:solidFill>
                  <a:srgbClr val="000000"/>
                </a:solidFill>
                <a:effectLst/>
                <a:uLnTx/>
                <a:uFillTx/>
                <a:sym typeface="Times New Roman" panose="02020603050405020304" pitchFamily="18" charset="0"/>
              </a:rPr>
              <a:t>化学 </a:t>
            </a:r>
            <a:r>
              <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rPr>
              <a:t>65/70</a:t>
            </a:r>
            <a:endPar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latin typeface="微软雅黑" charset="-122"/>
                <a:ea typeface="微软雅黑" charset="-122"/>
                <a:cs typeface="微软雅黑" charset="-122"/>
                <a:sym typeface="微软雅黑" charset="-122"/>
              </a:defRPr>
            </a:pPr>
            <a:r>
              <a:rPr kumimoji="0" lang="zh-CN" altLang="en-US" sz="2000" b="0" i="0" u="none" strike="noStrike" kern="1200" cap="none" spc="0" normalizeH="0" baseline="0" noProof="0" dirty="0">
                <a:ln>
                  <a:noFill/>
                </a:ln>
                <a:solidFill>
                  <a:srgbClr val="000000"/>
                </a:solidFill>
                <a:effectLst/>
                <a:uLnTx/>
                <a:uFillTx/>
                <a:sym typeface="Times New Roman" panose="02020603050405020304" pitchFamily="18" charset="0"/>
              </a:rPr>
              <a:t>政治 </a:t>
            </a:r>
            <a:r>
              <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rPr>
              <a:t>60/70</a:t>
            </a:r>
            <a:endPar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latin typeface="微软雅黑" charset="-122"/>
                <a:ea typeface="微软雅黑" charset="-122"/>
                <a:cs typeface="微软雅黑" charset="-122"/>
                <a:sym typeface="微软雅黑" charset="-122"/>
              </a:defRPr>
            </a:pPr>
            <a:r>
              <a:rPr kumimoji="0" lang="zh-CN" altLang="en-US" sz="2000" b="0" i="0" u="none" strike="noStrike" kern="1200" cap="none" spc="0" normalizeH="0" baseline="0" noProof="0" dirty="0">
                <a:ln>
                  <a:noFill/>
                </a:ln>
                <a:solidFill>
                  <a:srgbClr val="000000"/>
                </a:solidFill>
                <a:effectLst/>
                <a:uLnTx/>
                <a:uFillTx/>
                <a:sym typeface="Times New Roman" panose="02020603050405020304" pitchFamily="18" charset="0"/>
              </a:rPr>
              <a:t>历史 </a:t>
            </a:r>
            <a:r>
              <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rPr>
              <a:t>60/70</a:t>
            </a:r>
            <a:endPar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latin typeface="微软雅黑" charset="-122"/>
                <a:ea typeface="微软雅黑" charset="-122"/>
                <a:cs typeface="微软雅黑" charset="-122"/>
                <a:sym typeface="微软雅黑" charset="-122"/>
              </a:defRPr>
            </a:pPr>
            <a:r>
              <a:rPr kumimoji="0" lang="zh-CN" altLang="en-US" sz="2000" b="0" i="0" u="none" strike="noStrike" kern="1200" cap="none" spc="0" normalizeH="0" baseline="0" noProof="0" dirty="0">
                <a:ln>
                  <a:noFill/>
                </a:ln>
                <a:solidFill>
                  <a:srgbClr val="000000"/>
                </a:solidFill>
                <a:effectLst/>
                <a:uLnTx/>
                <a:uFillTx/>
                <a:sym typeface="Times New Roman" panose="02020603050405020304" pitchFamily="18" charset="0"/>
              </a:rPr>
              <a:t>体育 </a:t>
            </a:r>
            <a:r>
              <a:rPr lang="en-US" altLang="zh-CN" sz="2000" dirty="0">
                <a:solidFill>
                  <a:srgbClr val="000000"/>
                </a:solidFill>
                <a:sym typeface="Times New Roman" panose="02020603050405020304" pitchFamily="18" charset="0"/>
              </a:rPr>
              <a:t>70</a:t>
            </a:r>
            <a:r>
              <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rPr>
              <a:t>/70</a:t>
            </a:r>
            <a:endParaRPr kumimoji="0" lang="en-US" altLang="zh-CN" sz="2000" b="0" i="0" u="none" strike="noStrike" kern="1200" cap="none" spc="0" normalizeH="0" baseline="0" noProof="0" dirty="0">
              <a:ln>
                <a:noFill/>
              </a:ln>
              <a:solidFill>
                <a:srgbClr val="000000"/>
              </a:solidFill>
              <a:effectLst/>
              <a:uLnTx/>
              <a:uFillTx/>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solidFill>
                  <a:srgbClr val="FF0000"/>
                </a:solidFill>
                <a:latin typeface="微软雅黑" charset="-122"/>
                <a:ea typeface="微软雅黑" charset="-122"/>
                <a:cs typeface="微软雅黑" charset="-122"/>
                <a:sym typeface="微软雅黑" charset="-122"/>
              </a:defRPr>
            </a:pPr>
            <a:r>
              <a:rPr kumimoji="0" lang="zh-CN" altLang="en-US" sz="2000" b="1" i="0" u="none" strike="noStrike" kern="1200" cap="none" spc="0" normalizeH="0" baseline="0" noProof="0" dirty="0">
                <a:ln>
                  <a:noFill/>
                </a:ln>
                <a:solidFill>
                  <a:srgbClr val="42828E"/>
                </a:solidFill>
                <a:effectLst/>
                <a:uLnTx/>
                <a:uFillTx/>
                <a:sym typeface="Times New Roman" panose="02020603050405020304" pitchFamily="18" charset="0"/>
              </a:rPr>
              <a:t>总分 </a:t>
            </a:r>
            <a:r>
              <a:rPr kumimoji="0" lang="en-US" altLang="zh-CN" sz="2000" b="1" i="0" u="none" strike="noStrike" kern="1200" cap="none" spc="0" normalizeH="0" baseline="0" noProof="0" dirty="0">
                <a:ln>
                  <a:noFill/>
                </a:ln>
                <a:solidFill>
                  <a:srgbClr val="42828E"/>
                </a:solidFill>
                <a:effectLst/>
                <a:uLnTx/>
                <a:uFillTx/>
                <a:sym typeface="Times New Roman" panose="02020603050405020304" pitchFamily="18" charset="0"/>
              </a:rPr>
              <a:t>735/810</a:t>
            </a:r>
            <a:endParaRPr kumimoji="0" lang="en-US" altLang="zh-CN" sz="2000" b="1" i="0" u="none" strike="noStrike" kern="1200" cap="none" spc="0" normalizeH="0" baseline="0" noProof="0" dirty="0">
              <a:ln>
                <a:noFill/>
              </a:ln>
              <a:solidFill>
                <a:srgbClr val="42828E"/>
              </a:solidFill>
              <a:effectLst/>
              <a:uLnTx/>
              <a:uFillTx/>
              <a:sym typeface="Times New Roman" panose="02020603050405020304" pitchFamily="18" charset="0"/>
            </a:endParaRPr>
          </a:p>
        </p:txBody>
      </p:sp>
      <p:sp>
        <p:nvSpPr>
          <p:cNvPr id="18" name="矩形: 圆角 15"/>
          <p:cNvSpPr/>
          <p:nvPr>
            <p:custDataLst>
              <p:tags r:id="rId7"/>
            </p:custDataLst>
          </p:nvPr>
        </p:nvSpPr>
        <p:spPr>
          <a:xfrm>
            <a:off x="3349230" y="1203750"/>
            <a:ext cx="2602230" cy="4890770"/>
          </a:xfrm>
          <a:prstGeom prst="roundRect">
            <a:avLst>
              <a:gd name="adj" fmla="val 4797"/>
            </a:avLst>
          </a:prstGeom>
          <a:gradFill flip="none" rotWithShape="1">
            <a:gsLst>
              <a:gs pos="0">
                <a:schemeClr val="bg1"/>
              </a:gs>
              <a:gs pos="39000">
                <a:srgbClr val="FFFFFF"/>
              </a:gs>
              <a:gs pos="100000">
                <a:srgbClr val="FFFFFF">
                  <a:alpha val="0"/>
                </a:srgbClr>
              </a:gs>
              <a:gs pos="61000">
                <a:srgbClr val="FFFFFF">
                  <a:alpha val="90000"/>
                </a:srgbClr>
              </a:gs>
            </a:gsLst>
            <a:lin ang="5400000" scaled="1"/>
            <a:tileRect/>
          </a:gradFill>
          <a:ln>
            <a:noFill/>
          </a:ln>
          <a:effectLst>
            <a:outerShdw blurRad="393700" dist="508000" dir="5400000" sx="94000" sy="94000" algn="t" rotWithShape="0">
              <a:schemeClr val="accent1">
                <a:lumMod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charset="-122"/>
              <a:cs typeface="微软雅黑" charset="-122"/>
            </a:endParaRPr>
          </a:p>
        </p:txBody>
      </p:sp>
      <p:sp>
        <p:nvSpPr>
          <p:cNvPr id="19" name="圆角矩形 18"/>
          <p:cNvSpPr/>
          <p:nvPr>
            <p:custDataLst>
              <p:tags r:id="rId8"/>
            </p:custDataLst>
          </p:nvPr>
        </p:nvSpPr>
        <p:spPr>
          <a:xfrm>
            <a:off x="3349230" y="1203750"/>
            <a:ext cx="2602230" cy="673100"/>
          </a:xfrm>
          <a:prstGeom prst="roundRect">
            <a:avLst>
              <a:gd name="adj" fmla="val 10816"/>
            </a:avLst>
          </a:prstGeom>
          <a:gradFill>
            <a:gsLst>
              <a:gs pos="100000">
                <a:srgbClr val="006054"/>
              </a:gs>
              <a:gs pos="0">
                <a:srgbClr val="007264"/>
              </a:gs>
            </a:gsLst>
            <a:lin ang="2700000"/>
          </a:gra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900" b="1" i="0" u="none" strike="noStrike" kern="0" cap="none" spc="0" normalizeH="0" baseline="0" noProof="0" dirty="0">
                <a:ln>
                  <a:noFill/>
                </a:ln>
                <a:solidFill>
                  <a:srgbClr val="FFFFFF"/>
                </a:solidFill>
                <a:effectLst/>
                <a:uLnTx/>
                <a:uFillTx/>
                <a:latin typeface="微软雅黑" charset="-122"/>
                <a:ea typeface="微软雅黑" charset="-122"/>
                <a:cs typeface="微软雅黑" charset="-122"/>
                <a:sym typeface="Times New Roman" panose="02020603050405020304" pitchFamily="18" charset="0"/>
              </a:rPr>
              <a:t>上</a:t>
            </a:r>
            <a:r>
              <a:rPr kumimoji="1" lang="zh-CN" altLang="en-US" sz="1900" b="1" kern="0" dirty="0">
                <a:solidFill>
                  <a:srgbClr val="FFFFFF"/>
                </a:solidFill>
                <a:latin typeface="微软雅黑" charset="-122"/>
                <a:ea typeface="微软雅黑" charset="-122"/>
                <a:cs typeface="微软雅黑" charset="-122"/>
                <a:sym typeface="Times New Roman" panose="02020603050405020304" pitchFamily="18" charset="0"/>
              </a:rPr>
              <a:t>市属</a:t>
            </a:r>
            <a:r>
              <a:rPr kumimoji="1" lang="zh-CN" altLang="en-US" sz="1900" b="1" i="0" u="none" strike="noStrike" kern="0" cap="none" spc="0" normalizeH="0" baseline="0" noProof="0" dirty="0">
                <a:ln>
                  <a:noFill/>
                </a:ln>
                <a:solidFill>
                  <a:srgbClr val="FFFFFF"/>
                </a:solidFill>
                <a:effectLst/>
                <a:uLnTx/>
                <a:uFillTx/>
                <a:latin typeface="微软雅黑" charset="-122"/>
                <a:ea typeface="微软雅黑" charset="-122"/>
                <a:cs typeface="微软雅黑" charset="-122"/>
                <a:sym typeface="Times New Roman" panose="02020603050405020304" pitchFamily="18" charset="0"/>
              </a:rPr>
              <a:t>示范性高中</a:t>
            </a:r>
            <a:endParaRPr kumimoji="0" lang="en-US" altLang="zh-CN" sz="1900" b="1" i="0" u="none" strike="noStrike" kern="1200" cap="none" spc="0" normalizeH="0" baseline="0" noProof="0" dirty="0">
              <a:ln>
                <a:noFill/>
              </a:ln>
              <a:solidFill>
                <a:prstClr val="white"/>
              </a:solidFill>
              <a:effectLst/>
              <a:uLnTx/>
              <a:uFillTx/>
              <a:latin typeface="微软雅黑" charset="-122"/>
              <a:ea typeface="微软雅黑" charset="-122"/>
              <a:cs typeface="微软雅黑" charset="-122"/>
            </a:endParaRPr>
          </a:p>
        </p:txBody>
      </p:sp>
      <p:sp>
        <p:nvSpPr>
          <p:cNvPr id="20" name="矩形 19"/>
          <p:cNvSpPr/>
          <p:nvPr>
            <p:custDataLst>
              <p:tags r:id="rId9"/>
            </p:custDataLst>
          </p:nvPr>
        </p:nvSpPr>
        <p:spPr>
          <a:xfrm>
            <a:off x="3506075" y="2020995"/>
            <a:ext cx="2287905" cy="3651250"/>
          </a:xfrm>
          <a:prstGeom prst="rect">
            <a:avLst/>
          </a:prstGeom>
        </p:spPr>
        <p:txBody>
          <a:bodyPr wrap="square">
            <a:spAutoFit/>
          </a:bodyPr>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FF0000"/>
                </a:solidFill>
                <a:sym typeface="Times New Roman" panose="02020603050405020304" pitchFamily="18" charset="0"/>
              </a:rPr>
              <a:t>语文 </a:t>
            </a:r>
            <a:r>
              <a:rPr lang="en-US" altLang="zh-CN" sz="2000" dirty="0">
                <a:solidFill>
                  <a:srgbClr val="FF0000"/>
                </a:solidFill>
                <a:sym typeface="Times New Roman" panose="02020603050405020304" pitchFamily="18" charset="0"/>
              </a:rPr>
              <a:t>119/140</a:t>
            </a:r>
            <a:endParaRPr lang="en-US" altLang="zh-CN" sz="2000" dirty="0">
              <a:solidFill>
                <a:srgbClr val="FF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FF0000"/>
                </a:solidFill>
                <a:sym typeface="Times New Roman" panose="02020603050405020304" pitchFamily="18" charset="0"/>
              </a:rPr>
              <a:t>数学 </a:t>
            </a:r>
            <a:r>
              <a:rPr lang="en-US" altLang="zh-CN" sz="2000" dirty="0">
                <a:solidFill>
                  <a:srgbClr val="FF0000"/>
                </a:solidFill>
                <a:sym typeface="Times New Roman" panose="02020603050405020304" pitchFamily="18" charset="0"/>
              </a:rPr>
              <a:t>129/150</a:t>
            </a:r>
            <a:endParaRPr lang="en-US" altLang="zh-CN" sz="2000" dirty="0">
              <a:solidFill>
                <a:srgbClr val="FF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FF0000"/>
                </a:solidFill>
                <a:sym typeface="Times New Roman" panose="02020603050405020304" pitchFamily="18" charset="0"/>
              </a:rPr>
              <a:t>英语 </a:t>
            </a:r>
            <a:r>
              <a:rPr lang="en-US" altLang="zh-CN" sz="2000" dirty="0">
                <a:solidFill>
                  <a:srgbClr val="FF0000"/>
                </a:solidFill>
                <a:sym typeface="Times New Roman" panose="02020603050405020304" pitchFamily="18" charset="0"/>
              </a:rPr>
              <a:t>125/140</a:t>
            </a:r>
            <a:endParaRPr lang="en-US" altLang="zh-CN" sz="2000" dirty="0">
              <a:solidFill>
                <a:srgbClr val="FF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物理 </a:t>
            </a:r>
            <a:r>
              <a:rPr lang="en-US" altLang="zh-CN" sz="2000" dirty="0">
                <a:solidFill>
                  <a:srgbClr val="000000"/>
                </a:solidFill>
                <a:sym typeface="Times New Roman" panose="02020603050405020304" pitchFamily="18" charset="0"/>
              </a:rPr>
              <a:t>93/100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化学 </a:t>
            </a:r>
            <a:r>
              <a:rPr lang="en-US" altLang="zh-CN" sz="2000" dirty="0">
                <a:solidFill>
                  <a:srgbClr val="000000"/>
                </a:solidFill>
                <a:sym typeface="Times New Roman" panose="02020603050405020304" pitchFamily="18" charset="0"/>
              </a:rPr>
              <a:t>63/70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政治 </a:t>
            </a:r>
            <a:r>
              <a:rPr lang="en-US" altLang="zh-CN" sz="2000" dirty="0">
                <a:solidFill>
                  <a:srgbClr val="000000"/>
                </a:solidFill>
                <a:sym typeface="Times New Roman" panose="02020603050405020304" pitchFamily="18" charset="0"/>
              </a:rPr>
              <a:t>58/70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历史 </a:t>
            </a:r>
            <a:r>
              <a:rPr lang="en-US" altLang="zh-CN" sz="2000" dirty="0">
                <a:solidFill>
                  <a:srgbClr val="000000"/>
                </a:solidFill>
                <a:sym typeface="Times New Roman" panose="02020603050405020304" pitchFamily="18" charset="0"/>
              </a:rPr>
              <a:t>58/70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体育 </a:t>
            </a:r>
            <a:r>
              <a:rPr lang="en-US" altLang="zh-CN" sz="2000" dirty="0">
                <a:solidFill>
                  <a:srgbClr val="000000"/>
                </a:solidFill>
                <a:sym typeface="Times New Roman" panose="02020603050405020304" pitchFamily="18" charset="0"/>
              </a:rPr>
              <a:t>70/70</a:t>
            </a:r>
            <a:endParaRPr lang="en-US" altLang="zh-CN" sz="2000" dirty="0">
              <a:solidFill>
                <a:srgbClr val="000000"/>
              </a:solidFill>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solidFill>
                  <a:srgbClr val="FF0000"/>
                </a:solidFill>
                <a:latin typeface="微软雅黑" charset="-122"/>
                <a:ea typeface="微软雅黑" charset="-122"/>
                <a:cs typeface="微软雅黑" charset="-122"/>
                <a:sym typeface="微软雅黑" charset="-122"/>
              </a:defRPr>
            </a:pPr>
            <a:r>
              <a:rPr kumimoji="0" lang="zh-CN" altLang="en-US" sz="2000" b="1" i="0" u="none" strike="noStrike" kern="1200" cap="none" spc="0" normalizeH="0" baseline="0" noProof="0" dirty="0">
                <a:ln>
                  <a:noFill/>
                </a:ln>
                <a:solidFill>
                  <a:srgbClr val="42828E"/>
                </a:solidFill>
                <a:effectLst/>
                <a:uLnTx/>
                <a:uFillTx/>
                <a:sym typeface="Times New Roman" panose="02020603050405020304" pitchFamily="18" charset="0"/>
              </a:rPr>
              <a:t>总分 </a:t>
            </a:r>
            <a:r>
              <a:rPr kumimoji="0" lang="en-US" altLang="zh-CN" sz="2000" b="1" i="0" u="none" strike="noStrike" kern="1200" cap="none" spc="0" normalizeH="0" baseline="0" noProof="0" dirty="0">
                <a:ln>
                  <a:noFill/>
                </a:ln>
                <a:solidFill>
                  <a:srgbClr val="42828E"/>
                </a:solidFill>
                <a:effectLst/>
                <a:uLnTx/>
                <a:uFillTx/>
                <a:sym typeface="Times New Roman" panose="02020603050405020304" pitchFamily="18" charset="0"/>
              </a:rPr>
              <a:t>715/810</a:t>
            </a:r>
            <a:endParaRPr kumimoji="0" lang="en-US" altLang="zh-CN" sz="2000" b="1" i="0" u="none" strike="noStrike" kern="1200" cap="none" spc="0" normalizeH="0" baseline="0" noProof="0" dirty="0">
              <a:ln>
                <a:noFill/>
              </a:ln>
              <a:solidFill>
                <a:srgbClr val="42828E"/>
              </a:solidFill>
              <a:effectLst/>
              <a:uLnTx/>
              <a:uFillTx/>
              <a:sym typeface="Times New Roman" panose="02020603050405020304" pitchFamily="18" charset="0"/>
            </a:endParaRPr>
          </a:p>
        </p:txBody>
      </p:sp>
      <p:sp>
        <p:nvSpPr>
          <p:cNvPr id="21" name="矩形: 圆角 15"/>
          <p:cNvSpPr/>
          <p:nvPr>
            <p:custDataLst>
              <p:tags r:id="rId10"/>
            </p:custDataLst>
          </p:nvPr>
        </p:nvSpPr>
        <p:spPr>
          <a:xfrm>
            <a:off x="6296265" y="1186605"/>
            <a:ext cx="2602230" cy="4890770"/>
          </a:xfrm>
          <a:prstGeom prst="roundRect">
            <a:avLst>
              <a:gd name="adj" fmla="val 4797"/>
            </a:avLst>
          </a:prstGeom>
          <a:gradFill flip="none" rotWithShape="1">
            <a:gsLst>
              <a:gs pos="0">
                <a:schemeClr val="bg1"/>
              </a:gs>
              <a:gs pos="39000">
                <a:srgbClr val="FFFFFF"/>
              </a:gs>
              <a:gs pos="100000">
                <a:srgbClr val="FFFFFF">
                  <a:alpha val="0"/>
                </a:srgbClr>
              </a:gs>
              <a:gs pos="61000">
                <a:srgbClr val="FFFFFF">
                  <a:alpha val="90000"/>
                </a:srgbClr>
              </a:gs>
            </a:gsLst>
            <a:lin ang="5400000" scaled="1"/>
            <a:tileRect/>
          </a:gradFill>
          <a:ln>
            <a:noFill/>
          </a:ln>
          <a:effectLst>
            <a:outerShdw blurRad="393700" dist="508000" dir="5400000" sx="94000" sy="94000" algn="t" rotWithShape="0">
              <a:schemeClr val="accent1">
                <a:lumMod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charset="-122"/>
              <a:cs typeface="微软雅黑" charset="-122"/>
            </a:endParaRPr>
          </a:p>
        </p:txBody>
      </p:sp>
      <p:sp>
        <p:nvSpPr>
          <p:cNvPr id="22" name="圆角矩形 12"/>
          <p:cNvSpPr/>
          <p:nvPr>
            <p:custDataLst>
              <p:tags r:id="rId11"/>
            </p:custDataLst>
          </p:nvPr>
        </p:nvSpPr>
        <p:spPr>
          <a:xfrm>
            <a:off x="6296265" y="1186605"/>
            <a:ext cx="2602230" cy="673100"/>
          </a:xfrm>
          <a:prstGeom prst="roundRect">
            <a:avLst>
              <a:gd name="adj" fmla="val 10816"/>
            </a:avLst>
          </a:prstGeom>
          <a:gradFill>
            <a:gsLst>
              <a:gs pos="100000">
                <a:srgbClr val="006054"/>
              </a:gs>
              <a:gs pos="0">
                <a:srgbClr val="007264"/>
              </a:gs>
            </a:gsLst>
            <a:lin ang="2700000"/>
          </a:gra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900" b="1" i="0" u="none" strike="noStrike" kern="0" cap="none" spc="0" normalizeH="0" baseline="0" noProof="0" dirty="0">
                <a:ln>
                  <a:noFill/>
                </a:ln>
                <a:solidFill>
                  <a:srgbClr val="FFFFFF"/>
                </a:solidFill>
                <a:effectLst/>
                <a:uLnTx/>
                <a:uFillTx/>
                <a:latin typeface="微软雅黑" charset="-122"/>
                <a:ea typeface="微软雅黑" charset="-122"/>
                <a:cs typeface="微软雅黑" charset="-122"/>
                <a:sym typeface="Times New Roman" panose="02020603050405020304" pitchFamily="18" charset="0"/>
              </a:rPr>
              <a:t>上区属示范性高中</a:t>
            </a:r>
            <a:endParaRPr kumimoji="0" lang="en-US" altLang="zh-CN" sz="1900" b="1" i="0" u="none" strike="noStrike" kern="1200" cap="none" spc="0" normalizeH="0" baseline="0" noProof="0" dirty="0">
              <a:ln>
                <a:noFill/>
              </a:ln>
              <a:solidFill>
                <a:prstClr val="white"/>
              </a:solidFill>
              <a:effectLst/>
              <a:uLnTx/>
              <a:uFillTx/>
              <a:latin typeface="微软雅黑" charset="-122"/>
              <a:ea typeface="微软雅黑" charset="-122"/>
              <a:cs typeface="微软雅黑" charset="-122"/>
            </a:endParaRPr>
          </a:p>
        </p:txBody>
      </p:sp>
      <p:sp>
        <p:nvSpPr>
          <p:cNvPr id="23" name="矩形 22"/>
          <p:cNvSpPr/>
          <p:nvPr>
            <p:custDataLst>
              <p:tags r:id="rId12"/>
            </p:custDataLst>
          </p:nvPr>
        </p:nvSpPr>
        <p:spPr>
          <a:xfrm>
            <a:off x="6453110" y="2003850"/>
            <a:ext cx="2287905" cy="3651250"/>
          </a:xfrm>
          <a:prstGeom prst="rect">
            <a:avLst/>
          </a:prstGeom>
        </p:spPr>
        <p:txBody>
          <a:bodyPr wrap="square">
            <a:spAutoFit/>
          </a:bodyPr>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FF0000"/>
                </a:solidFill>
                <a:sym typeface="Times New Roman" panose="02020603050405020304" pitchFamily="18" charset="0"/>
              </a:rPr>
              <a:t>语文 </a:t>
            </a:r>
            <a:r>
              <a:rPr lang="en-US" altLang="zh-CN" sz="2000" dirty="0">
                <a:solidFill>
                  <a:srgbClr val="FF0000"/>
                </a:solidFill>
                <a:sym typeface="Times New Roman" panose="02020603050405020304" pitchFamily="18" charset="0"/>
              </a:rPr>
              <a:t>112/140</a:t>
            </a:r>
            <a:endParaRPr lang="en-US" altLang="zh-CN" sz="2000" dirty="0">
              <a:solidFill>
                <a:srgbClr val="FF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FF0000"/>
                </a:solidFill>
                <a:sym typeface="Times New Roman" panose="02020603050405020304" pitchFamily="18" charset="0"/>
              </a:rPr>
              <a:t>数学 </a:t>
            </a:r>
            <a:r>
              <a:rPr lang="en-US" altLang="zh-CN" sz="2000" dirty="0">
                <a:solidFill>
                  <a:srgbClr val="FF0000"/>
                </a:solidFill>
                <a:sym typeface="Times New Roman" panose="02020603050405020304" pitchFamily="18" charset="0"/>
              </a:rPr>
              <a:t>120/150</a:t>
            </a:r>
            <a:endParaRPr lang="en-US" altLang="zh-CN" sz="2000" dirty="0">
              <a:solidFill>
                <a:srgbClr val="FF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FF0000"/>
                </a:solidFill>
                <a:sym typeface="Times New Roman" panose="02020603050405020304" pitchFamily="18" charset="0"/>
              </a:rPr>
              <a:t>英语 </a:t>
            </a:r>
            <a:r>
              <a:rPr lang="en-US" altLang="zh-CN" sz="2000" dirty="0">
                <a:solidFill>
                  <a:srgbClr val="FF0000"/>
                </a:solidFill>
                <a:sym typeface="Times New Roman" panose="02020603050405020304" pitchFamily="18" charset="0"/>
              </a:rPr>
              <a:t>117/140</a:t>
            </a:r>
            <a:endParaRPr lang="en-US" altLang="zh-CN" sz="2000" dirty="0">
              <a:solidFill>
                <a:srgbClr val="FF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物理 </a:t>
            </a:r>
            <a:r>
              <a:rPr lang="en-US" altLang="zh-CN" sz="2000" dirty="0">
                <a:solidFill>
                  <a:srgbClr val="000000"/>
                </a:solidFill>
                <a:sym typeface="Times New Roman" panose="02020603050405020304" pitchFamily="18" charset="0"/>
              </a:rPr>
              <a:t>88/100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化学 </a:t>
            </a:r>
            <a:r>
              <a:rPr lang="en-US" altLang="zh-CN" sz="2000" dirty="0">
                <a:solidFill>
                  <a:srgbClr val="000000"/>
                </a:solidFill>
                <a:sym typeface="Times New Roman" panose="02020603050405020304" pitchFamily="18" charset="0"/>
              </a:rPr>
              <a:t>60/70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政治 </a:t>
            </a:r>
            <a:r>
              <a:rPr lang="en-US" altLang="zh-CN" sz="2000" dirty="0">
                <a:solidFill>
                  <a:srgbClr val="000000"/>
                </a:solidFill>
                <a:sym typeface="Times New Roman" panose="02020603050405020304" pitchFamily="18" charset="0"/>
              </a:rPr>
              <a:t>54/70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历史 </a:t>
            </a:r>
            <a:r>
              <a:rPr lang="en-US" altLang="zh-CN" sz="2000" dirty="0">
                <a:solidFill>
                  <a:srgbClr val="000000"/>
                </a:solidFill>
                <a:sym typeface="Times New Roman" panose="02020603050405020304" pitchFamily="18" charset="0"/>
              </a:rPr>
              <a:t>54/70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体育 </a:t>
            </a:r>
            <a:r>
              <a:rPr lang="en-US" altLang="zh-CN" sz="2000" dirty="0">
                <a:solidFill>
                  <a:srgbClr val="000000"/>
                </a:solidFill>
                <a:sym typeface="Times New Roman" panose="02020603050405020304" pitchFamily="18" charset="0"/>
              </a:rPr>
              <a:t>70/70</a:t>
            </a:r>
            <a:endParaRPr lang="en-US" altLang="zh-CN" sz="2000" dirty="0">
              <a:solidFill>
                <a:srgbClr val="000000"/>
              </a:solidFill>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solidFill>
                  <a:srgbClr val="FF0000"/>
                </a:solidFill>
                <a:latin typeface="微软雅黑" charset="-122"/>
                <a:ea typeface="微软雅黑" charset="-122"/>
                <a:cs typeface="微软雅黑" charset="-122"/>
                <a:sym typeface="微软雅黑" charset="-122"/>
              </a:defRPr>
            </a:pPr>
            <a:r>
              <a:rPr kumimoji="0" lang="zh-CN" altLang="en-US" sz="2000" b="1" i="0" u="none" strike="noStrike" kern="1200" cap="none" spc="0" normalizeH="0" baseline="0" noProof="0" dirty="0">
                <a:ln>
                  <a:noFill/>
                </a:ln>
                <a:solidFill>
                  <a:srgbClr val="42828E"/>
                </a:solidFill>
                <a:effectLst/>
                <a:uLnTx/>
                <a:uFillTx/>
                <a:sym typeface="Times New Roman" panose="02020603050405020304" pitchFamily="18" charset="0"/>
              </a:rPr>
              <a:t>总分 </a:t>
            </a:r>
            <a:r>
              <a:rPr kumimoji="0" lang="en-US" altLang="zh-CN" sz="2000" b="1" i="0" u="none" strike="noStrike" kern="1200" cap="none" spc="0" normalizeH="0" baseline="0" noProof="0" dirty="0">
                <a:ln>
                  <a:noFill/>
                </a:ln>
                <a:solidFill>
                  <a:srgbClr val="42828E"/>
                </a:solidFill>
                <a:effectLst/>
                <a:uLnTx/>
                <a:uFillTx/>
                <a:sym typeface="Times New Roman" panose="02020603050405020304" pitchFamily="18" charset="0"/>
              </a:rPr>
              <a:t>675/810</a:t>
            </a:r>
            <a:endParaRPr kumimoji="0" lang="en-US" altLang="zh-CN" sz="2000" b="1" i="0" u="none" strike="noStrike" kern="1200" cap="none" spc="0" normalizeH="0" baseline="0" noProof="0" dirty="0">
              <a:ln>
                <a:noFill/>
              </a:ln>
              <a:solidFill>
                <a:srgbClr val="42828E"/>
              </a:solidFill>
              <a:effectLst/>
              <a:uLnTx/>
              <a:uFillTx/>
              <a:sym typeface="Times New Roman" panose="02020603050405020304" pitchFamily="18" charset="0"/>
            </a:endParaRPr>
          </a:p>
        </p:txBody>
      </p:sp>
      <p:sp>
        <p:nvSpPr>
          <p:cNvPr id="24" name="矩形: 圆角 15"/>
          <p:cNvSpPr/>
          <p:nvPr>
            <p:custDataLst>
              <p:tags r:id="rId13"/>
            </p:custDataLst>
          </p:nvPr>
        </p:nvSpPr>
        <p:spPr>
          <a:xfrm>
            <a:off x="9242665" y="1186605"/>
            <a:ext cx="2602230" cy="4890770"/>
          </a:xfrm>
          <a:prstGeom prst="roundRect">
            <a:avLst>
              <a:gd name="adj" fmla="val 4797"/>
            </a:avLst>
          </a:prstGeom>
          <a:gradFill flip="none" rotWithShape="1">
            <a:gsLst>
              <a:gs pos="0">
                <a:schemeClr val="bg1"/>
              </a:gs>
              <a:gs pos="39000">
                <a:srgbClr val="FFFFFF"/>
              </a:gs>
              <a:gs pos="100000">
                <a:srgbClr val="FFFFFF">
                  <a:alpha val="0"/>
                </a:srgbClr>
              </a:gs>
              <a:gs pos="61000">
                <a:srgbClr val="FFFFFF">
                  <a:alpha val="90000"/>
                </a:srgbClr>
              </a:gs>
            </a:gsLst>
            <a:lin ang="5400000" scaled="1"/>
            <a:tileRect/>
          </a:gradFill>
          <a:ln>
            <a:noFill/>
          </a:ln>
          <a:effectLst>
            <a:outerShdw blurRad="393700" dist="508000" dir="5400000" sx="94000" sy="94000" algn="t" rotWithShape="0">
              <a:schemeClr val="accent1">
                <a:lumMod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charset="-122"/>
              <a:cs typeface="微软雅黑" charset="-122"/>
            </a:endParaRPr>
          </a:p>
        </p:txBody>
      </p:sp>
      <p:sp>
        <p:nvSpPr>
          <p:cNvPr id="33" name="圆角矩形 32"/>
          <p:cNvSpPr/>
          <p:nvPr>
            <p:custDataLst>
              <p:tags r:id="rId14"/>
            </p:custDataLst>
          </p:nvPr>
        </p:nvSpPr>
        <p:spPr>
          <a:xfrm>
            <a:off x="9242665" y="1186605"/>
            <a:ext cx="2602230" cy="673100"/>
          </a:xfrm>
          <a:prstGeom prst="roundRect">
            <a:avLst>
              <a:gd name="adj" fmla="val 10816"/>
            </a:avLst>
          </a:prstGeom>
          <a:gradFill>
            <a:gsLst>
              <a:gs pos="100000">
                <a:srgbClr val="006054"/>
              </a:gs>
              <a:gs pos="0">
                <a:srgbClr val="007264"/>
              </a:gs>
            </a:gsLst>
            <a:lin ang="2700000"/>
          </a:gra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lvl="0" algn="ctr">
              <a:defRPr/>
            </a:pPr>
            <a:r>
              <a:rPr kumimoji="1" lang="zh-CN" altLang="en-US" sz="1900" b="1" kern="0" dirty="0">
                <a:solidFill>
                  <a:srgbClr val="FFFFFF"/>
                </a:solidFill>
                <a:latin typeface="微软雅黑" charset="-122"/>
                <a:cs typeface="微软雅黑" charset="-122"/>
                <a:sym typeface="Times New Roman" panose="02020603050405020304" pitchFamily="18" charset="0"/>
              </a:rPr>
              <a:t>可以上高中</a:t>
            </a:r>
            <a:endParaRPr lang="en-US" altLang="zh-CN" sz="1900" b="1" dirty="0">
              <a:solidFill>
                <a:prstClr val="white"/>
              </a:solidFill>
              <a:latin typeface="微软雅黑" charset="-122"/>
              <a:cs typeface="微软雅黑" charset="-122"/>
            </a:endParaRPr>
          </a:p>
        </p:txBody>
      </p:sp>
      <p:sp>
        <p:nvSpPr>
          <p:cNvPr id="25" name="矩形 24"/>
          <p:cNvSpPr/>
          <p:nvPr>
            <p:custDataLst>
              <p:tags r:id="rId15"/>
            </p:custDataLst>
          </p:nvPr>
        </p:nvSpPr>
        <p:spPr>
          <a:xfrm>
            <a:off x="9399510" y="2003850"/>
            <a:ext cx="2287905" cy="3651250"/>
          </a:xfrm>
          <a:prstGeom prst="rect">
            <a:avLst/>
          </a:prstGeom>
        </p:spPr>
        <p:txBody>
          <a:bodyPr wrap="square">
            <a:spAutoFit/>
          </a:bodyPr>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FF0000"/>
                </a:solidFill>
                <a:sym typeface="Times New Roman" panose="02020603050405020304" pitchFamily="18" charset="0"/>
              </a:rPr>
              <a:t>语文 </a:t>
            </a:r>
            <a:r>
              <a:rPr lang="en-US" altLang="zh-CN" sz="2000" dirty="0">
                <a:solidFill>
                  <a:srgbClr val="FF0000"/>
                </a:solidFill>
                <a:sym typeface="Times New Roman" panose="02020603050405020304" pitchFamily="18" charset="0"/>
              </a:rPr>
              <a:t>105/140</a:t>
            </a:r>
            <a:endParaRPr lang="en-US" altLang="zh-CN" sz="2000" dirty="0">
              <a:solidFill>
                <a:srgbClr val="FF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FF0000"/>
                </a:solidFill>
                <a:sym typeface="Times New Roman" panose="02020603050405020304" pitchFamily="18" charset="0"/>
              </a:rPr>
              <a:t>数学 </a:t>
            </a:r>
            <a:r>
              <a:rPr lang="en-US" altLang="zh-CN" sz="2000" dirty="0">
                <a:solidFill>
                  <a:srgbClr val="FF0000"/>
                </a:solidFill>
                <a:sym typeface="Times New Roman" panose="02020603050405020304" pitchFamily="18" charset="0"/>
              </a:rPr>
              <a:t>112/150</a:t>
            </a:r>
            <a:endParaRPr lang="en-US" altLang="zh-CN" sz="2000" dirty="0">
              <a:solidFill>
                <a:srgbClr val="FF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FF0000"/>
                </a:solidFill>
                <a:sym typeface="Times New Roman" panose="02020603050405020304" pitchFamily="18" charset="0"/>
              </a:rPr>
              <a:t>英语 </a:t>
            </a:r>
            <a:r>
              <a:rPr lang="en-US" altLang="zh-CN" sz="2000" dirty="0">
                <a:solidFill>
                  <a:srgbClr val="FF0000"/>
                </a:solidFill>
                <a:sym typeface="Times New Roman" panose="02020603050405020304" pitchFamily="18" charset="0"/>
              </a:rPr>
              <a:t>109/140</a:t>
            </a:r>
            <a:endParaRPr lang="en-US" altLang="zh-CN" sz="2000" dirty="0">
              <a:solidFill>
                <a:srgbClr val="FF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物理 </a:t>
            </a:r>
            <a:r>
              <a:rPr lang="en-US" altLang="zh-CN" sz="2000" dirty="0">
                <a:solidFill>
                  <a:srgbClr val="000000"/>
                </a:solidFill>
                <a:sym typeface="Times New Roman" panose="02020603050405020304" pitchFamily="18" charset="0"/>
              </a:rPr>
              <a:t>82/100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化学 </a:t>
            </a:r>
            <a:r>
              <a:rPr lang="en-US" altLang="zh-CN" sz="2000" dirty="0">
                <a:solidFill>
                  <a:srgbClr val="000000"/>
                </a:solidFill>
                <a:sym typeface="Times New Roman" panose="02020603050405020304" pitchFamily="18" charset="0"/>
              </a:rPr>
              <a:t>57/70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政治 </a:t>
            </a:r>
            <a:r>
              <a:rPr lang="en-US" altLang="zh-CN" sz="2000" dirty="0">
                <a:solidFill>
                  <a:srgbClr val="000000"/>
                </a:solidFill>
                <a:sym typeface="Times New Roman" panose="02020603050405020304" pitchFamily="18" charset="0"/>
              </a:rPr>
              <a:t>50/70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历史 </a:t>
            </a:r>
            <a:r>
              <a:rPr lang="en-US" altLang="zh-CN" sz="2000" dirty="0">
                <a:solidFill>
                  <a:srgbClr val="000000"/>
                </a:solidFill>
                <a:sym typeface="Times New Roman" panose="02020603050405020304" pitchFamily="18" charset="0"/>
              </a:rPr>
              <a:t>50/70</a:t>
            </a:r>
            <a:endParaRPr lang="en-US" altLang="zh-CN" sz="2000" dirty="0">
              <a:solidFill>
                <a:srgbClr val="000000"/>
              </a:solidFill>
              <a:sym typeface="Times New Roman" panose="02020603050405020304" pitchFamily="18" charset="0"/>
            </a:endParaRPr>
          </a:p>
          <a:p>
            <a:pPr marL="305435" lvl="0" indent="-305435" defTabSz="813435">
              <a:lnSpc>
                <a:spcPct val="110000"/>
              </a:lnSpc>
              <a:spcBef>
                <a:spcPts val="500"/>
              </a:spcBef>
              <a:defRPr sz="2490">
                <a:latin typeface="微软雅黑" charset="-122"/>
                <a:ea typeface="微软雅黑" charset="-122"/>
                <a:cs typeface="微软雅黑" charset="-122"/>
                <a:sym typeface="微软雅黑" charset="-122"/>
              </a:defRPr>
            </a:pPr>
            <a:r>
              <a:rPr lang="zh-CN" altLang="en-US" sz="2000" dirty="0">
                <a:solidFill>
                  <a:srgbClr val="000000"/>
                </a:solidFill>
                <a:sym typeface="Times New Roman" panose="02020603050405020304" pitchFamily="18" charset="0"/>
              </a:rPr>
              <a:t>体育 </a:t>
            </a:r>
            <a:r>
              <a:rPr lang="en-US" altLang="zh-CN" sz="2000" dirty="0">
                <a:solidFill>
                  <a:srgbClr val="000000"/>
                </a:solidFill>
                <a:sym typeface="Times New Roman" panose="02020603050405020304" pitchFamily="18" charset="0"/>
              </a:rPr>
              <a:t>70/70</a:t>
            </a:r>
            <a:endParaRPr lang="en-US" altLang="zh-CN" sz="2000" dirty="0">
              <a:solidFill>
                <a:srgbClr val="000000"/>
              </a:solidFill>
              <a:sym typeface="Times New Roman" panose="02020603050405020304" pitchFamily="18" charset="0"/>
            </a:endParaRPr>
          </a:p>
          <a:p>
            <a:pPr marL="305435" marR="0" lvl="0" indent="-305435" algn="l" defTabSz="813435" rtl="0" eaLnBrk="1" fontAlgn="auto" latinLnBrk="0" hangingPunct="1">
              <a:lnSpc>
                <a:spcPct val="110000"/>
              </a:lnSpc>
              <a:spcBef>
                <a:spcPts val="500"/>
              </a:spcBef>
              <a:spcAft>
                <a:spcPts val="0"/>
              </a:spcAft>
              <a:buClrTx/>
              <a:buSzTx/>
              <a:buFontTx/>
              <a:buNone/>
              <a:defRPr sz="2490">
                <a:solidFill>
                  <a:srgbClr val="FF0000"/>
                </a:solidFill>
                <a:latin typeface="微软雅黑" charset="-122"/>
                <a:ea typeface="微软雅黑" charset="-122"/>
                <a:cs typeface="微软雅黑" charset="-122"/>
                <a:sym typeface="微软雅黑" charset="-122"/>
              </a:defRPr>
            </a:pPr>
            <a:r>
              <a:rPr kumimoji="0" lang="zh-CN" altLang="en-US" sz="2000" b="1" i="0" u="none" strike="noStrike" kern="1200" cap="none" spc="0" normalizeH="0" baseline="0" noProof="0" dirty="0">
                <a:ln>
                  <a:noFill/>
                </a:ln>
                <a:solidFill>
                  <a:srgbClr val="42828E"/>
                </a:solidFill>
                <a:effectLst/>
                <a:uLnTx/>
                <a:uFillTx/>
                <a:sym typeface="Times New Roman" panose="02020603050405020304" pitchFamily="18" charset="0"/>
              </a:rPr>
              <a:t>总分 </a:t>
            </a:r>
            <a:r>
              <a:rPr lang="en-US" altLang="zh-CN" sz="2000" b="1" dirty="0">
                <a:solidFill>
                  <a:srgbClr val="42828E"/>
                </a:solidFill>
                <a:sym typeface="Times New Roman" panose="02020603050405020304" pitchFamily="18" charset="0"/>
              </a:rPr>
              <a:t>635</a:t>
            </a:r>
            <a:r>
              <a:rPr kumimoji="0" lang="en-US" altLang="zh-CN" sz="2000" b="1" i="0" u="none" strike="noStrike" kern="1200" cap="none" spc="0" normalizeH="0" baseline="0" noProof="0" dirty="0">
                <a:ln>
                  <a:noFill/>
                </a:ln>
                <a:solidFill>
                  <a:srgbClr val="42828E"/>
                </a:solidFill>
                <a:effectLst/>
                <a:uLnTx/>
                <a:uFillTx/>
                <a:sym typeface="Times New Roman" panose="02020603050405020304" pitchFamily="18" charset="0"/>
              </a:rPr>
              <a:t>/810</a:t>
            </a:r>
            <a:endParaRPr kumimoji="0" lang="en-US" altLang="zh-CN" sz="2000" b="1" i="0" u="none" strike="noStrike" kern="1200" cap="none" spc="0" normalizeH="0" baseline="0" noProof="0" dirty="0">
              <a:ln>
                <a:noFill/>
              </a:ln>
              <a:solidFill>
                <a:srgbClr val="42828E"/>
              </a:solidFill>
              <a:effectLst/>
              <a:uLnTx/>
              <a:uFillTx/>
              <a:sym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可选过程 1"/>
          <p:cNvSpPr/>
          <p:nvPr/>
        </p:nvSpPr>
        <p:spPr>
          <a:xfrm>
            <a:off x="3926840" y="93346"/>
            <a:ext cx="2350770" cy="603249"/>
          </a:xfrm>
          <a:prstGeom prst="rect">
            <a:avLst/>
          </a:prstGeom>
          <a:noFill/>
          <a:ln>
            <a:solidFill>
              <a:schemeClr val="bg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solidFill>
                  <a:srgbClr val="000000"/>
                </a:solidFill>
              </a:defRPr>
            </a:pPr>
            <a:r>
              <a:rPr kumimoji="0" lang="zh-CN" altLang="en-US" sz="2800" b="1" i="0" u="none" strike="noStrike" kern="1200" cap="none" spc="0" normalizeH="0" baseline="0" noProof="0" dirty="0">
                <a:ln>
                  <a:noFill/>
                </a:ln>
                <a:solidFill>
                  <a:prstClr val="white"/>
                </a:solidFill>
                <a:effectLst/>
                <a:uLnTx/>
                <a:uFillTx/>
                <a:latin typeface="Verdana" panose="020B0604030504040204"/>
                <a:ea typeface="微软雅黑" charset="-122"/>
                <a:cs typeface="+mn-cs"/>
              </a:rPr>
              <a:t>各科分数建议</a:t>
            </a:r>
            <a:endParaRPr kumimoji="0" lang="zh-CN" altLang="en-US" sz="2800" b="1" i="0" u="none" strike="noStrike" kern="1200" cap="none" spc="0" normalizeH="0" baseline="0" noProof="0" dirty="0">
              <a:ln>
                <a:noFill/>
              </a:ln>
              <a:solidFill>
                <a:prstClr val="white"/>
              </a:solidFill>
              <a:effectLst/>
              <a:uLnTx/>
              <a:uFillTx/>
              <a:latin typeface="Verdana" panose="020B0604030504040204"/>
              <a:ea typeface="微软雅黑" charset="-122"/>
              <a:cs typeface="+mn-cs"/>
            </a:endParaRPr>
          </a:p>
        </p:txBody>
      </p:sp>
      <p:sp>
        <p:nvSpPr>
          <p:cNvPr id="29" name="对话气泡: 矩形 12"/>
          <p:cNvSpPr/>
          <p:nvPr/>
        </p:nvSpPr>
        <p:spPr>
          <a:xfrm>
            <a:off x="926351" y="3046652"/>
            <a:ext cx="920427" cy="529735"/>
          </a:xfrm>
          <a:prstGeom prst="wedgeRectCallout">
            <a:avLst>
              <a:gd name="adj1" fmla="val -21760"/>
              <a:gd name="adj2" fmla="val -21106"/>
            </a:avLst>
          </a:prstGeom>
          <a:solidFill>
            <a:srgbClr val="2272AB"/>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rPr>
              <a:t>735</a:t>
            </a:r>
            <a:endPar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endParaRPr>
          </a:p>
        </p:txBody>
      </p:sp>
      <p:sp>
        <p:nvSpPr>
          <p:cNvPr id="30" name="对话气泡: 矩形 12"/>
          <p:cNvSpPr/>
          <p:nvPr/>
        </p:nvSpPr>
        <p:spPr>
          <a:xfrm>
            <a:off x="933720" y="3936846"/>
            <a:ext cx="920427" cy="529735"/>
          </a:xfrm>
          <a:prstGeom prst="wedgeRectCallout">
            <a:avLst>
              <a:gd name="adj1" fmla="val -21760"/>
              <a:gd name="adj2" fmla="val -21106"/>
            </a:avLst>
          </a:prstGeom>
          <a:solidFill>
            <a:srgbClr val="2272AB"/>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rPr>
              <a:t>715</a:t>
            </a:r>
            <a:endPar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endParaRPr>
          </a:p>
        </p:txBody>
      </p:sp>
      <p:sp>
        <p:nvSpPr>
          <p:cNvPr id="31" name="对话气泡: 矩形 12"/>
          <p:cNvSpPr/>
          <p:nvPr/>
        </p:nvSpPr>
        <p:spPr>
          <a:xfrm>
            <a:off x="920790" y="4882029"/>
            <a:ext cx="914543" cy="529735"/>
          </a:xfrm>
          <a:prstGeom prst="wedgeRectCallout">
            <a:avLst>
              <a:gd name="adj1" fmla="val -21760"/>
              <a:gd name="adj2" fmla="val -21106"/>
            </a:avLst>
          </a:prstGeom>
          <a:solidFill>
            <a:srgbClr val="2272AB"/>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rPr>
              <a:t>675</a:t>
            </a:r>
            <a:endPar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endParaRPr>
          </a:p>
        </p:txBody>
      </p:sp>
      <p:sp>
        <p:nvSpPr>
          <p:cNvPr id="32" name="矩形 31"/>
          <p:cNvSpPr/>
          <p:nvPr/>
        </p:nvSpPr>
        <p:spPr>
          <a:xfrm>
            <a:off x="1808741" y="1483871"/>
            <a:ext cx="721360" cy="5835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black"/>
                </a:solidFill>
                <a:effectLst/>
                <a:uLnTx/>
                <a:uFillTx/>
                <a:latin typeface="微软雅黑" charset="-122"/>
                <a:ea typeface="微软雅黑" charset="-122"/>
                <a:cs typeface="微软雅黑" charset="-122"/>
              </a:rPr>
              <a:t> </a:t>
            </a:r>
            <a:r>
              <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微软雅黑" charset="-122"/>
              </a:rPr>
              <a:t>语</a:t>
            </a:r>
            <a:endPar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微软雅黑" charset="-122"/>
            </a:endParaRPr>
          </a:p>
        </p:txBody>
      </p:sp>
      <p:sp>
        <p:nvSpPr>
          <p:cNvPr id="33" name="矩形 32"/>
          <p:cNvSpPr/>
          <p:nvPr/>
        </p:nvSpPr>
        <p:spPr>
          <a:xfrm>
            <a:off x="2696725" y="1469956"/>
            <a:ext cx="716863" cy="5835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rPr>
              <a:t>数</a:t>
            </a:r>
            <a:endPar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
        <p:nvSpPr>
          <p:cNvPr id="34" name="矩形 33"/>
          <p:cNvSpPr/>
          <p:nvPr/>
        </p:nvSpPr>
        <p:spPr>
          <a:xfrm>
            <a:off x="3833260" y="1472884"/>
            <a:ext cx="607859" cy="5835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rPr>
              <a:t>英</a:t>
            </a:r>
            <a:endPar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
        <p:nvSpPr>
          <p:cNvPr id="35" name="矩形 34"/>
          <p:cNvSpPr/>
          <p:nvPr/>
        </p:nvSpPr>
        <p:spPr>
          <a:xfrm>
            <a:off x="7626061" y="1483613"/>
            <a:ext cx="607859" cy="5835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rPr>
              <a:t>体</a:t>
            </a:r>
            <a:endPar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
        <p:nvSpPr>
          <p:cNvPr id="36" name="矩形 35"/>
          <p:cNvSpPr/>
          <p:nvPr/>
        </p:nvSpPr>
        <p:spPr>
          <a:xfrm>
            <a:off x="6178858" y="1492712"/>
            <a:ext cx="607859" cy="5835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rPr>
              <a:t>政</a:t>
            </a:r>
            <a:endPar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
        <p:nvSpPr>
          <p:cNvPr id="37" name="矩形 36"/>
          <p:cNvSpPr/>
          <p:nvPr/>
        </p:nvSpPr>
        <p:spPr>
          <a:xfrm>
            <a:off x="4702283" y="1489557"/>
            <a:ext cx="607859" cy="5835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rPr>
              <a:t>物</a:t>
            </a:r>
            <a:endPar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
        <p:nvSpPr>
          <p:cNvPr id="38" name="矩形 37"/>
          <p:cNvSpPr/>
          <p:nvPr/>
        </p:nvSpPr>
        <p:spPr>
          <a:xfrm>
            <a:off x="5447056" y="1498616"/>
            <a:ext cx="589280" cy="5835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rPr>
              <a:t>化</a:t>
            </a:r>
            <a:endPar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
        <p:nvSpPr>
          <p:cNvPr id="39" name="对话气泡: 矩形 12"/>
          <p:cNvSpPr/>
          <p:nvPr/>
        </p:nvSpPr>
        <p:spPr>
          <a:xfrm>
            <a:off x="939604" y="5681636"/>
            <a:ext cx="914543" cy="529735"/>
          </a:xfrm>
          <a:prstGeom prst="wedgeRectCallout">
            <a:avLst>
              <a:gd name="adj1" fmla="val -21760"/>
              <a:gd name="adj2" fmla="val -21106"/>
            </a:avLst>
          </a:prstGeom>
          <a:solidFill>
            <a:srgbClr val="2272AB"/>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rPr>
              <a:t>635</a:t>
            </a:r>
            <a:endPar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endParaRPr>
          </a:p>
        </p:txBody>
      </p:sp>
      <p:sp>
        <p:nvSpPr>
          <p:cNvPr id="40" name="矩形 39"/>
          <p:cNvSpPr/>
          <p:nvPr/>
        </p:nvSpPr>
        <p:spPr>
          <a:xfrm>
            <a:off x="6929239" y="1495946"/>
            <a:ext cx="607859" cy="5835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rPr>
              <a:t>历</a:t>
            </a:r>
            <a:endParaRPr kumimoji="0" lang="zh-CN" altLang="en-US" sz="32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
        <p:nvSpPr>
          <p:cNvPr id="41" name="对话气泡: 矩形 12"/>
          <p:cNvSpPr/>
          <p:nvPr/>
        </p:nvSpPr>
        <p:spPr>
          <a:xfrm>
            <a:off x="920790" y="2254506"/>
            <a:ext cx="920427" cy="529735"/>
          </a:xfrm>
          <a:prstGeom prst="wedgeRectCallout">
            <a:avLst>
              <a:gd name="adj1" fmla="val -21760"/>
              <a:gd name="adj2" fmla="val -21106"/>
            </a:avLst>
          </a:prstGeom>
          <a:solidFill>
            <a:srgbClr val="2272AB"/>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rPr>
              <a:t>810</a:t>
            </a:r>
            <a:endParaRPr kumimoji="0" lang="en-US" altLang="zh-CN" sz="2800" b="0"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endParaRPr>
          </a:p>
        </p:txBody>
      </p:sp>
      <p:sp>
        <p:nvSpPr>
          <p:cNvPr id="42" name="矩形 41"/>
          <p:cNvSpPr/>
          <p:nvPr/>
        </p:nvSpPr>
        <p:spPr>
          <a:xfrm>
            <a:off x="1789640" y="2243530"/>
            <a:ext cx="8274050" cy="609600"/>
          </a:xfrm>
          <a:prstGeom prst="rect">
            <a:avLst/>
          </a:prstGeom>
        </p:spPr>
        <p:txBody>
          <a:bodyPr wrap="square" tIns="90000" bIns="9000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40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150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140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100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70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70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70+70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810</a:t>
            </a:r>
            <a:endPar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endParaRPr>
          </a:p>
        </p:txBody>
      </p:sp>
      <p:sp>
        <p:nvSpPr>
          <p:cNvPr id="43" name="矩形 42"/>
          <p:cNvSpPr/>
          <p:nvPr/>
        </p:nvSpPr>
        <p:spPr>
          <a:xfrm>
            <a:off x="1789640" y="3020220"/>
            <a:ext cx="8383270" cy="609600"/>
          </a:xfrm>
          <a:prstGeom prst="rect">
            <a:avLst/>
          </a:prstGeom>
        </p:spPr>
        <p:txBody>
          <a:bodyPr wrap="square" tIns="90000" bIns="9000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22</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133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130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95</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65</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60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60+70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=7</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35</a:t>
            </a:r>
            <a:endPar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endParaRPr>
          </a:p>
        </p:txBody>
      </p:sp>
      <p:sp>
        <p:nvSpPr>
          <p:cNvPr id="44" name="矩形 43"/>
          <p:cNvSpPr/>
          <p:nvPr/>
        </p:nvSpPr>
        <p:spPr>
          <a:xfrm>
            <a:off x="1789640" y="3893871"/>
            <a:ext cx="8274685" cy="609600"/>
          </a:xfrm>
          <a:prstGeom prst="rect">
            <a:avLst/>
          </a:prstGeom>
        </p:spPr>
        <p:txBody>
          <a:bodyPr wrap="square" tIns="90000" bIns="9000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19</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129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125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93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63</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58</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58+70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=7</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15</a:t>
            </a:r>
            <a:endPar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endParaRPr>
          </a:p>
        </p:txBody>
      </p:sp>
      <p:sp>
        <p:nvSpPr>
          <p:cNvPr id="45" name="矩形 44"/>
          <p:cNvSpPr/>
          <p:nvPr/>
        </p:nvSpPr>
        <p:spPr>
          <a:xfrm>
            <a:off x="1811257" y="4831624"/>
            <a:ext cx="8098790" cy="609600"/>
          </a:xfrm>
          <a:prstGeom prst="rect">
            <a:avLst/>
          </a:prstGeom>
        </p:spPr>
        <p:txBody>
          <a:bodyPr wrap="square" tIns="90000" bIns="9000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112</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120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117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88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60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54</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54+70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675</a:t>
            </a:r>
            <a:endPar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endParaRPr>
          </a:p>
        </p:txBody>
      </p:sp>
      <p:sp>
        <p:nvSpPr>
          <p:cNvPr id="46" name="矩形: 圆角 20"/>
          <p:cNvSpPr/>
          <p:nvPr/>
        </p:nvSpPr>
        <p:spPr>
          <a:xfrm>
            <a:off x="774852" y="4800847"/>
            <a:ext cx="9871695" cy="674200"/>
          </a:xfrm>
          <a:custGeom>
            <a:avLst/>
            <a:gdLst>
              <a:gd name="connsiteX0" fmla="*/ 0 w 9871695"/>
              <a:gd name="connsiteY0" fmla="*/ 112369 h 674200"/>
              <a:gd name="connsiteX1" fmla="*/ 112369 w 9871695"/>
              <a:gd name="connsiteY1" fmla="*/ 0 h 674200"/>
              <a:gd name="connsiteX2" fmla="*/ 994376 w 9871695"/>
              <a:gd name="connsiteY2" fmla="*/ 0 h 674200"/>
              <a:gd name="connsiteX3" fmla="*/ 1586975 w 9871695"/>
              <a:gd name="connsiteY3" fmla="*/ 0 h 674200"/>
              <a:gd name="connsiteX4" fmla="*/ 2083105 w 9871695"/>
              <a:gd name="connsiteY4" fmla="*/ 0 h 674200"/>
              <a:gd name="connsiteX5" fmla="*/ 2868642 w 9871695"/>
              <a:gd name="connsiteY5" fmla="*/ 0 h 674200"/>
              <a:gd name="connsiteX6" fmla="*/ 3461241 w 9871695"/>
              <a:gd name="connsiteY6" fmla="*/ 0 h 674200"/>
              <a:gd name="connsiteX7" fmla="*/ 4343249 w 9871695"/>
              <a:gd name="connsiteY7" fmla="*/ 0 h 674200"/>
              <a:gd name="connsiteX8" fmla="*/ 4839378 w 9871695"/>
              <a:gd name="connsiteY8" fmla="*/ 0 h 674200"/>
              <a:gd name="connsiteX9" fmla="*/ 5721385 w 9871695"/>
              <a:gd name="connsiteY9" fmla="*/ 0 h 674200"/>
              <a:gd name="connsiteX10" fmla="*/ 6121045 w 9871695"/>
              <a:gd name="connsiteY10" fmla="*/ 0 h 674200"/>
              <a:gd name="connsiteX11" fmla="*/ 6810113 w 9871695"/>
              <a:gd name="connsiteY11" fmla="*/ 0 h 674200"/>
              <a:gd name="connsiteX12" fmla="*/ 7499182 w 9871695"/>
              <a:gd name="connsiteY12" fmla="*/ 0 h 674200"/>
              <a:gd name="connsiteX13" fmla="*/ 8091781 w 9871695"/>
              <a:gd name="connsiteY13" fmla="*/ 0 h 674200"/>
              <a:gd name="connsiteX14" fmla="*/ 8973788 w 9871695"/>
              <a:gd name="connsiteY14" fmla="*/ 0 h 674200"/>
              <a:gd name="connsiteX15" fmla="*/ 9759326 w 9871695"/>
              <a:gd name="connsiteY15" fmla="*/ 0 h 674200"/>
              <a:gd name="connsiteX16" fmla="*/ 9871695 w 9871695"/>
              <a:gd name="connsiteY16" fmla="*/ 112369 h 674200"/>
              <a:gd name="connsiteX17" fmla="*/ 9871695 w 9871695"/>
              <a:gd name="connsiteY17" fmla="*/ 561831 h 674200"/>
              <a:gd name="connsiteX18" fmla="*/ 9759326 w 9871695"/>
              <a:gd name="connsiteY18" fmla="*/ 674200 h 674200"/>
              <a:gd name="connsiteX19" fmla="*/ 9359666 w 9871695"/>
              <a:gd name="connsiteY19" fmla="*/ 674200 h 674200"/>
              <a:gd name="connsiteX20" fmla="*/ 8477659 w 9871695"/>
              <a:gd name="connsiteY20" fmla="*/ 674200 h 674200"/>
              <a:gd name="connsiteX21" fmla="*/ 7788590 w 9871695"/>
              <a:gd name="connsiteY21" fmla="*/ 674200 h 674200"/>
              <a:gd name="connsiteX22" fmla="*/ 7292461 w 9871695"/>
              <a:gd name="connsiteY22" fmla="*/ 674200 h 674200"/>
              <a:gd name="connsiteX23" fmla="*/ 6603393 w 9871695"/>
              <a:gd name="connsiteY23" fmla="*/ 674200 h 674200"/>
              <a:gd name="connsiteX24" fmla="*/ 6203733 w 9871695"/>
              <a:gd name="connsiteY24" fmla="*/ 674200 h 674200"/>
              <a:gd name="connsiteX25" fmla="*/ 5804074 w 9871695"/>
              <a:gd name="connsiteY25" fmla="*/ 674200 h 674200"/>
              <a:gd name="connsiteX26" fmla="*/ 5115005 w 9871695"/>
              <a:gd name="connsiteY26" fmla="*/ 674200 h 674200"/>
              <a:gd name="connsiteX27" fmla="*/ 4618876 w 9871695"/>
              <a:gd name="connsiteY27" fmla="*/ 674200 h 674200"/>
              <a:gd name="connsiteX28" fmla="*/ 3833338 w 9871695"/>
              <a:gd name="connsiteY28" fmla="*/ 674200 h 674200"/>
              <a:gd name="connsiteX29" fmla="*/ 3337209 w 9871695"/>
              <a:gd name="connsiteY29" fmla="*/ 674200 h 674200"/>
              <a:gd name="connsiteX30" fmla="*/ 2551671 w 9871695"/>
              <a:gd name="connsiteY30" fmla="*/ 674200 h 674200"/>
              <a:gd name="connsiteX31" fmla="*/ 2152011 w 9871695"/>
              <a:gd name="connsiteY31" fmla="*/ 674200 h 674200"/>
              <a:gd name="connsiteX32" fmla="*/ 1366473 w 9871695"/>
              <a:gd name="connsiteY32" fmla="*/ 674200 h 674200"/>
              <a:gd name="connsiteX33" fmla="*/ 870344 w 9871695"/>
              <a:gd name="connsiteY33" fmla="*/ 674200 h 674200"/>
              <a:gd name="connsiteX34" fmla="*/ 112369 w 9871695"/>
              <a:gd name="connsiteY34" fmla="*/ 674200 h 674200"/>
              <a:gd name="connsiteX35" fmla="*/ 0 w 9871695"/>
              <a:gd name="connsiteY35" fmla="*/ 561831 h 674200"/>
              <a:gd name="connsiteX36" fmla="*/ 0 w 9871695"/>
              <a:gd name="connsiteY36" fmla="*/ 112369 h 67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871695" h="674200" extrusionOk="0">
                <a:moveTo>
                  <a:pt x="0" y="112369"/>
                </a:moveTo>
                <a:cubicBezTo>
                  <a:pt x="-4059" y="47806"/>
                  <a:pt x="48447" y="699"/>
                  <a:pt x="112369" y="0"/>
                </a:cubicBezTo>
                <a:cubicBezTo>
                  <a:pt x="290000" y="16040"/>
                  <a:pt x="747177" y="36451"/>
                  <a:pt x="994376" y="0"/>
                </a:cubicBezTo>
                <a:cubicBezTo>
                  <a:pt x="1241575" y="-36451"/>
                  <a:pt x="1350849" y="-5002"/>
                  <a:pt x="1586975" y="0"/>
                </a:cubicBezTo>
                <a:cubicBezTo>
                  <a:pt x="1823101" y="5002"/>
                  <a:pt x="1957213" y="-6390"/>
                  <a:pt x="2083105" y="0"/>
                </a:cubicBezTo>
                <a:cubicBezTo>
                  <a:pt x="2208997" y="6390"/>
                  <a:pt x="2672552" y="-28462"/>
                  <a:pt x="2868642" y="0"/>
                </a:cubicBezTo>
                <a:cubicBezTo>
                  <a:pt x="3064732" y="28462"/>
                  <a:pt x="3205346" y="25951"/>
                  <a:pt x="3461241" y="0"/>
                </a:cubicBezTo>
                <a:cubicBezTo>
                  <a:pt x="3717136" y="-25951"/>
                  <a:pt x="4032789" y="21987"/>
                  <a:pt x="4343249" y="0"/>
                </a:cubicBezTo>
                <a:cubicBezTo>
                  <a:pt x="4653709" y="-21987"/>
                  <a:pt x="4659619" y="-1891"/>
                  <a:pt x="4839378" y="0"/>
                </a:cubicBezTo>
                <a:cubicBezTo>
                  <a:pt x="5019137" y="1891"/>
                  <a:pt x="5418350" y="-36106"/>
                  <a:pt x="5721385" y="0"/>
                </a:cubicBezTo>
                <a:cubicBezTo>
                  <a:pt x="6024420" y="36106"/>
                  <a:pt x="5955078" y="-19066"/>
                  <a:pt x="6121045" y="0"/>
                </a:cubicBezTo>
                <a:cubicBezTo>
                  <a:pt x="6287012" y="19066"/>
                  <a:pt x="6493549" y="18672"/>
                  <a:pt x="6810113" y="0"/>
                </a:cubicBezTo>
                <a:cubicBezTo>
                  <a:pt x="7126677" y="-18672"/>
                  <a:pt x="7312247" y="13517"/>
                  <a:pt x="7499182" y="0"/>
                </a:cubicBezTo>
                <a:cubicBezTo>
                  <a:pt x="7686117" y="-13517"/>
                  <a:pt x="7948343" y="-470"/>
                  <a:pt x="8091781" y="0"/>
                </a:cubicBezTo>
                <a:cubicBezTo>
                  <a:pt x="8235219" y="470"/>
                  <a:pt x="8591450" y="-806"/>
                  <a:pt x="8973788" y="0"/>
                </a:cubicBezTo>
                <a:cubicBezTo>
                  <a:pt x="9356126" y="806"/>
                  <a:pt x="9448635" y="17800"/>
                  <a:pt x="9759326" y="0"/>
                </a:cubicBezTo>
                <a:cubicBezTo>
                  <a:pt x="9818482" y="477"/>
                  <a:pt x="9858932" y="41503"/>
                  <a:pt x="9871695" y="112369"/>
                </a:cubicBezTo>
                <a:cubicBezTo>
                  <a:pt x="9889246" y="280379"/>
                  <a:pt x="9853741" y="415014"/>
                  <a:pt x="9871695" y="561831"/>
                </a:cubicBezTo>
                <a:cubicBezTo>
                  <a:pt x="9870050" y="618942"/>
                  <a:pt x="9827959" y="672865"/>
                  <a:pt x="9759326" y="674200"/>
                </a:cubicBezTo>
                <a:cubicBezTo>
                  <a:pt x="9575993" y="671598"/>
                  <a:pt x="9546394" y="690048"/>
                  <a:pt x="9359666" y="674200"/>
                </a:cubicBezTo>
                <a:cubicBezTo>
                  <a:pt x="9172938" y="658352"/>
                  <a:pt x="8764616" y="678677"/>
                  <a:pt x="8477659" y="674200"/>
                </a:cubicBezTo>
                <a:cubicBezTo>
                  <a:pt x="8190702" y="669723"/>
                  <a:pt x="8010269" y="674297"/>
                  <a:pt x="7788590" y="674200"/>
                </a:cubicBezTo>
                <a:cubicBezTo>
                  <a:pt x="7566911" y="674103"/>
                  <a:pt x="7447192" y="678982"/>
                  <a:pt x="7292461" y="674200"/>
                </a:cubicBezTo>
                <a:cubicBezTo>
                  <a:pt x="7137730" y="669418"/>
                  <a:pt x="6886821" y="675149"/>
                  <a:pt x="6603393" y="674200"/>
                </a:cubicBezTo>
                <a:cubicBezTo>
                  <a:pt x="6319965" y="673251"/>
                  <a:pt x="6293221" y="686797"/>
                  <a:pt x="6203733" y="674200"/>
                </a:cubicBezTo>
                <a:cubicBezTo>
                  <a:pt x="6114245" y="661603"/>
                  <a:pt x="5929704" y="669851"/>
                  <a:pt x="5804074" y="674200"/>
                </a:cubicBezTo>
                <a:cubicBezTo>
                  <a:pt x="5678444" y="678549"/>
                  <a:pt x="5442393" y="661933"/>
                  <a:pt x="5115005" y="674200"/>
                </a:cubicBezTo>
                <a:cubicBezTo>
                  <a:pt x="4787617" y="686467"/>
                  <a:pt x="4789739" y="650193"/>
                  <a:pt x="4618876" y="674200"/>
                </a:cubicBezTo>
                <a:cubicBezTo>
                  <a:pt x="4448013" y="698207"/>
                  <a:pt x="4087377" y="681230"/>
                  <a:pt x="3833338" y="674200"/>
                </a:cubicBezTo>
                <a:cubicBezTo>
                  <a:pt x="3579299" y="667170"/>
                  <a:pt x="3497368" y="688692"/>
                  <a:pt x="3337209" y="674200"/>
                </a:cubicBezTo>
                <a:cubicBezTo>
                  <a:pt x="3177050" y="659708"/>
                  <a:pt x="2771415" y="706506"/>
                  <a:pt x="2551671" y="674200"/>
                </a:cubicBezTo>
                <a:cubicBezTo>
                  <a:pt x="2331927" y="641894"/>
                  <a:pt x="2232435" y="664815"/>
                  <a:pt x="2152011" y="674200"/>
                </a:cubicBezTo>
                <a:cubicBezTo>
                  <a:pt x="2071587" y="683585"/>
                  <a:pt x="1707719" y="690900"/>
                  <a:pt x="1366473" y="674200"/>
                </a:cubicBezTo>
                <a:cubicBezTo>
                  <a:pt x="1025227" y="657500"/>
                  <a:pt x="1046311" y="659649"/>
                  <a:pt x="870344" y="674200"/>
                </a:cubicBezTo>
                <a:cubicBezTo>
                  <a:pt x="694377" y="688751"/>
                  <a:pt x="266777" y="695769"/>
                  <a:pt x="112369" y="674200"/>
                </a:cubicBezTo>
                <a:cubicBezTo>
                  <a:pt x="51313" y="669816"/>
                  <a:pt x="-6730" y="623674"/>
                  <a:pt x="0" y="561831"/>
                </a:cubicBezTo>
                <a:cubicBezTo>
                  <a:pt x="-4000" y="356520"/>
                  <a:pt x="-21967" y="295958"/>
                  <a:pt x="0" y="112369"/>
                </a:cubicBezTo>
                <a:close/>
              </a:path>
            </a:pathLst>
          </a:custGeom>
          <a:noFill/>
          <a:ln w="19050">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endParaRPr>
          </a:p>
        </p:txBody>
      </p:sp>
      <p:sp>
        <p:nvSpPr>
          <p:cNvPr id="47" name="文本框 46"/>
          <p:cNvSpPr txBox="1"/>
          <p:nvPr/>
        </p:nvSpPr>
        <p:spPr>
          <a:xfrm>
            <a:off x="10064337" y="4857264"/>
            <a:ext cx="1731564" cy="460375"/>
          </a:xfrm>
          <a:prstGeom prst="rect">
            <a:avLst/>
          </a:prstGeom>
          <a:solidFill>
            <a:srgbClr val="6F63F6"/>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400" b="1"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rPr>
              <a:t>第二投档线</a:t>
            </a:r>
            <a:endParaRPr kumimoji="1" lang="zh-CN" altLang="en-US" sz="2400" b="1"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endParaRPr>
          </a:p>
        </p:txBody>
      </p:sp>
      <p:sp>
        <p:nvSpPr>
          <p:cNvPr id="48" name="矩形: 圆角 20"/>
          <p:cNvSpPr/>
          <p:nvPr/>
        </p:nvSpPr>
        <p:spPr>
          <a:xfrm>
            <a:off x="774852" y="3864613"/>
            <a:ext cx="9787465" cy="674200"/>
          </a:xfrm>
          <a:custGeom>
            <a:avLst/>
            <a:gdLst>
              <a:gd name="connsiteX0" fmla="*/ 0 w 9787465"/>
              <a:gd name="connsiteY0" fmla="*/ 112369 h 674200"/>
              <a:gd name="connsiteX1" fmla="*/ 112369 w 9787465"/>
              <a:gd name="connsiteY1" fmla="*/ 0 h 674200"/>
              <a:gd name="connsiteX2" fmla="*/ 891048 w 9787465"/>
              <a:gd name="connsiteY2" fmla="*/ 0 h 674200"/>
              <a:gd name="connsiteX3" fmla="*/ 1574100 w 9787465"/>
              <a:gd name="connsiteY3" fmla="*/ 0 h 674200"/>
              <a:gd name="connsiteX4" fmla="*/ 2257152 w 9787465"/>
              <a:gd name="connsiteY4" fmla="*/ 0 h 674200"/>
              <a:gd name="connsiteX5" fmla="*/ 2940204 w 9787465"/>
              <a:gd name="connsiteY5" fmla="*/ 0 h 674200"/>
              <a:gd name="connsiteX6" fmla="*/ 3623256 w 9787465"/>
              <a:gd name="connsiteY6" fmla="*/ 0 h 674200"/>
              <a:gd name="connsiteX7" fmla="*/ 4115053 w 9787465"/>
              <a:gd name="connsiteY7" fmla="*/ 0 h 674200"/>
              <a:gd name="connsiteX8" fmla="*/ 4511223 w 9787465"/>
              <a:gd name="connsiteY8" fmla="*/ 0 h 674200"/>
              <a:gd name="connsiteX9" fmla="*/ 4907394 w 9787465"/>
              <a:gd name="connsiteY9" fmla="*/ 0 h 674200"/>
              <a:gd name="connsiteX10" fmla="*/ 5494818 w 9787465"/>
              <a:gd name="connsiteY10" fmla="*/ 0 h 674200"/>
              <a:gd name="connsiteX11" fmla="*/ 6177870 w 9787465"/>
              <a:gd name="connsiteY11" fmla="*/ 0 h 674200"/>
              <a:gd name="connsiteX12" fmla="*/ 7052177 w 9787465"/>
              <a:gd name="connsiteY12" fmla="*/ 0 h 674200"/>
              <a:gd name="connsiteX13" fmla="*/ 7830856 w 9787465"/>
              <a:gd name="connsiteY13" fmla="*/ 0 h 674200"/>
              <a:gd name="connsiteX14" fmla="*/ 8705162 w 9787465"/>
              <a:gd name="connsiteY14" fmla="*/ 0 h 674200"/>
              <a:gd name="connsiteX15" fmla="*/ 9675096 w 9787465"/>
              <a:gd name="connsiteY15" fmla="*/ 0 h 674200"/>
              <a:gd name="connsiteX16" fmla="*/ 9787465 w 9787465"/>
              <a:gd name="connsiteY16" fmla="*/ 112369 h 674200"/>
              <a:gd name="connsiteX17" fmla="*/ 9787465 w 9787465"/>
              <a:gd name="connsiteY17" fmla="*/ 561831 h 674200"/>
              <a:gd name="connsiteX18" fmla="*/ 9675096 w 9787465"/>
              <a:gd name="connsiteY18" fmla="*/ 674200 h 674200"/>
              <a:gd name="connsiteX19" fmla="*/ 9183299 w 9787465"/>
              <a:gd name="connsiteY19" fmla="*/ 674200 h 674200"/>
              <a:gd name="connsiteX20" fmla="*/ 8691501 w 9787465"/>
              <a:gd name="connsiteY20" fmla="*/ 674200 h 674200"/>
              <a:gd name="connsiteX21" fmla="*/ 8008449 w 9787465"/>
              <a:gd name="connsiteY21" fmla="*/ 674200 h 674200"/>
              <a:gd name="connsiteX22" fmla="*/ 7612279 w 9787465"/>
              <a:gd name="connsiteY22" fmla="*/ 674200 h 674200"/>
              <a:gd name="connsiteX23" fmla="*/ 6929227 w 9787465"/>
              <a:gd name="connsiteY23" fmla="*/ 674200 h 674200"/>
              <a:gd name="connsiteX24" fmla="*/ 6341803 w 9787465"/>
              <a:gd name="connsiteY24" fmla="*/ 674200 h 674200"/>
              <a:gd name="connsiteX25" fmla="*/ 5658751 w 9787465"/>
              <a:gd name="connsiteY25" fmla="*/ 674200 h 674200"/>
              <a:gd name="connsiteX26" fmla="*/ 4784444 w 9787465"/>
              <a:gd name="connsiteY26" fmla="*/ 674200 h 674200"/>
              <a:gd name="connsiteX27" fmla="*/ 4292647 w 9787465"/>
              <a:gd name="connsiteY27" fmla="*/ 674200 h 674200"/>
              <a:gd name="connsiteX28" fmla="*/ 3705222 w 9787465"/>
              <a:gd name="connsiteY28" fmla="*/ 674200 h 674200"/>
              <a:gd name="connsiteX29" fmla="*/ 2926543 w 9787465"/>
              <a:gd name="connsiteY29" fmla="*/ 674200 h 674200"/>
              <a:gd name="connsiteX30" fmla="*/ 2243491 w 9787465"/>
              <a:gd name="connsiteY30" fmla="*/ 674200 h 674200"/>
              <a:gd name="connsiteX31" fmla="*/ 1464812 w 9787465"/>
              <a:gd name="connsiteY31" fmla="*/ 674200 h 674200"/>
              <a:gd name="connsiteX32" fmla="*/ 781760 w 9787465"/>
              <a:gd name="connsiteY32" fmla="*/ 674200 h 674200"/>
              <a:gd name="connsiteX33" fmla="*/ 112369 w 9787465"/>
              <a:gd name="connsiteY33" fmla="*/ 674200 h 674200"/>
              <a:gd name="connsiteX34" fmla="*/ 0 w 9787465"/>
              <a:gd name="connsiteY34" fmla="*/ 561831 h 674200"/>
              <a:gd name="connsiteX35" fmla="*/ 0 w 9787465"/>
              <a:gd name="connsiteY35" fmla="*/ 112369 h 67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787465" h="674200" extrusionOk="0">
                <a:moveTo>
                  <a:pt x="0" y="112369"/>
                </a:moveTo>
                <a:cubicBezTo>
                  <a:pt x="-1908" y="53572"/>
                  <a:pt x="62886" y="-8506"/>
                  <a:pt x="112369" y="0"/>
                </a:cubicBezTo>
                <a:cubicBezTo>
                  <a:pt x="366138" y="-2438"/>
                  <a:pt x="584180" y="-1568"/>
                  <a:pt x="891048" y="0"/>
                </a:cubicBezTo>
                <a:cubicBezTo>
                  <a:pt x="1197916" y="1568"/>
                  <a:pt x="1431694" y="8778"/>
                  <a:pt x="1574100" y="0"/>
                </a:cubicBezTo>
                <a:cubicBezTo>
                  <a:pt x="1716506" y="-8778"/>
                  <a:pt x="1954485" y="31908"/>
                  <a:pt x="2257152" y="0"/>
                </a:cubicBezTo>
                <a:cubicBezTo>
                  <a:pt x="2559819" y="-31908"/>
                  <a:pt x="2638783" y="-1179"/>
                  <a:pt x="2940204" y="0"/>
                </a:cubicBezTo>
                <a:cubicBezTo>
                  <a:pt x="3241625" y="1179"/>
                  <a:pt x="3402383" y="26660"/>
                  <a:pt x="3623256" y="0"/>
                </a:cubicBezTo>
                <a:cubicBezTo>
                  <a:pt x="3844129" y="-26660"/>
                  <a:pt x="3886742" y="10132"/>
                  <a:pt x="4115053" y="0"/>
                </a:cubicBezTo>
                <a:cubicBezTo>
                  <a:pt x="4343364" y="-10132"/>
                  <a:pt x="4412356" y="-7506"/>
                  <a:pt x="4511223" y="0"/>
                </a:cubicBezTo>
                <a:cubicBezTo>
                  <a:pt x="4610090" y="7506"/>
                  <a:pt x="4816327" y="-3077"/>
                  <a:pt x="4907394" y="0"/>
                </a:cubicBezTo>
                <a:cubicBezTo>
                  <a:pt x="4998461" y="3077"/>
                  <a:pt x="5325452" y="22635"/>
                  <a:pt x="5494818" y="0"/>
                </a:cubicBezTo>
                <a:cubicBezTo>
                  <a:pt x="5664184" y="-22635"/>
                  <a:pt x="5912008" y="-29609"/>
                  <a:pt x="6177870" y="0"/>
                </a:cubicBezTo>
                <a:cubicBezTo>
                  <a:pt x="6443732" y="29609"/>
                  <a:pt x="6696317" y="-16500"/>
                  <a:pt x="7052177" y="0"/>
                </a:cubicBezTo>
                <a:cubicBezTo>
                  <a:pt x="7408037" y="16500"/>
                  <a:pt x="7626189" y="-10812"/>
                  <a:pt x="7830856" y="0"/>
                </a:cubicBezTo>
                <a:cubicBezTo>
                  <a:pt x="8035523" y="10812"/>
                  <a:pt x="8489205" y="-38092"/>
                  <a:pt x="8705162" y="0"/>
                </a:cubicBezTo>
                <a:cubicBezTo>
                  <a:pt x="8921119" y="38092"/>
                  <a:pt x="9293177" y="-27088"/>
                  <a:pt x="9675096" y="0"/>
                </a:cubicBezTo>
                <a:cubicBezTo>
                  <a:pt x="9733024" y="919"/>
                  <a:pt x="9794326" y="44946"/>
                  <a:pt x="9787465" y="112369"/>
                </a:cubicBezTo>
                <a:cubicBezTo>
                  <a:pt x="9790711" y="275255"/>
                  <a:pt x="9793142" y="409931"/>
                  <a:pt x="9787465" y="561831"/>
                </a:cubicBezTo>
                <a:cubicBezTo>
                  <a:pt x="9787658" y="631360"/>
                  <a:pt x="9745257" y="675523"/>
                  <a:pt x="9675096" y="674200"/>
                </a:cubicBezTo>
                <a:cubicBezTo>
                  <a:pt x="9523445" y="669301"/>
                  <a:pt x="9412416" y="670945"/>
                  <a:pt x="9183299" y="674200"/>
                </a:cubicBezTo>
                <a:cubicBezTo>
                  <a:pt x="8954182" y="677455"/>
                  <a:pt x="8858101" y="687757"/>
                  <a:pt x="8691501" y="674200"/>
                </a:cubicBezTo>
                <a:cubicBezTo>
                  <a:pt x="8524901" y="660643"/>
                  <a:pt x="8229457" y="686143"/>
                  <a:pt x="8008449" y="674200"/>
                </a:cubicBezTo>
                <a:cubicBezTo>
                  <a:pt x="7787441" y="662257"/>
                  <a:pt x="7741698" y="669417"/>
                  <a:pt x="7612279" y="674200"/>
                </a:cubicBezTo>
                <a:cubicBezTo>
                  <a:pt x="7482860" y="678984"/>
                  <a:pt x="7132344" y="707126"/>
                  <a:pt x="6929227" y="674200"/>
                </a:cubicBezTo>
                <a:cubicBezTo>
                  <a:pt x="6726110" y="641274"/>
                  <a:pt x="6587330" y="674194"/>
                  <a:pt x="6341803" y="674200"/>
                </a:cubicBezTo>
                <a:cubicBezTo>
                  <a:pt x="6096276" y="674206"/>
                  <a:pt x="5904990" y="647167"/>
                  <a:pt x="5658751" y="674200"/>
                </a:cubicBezTo>
                <a:cubicBezTo>
                  <a:pt x="5412512" y="701233"/>
                  <a:pt x="4981304" y="684391"/>
                  <a:pt x="4784444" y="674200"/>
                </a:cubicBezTo>
                <a:cubicBezTo>
                  <a:pt x="4587584" y="664009"/>
                  <a:pt x="4452492" y="670353"/>
                  <a:pt x="4292647" y="674200"/>
                </a:cubicBezTo>
                <a:cubicBezTo>
                  <a:pt x="4132802" y="678047"/>
                  <a:pt x="3903733" y="701610"/>
                  <a:pt x="3705222" y="674200"/>
                </a:cubicBezTo>
                <a:cubicBezTo>
                  <a:pt x="3506711" y="646790"/>
                  <a:pt x="3252954" y="654135"/>
                  <a:pt x="2926543" y="674200"/>
                </a:cubicBezTo>
                <a:cubicBezTo>
                  <a:pt x="2600132" y="694265"/>
                  <a:pt x="2509772" y="647038"/>
                  <a:pt x="2243491" y="674200"/>
                </a:cubicBezTo>
                <a:cubicBezTo>
                  <a:pt x="1977210" y="701362"/>
                  <a:pt x="1689006" y="662382"/>
                  <a:pt x="1464812" y="674200"/>
                </a:cubicBezTo>
                <a:cubicBezTo>
                  <a:pt x="1240618" y="686018"/>
                  <a:pt x="1000689" y="663331"/>
                  <a:pt x="781760" y="674200"/>
                </a:cubicBezTo>
                <a:cubicBezTo>
                  <a:pt x="562831" y="685069"/>
                  <a:pt x="373529" y="678219"/>
                  <a:pt x="112369" y="674200"/>
                </a:cubicBezTo>
                <a:cubicBezTo>
                  <a:pt x="50069" y="677566"/>
                  <a:pt x="-5614" y="629933"/>
                  <a:pt x="0" y="561831"/>
                </a:cubicBezTo>
                <a:cubicBezTo>
                  <a:pt x="-22179" y="454084"/>
                  <a:pt x="19030" y="321129"/>
                  <a:pt x="0" y="112369"/>
                </a:cubicBezTo>
                <a:close/>
              </a:path>
            </a:pathLst>
          </a:custGeom>
          <a:noFill/>
          <a:ln w="19050">
            <a:solidFill>
              <a:srgbClr val="FF6AA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endParaRPr>
          </a:p>
        </p:txBody>
      </p:sp>
      <p:sp>
        <p:nvSpPr>
          <p:cNvPr id="49" name="文本框 48"/>
          <p:cNvSpPr txBox="1"/>
          <p:nvPr/>
        </p:nvSpPr>
        <p:spPr>
          <a:xfrm>
            <a:off x="10063627" y="3983721"/>
            <a:ext cx="1731564" cy="460375"/>
          </a:xfrm>
          <a:prstGeom prst="rect">
            <a:avLst/>
          </a:prstGeom>
          <a:solidFill>
            <a:srgbClr val="6F63F6"/>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400" b="1"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rPr>
              <a:t>第一投档线</a:t>
            </a:r>
            <a:endParaRPr kumimoji="1" lang="zh-CN" altLang="en-US" sz="2400" b="1"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endParaRPr>
          </a:p>
        </p:txBody>
      </p:sp>
      <p:sp>
        <p:nvSpPr>
          <p:cNvPr id="50" name="矩形: 圆角 20"/>
          <p:cNvSpPr/>
          <p:nvPr/>
        </p:nvSpPr>
        <p:spPr>
          <a:xfrm>
            <a:off x="774852" y="2916413"/>
            <a:ext cx="9757198" cy="748572"/>
          </a:xfrm>
          <a:custGeom>
            <a:avLst/>
            <a:gdLst>
              <a:gd name="connsiteX0" fmla="*/ 0 w 9757198"/>
              <a:gd name="connsiteY0" fmla="*/ 238952 h 1433684"/>
              <a:gd name="connsiteX1" fmla="*/ 238952 w 9757198"/>
              <a:gd name="connsiteY1" fmla="*/ 0 h 1433684"/>
              <a:gd name="connsiteX2" fmla="*/ 808966 w 9757198"/>
              <a:gd name="connsiteY2" fmla="*/ 0 h 1433684"/>
              <a:gd name="connsiteX3" fmla="*/ 1657358 w 9757198"/>
              <a:gd name="connsiteY3" fmla="*/ 0 h 1433684"/>
              <a:gd name="connsiteX4" fmla="*/ 2412958 w 9757198"/>
              <a:gd name="connsiteY4" fmla="*/ 0 h 1433684"/>
              <a:gd name="connsiteX5" fmla="*/ 2890179 w 9757198"/>
              <a:gd name="connsiteY5" fmla="*/ 0 h 1433684"/>
              <a:gd name="connsiteX6" fmla="*/ 3367400 w 9757198"/>
              <a:gd name="connsiteY6" fmla="*/ 0 h 1433684"/>
              <a:gd name="connsiteX7" fmla="*/ 4122999 w 9757198"/>
              <a:gd name="connsiteY7" fmla="*/ 0 h 1433684"/>
              <a:gd name="connsiteX8" fmla="*/ 4785806 w 9757198"/>
              <a:gd name="connsiteY8" fmla="*/ 0 h 1433684"/>
              <a:gd name="connsiteX9" fmla="*/ 5355820 w 9757198"/>
              <a:gd name="connsiteY9" fmla="*/ 0 h 1433684"/>
              <a:gd name="connsiteX10" fmla="*/ 6111419 w 9757198"/>
              <a:gd name="connsiteY10" fmla="*/ 0 h 1433684"/>
              <a:gd name="connsiteX11" fmla="*/ 6681433 w 9757198"/>
              <a:gd name="connsiteY11" fmla="*/ 0 h 1433684"/>
              <a:gd name="connsiteX12" fmla="*/ 7344240 w 9757198"/>
              <a:gd name="connsiteY12" fmla="*/ 0 h 1433684"/>
              <a:gd name="connsiteX13" fmla="*/ 8007047 w 9757198"/>
              <a:gd name="connsiteY13" fmla="*/ 0 h 1433684"/>
              <a:gd name="connsiteX14" fmla="*/ 8391475 w 9757198"/>
              <a:gd name="connsiteY14" fmla="*/ 0 h 1433684"/>
              <a:gd name="connsiteX15" fmla="*/ 9518246 w 9757198"/>
              <a:gd name="connsiteY15" fmla="*/ 0 h 1433684"/>
              <a:gd name="connsiteX16" fmla="*/ 9757198 w 9757198"/>
              <a:gd name="connsiteY16" fmla="*/ 238952 h 1433684"/>
              <a:gd name="connsiteX17" fmla="*/ 9757198 w 9757198"/>
              <a:gd name="connsiteY17" fmla="*/ 735958 h 1433684"/>
              <a:gd name="connsiteX18" fmla="*/ 9757198 w 9757198"/>
              <a:gd name="connsiteY18" fmla="*/ 1194732 h 1433684"/>
              <a:gd name="connsiteX19" fmla="*/ 9518246 w 9757198"/>
              <a:gd name="connsiteY19" fmla="*/ 1433684 h 1433684"/>
              <a:gd name="connsiteX20" fmla="*/ 9041025 w 9757198"/>
              <a:gd name="connsiteY20" fmla="*/ 1433684 h 1433684"/>
              <a:gd name="connsiteX21" fmla="*/ 8471011 w 9757198"/>
              <a:gd name="connsiteY21" fmla="*/ 1433684 h 1433684"/>
              <a:gd name="connsiteX22" fmla="*/ 7900998 w 9757198"/>
              <a:gd name="connsiteY22" fmla="*/ 1433684 h 1433684"/>
              <a:gd name="connsiteX23" fmla="*/ 7052605 w 9757198"/>
              <a:gd name="connsiteY23" fmla="*/ 1433684 h 1433684"/>
              <a:gd name="connsiteX24" fmla="*/ 6204212 w 9757198"/>
              <a:gd name="connsiteY24" fmla="*/ 1433684 h 1433684"/>
              <a:gd name="connsiteX25" fmla="*/ 5726992 w 9757198"/>
              <a:gd name="connsiteY25" fmla="*/ 1433684 h 1433684"/>
              <a:gd name="connsiteX26" fmla="*/ 4971392 w 9757198"/>
              <a:gd name="connsiteY26" fmla="*/ 1433684 h 1433684"/>
              <a:gd name="connsiteX27" fmla="*/ 4308585 w 9757198"/>
              <a:gd name="connsiteY27" fmla="*/ 1433684 h 1433684"/>
              <a:gd name="connsiteX28" fmla="*/ 3460193 w 9757198"/>
              <a:gd name="connsiteY28" fmla="*/ 1433684 h 1433684"/>
              <a:gd name="connsiteX29" fmla="*/ 2797386 w 9757198"/>
              <a:gd name="connsiteY29" fmla="*/ 1433684 h 1433684"/>
              <a:gd name="connsiteX30" fmla="*/ 1948993 w 9757198"/>
              <a:gd name="connsiteY30" fmla="*/ 1433684 h 1433684"/>
              <a:gd name="connsiteX31" fmla="*/ 1378980 w 9757198"/>
              <a:gd name="connsiteY31" fmla="*/ 1433684 h 1433684"/>
              <a:gd name="connsiteX32" fmla="*/ 808966 w 9757198"/>
              <a:gd name="connsiteY32" fmla="*/ 1433684 h 1433684"/>
              <a:gd name="connsiteX33" fmla="*/ 238952 w 9757198"/>
              <a:gd name="connsiteY33" fmla="*/ 1433684 h 1433684"/>
              <a:gd name="connsiteX34" fmla="*/ 0 w 9757198"/>
              <a:gd name="connsiteY34" fmla="*/ 1194732 h 1433684"/>
              <a:gd name="connsiteX35" fmla="*/ 0 w 9757198"/>
              <a:gd name="connsiteY35" fmla="*/ 707284 h 1433684"/>
              <a:gd name="connsiteX36" fmla="*/ 0 w 9757198"/>
              <a:gd name="connsiteY36" fmla="*/ 238952 h 1433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757198" h="1433684" extrusionOk="0">
                <a:moveTo>
                  <a:pt x="0" y="238952"/>
                </a:moveTo>
                <a:cubicBezTo>
                  <a:pt x="265" y="110069"/>
                  <a:pt x="98647" y="-2289"/>
                  <a:pt x="238952" y="0"/>
                </a:cubicBezTo>
                <a:cubicBezTo>
                  <a:pt x="461389" y="-9063"/>
                  <a:pt x="616743" y="20248"/>
                  <a:pt x="808966" y="0"/>
                </a:cubicBezTo>
                <a:cubicBezTo>
                  <a:pt x="1001189" y="-20248"/>
                  <a:pt x="1381365" y="38321"/>
                  <a:pt x="1657358" y="0"/>
                </a:cubicBezTo>
                <a:cubicBezTo>
                  <a:pt x="1933351" y="-38321"/>
                  <a:pt x="2217327" y="-22790"/>
                  <a:pt x="2412958" y="0"/>
                </a:cubicBezTo>
                <a:cubicBezTo>
                  <a:pt x="2608589" y="22790"/>
                  <a:pt x="2715509" y="2727"/>
                  <a:pt x="2890179" y="0"/>
                </a:cubicBezTo>
                <a:cubicBezTo>
                  <a:pt x="3064849" y="-2727"/>
                  <a:pt x="3155128" y="11026"/>
                  <a:pt x="3367400" y="0"/>
                </a:cubicBezTo>
                <a:cubicBezTo>
                  <a:pt x="3579672" y="-11026"/>
                  <a:pt x="3772719" y="2817"/>
                  <a:pt x="4122999" y="0"/>
                </a:cubicBezTo>
                <a:cubicBezTo>
                  <a:pt x="4473279" y="-2817"/>
                  <a:pt x="4504097" y="-12866"/>
                  <a:pt x="4785806" y="0"/>
                </a:cubicBezTo>
                <a:cubicBezTo>
                  <a:pt x="5067515" y="12866"/>
                  <a:pt x="5128729" y="-10749"/>
                  <a:pt x="5355820" y="0"/>
                </a:cubicBezTo>
                <a:cubicBezTo>
                  <a:pt x="5582911" y="10749"/>
                  <a:pt x="5773698" y="-7109"/>
                  <a:pt x="6111419" y="0"/>
                </a:cubicBezTo>
                <a:cubicBezTo>
                  <a:pt x="6449140" y="7109"/>
                  <a:pt x="6559979" y="-21638"/>
                  <a:pt x="6681433" y="0"/>
                </a:cubicBezTo>
                <a:cubicBezTo>
                  <a:pt x="6802887" y="21638"/>
                  <a:pt x="7129178" y="-14560"/>
                  <a:pt x="7344240" y="0"/>
                </a:cubicBezTo>
                <a:cubicBezTo>
                  <a:pt x="7559302" y="14560"/>
                  <a:pt x="7711000" y="15342"/>
                  <a:pt x="8007047" y="0"/>
                </a:cubicBezTo>
                <a:cubicBezTo>
                  <a:pt x="8303094" y="-15342"/>
                  <a:pt x="8289362" y="-17312"/>
                  <a:pt x="8391475" y="0"/>
                </a:cubicBezTo>
                <a:cubicBezTo>
                  <a:pt x="8493588" y="17312"/>
                  <a:pt x="9196067" y="8783"/>
                  <a:pt x="9518246" y="0"/>
                </a:cubicBezTo>
                <a:cubicBezTo>
                  <a:pt x="9631197" y="24237"/>
                  <a:pt x="9758932" y="97028"/>
                  <a:pt x="9757198" y="238952"/>
                </a:cubicBezTo>
                <a:cubicBezTo>
                  <a:pt x="9742989" y="479102"/>
                  <a:pt x="9759146" y="586722"/>
                  <a:pt x="9757198" y="735958"/>
                </a:cubicBezTo>
                <a:cubicBezTo>
                  <a:pt x="9755250" y="885194"/>
                  <a:pt x="9762192" y="1048681"/>
                  <a:pt x="9757198" y="1194732"/>
                </a:cubicBezTo>
                <a:cubicBezTo>
                  <a:pt x="9734912" y="1327623"/>
                  <a:pt x="9646563" y="1445763"/>
                  <a:pt x="9518246" y="1433684"/>
                </a:cubicBezTo>
                <a:cubicBezTo>
                  <a:pt x="9416045" y="1429891"/>
                  <a:pt x="9214583" y="1424062"/>
                  <a:pt x="9041025" y="1433684"/>
                </a:cubicBezTo>
                <a:cubicBezTo>
                  <a:pt x="8867467" y="1443306"/>
                  <a:pt x="8724771" y="1428432"/>
                  <a:pt x="8471011" y="1433684"/>
                </a:cubicBezTo>
                <a:cubicBezTo>
                  <a:pt x="8217251" y="1438936"/>
                  <a:pt x="8039947" y="1416836"/>
                  <a:pt x="7900998" y="1433684"/>
                </a:cubicBezTo>
                <a:cubicBezTo>
                  <a:pt x="7762049" y="1450532"/>
                  <a:pt x="7377211" y="1426331"/>
                  <a:pt x="7052605" y="1433684"/>
                </a:cubicBezTo>
                <a:cubicBezTo>
                  <a:pt x="6727999" y="1441037"/>
                  <a:pt x="6625906" y="1415339"/>
                  <a:pt x="6204212" y="1433684"/>
                </a:cubicBezTo>
                <a:cubicBezTo>
                  <a:pt x="5782518" y="1452029"/>
                  <a:pt x="5931798" y="1416373"/>
                  <a:pt x="5726992" y="1433684"/>
                </a:cubicBezTo>
                <a:cubicBezTo>
                  <a:pt x="5522186" y="1450995"/>
                  <a:pt x="5178702" y="1408702"/>
                  <a:pt x="4971392" y="1433684"/>
                </a:cubicBezTo>
                <a:cubicBezTo>
                  <a:pt x="4764082" y="1458666"/>
                  <a:pt x="4501393" y="1427587"/>
                  <a:pt x="4308585" y="1433684"/>
                </a:cubicBezTo>
                <a:cubicBezTo>
                  <a:pt x="4115777" y="1439781"/>
                  <a:pt x="3744057" y="1429720"/>
                  <a:pt x="3460193" y="1433684"/>
                </a:cubicBezTo>
                <a:cubicBezTo>
                  <a:pt x="3176329" y="1437648"/>
                  <a:pt x="3019448" y="1458233"/>
                  <a:pt x="2797386" y="1433684"/>
                </a:cubicBezTo>
                <a:cubicBezTo>
                  <a:pt x="2575324" y="1409135"/>
                  <a:pt x="2283272" y="1425238"/>
                  <a:pt x="1948993" y="1433684"/>
                </a:cubicBezTo>
                <a:cubicBezTo>
                  <a:pt x="1614714" y="1442130"/>
                  <a:pt x="1645238" y="1449090"/>
                  <a:pt x="1378980" y="1433684"/>
                </a:cubicBezTo>
                <a:cubicBezTo>
                  <a:pt x="1112722" y="1418278"/>
                  <a:pt x="1084810" y="1458435"/>
                  <a:pt x="808966" y="1433684"/>
                </a:cubicBezTo>
                <a:cubicBezTo>
                  <a:pt x="533122" y="1408933"/>
                  <a:pt x="482970" y="1457645"/>
                  <a:pt x="238952" y="1433684"/>
                </a:cubicBezTo>
                <a:cubicBezTo>
                  <a:pt x="92530" y="1422204"/>
                  <a:pt x="-26601" y="1341187"/>
                  <a:pt x="0" y="1194732"/>
                </a:cubicBezTo>
                <a:cubicBezTo>
                  <a:pt x="2438" y="1011129"/>
                  <a:pt x="1985" y="833044"/>
                  <a:pt x="0" y="707284"/>
                </a:cubicBezTo>
                <a:cubicBezTo>
                  <a:pt x="-1985" y="581524"/>
                  <a:pt x="10359" y="458093"/>
                  <a:pt x="0" y="238952"/>
                </a:cubicBezTo>
                <a:close/>
              </a:path>
            </a:pathLst>
          </a:custGeom>
          <a:noFill/>
          <a:ln w="19050">
            <a:solidFill>
              <a:srgbClr val="8AC6E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endParaRPr>
          </a:p>
        </p:txBody>
      </p:sp>
      <p:sp>
        <p:nvSpPr>
          <p:cNvPr id="51" name="文本框 50"/>
          <p:cNvSpPr txBox="1"/>
          <p:nvPr/>
        </p:nvSpPr>
        <p:spPr>
          <a:xfrm>
            <a:off x="10064115" y="3086100"/>
            <a:ext cx="836295" cy="460375"/>
          </a:xfrm>
          <a:prstGeom prst="rect">
            <a:avLst/>
          </a:prstGeom>
          <a:solidFill>
            <a:srgbClr val="6F63F6"/>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400" b="1"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rPr>
              <a:t>前六</a:t>
            </a:r>
            <a:endParaRPr kumimoji="1" lang="zh-CN" altLang="en-US" sz="2400" b="1" i="0" u="none" strike="noStrike" kern="1200" cap="none" spc="0" normalizeH="0" baseline="0" noProof="0" dirty="0">
              <a:ln>
                <a:noFill/>
              </a:ln>
              <a:solidFill>
                <a:prstClr val="white"/>
              </a:solidFill>
              <a:effectLst/>
              <a:uLnTx/>
              <a:uFillTx/>
              <a:latin typeface="FZShengShiKaiShuS-R-GB" panose="02000000000000000000" pitchFamily="2" charset="-122"/>
              <a:ea typeface="FZShengShiKaiShuS-R-GB" panose="02000000000000000000" pitchFamily="2" charset="-122"/>
              <a:cs typeface="+mn-cs"/>
            </a:endParaRPr>
          </a:p>
        </p:txBody>
      </p:sp>
      <p:sp>
        <p:nvSpPr>
          <p:cNvPr id="52" name="矩形 51"/>
          <p:cNvSpPr/>
          <p:nvPr/>
        </p:nvSpPr>
        <p:spPr>
          <a:xfrm>
            <a:off x="1776192" y="5737081"/>
            <a:ext cx="8015284" cy="52197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105</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112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109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82 </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57</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50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 50+70</a:t>
            </a:r>
            <a:r>
              <a:rPr kumimoji="0" lang="zh-CN" altLang="en-US"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rPr>
              <a:t>635</a:t>
            </a:r>
            <a:endParaRPr kumimoji="0" lang="en-US" altLang="zh-CN" sz="2800" b="0" i="0" u="none" strike="noStrike" kern="1200" cap="none" spc="0" normalizeH="0" baseline="0" noProof="0" dirty="0">
              <a:ln>
                <a:noFill/>
              </a:ln>
              <a:solidFill>
                <a:prstClr val="black"/>
              </a:solidFill>
              <a:effectLst/>
              <a:uLnTx/>
              <a:uFillTx/>
              <a:latin typeface="FZShengShiKaiShuS-R-GB" panose="02000000000000000000" pitchFamily="2" charset="-122"/>
              <a:ea typeface="FZShengShiKaiShuS-R-GB" panose="02000000000000000000" pitchFamily="2" charset="-122"/>
              <a:cs typeface="+mn-cs"/>
            </a:endParaRPr>
          </a:p>
        </p:txBody>
      </p:sp>
      <p:sp>
        <p:nvSpPr>
          <p:cNvPr id="14" name="流程图: 可选过程 13"/>
          <p:cNvSpPr/>
          <p:nvPr>
            <p:custDataLst>
              <p:tags r:id="rId1"/>
            </p:custDataLst>
          </p:nvPr>
        </p:nvSpPr>
        <p:spPr>
          <a:xfrm>
            <a:off x="3419475" y="16510"/>
            <a:ext cx="18345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怎么聊？</a:t>
            </a:r>
            <a:endParaRPr lang="zh-CN" altLang="en-US" sz="2800" b="1" dirty="0">
              <a:solidFill>
                <a:schemeClr val="tx1"/>
              </a:solidFill>
            </a:endParaRPr>
          </a:p>
        </p:txBody>
      </p:sp>
      <p:sp>
        <p:nvSpPr>
          <p:cNvPr id="15" name="流程图: 可选过程 14"/>
          <p:cNvSpPr/>
          <p:nvPr>
            <p:custDataLst>
              <p:tags r:id="rId2"/>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2" name="流程图: 可选过程 1"/>
          <p:cNvSpPr/>
          <p:nvPr>
            <p:custDataLst>
              <p:tags r:id="rId3"/>
            </p:custDataLst>
          </p:nvPr>
        </p:nvSpPr>
        <p:spPr>
          <a:xfrm>
            <a:off x="5380990" y="0"/>
            <a:ext cx="18345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学科</a:t>
            </a:r>
            <a:r>
              <a:rPr lang="zh-CN" altLang="en-US" sz="2800" b="1" dirty="0">
                <a:solidFill>
                  <a:schemeClr val="tx1"/>
                </a:solidFill>
              </a:rPr>
              <a:t>分数</a:t>
            </a:r>
            <a:endParaRPr lang="zh-CN" altLang="en-US" sz="2800" b="1" dirty="0">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438150" y="1374140"/>
            <a:ext cx="2924810" cy="2921000"/>
          </a:xfrm>
          <a:prstGeom prst="roundRect">
            <a:avLst>
              <a:gd name="adj" fmla="val 5217"/>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3890" y="1628140"/>
            <a:ext cx="304800" cy="304800"/>
          </a:xfrm>
          <a:prstGeom prst="rect">
            <a:avLst/>
          </a:prstGeom>
        </p:spPr>
      </p:pic>
      <p:sp>
        <p:nvSpPr>
          <p:cNvPr id="7" name="AutoShape 7"/>
          <p:cNvSpPr/>
          <p:nvPr/>
        </p:nvSpPr>
        <p:spPr>
          <a:xfrm>
            <a:off x="1088390" y="160274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报考人数持续攀升</a:t>
            </a:r>
            <a:endParaRPr lang="en-US" sz="1100"/>
          </a:p>
        </p:txBody>
      </p:sp>
      <p:sp>
        <p:nvSpPr>
          <p:cNvPr id="8" name="AutoShape 8"/>
          <p:cNvSpPr/>
          <p:nvPr/>
        </p:nvSpPr>
        <p:spPr>
          <a:xfrm>
            <a:off x="643890" y="239014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2023年：~12.4万 | 2024年：~12.9万</a:t>
            </a:r>
            <a:endParaRPr lang="en-US" sz="1100"/>
          </a:p>
          <a:p>
            <a:pPr indent="0" algn="l">
              <a:lnSpc>
                <a:spcPct val="150000"/>
              </a:lnSpc>
            </a:pPr>
            <a:r>
              <a:rPr lang="en-US" sz="1600" b="0" i="0" u="none" strike="noStrike">
                <a:solidFill>
                  <a:srgbClr val="333333"/>
                </a:solidFill>
                <a:latin typeface="Noto Sans SC"/>
                <a:ea typeface="Noto Sans SC"/>
                <a:cs typeface="Noto Sans SC"/>
                <a:sym typeface="Noto Sans SC"/>
              </a:rPr>
              <a:t>2025年：</a:t>
            </a:r>
            <a:r>
              <a:rPr lang="en-US" sz="2800" b="1" i="0" u="none" strike="noStrike">
                <a:solidFill>
                  <a:srgbClr val="228B22"/>
                </a:solidFill>
                <a:latin typeface="Noto Sans SC"/>
                <a:ea typeface="Noto Sans SC"/>
                <a:cs typeface="Noto Sans SC"/>
                <a:sym typeface="Noto Sans SC"/>
              </a:rPr>
              <a:t>13.9万</a:t>
            </a:r>
            <a:endParaRPr lang="en-US" sz="2800" b="1" i="0" u="none" strike="noStrike">
              <a:solidFill>
                <a:srgbClr val="228B22"/>
              </a:solidFill>
              <a:latin typeface="Noto Sans SC"/>
              <a:ea typeface="Noto Sans SC"/>
              <a:cs typeface="Noto Sans SC"/>
              <a:sym typeface="Noto Sans SC"/>
            </a:endParaRPr>
          </a:p>
        </p:txBody>
      </p:sp>
      <p:sp>
        <p:nvSpPr>
          <p:cNvPr id="13" name="AutoShape 13"/>
          <p:cNvSpPr/>
          <p:nvPr/>
        </p:nvSpPr>
        <p:spPr>
          <a:xfrm>
            <a:off x="4148455" y="1374140"/>
            <a:ext cx="3008630" cy="2921000"/>
          </a:xfrm>
          <a:prstGeom prst="roundRect">
            <a:avLst>
              <a:gd name="adj" fmla="val 5217"/>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26255" y="1615440"/>
            <a:ext cx="304800" cy="304800"/>
          </a:xfrm>
          <a:prstGeom prst="rect">
            <a:avLst/>
          </a:prstGeom>
        </p:spPr>
      </p:pic>
      <p:sp>
        <p:nvSpPr>
          <p:cNvPr id="15" name="AutoShape 15"/>
          <p:cNvSpPr/>
          <p:nvPr/>
        </p:nvSpPr>
        <p:spPr>
          <a:xfrm>
            <a:off x="4747895" y="1590040"/>
            <a:ext cx="187579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普高录取率趋势</a:t>
            </a:r>
            <a:endParaRPr lang="en-US" sz="1100"/>
          </a:p>
        </p:txBody>
      </p:sp>
      <p:sp>
        <p:nvSpPr>
          <p:cNvPr id="16" name="AutoShape 16"/>
          <p:cNvSpPr/>
          <p:nvPr/>
        </p:nvSpPr>
        <p:spPr>
          <a:xfrm>
            <a:off x="4261485" y="2377440"/>
            <a:ext cx="280035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666666"/>
                </a:solidFill>
                <a:latin typeface="Noto Sans SC"/>
                <a:ea typeface="Noto Sans SC"/>
                <a:cs typeface="Noto Sans SC"/>
                <a:sym typeface="Noto Sans SC"/>
              </a:rPr>
              <a:t>22年 56.36% | 23年 56.70% | 24年 62.34%</a:t>
            </a:r>
            <a:endParaRPr lang="en-US" sz="1100"/>
          </a:p>
          <a:p>
            <a:pPr indent="0" algn="l">
              <a:lnSpc>
                <a:spcPct val="150000"/>
              </a:lnSpc>
            </a:pPr>
            <a:r>
              <a:rPr lang="en-US" sz="1600" b="0" i="0" u="none" strike="noStrike">
                <a:solidFill>
                  <a:srgbClr val="333333"/>
                </a:solidFill>
                <a:latin typeface="Noto Sans SC"/>
                <a:ea typeface="Noto Sans SC"/>
                <a:cs typeface="Noto Sans SC"/>
                <a:sym typeface="Noto Sans SC"/>
              </a:rPr>
              <a:t>2025年：</a:t>
            </a:r>
            <a:r>
              <a:rPr lang="en-US" sz="2800" b="1" i="0" u="none" strike="noStrike">
                <a:solidFill>
                  <a:srgbClr val="228B22"/>
                </a:solidFill>
                <a:latin typeface="Noto Sans SC"/>
                <a:ea typeface="Noto Sans SC"/>
                <a:cs typeface="Noto Sans SC"/>
                <a:sym typeface="Noto Sans SC"/>
              </a:rPr>
              <a:t>64.77%</a:t>
            </a:r>
            <a:endParaRPr lang="en-US" sz="2800" b="1" i="0" u="none" strike="noStrike">
              <a:solidFill>
                <a:srgbClr val="228B22"/>
              </a:solidFill>
              <a:latin typeface="Noto Sans SC"/>
              <a:ea typeface="Noto Sans SC"/>
              <a:cs typeface="Noto Sans SC"/>
              <a:sym typeface="Noto Sans SC"/>
            </a:endParaR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715000"/>
            <a:ext cx="406400" cy="406400"/>
          </a:xfrm>
          <a:prstGeom prst="rect">
            <a:avLst/>
          </a:prstGeom>
        </p:spPr>
      </p:pic>
      <p:sp>
        <p:nvSpPr>
          <p:cNvPr id="9" name="流程图: 可选过程 8"/>
          <p:cNvSpPr/>
          <p:nvPr>
            <p:custDataLst>
              <p:tags r:id="rId7"/>
            </p:custDataLst>
          </p:nvPr>
        </p:nvSpPr>
        <p:spPr>
          <a:xfrm>
            <a:off x="3419475" y="16510"/>
            <a:ext cx="13900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怎么</a:t>
            </a:r>
            <a:r>
              <a:rPr lang="zh-CN" altLang="en-US" sz="2800" b="1" dirty="0">
                <a:solidFill>
                  <a:schemeClr val="tx1"/>
                </a:solidFill>
              </a:rPr>
              <a:t>聊</a:t>
            </a:r>
            <a:endParaRPr lang="zh-CN" altLang="en-US" sz="2800" b="1" dirty="0">
              <a:solidFill>
                <a:schemeClr val="tx1"/>
              </a:solidFill>
            </a:endParaRPr>
          </a:p>
        </p:txBody>
      </p:sp>
      <p:sp>
        <p:nvSpPr>
          <p:cNvPr id="10" name="流程图: 可选过程 9"/>
          <p:cNvSpPr/>
          <p:nvPr>
            <p:custDataLst>
              <p:tags r:id="rId8"/>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11" name="流程图: 可选过程 10"/>
          <p:cNvSpPr/>
          <p:nvPr>
            <p:custDataLst>
              <p:tags r:id="rId9"/>
            </p:custDataLst>
          </p:nvPr>
        </p:nvSpPr>
        <p:spPr>
          <a:xfrm>
            <a:off x="4892675" y="16510"/>
            <a:ext cx="26727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a:solidFill>
                  <a:srgbClr val="333333"/>
                </a:solidFill>
                <a:latin typeface="Noto Sans SC"/>
                <a:ea typeface="Noto Sans SC"/>
                <a:cs typeface="Noto Sans SC"/>
                <a:sym typeface="Noto Sans SC"/>
              </a:rPr>
              <a:t>中考</a:t>
            </a:r>
            <a:r>
              <a:rPr lang="zh-CN" altLang="en-US" sz="2800" b="1">
                <a:solidFill>
                  <a:srgbClr val="333333"/>
                </a:solidFill>
                <a:latin typeface="Noto Sans SC"/>
                <a:ea typeface="Noto Sans SC"/>
                <a:cs typeface="Noto Sans SC"/>
                <a:sym typeface="Noto Sans SC"/>
              </a:rPr>
              <a:t>录取率</a:t>
            </a:r>
            <a:endParaRPr lang="zh-CN" altLang="en-US" sz="2800" b="1">
              <a:solidFill>
                <a:srgbClr val="333333"/>
              </a:solidFill>
              <a:latin typeface="Noto Sans SC"/>
              <a:ea typeface="Noto Sans SC"/>
              <a:cs typeface="Noto Sans SC"/>
              <a:sym typeface="Noto Sans SC"/>
            </a:endParaRPr>
          </a:p>
        </p:txBody>
      </p:sp>
      <p:sp>
        <p:nvSpPr>
          <p:cNvPr id="12" name="文本框 11"/>
          <p:cNvSpPr txBox="1"/>
          <p:nvPr/>
        </p:nvSpPr>
        <p:spPr>
          <a:xfrm>
            <a:off x="774700" y="4601210"/>
            <a:ext cx="1803400" cy="368300"/>
          </a:xfrm>
          <a:prstGeom prst="rect">
            <a:avLst/>
          </a:prstGeom>
        </p:spPr>
        <p:style>
          <a:lnRef idx="0">
            <a:srgbClr val="FFFFFF"/>
          </a:lnRef>
          <a:fillRef idx="1">
            <a:schemeClr val="accent2"/>
          </a:fillRef>
          <a:effectRef idx="0">
            <a:srgbClr val="FFFFFF"/>
          </a:effectRef>
          <a:fontRef idx="minor">
            <a:schemeClr val="lt1"/>
          </a:fontRef>
        </p:style>
        <p:txBody>
          <a:bodyPr wrap="square" rtlCol="0">
            <a:spAutoFit/>
          </a:bodyPr>
          <a:p>
            <a:pPr algn="ctr"/>
            <a:r>
              <a:rPr lang="zh-CN" altLang="en-US"/>
              <a:t>竞争</a:t>
            </a:r>
            <a:r>
              <a:rPr lang="zh-CN" altLang="en-US"/>
              <a:t>大</a:t>
            </a:r>
            <a:endParaRPr lang="zh-CN" altLang="en-US"/>
          </a:p>
        </p:txBody>
      </p:sp>
      <p:sp>
        <p:nvSpPr>
          <p:cNvPr id="17" name="文本框 16"/>
          <p:cNvSpPr txBox="1"/>
          <p:nvPr>
            <p:custDataLst>
              <p:tags r:id="rId10"/>
            </p:custDataLst>
          </p:nvPr>
        </p:nvSpPr>
        <p:spPr>
          <a:xfrm>
            <a:off x="4722495" y="4592955"/>
            <a:ext cx="1803400" cy="368300"/>
          </a:xfrm>
          <a:prstGeom prst="rect">
            <a:avLst/>
          </a:prstGeom>
        </p:spPr>
        <p:style>
          <a:lnRef idx="0">
            <a:srgbClr val="FFFFFF"/>
          </a:lnRef>
          <a:fillRef idx="1">
            <a:schemeClr val="accent2"/>
          </a:fillRef>
          <a:effectRef idx="0">
            <a:srgbClr val="FFFFFF"/>
          </a:effectRef>
          <a:fontRef idx="minor">
            <a:schemeClr val="lt1"/>
          </a:fontRef>
        </p:style>
        <p:txBody>
          <a:bodyPr wrap="square" rtlCol="0">
            <a:spAutoFit/>
          </a:bodyPr>
          <a:p>
            <a:pPr algn="ctr"/>
            <a:r>
              <a:rPr lang="zh-CN" altLang="en-US"/>
              <a:t>淘汰</a:t>
            </a:r>
            <a:r>
              <a:rPr lang="zh-CN" altLang="en-US"/>
              <a:t>高</a:t>
            </a:r>
            <a:endParaRPr lang="zh-CN" altLang="en-US"/>
          </a:p>
        </p:txBody>
      </p:sp>
      <p:sp>
        <p:nvSpPr>
          <p:cNvPr id="21" name="AutoShape 13"/>
          <p:cNvSpPr/>
          <p:nvPr>
            <p:custDataLst>
              <p:tags r:id="rId11"/>
            </p:custDataLst>
          </p:nvPr>
        </p:nvSpPr>
        <p:spPr>
          <a:xfrm>
            <a:off x="8035290" y="1374140"/>
            <a:ext cx="2906395" cy="2921000"/>
          </a:xfrm>
          <a:prstGeom prst="roundRect">
            <a:avLst>
              <a:gd name="adj" fmla="val 5217"/>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pic>
        <p:nvPicPr>
          <p:cNvPr id="22" name="Picture 14"/>
          <p:cNvPicPr>
            <a:picLocks noChangeAspect="1"/>
          </p:cNvPicPr>
          <p:nvPr>
            <p:custDataLst>
              <p:tags r:id="rId1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13090" y="1615440"/>
            <a:ext cx="304800" cy="304800"/>
          </a:xfrm>
          <a:prstGeom prst="rect">
            <a:avLst/>
          </a:prstGeom>
        </p:spPr>
      </p:pic>
      <p:sp>
        <p:nvSpPr>
          <p:cNvPr id="23" name="AutoShape 15"/>
          <p:cNvSpPr/>
          <p:nvPr>
            <p:custDataLst>
              <p:tags r:id="rId13"/>
            </p:custDataLst>
          </p:nvPr>
        </p:nvSpPr>
        <p:spPr>
          <a:xfrm>
            <a:off x="8634730" y="1590040"/>
            <a:ext cx="2194560" cy="3810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zh-CN" altLang="en-US" sz="1800" b="1" i="0" u="none" strike="noStrike">
                <a:solidFill>
                  <a:srgbClr val="333333"/>
                </a:solidFill>
                <a:latin typeface="Noto Sans SC"/>
                <a:ea typeface="Noto Sans SC"/>
                <a:cs typeface="Noto Sans SC"/>
                <a:sym typeface="Noto Sans SC"/>
              </a:rPr>
              <a:t>公办高中实际</a:t>
            </a:r>
            <a:r>
              <a:rPr lang="zh-CN" altLang="en-US" sz="1800" b="1" i="0" u="none" strike="noStrike">
                <a:solidFill>
                  <a:srgbClr val="333333"/>
                </a:solidFill>
                <a:latin typeface="Noto Sans SC"/>
                <a:ea typeface="Noto Sans SC"/>
                <a:cs typeface="Noto Sans SC"/>
                <a:sym typeface="Noto Sans SC"/>
              </a:rPr>
              <a:t>录取率</a:t>
            </a:r>
            <a:endParaRPr lang="zh-CN" altLang="en-US" sz="1800" b="1" i="0" u="none" strike="noStrike">
              <a:solidFill>
                <a:srgbClr val="333333"/>
              </a:solidFill>
              <a:latin typeface="Noto Sans SC"/>
              <a:ea typeface="Noto Sans SC"/>
              <a:cs typeface="Noto Sans SC"/>
              <a:sym typeface="Noto Sans SC"/>
            </a:endParaRPr>
          </a:p>
        </p:txBody>
      </p:sp>
      <p:sp>
        <p:nvSpPr>
          <p:cNvPr id="24" name="AutoShape 16"/>
          <p:cNvSpPr/>
          <p:nvPr>
            <p:custDataLst>
              <p:tags r:id="rId14"/>
            </p:custDataLst>
          </p:nvPr>
        </p:nvSpPr>
        <p:spPr>
          <a:xfrm>
            <a:off x="8148320" y="2377440"/>
            <a:ext cx="2794000" cy="1524000"/>
          </a:xfrm>
          <a:prstGeom prst="rect">
            <a:avLst/>
          </a:prstGeom>
          <a:noFill/>
          <a:ln w="12700" cap="flat" cmpd="sng">
            <a:noFill/>
            <a:prstDash val="solid"/>
            <a:round/>
          </a:ln>
        </p:spPr>
        <p:txBody>
          <a:bodyPr vert="horz" wrap="square" lIns="0" tIns="0" rIns="0" bIns="0" rtlCol="0" anchor="ctr" anchorCtr="0"/>
          <a:p>
            <a:pPr indent="0" algn="l">
              <a:lnSpc>
                <a:spcPct val="117000"/>
              </a:lnSpc>
              <a:defRPr/>
            </a:pPr>
            <a:r>
              <a:rPr lang="en-US" sz="1300" b="0" i="0" u="none" strike="noStrike">
                <a:solidFill>
                  <a:srgbClr val="666666"/>
                </a:solidFill>
                <a:latin typeface="Noto Sans SC"/>
                <a:ea typeface="Noto Sans SC"/>
                <a:cs typeface="Noto Sans SC"/>
                <a:sym typeface="Noto Sans SC"/>
              </a:rPr>
              <a:t>23年 48.9% | 24年 49.8%%</a:t>
            </a:r>
            <a:br>
              <a:rPr lang="en-US" sz="1300" b="0" i="0" u="none" strike="noStrike">
                <a:solidFill>
                  <a:srgbClr val="666666"/>
                </a:solidFill>
                <a:latin typeface="Noto Sans SC"/>
                <a:ea typeface="Noto Sans SC"/>
                <a:cs typeface="Noto Sans SC"/>
                <a:sym typeface="Noto Sans SC"/>
              </a:rPr>
            </a:br>
            <a:r>
              <a:rPr lang="en-US" sz="1600" b="0" i="0" u="none" strike="noStrike">
                <a:solidFill>
                  <a:srgbClr val="333333"/>
                </a:solidFill>
                <a:latin typeface="Noto Sans SC"/>
                <a:ea typeface="Noto Sans SC"/>
                <a:cs typeface="Noto Sans SC"/>
                <a:sym typeface="Noto Sans SC"/>
              </a:rPr>
              <a:t>2025年：</a:t>
            </a:r>
            <a:r>
              <a:rPr lang="en-US" sz="2800" b="1" i="0" u="none" strike="noStrike">
                <a:solidFill>
                  <a:srgbClr val="228B22"/>
                </a:solidFill>
                <a:latin typeface="Noto Sans SC"/>
                <a:ea typeface="Noto Sans SC"/>
                <a:cs typeface="Noto Sans SC"/>
                <a:sym typeface="Noto Sans SC"/>
              </a:rPr>
              <a:t>49%</a:t>
            </a:r>
            <a:endParaRPr lang="en-US" sz="2800" b="1" i="0" u="none" strike="noStrike">
              <a:solidFill>
                <a:srgbClr val="228B22"/>
              </a:solidFill>
              <a:latin typeface="Noto Sans SC"/>
              <a:ea typeface="Noto Sans SC"/>
              <a:cs typeface="Noto Sans SC"/>
              <a:sym typeface="Noto Sans SC"/>
            </a:endParaRPr>
          </a:p>
        </p:txBody>
      </p:sp>
      <p:sp>
        <p:nvSpPr>
          <p:cNvPr id="25" name="文本框 24"/>
          <p:cNvSpPr txBox="1"/>
          <p:nvPr>
            <p:custDataLst>
              <p:tags r:id="rId15"/>
            </p:custDataLst>
          </p:nvPr>
        </p:nvSpPr>
        <p:spPr>
          <a:xfrm>
            <a:off x="8517890" y="4555490"/>
            <a:ext cx="1803400" cy="368300"/>
          </a:xfrm>
          <a:prstGeom prst="rect">
            <a:avLst/>
          </a:prstGeom>
        </p:spPr>
        <p:style>
          <a:lnRef idx="0">
            <a:srgbClr val="FFFFFF"/>
          </a:lnRef>
          <a:fillRef idx="1">
            <a:schemeClr val="accent2"/>
          </a:fillRef>
          <a:effectRef idx="0">
            <a:srgbClr val="FFFFFF"/>
          </a:effectRef>
          <a:fontRef idx="minor">
            <a:schemeClr val="lt1"/>
          </a:fontRef>
        </p:style>
        <p:txBody>
          <a:bodyPr wrap="square" rtlCol="0">
            <a:spAutoFit/>
          </a:bodyPr>
          <a:p>
            <a:pPr algn="ctr"/>
            <a:r>
              <a:rPr lang="zh-CN" altLang="en-US"/>
              <a:t>公办高中竞争</a:t>
            </a:r>
            <a:r>
              <a:rPr lang="zh-CN" altLang="en-US"/>
              <a:t>大</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graphicFrame>
        <p:nvGraphicFramePr>
          <p:cNvPr id="30" name="表格 29"/>
          <p:cNvGraphicFramePr>
            <a:graphicFrameLocks noGrp="1"/>
          </p:cNvGraphicFramePr>
          <p:nvPr>
            <p:custDataLst>
              <p:tags r:id="rId1"/>
            </p:custDataLst>
          </p:nvPr>
        </p:nvGraphicFramePr>
        <p:xfrm>
          <a:off x="189230" y="819150"/>
          <a:ext cx="5242560" cy="5847080"/>
        </p:xfrm>
        <a:graphic>
          <a:graphicData uri="http://schemas.openxmlformats.org/drawingml/2006/table">
            <a:tbl>
              <a:tblPr/>
              <a:tblGrid>
                <a:gridCol w="525145"/>
                <a:gridCol w="1462405"/>
                <a:gridCol w="728345"/>
                <a:gridCol w="864235"/>
                <a:gridCol w="937895"/>
                <a:gridCol w="724535"/>
              </a:tblGrid>
              <a:tr h="422910">
                <a:tc gridSpan="6">
                  <a:txBody>
                    <a:bodyPr/>
                    <a:p>
                      <a:pPr algn="ctr" fontAlgn="ctr"/>
                      <a:r>
                        <a:rPr lang="zh-CN" altLang="en-US" sz="1600" b="1" i="0" u="none" strike="noStrike" dirty="0">
                          <a:solidFill>
                            <a:srgbClr val="000000"/>
                          </a:solidFill>
                          <a:effectLst/>
                          <a:latin typeface="微软雅黑" charset="-122"/>
                          <a:ea typeface="微软雅黑" charset="-122"/>
                        </a:rPr>
                        <a:t>番禺部分初中中考成绩（</a:t>
                      </a:r>
                      <a:r>
                        <a:rPr lang="en-US" altLang="zh-CN" sz="1600" b="1" i="0" u="none" strike="noStrike" dirty="0">
                          <a:solidFill>
                            <a:srgbClr val="000000"/>
                          </a:solidFill>
                          <a:effectLst/>
                          <a:latin typeface="微软雅黑" charset="-122"/>
                          <a:ea typeface="微软雅黑" charset="-122"/>
                        </a:rPr>
                        <a:t>2023-2025</a:t>
                      </a:r>
                      <a:r>
                        <a:rPr lang="zh-CN" altLang="en-US" sz="1600" b="1" i="0" u="none" strike="noStrike" dirty="0">
                          <a:solidFill>
                            <a:srgbClr val="000000"/>
                          </a:solidFill>
                          <a:effectLst/>
                          <a:latin typeface="微软雅黑" charset="-122"/>
                          <a:ea typeface="微软雅黑" charset="-122"/>
                        </a:rPr>
                        <a:t>年）</a:t>
                      </a:r>
                      <a:endParaRPr lang="zh-CN" altLang="en-US" sz="1600" b="1" i="0" u="none" strike="noStrike" dirty="0">
                        <a:solidFill>
                          <a:srgbClr val="000000"/>
                        </a:solidFill>
                        <a:effectLst/>
                        <a:latin typeface="微软雅黑" charset="-122"/>
                        <a:ea typeface="微软雅黑" charset="-122"/>
                      </a:endParaRPr>
                    </a:p>
                  </a:txBody>
                  <a:tcPr marL="4549" marR="4549" marT="4549"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hMerge="1">
                  <a:tcPr/>
                </a:tc>
                <a:tc hMerge="1">
                  <a:tcPr/>
                </a:tc>
                <a:tc hMerge="1">
                  <a:tcPr/>
                </a:tc>
                <a:tc hMerge="1">
                  <a:tcPr/>
                </a:tc>
                <a:tc hMerge="1">
                  <a:tcPr/>
                </a:tc>
              </a:tr>
              <a:tr h="670560">
                <a:tc>
                  <a:txBody>
                    <a:bodyPr/>
                    <a:p>
                      <a:pPr algn="ctr" fontAlgn="ctr"/>
                      <a:r>
                        <a:rPr lang="zh-CN" altLang="en-US" sz="1300" b="1" i="0" u="none" strike="noStrike" dirty="0">
                          <a:solidFill>
                            <a:srgbClr val="000000"/>
                          </a:solidFill>
                          <a:effectLst/>
                          <a:latin typeface="微软雅黑" charset="-122"/>
                          <a:ea typeface="微软雅黑" charset="-122"/>
                        </a:rPr>
                        <a:t>学区</a:t>
                      </a:r>
                      <a:endParaRPr lang="zh-CN" altLang="en-US" sz="1300" b="1"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zh-CN" altLang="en-US" sz="1300" b="1" i="0" u="none" strike="noStrike" dirty="0">
                          <a:solidFill>
                            <a:srgbClr val="000000"/>
                          </a:solidFill>
                          <a:effectLst/>
                          <a:latin typeface="微软雅黑" charset="-122"/>
                          <a:ea typeface="微软雅黑" charset="-122"/>
                        </a:rPr>
                        <a:t>学校</a:t>
                      </a:r>
                      <a:endParaRPr lang="zh-CN" altLang="en-US" sz="1300" b="1"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zh-CN" altLang="en-US" sz="1300" b="1" i="0" u="none" strike="noStrike" dirty="0">
                          <a:solidFill>
                            <a:srgbClr val="000000"/>
                          </a:solidFill>
                          <a:effectLst/>
                          <a:latin typeface="微软雅黑" charset="-122"/>
                          <a:ea typeface="微软雅黑" charset="-122"/>
                        </a:rPr>
                        <a:t>招生计划（班）</a:t>
                      </a:r>
                      <a:endParaRPr lang="zh-CN" altLang="en-US" sz="1300" b="1"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zh-CN" altLang="en-US" sz="1300" b="1" i="0" u="none" strike="noStrike" dirty="0">
                          <a:solidFill>
                            <a:srgbClr val="000000"/>
                          </a:solidFill>
                          <a:effectLst/>
                          <a:latin typeface="微软雅黑" charset="-122"/>
                          <a:ea typeface="微软雅黑" charset="-122"/>
                        </a:rPr>
                        <a:t>班级人数（按</a:t>
                      </a:r>
                      <a:r>
                        <a:rPr lang="en-US" altLang="zh-CN" sz="1300" b="1" i="0" u="none" strike="noStrike" dirty="0">
                          <a:solidFill>
                            <a:srgbClr val="000000"/>
                          </a:solidFill>
                          <a:effectLst/>
                          <a:latin typeface="微软雅黑" charset="-122"/>
                          <a:ea typeface="微软雅黑" charset="-122"/>
                        </a:rPr>
                        <a:t>45</a:t>
                      </a:r>
                      <a:r>
                        <a:rPr lang="zh-CN" altLang="en-US" sz="1300" b="1" i="0" u="none" strike="noStrike" dirty="0">
                          <a:solidFill>
                            <a:srgbClr val="000000"/>
                          </a:solidFill>
                          <a:effectLst/>
                          <a:latin typeface="微软雅黑" charset="-122"/>
                          <a:ea typeface="微软雅黑" charset="-122"/>
                        </a:rPr>
                        <a:t>）</a:t>
                      </a:r>
                      <a:endParaRPr lang="zh-CN" altLang="en-US" sz="1300" b="1"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zh-CN" altLang="en-US" sz="1300" b="1" i="0" u="none" strike="noStrike" dirty="0">
                          <a:solidFill>
                            <a:srgbClr val="000000"/>
                          </a:solidFill>
                          <a:effectLst/>
                          <a:latin typeface="微软雅黑" charset="-122"/>
                          <a:ea typeface="微软雅黑" charset="-122"/>
                        </a:rPr>
                        <a:t>仲元上线人数比例参考</a:t>
                      </a:r>
                      <a:endParaRPr lang="zh-CN" altLang="en-US" sz="1300" b="1"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zh-CN" altLang="en-US" sz="1300" b="1" i="0" u="none" strike="noStrike" dirty="0">
                          <a:solidFill>
                            <a:srgbClr val="000000"/>
                          </a:solidFill>
                          <a:effectLst/>
                          <a:latin typeface="微软雅黑" charset="-122"/>
                          <a:ea typeface="微软雅黑" charset="-122"/>
                        </a:rPr>
                        <a:t>仲元上线比例</a:t>
                      </a:r>
                      <a:endParaRPr lang="zh-CN" altLang="en-US" sz="1300" b="1"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422275">
                <a:tc rowSpan="11">
                  <a:txBody>
                    <a:bodyPr/>
                    <a:p>
                      <a:pPr algn="ctr" fontAlgn="ctr"/>
                      <a:r>
                        <a:rPr lang="zh-CN" altLang="en-US" sz="1600" b="0" i="0" u="none" strike="noStrike" dirty="0">
                          <a:solidFill>
                            <a:srgbClr val="000000"/>
                          </a:solidFill>
                          <a:effectLst/>
                          <a:latin typeface="微软雅黑" charset="-122"/>
                          <a:ea typeface="微软雅黑" charset="-122"/>
                        </a:rPr>
                        <a:t>市桥</a:t>
                      </a:r>
                      <a:endParaRPr lang="zh-CN" altLang="en-US" sz="1600" b="0"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l" fontAlgn="ctr"/>
                      <a:r>
                        <a:rPr lang="zh-CN" altLang="en-US" sz="1600" b="0" i="0" u="none" strike="noStrike">
                          <a:solidFill>
                            <a:srgbClr val="000000"/>
                          </a:solidFill>
                          <a:effectLst/>
                          <a:latin typeface="微软雅黑" charset="-122"/>
                          <a:ea typeface="微软雅黑" charset="-122"/>
                        </a:rPr>
                        <a:t>番中附属学校</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10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450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80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a:solidFill>
                            <a:srgbClr val="000000"/>
                          </a:solidFill>
                          <a:effectLst/>
                          <a:latin typeface="微软雅黑" charset="-122"/>
                          <a:ea typeface="微软雅黑" charset="-122"/>
                        </a:rPr>
                        <a:t>18%</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22910">
                <a:tc vMerge="1">
                  <a:tcPr/>
                </a:tc>
                <a:tc>
                  <a:txBody>
                    <a:bodyPr/>
                    <a:p>
                      <a:pPr algn="l" fontAlgn="ctr"/>
                      <a:r>
                        <a:rPr lang="zh-CN" altLang="en-US" sz="1600" b="0" i="0" u="none" strike="noStrike">
                          <a:solidFill>
                            <a:srgbClr val="000000"/>
                          </a:solidFill>
                          <a:effectLst/>
                          <a:latin typeface="微软雅黑" charset="-122"/>
                          <a:ea typeface="微软雅黑" charset="-122"/>
                        </a:rPr>
                        <a:t>仲元一校区</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8</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360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2">
                  <a:txBody>
                    <a:bodyPr/>
                    <a:p>
                      <a:pPr algn="ctr" fontAlgn="ctr"/>
                      <a:r>
                        <a:rPr lang="zh-CN" altLang="en-US" sz="1600" b="0" i="0" u="none" strike="noStrike">
                          <a:solidFill>
                            <a:srgbClr val="000000"/>
                          </a:solidFill>
                          <a:effectLst/>
                          <a:latin typeface="微软雅黑" charset="-122"/>
                          <a:ea typeface="微软雅黑" charset="-122"/>
                        </a:rPr>
                        <a:t>还没完整</a:t>
                      </a:r>
                      <a:r>
                        <a:rPr lang="zh-CN" altLang="en-US" sz="1600" b="0" i="0" u="none" strike="noStrike">
                          <a:solidFill>
                            <a:srgbClr val="000000"/>
                          </a:solidFill>
                          <a:effectLst/>
                          <a:latin typeface="微软雅黑" charset="-122"/>
                          <a:ea typeface="微软雅黑" charset="-122"/>
                        </a:rPr>
                        <a:t>中考</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22910">
                <a:tc vMerge="1">
                  <a:tcPr/>
                </a:tc>
                <a:tc>
                  <a:txBody>
                    <a:bodyPr/>
                    <a:p>
                      <a:pPr algn="l" fontAlgn="ctr"/>
                      <a:r>
                        <a:rPr lang="zh-CN" altLang="en-US" sz="1600" b="0" i="0" u="none" strike="noStrike">
                          <a:solidFill>
                            <a:srgbClr val="000000"/>
                          </a:solidFill>
                          <a:effectLst/>
                          <a:latin typeface="微软雅黑" charset="-122"/>
                          <a:ea typeface="微软雅黑" charset="-122"/>
                        </a:rPr>
                        <a:t>实验中学</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6</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270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25</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a:solidFill>
                            <a:srgbClr val="000000"/>
                          </a:solidFill>
                          <a:effectLst/>
                          <a:latin typeface="微软雅黑" charset="-122"/>
                          <a:ea typeface="微软雅黑" charset="-122"/>
                        </a:rPr>
                        <a:t>9%</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22910">
                <a:tc vMerge="1">
                  <a:tcPr/>
                </a:tc>
                <a:tc>
                  <a:txBody>
                    <a:bodyPr/>
                    <a:p>
                      <a:pPr algn="l" fontAlgn="ctr"/>
                      <a:r>
                        <a:rPr lang="zh-CN" altLang="en-US" sz="1600" b="0" i="0" u="none" strike="noStrike" dirty="0">
                          <a:solidFill>
                            <a:srgbClr val="000000"/>
                          </a:solidFill>
                          <a:effectLst/>
                          <a:latin typeface="微软雅黑" charset="-122"/>
                          <a:ea typeface="微软雅黑" charset="-122"/>
                        </a:rPr>
                        <a:t>市桥东风中学</a:t>
                      </a:r>
                      <a:endParaRPr lang="zh-CN" altLang="en-US" sz="1600" b="0"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11</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495</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50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a:solidFill>
                            <a:srgbClr val="000000"/>
                          </a:solidFill>
                          <a:effectLst/>
                          <a:latin typeface="微软雅黑" charset="-122"/>
                          <a:ea typeface="微软雅黑" charset="-122"/>
                        </a:rPr>
                        <a:t>10%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22275">
                <a:tc vMerge="1">
                  <a:tcPr/>
                </a:tc>
                <a:tc>
                  <a:txBody>
                    <a:bodyPr/>
                    <a:p>
                      <a:pPr algn="l" fontAlgn="ctr"/>
                      <a:r>
                        <a:rPr lang="zh-CN" altLang="en-US" sz="1600" b="0" i="0" u="none" strike="noStrike">
                          <a:solidFill>
                            <a:srgbClr val="000000"/>
                          </a:solidFill>
                          <a:effectLst/>
                          <a:latin typeface="微软雅黑" charset="-122"/>
                          <a:ea typeface="微软雅黑" charset="-122"/>
                        </a:rPr>
                        <a:t>市桥侨联中学</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9</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405</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35</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a:solidFill>
                            <a:srgbClr val="000000"/>
                          </a:solidFill>
                          <a:effectLst/>
                          <a:latin typeface="微软雅黑" charset="-122"/>
                          <a:ea typeface="微软雅黑" charset="-122"/>
                        </a:rPr>
                        <a:t>9%</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22910">
                <a:tc vMerge="1">
                  <a:tcPr/>
                </a:tc>
                <a:tc>
                  <a:txBody>
                    <a:bodyPr/>
                    <a:p>
                      <a:pPr algn="l" fontAlgn="ctr"/>
                      <a:r>
                        <a:rPr lang="zh-CN" altLang="en-US" sz="1600" b="0" i="0" u="none" strike="noStrike">
                          <a:solidFill>
                            <a:srgbClr val="000000"/>
                          </a:solidFill>
                          <a:effectLst/>
                          <a:latin typeface="微软雅黑" charset="-122"/>
                          <a:ea typeface="微软雅黑" charset="-122"/>
                        </a:rPr>
                        <a:t>市桥星海中学</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14</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630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60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a:solidFill>
                            <a:srgbClr val="000000"/>
                          </a:solidFill>
                          <a:effectLst/>
                          <a:latin typeface="微软雅黑" charset="-122"/>
                          <a:ea typeface="微软雅黑" charset="-122"/>
                        </a:rPr>
                        <a:t>10%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22910">
                <a:tc vMerge="1">
                  <a:tcPr/>
                </a:tc>
                <a:tc>
                  <a:txBody>
                    <a:bodyPr/>
                    <a:p>
                      <a:pPr algn="l" fontAlgn="ctr"/>
                      <a:r>
                        <a:rPr lang="zh-CN" altLang="en-US" sz="1600" b="0" i="0" u="none" strike="noStrike">
                          <a:solidFill>
                            <a:srgbClr val="000000"/>
                          </a:solidFill>
                          <a:effectLst/>
                          <a:latin typeface="微软雅黑" charset="-122"/>
                          <a:ea typeface="微软雅黑" charset="-122"/>
                        </a:rPr>
                        <a:t>市桥桥城中学</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dirty="0">
                          <a:solidFill>
                            <a:srgbClr val="000000"/>
                          </a:solidFill>
                          <a:effectLst/>
                          <a:latin typeface="微软雅黑" charset="-122"/>
                          <a:ea typeface="微软雅黑" charset="-122"/>
                        </a:rPr>
                        <a:t>14</a:t>
                      </a:r>
                      <a:endParaRPr lang="en-US" altLang="zh-CN" sz="1600" b="0"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630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220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a:solidFill>
                            <a:srgbClr val="000000"/>
                          </a:solidFill>
                          <a:effectLst/>
                          <a:latin typeface="微软雅黑" charset="-122"/>
                          <a:ea typeface="微软雅黑" charset="-122"/>
                        </a:rPr>
                        <a:t>35%</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22910">
                <a:tc vMerge="1">
                  <a:tcPr/>
                </a:tc>
                <a:tc>
                  <a:txBody>
                    <a:bodyPr/>
                    <a:p>
                      <a:pPr algn="l" fontAlgn="ctr"/>
                      <a:r>
                        <a:rPr lang="zh-CN" altLang="en-US" sz="1600" b="0" i="0" u="none" strike="noStrike">
                          <a:solidFill>
                            <a:srgbClr val="000000"/>
                          </a:solidFill>
                          <a:effectLst/>
                          <a:latin typeface="微软雅黑" charset="-122"/>
                          <a:ea typeface="微软雅黑" charset="-122"/>
                        </a:rPr>
                        <a:t>市桥桥兴中学</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dirty="0">
                          <a:solidFill>
                            <a:srgbClr val="000000"/>
                          </a:solidFill>
                          <a:effectLst/>
                          <a:latin typeface="微软雅黑" charset="-122"/>
                          <a:ea typeface="微软雅黑" charset="-122"/>
                        </a:rPr>
                        <a:t>15</a:t>
                      </a:r>
                      <a:endParaRPr lang="en-US" altLang="zh-CN" sz="1600" b="0"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675</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120-140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a:solidFill>
                            <a:srgbClr val="000000"/>
                          </a:solidFill>
                          <a:effectLst/>
                          <a:latin typeface="微软雅黑" charset="-122"/>
                          <a:ea typeface="微软雅黑" charset="-122"/>
                        </a:rPr>
                        <a:t>21%</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56565">
                <a:tc vMerge="1">
                  <a:tcPr/>
                </a:tc>
                <a:tc>
                  <a:txBody>
                    <a:bodyPr/>
                    <a:p>
                      <a:pPr algn="l" fontAlgn="ctr"/>
                      <a:r>
                        <a:rPr lang="zh-CN" altLang="en-US" sz="1600" b="0" i="0" u="none" strike="noStrike">
                          <a:solidFill>
                            <a:srgbClr val="000000"/>
                          </a:solidFill>
                          <a:effectLst/>
                          <a:latin typeface="微软雅黑" charset="-122"/>
                          <a:ea typeface="微软雅黑" charset="-122"/>
                        </a:rPr>
                        <a:t>市桥沙头中学</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6</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270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15</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a:solidFill>
                            <a:srgbClr val="000000"/>
                          </a:solidFill>
                          <a:effectLst/>
                          <a:latin typeface="微软雅黑" charset="-122"/>
                          <a:ea typeface="微软雅黑" charset="-122"/>
                        </a:rPr>
                        <a:t>6%</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92125">
                <a:tc vMerge="1">
                  <a:tcPr/>
                </a:tc>
                <a:tc>
                  <a:txBody>
                    <a:bodyPr/>
                    <a:p>
                      <a:pPr algn="l" fontAlgn="ctr"/>
                      <a:r>
                        <a:rPr lang="zh-CN" altLang="en-US" sz="1600" b="0" i="0" u="none" strike="noStrike">
                          <a:solidFill>
                            <a:srgbClr val="000000"/>
                          </a:solidFill>
                          <a:effectLst/>
                          <a:latin typeface="微软雅黑" charset="-122"/>
                          <a:ea typeface="微软雅黑" charset="-122"/>
                        </a:rPr>
                        <a:t>市桥桥城中学教育集团象圣学校</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dirty="0">
                          <a:solidFill>
                            <a:srgbClr val="000000"/>
                          </a:solidFill>
                          <a:effectLst/>
                          <a:latin typeface="微软雅黑" charset="-122"/>
                          <a:ea typeface="微软雅黑" charset="-122"/>
                        </a:rPr>
                        <a:t>10</a:t>
                      </a:r>
                      <a:endParaRPr lang="en-US" altLang="zh-CN" sz="1600" b="0"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dirty="0">
                          <a:solidFill>
                            <a:srgbClr val="000000"/>
                          </a:solidFill>
                          <a:effectLst/>
                          <a:latin typeface="微软雅黑" charset="-122"/>
                          <a:ea typeface="微软雅黑" charset="-122"/>
                        </a:rPr>
                        <a:t>450</a:t>
                      </a:r>
                      <a:endParaRPr lang="en-US" altLang="zh-CN" sz="1600" b="0"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30</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a:solidFill>
                            <a:srgbClr val="000000"/>
                          </a:solidFill>
                          <a:effectLst/>
                          <a:latin typeface="微软雅黑" charset="-122"/>
                          <a:ea typeface="微软雅黑" charset="-122"/>
                        </a:rPr>
                        <a:t>7%</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422910">
                <a:tc vMerge="1">
                  <a:tcPr/>
                </a:tc>
                <a:tc>
                  <a:txBody>
                    <a:bodyPr/>
                    <a:p>
                      <a:pPr algn="l" fontAlgn="ctr"/>
                      <a:r>
                        <a:rPr lang="zh-CN" altLang="en-US" sz="1600" b="0" i="0" u="none" strike="noStrike">
                          <a:solidFill>
                            <a:srgbClr val="000000"/>
                          </a:solidFill>
                          <a:effectLst/>
                          <a:latin typeface="微软雅黑" charset="-122"/>
                          <a:ea typeface="微软雅黑" charset="-122"/>
                        </a:rPr>
                        <a:t>市桥金山谷学校</a:t>
                      </a:r>
                      <a:endParaRPr lang="zh-CN" altLang="en-US"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a:solidFill>
                            <a:srgbClr val="000000"/>
                          </a:solidFill>
                          <a:effectLst/>
                          <a:latin typeface="微软雅黑" charset="-122"/>
                          <a:ea typeface="微软雅黑" charset="-122"/>
                        </a:rPr>
                        <a:t>4</a:t>
                      </a:r>
                      <a:endParaRPr lang="en-US" altLang="zh-CN" sz="1600" b="0" i="0" u="none" strike="noStrike">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dirty="0">
                          <a:solidFill>
                            <a:srgbClr val="000000"/>
                          </a:solidFill>
                          <a:effectLst/>
                          <a:latin typeface="微软雅黑" charset="-122"/>
                          <a:ea typeface="微软雅黑" charset="-122"/>
                        </a:rPr>
                        <a:t>180</a:t>
                      </a:r>
                      <a:endParaRPr lang="en-US" altLang="zh-CN" sz="1600" b="0"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p>
                      <a:pPr algn="ctr" fontAlgn="ctr"/>
                      <a:r>
                        <a:rPr lang="en-US" altLang="zh-CN" sz="1600" b="0" i="0" u="none" strike="noStrike" dirty="0">
                          <a:solidFill>
                            <a:srgbClr val="000000"/>
                          </a:solidFill>
                          <a:effectLst/>
                          <a:latin typeface="微软雅黑" charset="-122"/>
                          <a:ea typeface="微软雅黑" charset="-122"/>
                        </a:rPr>
                        <a:t>10</a:t>
                      </a:r>
                      <a:endParaRPr lang="en-US" altLang="zh-CN" sz="1600" b="0"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p>
                      <a:pPr algn="ctr" fontAlgn="ctr"/>
                      <a:r>
                        <a:rPr lang="en-US" altLang="zh-CN" sz="1600" b="0" i="0" u="none" strike="noStrike" dirty="0">
                          <a:solidFill>
                            <a:srgbClr val="000000"/>
                          </a:solidFill>
                          <a:effectLst/>
                          <a:latin typeface="微软雅黑" charset="-122"/>
                          <a:ea typeface="微软雅黑" charset="-122"/>
                        </a:rPr>
                        <a:t>6%</a:t>
                      </a:r>
                      <a:endParaRPr lang="en-US" altLang="zh-CN" sz="1600" b="0" i="0" u="none" strike="noStrike" dirty="0">
                        <a:solidFill>
                          <a:srgbClr val="000000"/>
                        </a:solidFill>
                        <a:effectLst/>
                        <a:latin typeface="微软雅黑" charset="-122"/>
                        <a:ea typeface="微软雅黑" charset="-122"/>
                      </a:endParaRPr>
                    </a:p>
                  </a:txBody>
                  <a:tcPr marL="4549" marR="4549" marT="45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sp>
        <p:nvSpPr>
          <p:cNvPr id="32" name="文本框 31"/>
          <p:cNvSpPr txBox="1"/>
          <p:nvPr/>
        </p:nvSpPr>
        <p:spPr>
          <a:xfrm>
            <a:off x="5640705" y="1095375"/>
            <a:ext cx="6251575" cy="5294630"/>
          </a:xfrm>
          <a:prstGeom prst="rect">
            <a:avLst/>
          </a:prstGeom>
          <a:noFill/>
          <a:ln>
            <a:solidFill>
              <a:schemeClr val="tx1"/>
            </a:solidFill>
          </a:ln>
        </p:spPr>
        <p:txBody>
          <a:bodyPr wrap="square" rtlCol="0">
            <a:noAutofit/>
          </a:bodyPr>
          <a:p>
            <a:r>
              <a:rPr lang="en-US" altLang="zh-CN" sz="1600">
                <a:ea typeface="宋体" charset="0"/>
                <a:sym typeface="+mn-ea"/>
              </a:rPr>
              <a:t>XX</a:t>
            </a:r>
            <a:r>
              <a:rPr lang="zh-CN" altLang="en-US" sz="1600">
                <a:ea typeface="宋体" charset="0"/>
                <a:sym typeface="+mn-ea"/>
              </a:rPr>
              <a:t>家长，孩子本次期中考试排名怎么样呀？我们之前多维度统计过，如果在咱们桥城中学，想要未来中考分数有</a:t>
            </a:r>
            <a:r>
              <a:rPr lang="en-US" altLang="zh-CN" sz="1600">
                <a:ea typeface="宋体" charset="0"/>
                <a:sym typeface="+mn-ea"/>
              </a:rPr>
              <a:t>702</a:t>
            </a:r>
            <a:r>
              <a:rPr lang="zh-CN" altLang="en-US" sz="1600">
                <a:ea typeface="宋体" charset="0"/>
                <a:sym typeface="+mn-ea"/>
              </a:rPr>
              <a:t>分，基本要保持在</a:t>
            </a:r>
            <a:r>
              <a:rPr lang="en-US" altLang="zh-CN" sz="1600">
                <a:ea typeface="宋体" charset="0"/>
                <a:sym typeface="+mn-ea"/>
              </a:rPr>
              <a:t>200</a:t>
            </a:r>
            <a:r>
              <a:rPr lang="zh-CN" altLang="en-US" sz="1600">
                <a:ea typeface="宋体" charset="0"/>
                <a:sym typeface="+mn-ea"/>
              </a:rPr>
              <a:t>名左右的哦；</a:t>
            </a:r>
            <a:br>
              <a:rPr lang="zh-CN" altLang="en-US" sz="1600">
                <a:ea typeface="宋体" charset="0"/>
                <a:sym typeface="+mn-ea"/>
              </a:rPr>
            </a:br>
            <a:br>
              <a:rPr lang="zh-CN" altLang="en-US" sz="1600">
                <a:ea typeface="宋体" charset="0"/>
                <a:sym typeface="+mn-ea"/>
              </a:rPr>
            </a:br>
            <a:r>
              <a:rPr lang="zh-CN" altLang="en-US" sz="1600" b="1">
                <a:ea typeface="宋体" charset="0"/>
                <a:sym typeface="+mn-ea"/>
              </a:rPr>
              <a:t>高于</a:t>
            </a:r>
            <a:r>
              <a:rPr lang="en-US" altLang="zh-CN" sz="1600" b="1">
                <a:ea typeface="宋体" charset="0"/>
                <a:sym typeface="+mn-ea"/>
              </a:rPr>
              <a:t>200</a:t>
            </a:r>
            <a:r>
              <a:rPr lang="zh-CN" altLang="en-US" sz="1600" b="1">
                <a:ea typeface="宋体" charset="0"/>
                <a:sym typeface="+mn-ea"/>
              </a:rPr>
              <a:t>名的</a:t>
            </a:r>
            <a:r>
              <a:rPr lang="zh-CN" altLang="en-US" sz="1600">
                <a:ea typeface="宋体" charset="0"/>
                <a:sym typeface="+mn-ea"/>
              </a:rPr>
              <a:t>：</a:t>
            </a:r>
            <a:br>
              <a:rPr lang="zh-CN" altLang="en-US" sz="1600">
                <a:ea typeface="宋体" charset="0"/>
                <a:sym typeface="+mn-ea"/>
              </a:rPr>
            </a:br>
            <a:r>
              <a:rPr lang="zh-CN" altLang="en-US" sz="1600">
                <a:ea typeface="宋体" charset="0"/>
                <a:sym typeface="+mn-ea"/>
              </a:rPr>
              <a:t>孩子保持的很不错呀</a:t>
            </a:r>
            <a:r>
              <a:rPr lang="en-US" altLang="zh-CN" sz="1600">
                <a:ea typeface="宋体" charset="0"/>
                <a:sym typeface="+mn-ea"/>
              </a:rPr>
              <a:t>~</a:t>
            </a:r>
            <a:r>
              <a:rPr lang="zh-CN" altLang="en-US" sz="1600">
                <a:ea typeface="宋体" charset="0"/>
                <a:sym typeface="+mn-ea"/>
              </a:rPr>
              <a:t>这几次成绩都比较稳定在</a:t>
            </a:r>
            <a:r>
              <a:rPr lang="en-US" altLang="zh-CN" sz="1600">
                <a:ea typeface="宋体" charset="0"/>
                <a:sym typeface="+mn-ea"/>
              </a:rPr>
              <a:t>200</a:t>
            </a:r>
            <a:r>
              <a:rPr lang="zh-CN" altLang="en-US" sz="1600">
                <a:ea typeface="宋体" charset="0"/>
                <a:sym typeface="+mn-ea"/>
              </a:rPr>
              <a:t>名以上吗？那可以再持续提升呀，在桥城保持在前</a:t>
            </a:r>
            <a:r>
              <a:rPr lang="en-US" altLang="zh-CN" sz="1600">
                <a:ea typeface="宋体" charset="0"/>
                <a:sym typeface="+mn-ea"/>
              </a:rPr>
              <a:t>100</a:t>
            </a:r>
            <a:r>
              <a:rPr lang="zh-CN" altLang="en-US" sz="1600">
                <a:ea typeface="宋体" charset="0"/>
                <a:sym typeface="+mn-ea"/>
              </a:rPr>
              <a:t>名基本前</a:t>
            </a:r>
            <a:r>
              <a:rPr lang="en-US" altLang="zh-CN" sz="1600">
                <a:ea typeface="宋体" charset="0"/>
                <a:sym typeface="+mn-ea"/>
              </a:rPr>
              <a:t>8</a:t>
            </a:r>
            <a:r>
              <a:rPr lang="zh-CN" altLang="en-US" sz="1600">
                <a:ea typeface="宋体" charset="0"/>
                <a:sym typeface="+mn-ea"/>
              </a:rPr>
              <a:t>所高中是没有问题，现在各个科目成绩怎么样呢？我帮您看看怎么再提升到</a:t>
            </a:r>
            <a:r>
              <a:rPr lang="en-US" altLang="zh-CN" sz="1600">
                <a:ea typeface="宋体" charset="0"/>
                <a:sym typeface="+mn-ea"/>
              </a:rPr>
              <a:t>100</a:t>
            </a:r>
            <a:r>
              <a:rPr lang="zh-CN" altLang="en-US" sz="1600">
                <a:ea typeface="宋体" charset="0"/>
                <a:sym typeface="+mn-ea"/>
              </a:rPr>
              <a:t>名；</a:t>
            </a:r>
            <a:br>
              <a:rPr lang="zh-CN" altLang="en-US" sz="1600">
                <a:ea typeface="宋体" charset="0"/>
                <a:sym typeface="+mn-ea"/>
              </a:rPr>
            </a:br>
            <a:br>
              <a:rPr lang="zh-CN" altLang="en-US" sz="1600">
                <a:ea typeface="宋体" charset="0"/>
                <a:sym typeface="+mn-ea"/>
              </a:rPr>
            </a:br>
            <a:br>
              <a:rPr lang="zh-CN" altLang="en-US" sz="1600">
                <a:ea typeface="宋体" charset="0"/>
                <a:sym typeface="+mn-ea"/>
              </a:rPr>
            </a:br>
            <a:r>
              <a:rPr lang="zh-CN" altLang="en-US" sz="1600" b="1">
                <a:ea typeface="宋体" charset="0"/>
                <a:sym typeface="+mn-ea"/>
              </a:rPr>
              <a:t>低于</a:t>
            </a:r>
            <a:r>
              <a:rPr lang="en-US" altLang="zh-CN" sz="1600" b="1">
                <a:ea typeface="宋体" charset="0"/>
                <a:sym typeface="+mn-ea"/>
              </a:rPr>
              <a:t>200</a:t>
            </a:r>
            <a:r>
              <a:rPr lang="zh-CN" altLang="en-US" sz="1600" b="1">
                <a:ea typeface="宋体" charset="0"/>
                <a:sym typeface="+mn-ea"/>
              </a:rPr>
              <a:t>名的</a:t>
            </a:r>
            <a:r>
              <a:rPr lang="zh-CN" altLang="en-US" sz="1600">
                <a:ea typeface="宋体" charset="0"/>
                <a:sym typeface="+mn-ea"/>
              </a:rPr>
              <a:t>：</a:t>
            </a:r>
            <a:br>
              <a:rPr lang="zh-CN" altLang="en-US" sz="1600">
                <a:ea typeface="宋体" charset="0"/>
                <a:sym typeface="+mn-ea"/>
              </a:rPr>
            </a:br>
            <a:r>
              <a:rPr lang="zh-CN" altLang="en-US" sz="1600">
                <a:ea typeface="宋体" charset="0"/>
                <a:sym typeface="+mn-ea"/>
              </a:rPr>
              <a:t>那咱们还有很大的进步空间哦，现在才初一，还有</a:t>
            </a:r>
            <a:r>
              <a:rPr lang="en-US" altLang="zh-CN" sz="1600">
                <a:ea typeface="宋体" charset="0"/>
                <a:sym typeface="+mn-ea"/>
              </a:rPr>
              <a:t>2</a:t>
            </a:r>
            <a:r>
              <a:rPr lang="zh-CN" altLang="en-US" sz="1600">
                <a:ea typeface="宋体" charset="0"/>
                <a:sym typeface="+mn-ea"/>
              </a:rPr>
              <a:t>年时间，不过要尽早规划一下这些升学，咱们才有方向抓孩子哪个板块嘛；孩子现在各科目成绩怎么样呢？我帮您看看</a:t>
            </a:r>
            <a:br>
              <a:rPr lang="zh-CN" altLang="en-US" sz="1600">
                <a:ea typeface="宋体" charset="0"/>
                <a:sym typeface="+mn-ea"/>
              </a:rPr>
            </a:br>
            <a:br>
              <a:rPr lang="zh-CN" altLang="en-US" sz="1600">
                <a:ea typeface="宋体" charset="0"/>
                <a:sym typeface="+mn-ea"/>
              </a:rPr>
            </a:br>
            <a:r>
              <a:rPr lang="zh-CN" altLang="en-US" sz="1600" b="1">
                <a:ea typeface="宋体" charset="0"/>
                <a:sym typeface="+mn-ea"/>
              </a:rPr>
              <a:t>更低排名的</a:t>
            </a:r>
            <a:r>
              <a:rPr lang="zh-CN" altLang="en-US" sz="1600">
                <a:ea typeface="宋体" charset="0"/>
                <a:sym typeface="+mn-ea"/>
              </a:rPr>
              <a:t>：</a:t>
            </a:r>
            <a:br>
              <a:rPr lang="zh-CN" altLang="en-US" sz="1600">
                <a:ea typeface="宋体" charset="0"/>
                <a:sym typeface="+mn-ea"/>
              </a:rPr>
            </a:br>
            <a:r>
              <a:rPr lang="zh-CN" altLang="en-US" sz="1600">
                <a:ea typeface="宋体" charset="0"/>
                <a:sym typeface="+mn-ea"/>
              </a:rPr>
              <a:t>那咱们现在要多花点时间在孩子学习上面了，按照这个排名，如果没有太大的调整，未来中考很有可能只是去到禺山，二师高中去了，这些三梯度左右的高中，本科录取率确实不算太高；咱们未来想上个本科大学的话，还是要抓一抓的，孩子现在各科成绩怎么样？？</a:t>
            </a:r>
            <a:endParaRPr lang="zh-CN" altLang="en-US" sz="1600">
              <a:ea typeface="宋体" charset="0"/>
              <a:sym typeface="+mn-ea"/>
            </a:endParaRPr>
          </a:p>
        </p:txBody>
      </p:sp>
      <p:sp>
        <p:nvSpPr>
          <p:cNvPr id="9" name="流程图: 可选过程 8"/>
          <p:cNvSpPr/>
          <p:nvPr>
            <p:custDataLst>
              <p:tags r:id="rId2"/>
            </p:custDataLst>
          </p:nvPr>
        </p:nvSpPr>
        <p:spPr>
          <a:xfrm>
            <a:off x="3419475" y="16510"/>
            <a:ext cx="13900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怎么</a:t>
            </a:r>
            <a:r>
              <a:rPr lang="zh-CN" altLang="en-US" sz="2800" b="1" dirty="0">
                <a:solidFill>
                  <a:schemeClr val="tx1"/>
                </a:solidFill>
              </a:rPr>
              <a:t>聊</a:t>
            </a:r>
            <a:endParaRPr lang="zh-CN" altLang="en-US" sz="2800" b="1" dirty="0">
              <a:solidFill>
                <a:schemeClr val="tx1"/>
              </a:solidFill>
            </a:endParaRPr>
          </a:p>
        </p:txBody>
      </p:sp>
      <p:sp>
        <p:nvSpPr>
          <p:cNvPr id="10" name="流程图: 可选过程 9"/>
          <p:cNvSpPr/>
          <p:nvPr>
            <p:custDataLst>
              <p:tags r:id="rId3"/>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11" name="流程图: 可选过程 10"/>
          <p:cNvSpPr/>
          <p:nvPr>
            <p:custDataLst>
              <p:tags r:id="rId4"/>
            </p:custDataLst>
          </p:nvPr>
        </p:nvSpPr>
        <p:spPr>
          <a:xfrm>
            <a:off x="4892675" y="16510"/>
            <a:ext cx="295084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a:solidFill>
                  <a:srgbClr val="333333"/>
                </a:solidFill>
                <a:latin typeface="Noto Sans SC"/>
                <a:ea typeface="Noto Sans SC"/>
                <a:cs typeface="Noto Sans SC"/>
                <a:sym typeface="Noto Sans SC"/>
              </a:rPr>
              <a:t>初中中考</a:t>
            </a:r>
            <a:r>
              <a:rPr lang="zh-CN" altLang="en-US" sz="2800" b="1">
                <a:solidFill>
                  <a:srgbClr val="333333"/>
                </a:solidFill>
                <a:latin typeface="Noto Sans SC"/>
                <a:ea typeface="Noto Sans SC"/>
                <a:cs typeface="Noto Sans SC"/>
                <a:sym typeface="Noto Sans SC"/>
              </a:rPr>
              <a:t>上线数</a:t>
            </a:r>
            <a:endParaRPr lang="zh-CN" altLang="en-US" sz="2800" b="1">
              <a:solidFill>
                <a:srgbClr val="333333"/>
              </a:solidFill>
              <a:latin typeface="Noto Sans SC"/>
              <a:ea typeface="Noto Sans SC"/>
              <a:cs typeface="Noto Sans SC"/>
              <a:sym typeface="Noto Sans S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9" name="流程图: 可选过程 8"/>
          <p:cNvSpPr/>
          <p:nvPr>
            <p:custDataLst>
              <p:tags r:id="rId1"/>
            </p:custDataLst>
          </p:nvPr>
        </p:nvSpPr>
        <p:spPr>
          <a:xfrm>
            <a:off x="3419475" y="16510"/>
            <a:ext cx="13900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怎么</a:t>
            </a:r>
            <a:r>
              <a:rPr lang="zh-CN" altLang="en-US" sz="2800" b="1" dirty="0">
                <a:solidFill>
                  <a:schemeClr val="tx1"/>
                </a:solidFill>
              </a:rPr>
              <a:t>聊</a:t>
            </a:r>
            <a:endParaRPr lang="zh-CN" altLang="en-US" sz="2800" b="1" dirty="0">
              <a:solidFill>
                <a:schemeClr val="tx1"/>
              </a:solidFill>
            </a:endParaRPr>
          </a:p>
        </p:txBody>
      </p:sp>
      <p:sp>
        <p:nvSpPr>
          <p:cNvPr id="10" name="流程图: 可选过程 9"/>
          <p:cNvSpPr/>
          <p:nvPr>
            <p:custDataLst>
              <p:tags r:id="rId2"/>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11" name="流程图: 可选过程 10"/>
          <p:cNvSpPr/>
          <p:nvPr>
            <p:custDataLst>
              <p:tags r:id="rId3"/>
            </p:custDataLst>
          </p:nvPr>
        </p:nvSpPr>
        <p:spPr>
          <a:xfrm>
            <a:off x="4892675" y="16510"/>
            <a:ext cx="295084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a:solidFill>
                  <a:srgbClr val="333333"/>
                </a:solidFill>
                <a:latin typeface="Noto Sans SC"/>
                <a:ea typeface="Noto Sans SC"/>
                <a:cs typeface="Noto Sans SC"/>
                <a:sym typeface="Noto Sans SC"/>
              </a:rPr>
              <a:t>学科</a:t>
            </a:r>
            <a:r>
              <a:rPr lang="zh-CN" altLang="en-US" sz="2800" b="1">
                <a:solidFill>
                  <a:srgbClr val="333333"/>
                </a:solidFill>
                <a:latin typeface="Noto Sans SC"/>
                <a:ea typeface="Noto Sans SC"/>
                <a:cs typeface="Noto Sans SC"/>
                <a:sym typeface="Noto Sans SC"/>
              </a:rPr>
              <a:t>入手</a:t>
            </a:r>
            <a:endParaRPr lang="zh-CN" altLang="en-US" sz="2800" b="1">
              <a:solidFill>
                <a:srgbClr val="333333"/>
              </a:solidFill>
              <a:latin typeface="Noto Sans SC"/>
              <a:ea typeface="Noto Sans SC"/>
              <a:cs typeface="Noto Sans SC"/>
              <a:sym typeface="Noto Sans SC"/>
            </a:endParaRPr>
          </a:p>
        </p:txBody>
      </p:sp>
      <p:sp>
        <p:nvSpPr>
          <p:cNvPr id="3" name="文本框 2"/>
          <p:cNvSpPr txBox="1"/>
          <p:nvPr>
            <p:custDataLst>
              <p:tags r:id="rId4"/>
            </p:custDataLst>
          </p:nvPr>
        </p:nvSpPr>
        <p:spPr>
          <a:xfrm>
            <a:off x="112395" y="621665"/>
            <a:ext cx="4381500" cy="5803900"/>
          </a:xfrm>
          <a:prstGeom prst="rect">
            <a:avLst/>
          </a:prstGeom>
          <a:ln>
            <a:solidFill>
              <a:schemeClr val="tx1"/>
            </a:solidFill>
          </a:ln>
        </p:spPr>
        <p:style>
          <a:lnRef idx="0">
            <a:srgbClr val="FFFFFF"/>
          </a:lnRef>
          <a:fillRef idx="1">
            <a:schemeClr val="accent1"/>
          </a:fillRef>
          <a:effectRef idx="0">
            <a:srgbClr val="FFFFFF"/>
          </a:effectRef>
          <a:fontRef idx="minor">
            <a:schemeClr val="lt1"/>
          </a:fontRef>
        </p:style>
        <p:txBody>
          <a:bodyPr wrap="square" rtlCol="0">
            <a:noAutofit/>
          </a:bodyPr>
          <a:p>
            <a:pPr algn="l"/>
            <a:endParaRPr lang="zh-CN" altLang="en-US"/>
          </a:p>
          <a:p>
            <a:pPr algn="l"/>
            <a:endParaRPr lang="zh-CN" altLang="en-US"/>
          </a:p>
          <a:p>
            <a:pPr algn="l"/>
            <a:endParaRPr lang="zh-CN" altLang="en-US"/>
          </a:p>
          <a:p>
            <a:pPr algn="l"/>
            <a:r>
              <a:rPr lang="zh-CN" altLang="en-US"/>
              <a:t>1. 数学</a:t>
            </a:r>
            <a:endParaRPr lang="zh-CN" altLang="en-US"/>
          </a:p>
          <a:p>
            <a:pPr algn="l"/>
            <a:r>
              <a:rPr lang="zh-CN" altLang="en-US">
                <a:solidFill>
                  <a:schemeClr val="accent2">
                    <a:lumMod val="60000"/>
                    <a:lumOff val="40000"/>
                  </a:schemeClr>
                </a:solidFill>
              </a:rPr>
              <a:t>初中（150 分，新中考）</a:t>
            </a:r>
            <a:endParaRPr lang="zh-CN" altLang="en-US">
              <a:solidFill>
                <a:schemeClr val="accent2">
                  <a:lumMod val="60000"/>
                  <a:lumOff val="40000"/>
                </a:schemeClr>
              </a:solidFill>
            </a:endParaRPr>
          </a:p>
          <a:p>
            <a:pPr algn="l"/>
            <a:r>
              <a:rPr lang="zh-CN" altLang="en-US">
                <a:solidFill>
                  <a:schemeClr val="accent2">
                    <a:lumMod val="60000"/>
                    <a:lumOff val="40000"/>
                  </a:schemeClr>
                </a:solidFill>
              </a:rPr>
              <a:t>实数 / 代数式 / 方程不等式（纯计算）：约 45 分（30%）</a:t>
            </a:r>
            <a:endParaRPr lang="zh-CN" altLang="en-US">
              <a:solidFill>
                <a:schemeClr val="accent2">
                  <a:lumMod val="60000"/>
                  <a:lumOff val="40000"/>
                </a:schemeClr>
              </a:solidFill>
            </a:endParaRPr>
          </a:p>
          <a:p>
            <a:pPr algn="l"/>
            <a:r>
              <a:rPr lang="zh-CN" altLang="en-US">
                <a:solidFill>
                  <a:schemeClr val="accent2">
                    <a:lumMod val="60000"/>
                    <a:lumOff val="40000"/>
                  </a:schemeClr>
                </a:solidFill>
              </a:rPr>
              <a:t>函数（一次、二次、反比例）：约 35 分（23%）</a:t>
            </a:r>
            <a:endParaRPr lang="zh-CN" altLang="en-US">
              <a:solidFill>
                <a:schemeClr val="accent2">
                  <a:lumMod val="60000"/>
                  <a:lumOff val="40000"/>
                </a:schemeClr>
              </a:solidFill>
            </a:endParaRPr>
          </a:p>
          <a:p>
            <a:pPr algn="l"/>
            <a:r>
              <a:rPr lang="zh-CN" altLang="en-US">
                <a:solidFill>
                  <a:srgbClr val="C00000"/>
                </a:solidFill>
              </a:rPr>
              <a:t>几何（三角形、四边形、圆、相似、三角函数）：约 40 分（27%）</a:t>
            </a:r>
            <a:endParaRPr lang="zh-CN" altLang="en-US">
              <a:solidFill>
                <a:srgbClr val="C00000"/>
              </a:solidFill>
            </a:endParaRPr>
          </a:p>
          <a:p>
            <a:pPr algn="l"/>
            <a:r>
              <a:rPr lang="zh-CN" altLang="en-US">
                <a:solidFill>
                  <a:schemeClr val="accent2">
                    <a:lumMod val="60000"/>
                    <a:lumOff val="40000"/>
                  </a:schemeClr>
                </a:solidFill>
              </a:rPr>
              <a:t>统计概率：约 10 分（7%）</a:t>
            </a:r>
            <a:endParaRPr lang="zh-CN" altLang="en-US">
              <a:solidFill>
                <a:schemeClr val="accent2">
                  <a:lumMod val="60000"/>
                  <a:lumOff val="40000"/>
                </a:schemeClr>
              </a:solidFill>
            </a:endParaRPr>
          </a:p>
          <a:p>
            <a:pPr algn="l"/>
            <a:r>
              <a:rPr lang="zh-CN" altLang="en-US">
                <a:solidFill>
                  <a:schemeClr val="accent2">
                    <a:lumMod val="60000"/>
                    <a:lumOff val="40000"/>
                  </a:schemeClr>
                </a:solidFill>
              </a:rPr>
              <a:t>压轴综合题（计算 + 函数 + 几何）：约 20 分（13%）</a:t>
            </a:r>
            <a:endParaRPr lang="zh-CN" altLang="en-US">
              <a:solidFill>
                <a:schemeClr val="accent2">
                  <a:lumMod val="60000"/>
                  <a:lumOff val="40000"/>
                </a:schemeClr>
              </a:solidFill>
            </a:endParaRPr>
          </a:p>
        </p:txBody>
      </p:sp>
      <p:sp>
        <p:nvSpPr>
          <p:cNvPr id="6" name="文本框 5"/>
          <p:cNvSpPr txBox="1"/>
          <p:nvPr>
            <p:custDataLst>
              <p:tags r:id="rId5"/>
            </p:custDataLst>
          </p:nvPr>
        </p:nvSpPr>
        <p:spPr>
          <a:xfrm>
            <a:off x="4494530" y="621030"/>
            <a:ext cx="3876675" cy="5803900"/>
          </a:xfrm>
          <a:prstGeom prst="rect">
            <a:avLst/>
          </a:prstGeom>
        </p:spPr>
        <p:style>
          <a:lnRef idx="0">
            <a:srgbClr val="FFFFFF"/>
          </a:lnRef>
          <a:fillRef idx="1">
            <a:schemeClr val="accent4"/>
          </a:fillRef>
          <a:effectRef idx="0">
            <a:srgbClr val="FFFFFF"/>
          </a:effectRef>
          <a:fontRef idx="minor">
            <a:schemeClr val="lt1"/>
          </a:fontRef>
        </p:style>
        <p:txBody>
          <a:bodyPr wrap="square" rtlCol="0">
            <a:noAutofit/>
          </a:bodyPr>
          <a:p>
            <a:endParaRPr lang="zh-CN" altLang="en-US"/>
          </a:p>
          <a:p>
            <a:endParaRPr lang="zh-CN" altLang="en-US"/>
          </a:p>
          <a:p>
            <a:endParaRPr lang="zh-CN" altLang="en-US"/>
          </a:p>
          <a:p>
            <a:r>
              <a:rPr lang="zh-CN" altLang="en-US"/>
              <a:t>2. 语文</a:t>
            </a:r>
            <a:br>
              <a:rPr lang="zh-CN" altLang="en-US"/>
            </a:br>
            <a:r>
              <a:rPr lang="zh-CN" altLang="en-US"/>
              <a:t>初中（140 分，新中考）</a:t>
            </a:r>
            <a:endParaRPr lang="zh-CN" altLang="en-US"/>
          </a:p>
          <a:p>
            <a:r>
              <a:rPr lang="zh-CN" altLang="en-US"/>
              <a:t>基础积累（字音、字形、成语、病句、名著、古诗文默写）：约 28 分（20%）</a:t>
            </a:r>
            <a:endParaRPr lang="zh-CN" altLang="en-US"/>
          </a:p>
          <a:p>
            <a:r>
              <a:rPr lang="zh-CN" altLang="en-US"/>
              <a:t>古诗文阅读（文言实词 / 虚词、诗词鉴赏）：约 21 分（15%）</a:t>
            </a:r>
            <a:endParaRPr lang="zh-CN" altLang="en-US"/>
          </a:p>
          <a:p>
            <a:r>
              <a:rPr lang="zh-CN" altLang="en-US">
                <a:solidFill>
                  <a:srgbClr val="C00000"/>
                </a:solidFill>
              </a:rPr>
              <a:t>现代文阅读（记叙 / 说明 / 议论 / 非连续性文本）：约 49 分（35%）</a:t>
            </a:r>
            <a:endParaRPr lang="zh-CN" altLang="en-US">
              <a:solidFill>
                <a:srgbClr val="C00000"/>
              </a:solidFill>
            </a:endParaRPr>
          </a:p>
          <a:p>
            <a:r>
              <a:rPr lang="zh-CN" altLang="en-US">
                <a:solidFill>
                  <a:srgbClr val="FF0000"/>
                </a:solidFill>
              </a:rPr>
              <a:t>作文：约 56 分（40%）</a:t>
            </a:r>
            <a:endParaRPr lang="zh-CN" altLang="en-US">
              <a:solidFill>
                <a:srgbClr val="FF0000"/>
              </a:solidFill>
            </a:endParaRPr>
          </a:p>
        </p:txBody>
      </p:sp>
      <p:sp>
        <p:nvSpPr>
          <p:cNvPr id="8" name="文本框 7"/>
          <p:cNvSpPr txBox="1"/>
          <p:nvPr>
            <p:custDataLst>
              <p:tags r:id="rId6"/>
            </p:custDataLst>
          </p:nvPr>
        </p:nvSpPr>
        <p:spPr>
          <a:xfrm>
            <a:off x="8394065" y="629285"/>
            <a:ext cx="3735070" cy="5795645"/>
          </a:xfrm>
          <a:prstGeom prst="rect">
            <a:avLst/>
          </a:prstGeom>
        </p:spPr>
        <p:style>
          <a:lnRef idx="0">
            <a:srgbClr val="FFFFFF"/>
          </a:lnRef>
          <a:fillRef idx="1">
            <a:schemeClr val="accent2"/>
          </a:fillRef>
          <a:effectRef idx="0">
            <a:srgbClr val="FFFFFF"/>
          </a:effectRef>
          <a:fontRef idx="minor">
            <a:schemeClr val="lt1"/>
          </a:fontRef>
        </p:style>
        <p:txBody>
          <a:bodyPr wrap="square" rtlCol="0">
            <a:noAutofit/>
          </a:bodyPr>
          <a:p>
            <a:endParaRPr lang="zh-CN" altLang="en-US">
              <a:solidFill>
                <a:schemeClr val="bg1"/>
              </a:solidFill>
            </a:endParaRPr>
          </a:p>
          <a:p>
            <a:endParaRPr lang="zh-CN" altLang="en-US">
              <a:solidFill>
                <a:schemeClr val="bg1"/>
              </a:solidFill>
            </a:endParaRPr>
          </a:p>
          <a:p>
            <a:endParaRPr lang="zh-CN" altLang="en-US">
              <a:solidFill>
                <a:schemeClr val="bg1"/>
              </a:solidFill>
            </a:endParaRPr>
          </a:p>
          <a:p>
            <a:r>
              <a:rPr lang="zh-CN" altLang="en-US">
                <a:solidFill>
                  <a:schemeClr val="bg1"/>
                </a:solidFill>
              </a:rPr>
              <a:t>3. 英语</a:t>
            </a:r>
            <a:endParaRPr lang="zh-CN" altLang="en-US">
              <a:solidFill>
                <a:schemeClr val="bg1"/>
              </a:solidFill>
            </a:endParaRPr>
          </a:p>
          <a:p>
            <a:r>
              <a:rPr lang="zh-CN" altLang="en-US">
                <a:solidFill>
                  <a:schemeClr val="bg1"/>
                </a:solidFill>
              </a:rPr>
              <a:t>初中（140 分，新中考）</a:t>
            </a:r>
            <a:endParaRPr lang="zh-CN" altLang="en-US">
              <a:solidFill>
                <a:schemeClr val="bg1"/>
              </a:solidFill>
            </a:endParaRPr>
          </a:p>
          <a:p>
            <a:r>
              <a:rPr lang="zh-CN" altLang="en-US">
                <a:solidFill>
                  <a:schemeClr val="accent4">
                    <a:lumMod val="50000"/>
                  </a:schemeClr>
                </a:solidFill>
              </a:rPr>
              <a:t>听说（人机对话）：30 分（21.4%）</a:t>
            </a:r>
            <a:endParaRPr lang="zh-CN" altLang="en-US">
              <a:solidFill>
                <a:schemeClr val="accent4">
                  <a:lumMod val="50000"/>
                </a:schemeClr>
              </a:solidFill>
            </a:endParaRPr>
          </a:p>
          <a:p>
            <a:r>
              <a:rPr lang="zh-CN" altLang="en-US">
                <a:solidFill>
                  <a:schemeClr val="bg1"/>
                </a:solidFill>
              </a:rPr>
              <a:t>语法单选 + 完形填空：约 35 分（25%）</a:t>
            </a:r>
            <a:endParaRPr lang="zh-CN" altLang="en-US">
              <a:solidFill>
                <a:schemeClr val="bg1"/>
              </a:solidFill>
            </a:endParaRPr>
          </a:p>
          <a:p>
            <a:r>
              <a:rPr lang="zh-CN" altLang="en-US">
                <a:solidFill>
                  <a:srgbClr val="C00000"/>
                </a:solidFill>
              </a:rPr>
              <a:t>阅读理解：约 56 分（40%）</a:t>
            </a:r>
            <a:endParaRPr lang="zh-CN" altLang="en-US">
              <a:solidFill>
                <a:srgbClr val="C00000"/>
              </a:solidFill>
            </a:endParaRPr>
          </a:p>
          <a:p>
            <a:r>
              <a:rPr lang="zh-CN" altLang="en-US">
                <a:solidFill>
                  <a:schemeClr val="bg1"/>
                </a:solidFill>
              </a:rPr>
              <a:t>书面表达：约 19 分（13.6%）</a:t>
            </a:r>
            <a:endParaRPr lang="zh-CN" altLang="en-US">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9" name="流程图: 可选过程 8"/>
          <p:cNvSpPr/>
          <p:nvPr>
            <p:custDataLst>
              <p:tags r:id="rId1"/>
            </p:custDataLst>
          </p:nvPr>
        </p:nvSpPr>
        <p:spPr>
          <a:xfrm>
            <a:off x="3419475" y="16510"/>
            <a:ext cx="139001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dirty="0">
                <a:solidFill>
                  <a:schemeClr val="tx1"/>
                </a:solidFill>
              </a:rPr>
              <a:t>怎么</a:t>
            </a:r>
            <a:r>
              <a:rPr lang="zh-CN" altLang="en-US" sz="2800" b="1" dirty="0">
                <a:solidFill>
                  <a:schemeClr val="tx1"/>
                </a:solidFill>
              </a:rPr>
              <a:t>聊</a:t>
            </a:r>
            <a:endParaRPr lang="zh-CN" altLang="en-US" sz="2800" b="1" dirty="0">
              <a:solidFill>
                <a:schemeClr val="tx1"/>
              </a:solidFill>
            </a:endParaRPr>
          </a:p>
        </p:txBody>
      </p:sp>
      <p:sp>
        <p:nvSpPr>
          <p:cNvPr id="10" name="流程图: 可选过程 9"/>
          <p:cNvSpPr/>
          <p:nvPr>
            <p:custDataLst>
              <p:tags r:id="rId2"/>
            </p:custDataLst>
          </p:nvPr>
        </p:nvSpPr>
        <p:spPr>
          <a:xfrm>
            <a:off x="8255" y="16510"/>
            <a:ext cx="3392170" cy="604520"/>
          </a:xfrm>
          <a:prstGeom prst="flowChartAlternateProcess">
            <a:avLst/>
          </a:prstGeom>
          <a:solidFill>
            <a:srgbClr val="16537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lvl="0" algn="ctr">
              <a:defRPr>
                <a:solidFill>
                  <a:srgbClr val="000000"/>
                </a:solidFill>
              </a:defRPr>
            </a:pPr>
            <a:r>
              <a:rPr lang="zh-CN" altLang="en-US" sz="3200" b="1" dirty="0">
                <a:solidFill>
                  <a:schemeClr val="bg1"/>
                </a:solidFill>
                <a:sym typeface="+mn-ea"/>
              </a:rPr>
              <a:t>深聊？</a:t>
            </a:r>
            <a:r>
              <a:rPr lang="zh-CN" altLang="en-US" sz="3200" b="1" dirty="0">
                <a:solidFill>
                  <a:schemeClr val="bg1"/>
                </a:solidFill>
                <a:sym typeface="+mn-ea"/>
              </a:rPr>
              <a:t>推班？</a:t>
            </a:r>
            <a:endParaRPr lang="zh-CN" altLang="en-US" sz="3200" b="1" dirty="0">
              <a:solidFill>
                <a:schemeClr val="bg1"/>
              </a:solidFill>
              <a:sym typeface="+mn-ea"/>
            </a:endParaRPr>
          </a:p>
        </p:txBody>
      </p:sp>
      <p:sp>
        <p:nvSpPr>
          <p:cNvPr id="11" name="流程图: 可选过程 10"/>
          <p:cNvSpPr/>
          <p:nvPr>
            <p:custDataLst>
              <p:tags r:id="rId3"/>
            </p:custDataLst>
          </p:nvPr>
        </p:nvSpPr>
        <p:spPr>
          <a:xfrm>
            <a:off x="4892675" y="16510"/>
            <a:ext cx="2950845" cy="612775"/>
          </a:xfrm>
          <a:prstGeom prst="flowChartAlternateProcess">
            <a:avLst/>
          </a:prstGeom>
          <a:noFill/>
          <a:ln>
            <a:solidFill>
              <a:schemeClr val="tx1"/>
            </a:solidFill>
            <a:prstDash val="sysDash"/>
          </a:ln>
          <a:extLst>
            <a:ext uri="{909E8E84-426E-40DD-AFC4-6F175D3DCCD1}">
              <a14:hiddenFill xmlns:a14="http://schemas.microsoft.com/office/drawing/2010/main">
                <a:solidFill>
                  <a:srgbClr val="16537E"/>
                </a:solidFill>
              </a14:hiddenFill>
            </a:ext>
          </a:extLst>
        </p:spPr>
        <p:style>
          <a:lnRef idx="2">
            <a:schemeClr val="accent5">
              <a:shade val="50000"/>
            </a:schemeClr>
          </a:lnRef>
          <a:fillRef idx="1">
            <a:schemeClr val="accent5"/>
          </a:fillRef>
          <a:effectRef idx="0">
            <a:schemeClr val="accent5"/>
          </a:effectRef>
          <a:fontRef idx="minor">
            <a:schemeClr val="lt1"/>
          </a:fontRef>
        </p:style>
        <p:txBody>
          <a:bodyPr rtlCol="0" anchor="ctr"/>
          <a:p>
            <a:pPr>
              <a:defRPr>
                <a:solidFill>
                  <a:srgbClr val="000000"/>
                </a:solidFill>
              </a:defRPr>
            </a:pPr>
            <a:r>
              <a:rPr lang="zh-CN" altLang="en-US" sz="2800" b="1">
                <a:solidFill>
                  <a:srgbClr val="333333"/>
                </a:solidFill>
                <a:latin typeface="Noto Sans SC"/>
                <a:ea typeface="Noto Sans SC"/>
                <a:cs typeface="Noto Sans SC"/>
                <a:sym typeface="Noto Sans SC"/>
              </a:rPr>
              <a:t>学科</a:t>
            </a:r>
            <a:r>
              <a:rPr lang="zh-CN" altLang="en-US" sz="2800" b="1">
                <a:solidFill>
                  <a:srgbClr val="333333"/>
                </a:solidFill>
                <a:latin typeface="Noto Sans SC"/>
                <a:ea typeface="Noto Sans SC"/>
                <a:cs typeface="Noto Sans SC"/>
                <a:sym typeface="Noto Sans SC"/>
              </a:rPr>
              <a:t>扣分点</a:t>
            </a:r>
            <a:endParaRPr lang="zh-CN" altLang="en-US" sz="2800" b="1">
              <a:solidFill>
                <a:srgbClr val="333333"/>
              </a:solidFill>
              <a:latin typeface="Noto Sans SC"/>
              <a:ea typeface="Noto Sans SC"/>
              <a:cs typeface="Noto Sans SC"/>
              <a:sym typeface="Noto Sans SC"/>
            </a:endParaRPr>
          </a:p>
        </p:txBody>
      </p:sp>
      <p:sp>
        <p:nvSpPr>
          <p:cNvPr id="3" name="文本框 2"/>
          <p:cNvSpPr txBox="1"/>
          <p:nvPr>
            <p:custDataLst>
              <p:tags r:id="rId4"/>
            </p:custDataLst>
          </p:nvPr>
        </p:nvSpPr>
        <p:spPr>
          <a:xfrm>
            <a:off x="112395" y="621665"/>
            <a:ext cx="4381500" cy="5803900"/>
          </a:xfrm>
          <a:prstGeom prst="rect">
            <a:avLst/>
          </a:prstGeom>
          <a:ln>
            <a:solidFill>
              <a:schemeClr val="tx1"/>
            </a:solidFill>
          </a:ln>
        </p:spPr>
        <p:style>
          <a:lnRef idx="0">
            <a:srgbClr val="FFFFFF"/>
          </a:lnRef>
          <a:fillRef idx="1">
            <a:schemeClr val="accent1"/>
          </a:fillRef>
          <a:effectRef idx="0">
            <a:srgbClr val="FFFFFF"/>
          </a:effectRef>
          <a:fontRef idx="minor">
            <a:schemeClr val="lt1"/>
          </a:fontRef>
        </p:style>
        <p:txBody>
          <a:bodyPr wrap="square" rtlCol="0">
            <a:noAutofit/>
          </a:bodyPr>
          <a:p>
            <a:pPr algn="l"/>
            <a:r>
              <a:rPr lang="zh-CN" altLang="en-US" sz="1600">
                <a:solidFill>
                  <a:schemeClr val="accent2">
                    <a:lumMod val="60000"/>
                    <a:lumOff val="40000"/>
                  </a:schemeClr>
                </a:solidFill>
              </a:rPr>
              <a:t>核心扣分点</a:t>
            </a:r>
            <a:endParaRPr lang="zh-CN" altLang="en-US" sz="1600">
              <a:solidFill>
                <a:schemeClr val="accent2">
                  <a:lumMod val="60000"/>
                  <a:lumOff val="40000"/>
                </a:schemeClr>
              </a:solidFill>
            </a:endParaRPr>
          </a:p>
          <a:p>
            <a:pPr algn="l"/>
            <a:r>
              <a:rPr lang="en-US" altLang="zh-CN" sz="1600">
                <a:solidFill>
                  <a:schemeClr val="accent2">
                    <a:lumMod val="60000"/>
                    <a:lumOff val="40000"/>
                  </a:schemeClr>
                </a:solidFill>
              </a:rPr>
              <a:t>1</a:t>
            </a:r>
            <a:r>
              <a:rPr lang="zh-CN" altLang="en-US" sz="1600">
                <a:solidFill>
                  <a:schemeClr val="accent2">
                    <a:lumMod val="60000"/>
                    <a:lumOff val="40000"/>
                  </a:schemeClr>
                </a:solidFill>
              </a:rPr>
              <a:t>、计算失误；</a:t>
            </a:r>
            <a:endParaRPr lang="zh-CN" altLang="en-US" sz="1600">
              <a:solidFill>
                <a:schemeClr val="accent2">
                  <a:lumMod val="60000"/>
                  <a:lumOff val="40000"/>
                </a:schemeClr>
              </a:solidFill>
            </a:endParaRPr>
          </a:p>
          <a:p>
            <a:pPr algn="l"/>
            <a:r>
              <a:rPr lang="en-US" altLang="zh-CN" sz="1600">
                <a:solidFill>
                  <a:schemeClr val="accent2">
                    <a:lumMod val="60000"/>
                    <a:lumOff val="40000"/>
                  </a:schemeClr>
                </a:solidFill>
              </a:rPr>
              <a:t>2</a:t>
            </a:r>
            <a:r>
              <a:rPr lang="zh-CN" altLang="en-US" sz="1600">
                <a:solidFill>
                  <a:schemeClr val="accent2">
                    <a:lumMod val="60000"/>
                    <a:lumOff val="40000"/>
                  </a:schemeClr>
                </a:solidFill>
              </a:rPr>
              <a:t>、基础概念模糊：绝对值、数轴、整式定义理解不清</a:t>
            </a:r>
            <a:endParaRPr lang="zh-CN" altLang="en-US" sz="1600">
              <a:solidFill>
                <a:schemeClr val="accent2">
                  <a:lumMod val="60000"/>
                  <a:lumOff val="40000"/>
                </a:schemeClr>
              </a:solidFill>
            </a:endParaRPr>
          </a:p>
          <a:p>
            <a:pPr algn="l"/>
            <a:r>
              <a:rPr lang="en-US" altLang="zh-CN" sz="1600">
                <a:solidFill>
                  <a:schemeClr val="accent2">
                    <a:lumMod val="60000"/>
                    <a:lumOff val="40000"/>
                  </a:schemeClr>
                </a:solidFill>
              </a:rPr>
              <a:t>3</a:t>
            </a:r>
            <a:r>
              <a:rPr lang="zh-CN" altLang="en-US" sz="1600">
                <a:solidFill>
                  <a:schemeClr val="accent2">
                    <a:lumMod val="60000"/>
                    <a:lumOff val="40000"/>
                  </a:schemeClr>
                </a:solidFill>
              </a:rPr>
              <a:t>、应用题不会找等量关系；几何解题步骤残缺；</a:t>
            </a:r>
            <a:r>
              <a:rPr lang="en-US" altLang="zh-CN" sz="1600">
                <a:solidFill>
                  <a:schemeClr val="accent2">
                    <a:lumMod val="60000"/>
                    <a:lumOff val="40000"/>
                  </a:schemeClr>
                </a:solidFill>
              </a:rPr>
              <a:t>4</a:t>
            </a:r>
            <a:r>
              <a:rPr lang="zh-CN" altLang="en-US" sz="1600">
                <a:solidFill>
                  <a:schemeClr val="accent2">
                    <a:lumMod val="60000"/>
                    <a:lumOff val="40000"/>
                  </a:schemeClr>
                </a:solidFill>
              </a:rPr>
              <a:t>、缺乏分类讨论思维，做题遗漏情况</a:t>
            </a:r>
            <a:endParaRPr lang="zh-CN" altLang="en-US" sz="1600">
              <a:solidFill>
                <a:schemeClr val="accent2">
                  <a:lumMod val="60000"/>
                  <a:lumOff val="40000"/>
                </a:schemeClr>
              </a:solidFill>
            </a:endParaRPr>
          </a:p>
          <a:p>
            <a:pPr algn="l"/>
            <a:r>
              <a:rPr lang="en-US" altLang="zh-CN" sz="1600">
                <a:solidFill>
                  <a:schemeClr val="accent2">
                    <a:lumMod val="60000"/>
                    <a:lumOff val="40000"/>
                  </a:schemeClr>
                </a:solidFill>
              </a:rPr>
              <a:t>5</a:t>
            </a:r>
            <a:r>
              <a:rPr lang="zh-CN" altLang="en-US" sz="1600">
                <a:solidFill>
                  <a:schemeClr val="accent2">
                    <a:lumMod val="60000"/>
                    <a:lumOff val="40000"/>
                  </a:schemeClr>
                </a:solidFill>
              </a:rPr>
              <a:t>、同类错题反复出错，不总结复盘</a:t>
            </a:r>
            <a:endParaRPr lang="zh-CN" altLang="en-US" sz="1600">
              <a:solidFill>
                <a:schemeClr val="accent2">
                  <a:lumMod val="60000"/>
                  <a:lumOff val="40000"/>
                </a:schemeClr>
              </a:solidFill>
            </a:endParaRPr>
          </a:p>
          <a:p>
            <a:pPr algn="l"/>
            <a:br>
              <a:rPr lang="zh-CN" altLang="en-US" sz="1600">
                <a:solidFill>
                  <a:schemeClr val="accent2">
                    <a:lumMod val="60000"/>
                    <a:lumOff val="40000"/>
                  </a:schemeClr>
                </a:solidFill>
              </a:rPr>
            </a:br>
            <a:r>
              <a:rPr lang="zh-CN" altLang="en-US" sz="1600">
                <a:solidFill>
                  <a:schemeClr val="accent2">
                    <a:lumMod val="60000"/>
                    <a:lumOff val="40000"/>
                  </a:schemeClr>
                </a:solidFill>
              </a:rPr>
              <a:t>对初中三年影响</a:t>
            </a:r>
            <a:endParaRPr lang="zh-CN" altLang="en-US" sz="1600">
              <a:solidFill>
                <a:schemeClr val="accent2">
                  <a:lumMod val="60000"/>
                  <a:lumOff val="40000"/>
                </a:schemeClr>
              </a:solidFill>
            </a:endParaRPr>
          </a:p>
          <a:p>
            <a:pPr algn="l"/>
            <a:r>
              <a:rPr lang="en-US" altLang="zh-CN" sz="1600">
                <a:solidFill>
                  <a:schemeClr val="accent2">
                    <a:lumMod val="60000"/>
                    <a:lumOff val="40000"/>
                  </a:schemeClr>
                </a:solidFill>
              </a:rPr>
              <a:t>1</a:t>
            </a:r>
            <a:r>
              <a:rPr lang="zh-CN" altLang="en-US" sz="1600">
                <a:solidFill>
                  <a:schemeClr val="accent2">
                    <a:lumMod val="60000"/>
                    <a:lumOff val="40000"/>
                  </a:schemeClr>
                </a:solidFill>
              </a:rPr>
              <a:t>、计算能力不过关，初二分式、根式、函数计算全出错，大题步骤对结果错全扣分</a:t>
            </a:r>
            <a:endParaRPr lang="zh-CN" altLang="en-US" sz="1600">
              <a:solidFill>
                <a:schemeClr val="accent2">
                  <a:lumMod val="60000"/>
                  <a:lumOff val="40000"/>
                </a:schemeClr>
              </a:solidFill>
            </a:endParaRPr>
          </a:p>
          <a:p>
            <a:pPr algn="l"/>
            <a:r>
              <a:rPr lang="en-US" altLang="zh-CN" sz="1600">
                <a:solidFill>
                  <a:schemeClr val="accent2">
                    <a:lumMod val="60000"/>
                    <a:lumOff val="40000"/>
                  </a:schemeClr>
                </a:solidFill>
              </a:rPr>
              <a:t>2</a:t>
            </a:r>
            <a:r>
              <a:rPr lang="zh-CN" altLang="en-US" sz="1600">
                <a:solidFill>
                  <a:schemeClr val="accent2">
                    <a:lumMod val="60000"/>
                    <a:lumOff val="40000"/>
                  </a:schemeClr>
                </a:solidFill>
              </a:rPr>
              <a:t>、代数基础不稳，二元一次方程、不等式、一次函数入门直接掉队</a:t>
            </a:r>
            <a:endParaRPr lang="zh-CN" altLang="en-US" sz="1600">
              <a:solidFill>
                <a:schemeClr val="accent2">
                  <a:lumMod val="60000"/>
                  <a:lumOff val="40000"/>
                </a:schemeClr>
              </a:solidFill>
            </a:endParaRPr>
          </a:p>
          <a:p>
            <a:pPr algn="l"/>
            <a:r>
              <a:rPr lang="en-US" altLang="zh-CN" sz="1600">
                <a:solidFill>
                  <a:schemeClr val="accent2">
                    <a:lumMod val="60000"/>
                    <a:lumOff val="40000"/>
                  </a:schemeClr>
                </a:solidFill>
              </a:rPr>
              <a:t>3</a:t>
            </a:r>
            <a:r>
              <a:rPr lang="zh-CN" altLang="en-US" sz="1600">
                <a:solidFill>
                  <a:schemeClr val="accent2">
                    <a:lumMod val="60000"/>
                    <a:lumOff val="40000"/>
                  </a:schemeClr>
                </a:solidFill>
              </a:rPr>
              <a:t>、几何逻辑没建立，初二全等三角形、初三圆、几何压轴题完全跟不上</a:t>
            </a:r>
            <a:endParaRPr lang="zh-CN" altLang="en-US" sz="1600">
              <a:solidFill>
                <a:schemeClr val="accent2">
                  <a:lumMod val="60000"/>
                  <a:lumOff val="40000"/>
                </a:schemeClr>
              </a:solidFill>
            </a:endParaRPr>
          </a:p>
          <a:p>
            <a:pPr algn="l"/>
            <a:r>
              <a:rPr lang="en-US" altLang="zh-CN" sz="1600">
                <a:solidFill>
                  <a:schemeClr val="accent2">
                    <a:lumMod val="60000"/>
                    <a:lumOff val="40000"/>
                  </a:schemeClr>
                </a:solidFill>
              </a:rPr>
              <a:t>4</a:t>
            </a:r>
            <a:r>
              <a:rPr lang="zh-CN" altLang="en-US" sz="1600">
                <a:solidFill>
                  <a:schemeClr val="accent2">
                    <a:lumMod val="60000"/>
                    <a:lumOff val="40000"/>
                  </a:schemeClr>
                </a:solidFill>
              </a:rPr>
              <a:t>、应用题解题思路缺失，中考函数应用、实际应用题常年丢分</a:t>
            </a:r>
            <a:endParaRPr lang="zh-CN" altLang="en-US" sz="1600">
              <a:solidFill>
                <a:schemeClr val="accent2">
                  <a:lumMod val="60000"/>
                  <a:lumOff val="40000"/>
                </a:schemeClr>
              </a:solidFill>
            </a:endParaRPr>
          </a:p>
          <a:p>
            <a:pPr algn="l"/>
            <a:r>
              <a:rPr lang="en-US" altLang="zh-CN" sz="1600">
                <a:solidFill>
                  <a:schemeClr val="accent2">
                    <a:lumMod val="60000"/>
                    <a:lumOff val="40000"/>
                  </a:schemeClr>
                </a:solidFill>
              </a:rPr>
              <a:t>5</a:t>
            </a:r>
            <a:r>
              <a:rPr lang="zh-CN" altLang="en-US" sz="1600">
                <a:solidFill>
                  <a:schemeClr val="accent2">
                    <a:lumMod val="60000"/>
                    <a:lumOff val="40000"/>
                  </a:schemeClr>
                </a:solidFill>
              </a:rPr>
              <a:t>、粗心陋习难改，中考简单题无故失分，拉开总分差</a:t>
            </a:r>
            <a:endParaRPr lang="zh-CN" altLang="en-US" sz="1600">
              <a:solidFill>
                <a:schemeClr val="accent2">
                  <a:lumMod val="60000"/>
                  <a:lumOff val="40000"/>
                </a:schemeClr>
              </a:solidFill>
            </a:endParaRPr>
          </a:p>
        </p:txBody>
      </p:sp>
      <p:sp>
        <p:nvSpPr>
          <p:cNvPr id="6" name="文本框 5"/>
          <p:cNvSpPr txBox="1"/>
          <p:nvPr>
            <p:custDataLst>
              <p:tags r:id="rId5"/>
            </p:custDataLst>
          </p:nvPr>
        </p:nvSpPr>
        <p:spPr>
          <a:xfrm>
            <a:off x="4494530" y="621030"/>
            <a:ext cx="3876675" cy="5803900"/>
          </a:xfrm>
          <a:prstGeom prst="rect">
            <a:avLst/>
          </a:prstGeom>
        </p:spPr>
        <p:style>
          <a:lnRef idx="0">
            <a:srgbClr val="FFFFFF"/>
          </a:lnRef>
          <a:fillRef idx="1">
            <a:schemeClr val="accent4"/>
          </a:fillRef>
          <a:effectRef idx="0">
            <a:srgbClr val="FFFFFF"/>
          </a:effectRef>
          <a:fontRef idx="minor">
            <a:schemeClr val="lt1"/>
          </a:fontRef>
        </p:style>
        <p:txBody>
          <a:bodyPr wrap="square" rtlCol="0">
            <a:noAutofit/>
          </a:bodyPr>
          <a:p>
            <a:r>
              <a:rPr lang="zh-CN" altLang="en-US" sz="1600"/>
              <a:t>核心扣分点</a:t>
            </a:r>
            <a:endParaRPr lang="zh-CN" altLang="en-US" sz="1600"/>
          </a:p>
          <a:p>
            <a:r>
              <a:rPr lang="en-US" altLang="zh-CN" sz="1600"/>
              <a:t>1</a:t>
            </a:r>
            <a:r>
              <a:rPr lang="zh-CN" altLang="en-US" sz="1600"/>
              <a:t>、古诗文默写；</a:t>
            </a:r>
            <a:br>
              <a:rPr lang="zh-CN" altLang="en-US" sz="1600"/>
            </a:br>
            <a:r>
              <a:rPr lang="en-US" altLang="zh-CN" sz="1600"/>
              <a:t>2</a:t>
            </a:r>
            <a:r>
              <a:rPr lang="zh-CN" altLang="en-US" sz="1600"/>
              <a:t>、课内文言文实词虚词记混；</a:t>
            </a:r>
            <a:endParaRPr lang="zh-CN" altLang="en-US" sz="1600"/>
          </a:p>
          <a:p>
            <a:r>
              <a:rPr lang="en-US" altLang="zh-CN" sz="1600"/>
              <a:t>3</a:t>
            </a:r>
            <a:r>
              <a:rPr lang="zh-CN" altLang="en-US" sz="1600"/>
              <a:t>、现代文阅读不会踩得分点，概括不全、答题口语化</a:t>
            </a:r>
            <a:endParaRPr lang="zh-CN" altLang="en-US" sz="1600"/>
          </a:p>
          <a:p>
            <a:r>
              <a:rPr lang="en-US" altLang="zh-CN" sz="1600"/>
              <a:t>4</a:t>
            </a:r>
            <a:r>
              <a:rPr lang="zh-CN" altLang="en-US" sz="1600"/>
              <a:t>、名著阅读只看情节，不记考点、人物形象</a:t>
            </a:r>
            <a:endParaRPr lang="zh-CN" altLang="en-US" sz="1600"/>
          </a:p>
          <a:p>
            <a:r>
              <a:rPr lang="en-US" altLang="zh-CN" sz="1600"/>
              <a:t>5</a:t>
            </a:r>
            <a:r>
              <a:rPr lang="zh-CN" altLang="en-US" sz="1600"/>
              <a:t>、作文立意浅显、素材老旧、结构松散、卷面潦草</a:t>
            </a:r>
            <a:endParaRPr lang="zh-CN" altLang="en-US" sz="1600"/>
          </a:p>
          <a:p>
            <a:br>
              <a:rPr lang="zh-CN" altLang="en-US" sz="1600"/>
            </a:br>
            <a:r>
              <a:rPr lang="zh-CN" altLang="en-US" sz="1600"/>
              <a:t>对初中三年影响</a:t>
            </a:r>
            <a:endParaRPr lang="zh-CN" altLang="en-US" sz="1600"/>
          </a:p>
          <a:p>
            <a:r>
              <a:rPr lang="en-US" altLang="zh-CN" sz="1600"/>
              <a:t>1</a:t>
            </a:r>
            <a:r>
              <a:rPr lang="zh-CN" altLang="en-US" sz="1600"/>
              <a:t>、基础漏洞固化，初三中考基础题难拿满分，常年丢保底分</a:t>
            </a:r>
            <a:endParaRPr lang="zh-CN" altLang="en-US" sz="1600"/>
          </a:p>
          <a:p>
            <a:r>
              <a:rPr lang="en-US" altLang="zh-CN" sz="1600"/>
              <a:t>2</a:t>
            </a:r>
            <a:r>
              <a:rPr lang="zh-CN" altLang="en-US" sz="1600"/>
              <a:t>、文言功底薄弱，初二课外文言、初三中考文言文直接失分严重</a:t>
            </a:r>
            <a:endParaRPr lang="zh-CN" altLang="en-US" sz="1600"/>
          </a:p>
          <a:p>
            <a:r>
              <a:rPr lang="en-US" altLang="zh-CN" sz="1600"/>
              <a:t>3</a:t>
            </a:r>
            <a:r>
              <a:rPr lang="zh-CN" altLang="en-US" sz="1600"/>
              <a:t>、阅读答题思维没成型，三年阅读理解大题持续大量丢分</a:t>
            </a:r>
            <a:endParaRPr lang="zh-CN" altLang="en-US" sz="1600"/>
          </a:p>
          <a:p>
            <a:r>
              <a:rPr lang="en-US" altLang="zh-CN" sz="1600"/>
              <a:t>4</a:t>
            </a:r>
            <a:r>
              <a:rPr lang="zh-CN" altLang="en-US" sz="1600"/>
              <a:t>、作文写作习惯定型，后期难提升，中考作文难冲高分档</a:t>
            </a:r>
            <a:endParaRPr lang="zh-CN" altLang="en-US" sz="1600"/>
          </a:p>
          <a:p>
            <a:r>
              <a:rPr lang="en-US" altLang="zh-CN" sz="1600"/>
              <a:t>5</a:t>
            </a:r>
            <a:r>
              <a:rPr lang="zh-CN" altLang="en-US" sz="1600"/>
              <a:t>、积累习惯缺失，初三诗词、文言、名著汇总复习极度吃力</a:t>
            </a:r>
            <a:endParaRPr lang="zh-CN" altLang="en-US" sz="1600"/>
          </a:p>
        </p:txBody>
      </p:sp>
      <p:sp>
        <p:nvSpPr>
          <p:cNvPr id="8" name="文本框 7"/>
          <p:cNvSpPr txBox="1"/>
          <p:nvPr>
            <p:custDataLst>
              <p:tags r:id="rId6"/>
            </p:custDataLst>
          </p:nvPr>
        </p:nvSpPr>
        <p:spPr>
          <a:xfrm>
            <a:off x="8394065" y="629285"/>
            <a:ext cx="3735070" cy="5795645"/>
          </a:xfrm>
          <a:prstGeom prst="rect">
            <a:avLst/>
          </a:prstGeom>
        </p:spPr>
        <p:style>
          <a:lnRef idx="0">
            <a:srgbClr val="FFFFFF"/>
          </a:lnRef>
          <a:fillRef idx="1">
            <a:schemeClr val="accent2"/>
          </a:fillRef>
          <a:effectRef idx="0">
            <a:srgbClr val="FFFFFF"/>
          </a:effectRef>
          <a:fontRef idx="minor">
            <a:schemeClr val="lt1"/>
          </a:fontRef>
        </p:style>
        <p:txBody>
          <a:bodyPr wrap="square" rtlCol="0">
            <a:noAutofit/>
          </a:bodyPr>
          <a:p>
            <a:r>
              <a:rPr lang="zh-CN" altLang="en-US" sz="1600">
                <a:solidFill>
                  <a:schemeClr val="bg1"/>
                </a:solidFill>
              </a:rPr>
              <a:t>核心扣分点</a:t>
            </a:r>
            <a:endParaRPr lang="zh-CN" altLang="en-US" sz="1600">
              <a:solidFill>
                <a:schemeClr val="bg1"/>
              </a:solidFill>
            </a:endParaRPr>
          </a:p>
          <a:p>
            <a:r>
              <a:rPr lang="en-US" altLang="zh-CN" sz="1600">
                <a:solidFill>
                  <a:schemeClr val="bg1"/>
                </a:solidFill>
              </a:rPr>
              <a:t>1</a:t>
            </a:r>
            <a:r>
              <a:rPr lang="zh-CN" altLang="en-US" sz="1600">
                <a:solidFill>
                  <a:schemeClr val="bg1"/>
                </a:solidFill>
              </a:rPr>
              <a:t>、单词拼写错误、词汇背诵不扎实</a:t>
            </a:r>
            <a:endParaRPr lang="zh-CN" altLang="en-US" sz="1600">
              <a:solidFill>
                <a:schemeClr val="bg1"/>
              </a:solidFill>
            </a:endParaRPr>
          </a:p>
          <a:p>
            <a:r>
              <a:rPr lang="en-US" altLang="zh-CN" sz="1600">
                <a:solidFill>
                  <a:schemeClr val="bg1"/>
                </a:solidFill>
              </a:rPr>
              <a:t>2</a:t>
            </a:r>
            <a:r>
              <a:rPr lang="zh-CN" altLang="en-US" sz="1600">
                <a:solidFill>
                  <a:schemeClr val="bg1"/>
                </a:solidFill>
              </a:rPr>
              <a:t>、基础时态混用、主谓不一致</a:t>
            </a:r>
            <a:endParaRPr lang="zh-CN" altLang="en-US" sz="1600">
              <a:solidFill>
                <a:schemeClr val="bg1"/>
              </a:solidFill>
            </a:endParaRPr>
          </a:p>
          <a:p>
            <a:r>
              <a:rPr lang="en-US" altLang="zh-CN" sz="1600">
                <a:solidFill>
                  <a:schemeClr val="bg1"/>
                </a:solidFill>
              </a:rPr>
              <a:t>3</a:t>
            </a:r>
            <a:r>
              <a:rPr lang="zh-CN" altLang="en-US" sz="1600">
                <a:solidFill>
                  <a:schemeClr val="bg1"/>
                </a:solidFill>
              </a:rPr>
              <a:t>、简单句型结构混乱，句子语序错误</a:t>
            </a:r>
            <a:endParaRPr lang="zh-CN" altLang="en-US" sz="1600">
              <a:solidFill>
                <a:schemeClr val="bg1"/>
              </a:solidFill>
            </a:endParaRPr>
          </a:p>
          <a:p>
            <a:r>
              <a:rPr lang="en-US" altLang="zh-CN" sz="1600">
                <a:solidFill>
                  <a:schemeClr val="bg1"/>
                </a:solidFill>
              </a:rPr>
              <a:t>4</a:t>
            </a:r>
            <a:r>
              <a:rPr lang="zh-CN" altLang="en-US" sz="1600">
                <a:solidFill>
                  <a:schemeClr val="bg1"/>
                </a:solidFill>
              </a:rPr>
              <a:t>、完形填空不会结合上下文推理</a:t>
            </a:r>
            <a:endParaRPr lang="zh-CN" altLang="en-US" sz="1600">
              <a:solidFill>
                <a:schemeClr val="bg1"/>
              </a:solidFill>
            </a:endParaRPr>
          </a:p>
          <a:p>
            <a:r>
              <a:rPr lang="en-US" altLang="zh-CN" sz="1600">
                <a:solidFill>
                  <a:schemeClr val="bg1"/>
                </a:solidFill>
              </a:rPr>
              <a:t>5</a:t>
            </a:r>
            <a:r>
              <a:rPr lang="zh-CN" altLang="en-US" sz="1600">
                <a:solidFill>
                  <a:schemeClr val="bg1"/>
                </a:solidFill>
              </a:rPr>
              <a:t>、阅读理解抓不住主旨，细节题看错题干丢分</a:t>
            </a:r>
            <a:endParaRPr lang="zh-CN" altLang="en-US" sz="1600">
              <a:solidFill>
                <a:schemeClr val="bg1"/>
              </a:solidFill>
            </a:endParaRPr>
          </a:p>
          <a:p>
            <a:r>
              <a:rPr lang="en-US" altLang="zh-CN" sz="1600">
                <a:solidFill>
                  <a:schemeClr val="bg1"/>
                </a:solidFill>
              </a:rPr>
              <a:t>6</a:t>
            </a:r>
            <a:r>
              <a:rPr lang="zh-CN" altLang="en-US" sz="1600">
                <a:solidFill>
                  <a:schemeClr val="bg1"/>
                </a:solidFill>
              </a:rPr>
              <a:t>、书面表达句式单一，中式英语、语法错误扎堆</a:t>
            </a:r>
            <a:endParaRPr lang="zh-CN" altLang="en-US" sz="1600">
              <a:solidFill>
                <a:schemeClr val="bg1"/>
              </a:solidFill>
            </a:endParaRPr>
          </a:p>
          <a:p>
            <a:endParaRPr lang="zh-CN" altLang="en-US" sz="1600">
              <a:solidFill>
                <a:schemeClr val="bg1"/>
              </a:solidFill>
            </a:endParaRPr>
          </a:p>
          <a:p>
            <a:r>
              <a:rPr lang="zh-CN" altLang="en-US" sz="1600">
                <a:solidFill>
                  <a:schemeClr val="bg1"/>
                </a:solidFill>
              </a:rPr>
              <a:t>对初中三年影响</a:t>
            </a:r>
            <a:endParaRPr lang="zh-CN" altLang="en-US" sz="1600">
              <a:solidFill>
                <a:schemeClr val="bg1"/>
              </a:solidFill>
            </a:endParaRPr>
          </a:p>
          <a:p>
            <a:r>
              <a:rPr lang="en-US" altLang="zh-CN" sz="1600">
                <a:solidFill>
                  <a:schemeClr val="bg1"/>
                </a:solidFill>
              </a:rPr>
              <a:t>1</a:t>
            </a:r>
            <a:r>
              <a:rPr lang="zh-CN" altLang="en-US" sz="1600">
                <a:solidFill>
                  <a:schemeClr val="bg1"/>
                </a:solidFill>
              </a:rPr>
              <a:t>、词汇积累断层，初二初三海量单词难以吃透，阅读文章看不懂</a:t>
            </a:r>
            <a:endParaRPr lang="zh-CN" altLang="en-US" sz="1600">
              <a:solidFill>
                <a:schemeClr val="bg1"/>
              </a:solidFill>
            </a:endParaRPr>
          </a:p>
          <a:p>
            <a:r>
              <a:rPr lang="en-US" altLang="zh-CN" sz="1600">
                <a:solidFill>
                  <a:schemeClr val="bg1"/>
                </a:solidFill>
              </a:rPr>
              <a:t>2</a:t>
            </a:r>
            <a:r>
              <a:rPr lang="zh-CN" altLang="en-US" sz="1600">
                <a:solidFill>
                  <a:schemeClr val="bg1"/>
                </a:solidFill>
              </a:rPr>
              <a:t>、基础语法漏洞堆积，宾语从句、状语从句等复合语法彻底学不懂</a:t>
            </a:r>
            <a:endParaRPr lang="zh-CN" altLang="en-US" sz="1600">
              <a:solidFill>
                <a:schemeClr val="bg1"/>
              </a:solidFill>
            </a:endParaRPr>
          </a:p>
          <a:p>
            <a:r>
              <a:rPr lang="en-US" altLang="zh-CN" sz="1600">
                <a:solidFill>
                  <a:schemeClr val="bg1"/>
                </a:solidFill>
              </a:rPr>
              <a:t>3</a:t>
            </a:r>
            <a:r>
              <a:rPr lang="zh-CN" altLang="en-US" sz="1600">
                <a:solidFill>
                  <a:schemeClr val="bg1"/>
                </a:solidFill>
              </a:rPr>
              <a:t>、解题思维缺失，完形、阅读三年都是重灾区，分值占比大幅丢失</a:t>
            </a:r>
            <a:endParaRPr lang="zh-CN" altLang="en-US" sz="1600">
              <a:solidFill>
                <a:schemeClr val="bg1"/>
              </a:solidFill>
            </a:endParaRPr>
          </a:p>
          <a:p>
            <a:r>
              <a:rPr lang="en-US" altLang="zh-CN" sz="1600">
                <a:solidFill>
                  <a:schemeClr val="bg1"/>
                </a:solidFill>
              </a:rPr>
              <a:t>4</a:t>
            </a:r>
            <a:r>
              <a:rPr lang="zh-CN" altLang="en-US" sz="1600">
                <a:solidFill>
                  <a:schemeClr val="bg1"/>
                </a:solidFill>
              </a:rPr>
              <a:t>、写作底子差，无法运用高级句型，中考英语作文低分定型</a:t>
            </a:r>
            <a:endParaRPr lang="zh-CN" altLang="en-US" sz="1600">
              <a:solidFill>
                <a:schemeClr val="bg1"/>
              </a:solidFill>
            </a:endParaRPr>
          </a:p>
          <a:p>
            <a:r>
              <a:rPr lang="en-US" altLang="zh-CN" sz="1600">
                <a:solidFill>
                  <a:schemeClr val="bg1"/>
                </a:solidFill>
              </a:rPr>
              <a:t>5</a:t>
            </a:r>
            <a:r>
              <a:rPr lang="zh-CN" altLang="en-US" sz="1600">
                <a:solidFill>
                  <a:schemeClr val="bg1"/>
                </a:solidFill>
              </a:rPr>
              <a:t>、初一英语一旦掉队，后期逆袭难度极大，直接形成严重偏科</a:t>
            </a:r>
            <a:endParaRPr lang="zh-CN" altLang="en-US" sz="1600">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查看图片"/>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7901" b="7901"/>
          <a:stretch>
            <a:fillRect/>
          </a:stretch>
        </p:blipFill>
        <p:spPr bwMode="auto">
          <a:xfrm rot="16200000">
            <a:off x="2666999" y="-2667001"/>
            <a:ext cx="6858004" cy="12191998"/>
          </a:xfrm>
          <a:prstGeom prst="rect">
            <a:avLst/>
          </a:prstGeom>
          <a:noFill/>
          <a:extLst>
            <a:ext uri="{909E8E84-426E-40DD-AFC4-6F175D3DCCD1}">
              <a14:hiddenFill xmlns:a14="http://schemas.microsoft.com/office/drawing/2010/main">
                <a:solidFill>
                  <a:srgbClr val="FFFFFF"/>
                </a:solidFill>
              </a14:hiddenFill>
            </a:ext>
          </a:extLst>
        </p:spPr>
      </p:pic>
      <p:sp>
        <p:nvSpPr>
          <p:cNvPr id="3" name="Freeform 10"/>
          <p:cNvSpPr>
            <a:spLocks noEditPoints="1"/>
          </p:cNvSpPr>
          <p:nvPr/>
        </p:nvSpPr>
        <p:spPr bwMode="auto">
          <a:xfrm>
            <a:off x="3727607" y="535933"/>
            <a:ext cx="4474806" cy="6563330"/>
          </a:xfrm>
          <a:custGeom>
            <a:avLst/>
            <a:gdLst>
              <a:gd name="T0" fmla="*/ 96 w 777"/>
              <a:gd name="T1" fmla="*/ 1001 h 1140"/>
              <a:gd name="T2" fmla="*/ 115 w 777"/>
              <a:gd name="T3" fmla="*/ 780 h 1140"/>
              <a:gd name="T4" fmla="*/ 138 w 777"/>
              <a:gd name="T5" fmla="*/ 459 h 1140"/>
              <a:gd name="T6" fmla="*/ 171 w 777"/>
              <a:gd name="T7" fmla="*/ 695 h 1140"/>
              <a:gd name="T8" fmla="*/ 247 w 777"/>
              <a:gd name="T9" fmla="*/ 690 h 1140"/>
              <a:gd name="T10" fmla="*/ 279 w 777"/>
              <a:gd name="T11" fmla="*/ 801 h 1140"/>
              <a:gd name="T12" fmla="*/ 151 w 777"/>
              <a:gd name="T13" fmla="*/ 971 h 1140"/>
              <a:gd name="T14" fmla="*/ 373 w 777"/>
              <a:gd name="T15" fmla="*/ 894 h 1140"/>
              <a:gd name="T16" fmla="*/ 411 w 777"/>
              <a:gd name="T17" fmla="*/ 927 h 1140"/>
              <a:gd name="T18" fmla="*/ 625 w 777"/>
              <a:gd name="T19" fmla="*/ 1037 h 1140"/>
              <a:gd name="T20" fmla="*/ 127 w 777"/>
              <a:gd name="T21" fmla="*/ 920 h 1140"/>
              <a:gd name="T22" fmla="*/ 214 w 777"/>
              <a:gd name="T23" fmla="*/ 850 h 1140"/>
              <a:gd name="T24" fmla="*/ 231 w 777"/>
              <a:gd name="T25" fmla="*/ 840 h 1140"/>
              <a:gd name="T26" fmla="*/ 258 w 777"/>
              <a:gd name="T27" fmla="*/ 818 h 1140"/>
              <a:gd name="T28" fmla="*/ 144 w 777"/>
              <a:gd name="T29" fmla="*/ 802 h 1140"/>
              <a:gd name="T30" fmla="*/ 379 w 777"/>
              <a:gd name="T31" fmla="*/ 758 h 1140"/>
              <a:gd name="T32" fmla="*/ 135 w 777"/>
              <a:gd name="T33" fmla="*/ 772 h 1140"/>
              <a:gd name="T34" fmla="*/ 122 w 777"/>
              <a:gd name="T35" fmla="*/ 753 h 1140"/>
              <a:gd name="T36" fmla="*/ 244 w 777"/>
              <a:gd name="T37" fmla="*/ 725 h 1140"/>
              <a:gd name="T38" fmla="*/ 264 w 777"/>
              <a:gd name="T39" fmla="*/ 724 h 1140"/>
              <a:gd name="T40" fmla="*/ 175 w 777"/>
              <a:gd name="T41" fmla="*/ 700 h 1140"/>
              <a:gd name="T42" fmla="*/ 266 w 777"/>
              <a:gd name="T43" fmla="*/ 680 h 1140"/>
              <a:gd name="T44" fmla="*/ 72 w 777"/>
              <a:gd name="T45" fmla="*/ 651 h 1140"/>
              <a:gd name="T46" fmla="*/ 507 w 777"/>
              <a:gd name="T47" fmla="*/ 616 h 1140"/>
              <a:gd name="T48" fmla="*/ 32 w 777"/>
              <a:gd name="T49" fmla="*/ 610 h 1140"/>
              <a:gd name="T50" fmla="*/ 443 w 777"/>
              <a:gd name="T51" fmla="*/ 588 h 1140"/>
              <a:gd name="T52" fmla="*/ 431 w 777"/>
              <a:gd name="T53" fmla="*/ 569 h 1140"/>
              <a:gd name="T54" fmla="*/ 632 w 777"/>
              <a:gd name="T55" fmla="*/ 552 h 1140"/>
              <a:gd name="T56" fmla="*/ 579 w 777"/>
              <a:gd name="T57" fmla="*/ 504 h 1140"/>
              <a:gd name="T58" fmla="*/ 415 w 777"/>
              <a:gd name="T59" fmla="*/ 484 h 1140"/>
              <a:gd name="T60" fmla="*/ 647 w 777"/>
              <a:gd name="T61" fmla="*/ 470 h 1140"/>
              <a:gd name="T62" fmla="*/ 134 w 777"/>
              <a:gd name="T63" fmla="*/ 450 h 1140"/>
              <a:gd name="T64" fmla="*/ 643 w 777"/>
              <a:gd name="T65" fmla="*/ 421 h 1140"/>
              <a:gd name="T66" fmla="*/ 720 w 777"/>
              <a:gd name="T67" fmla="*/ 393 h 1140"/>
              <a:gd name="T68" fmla="*/ 318 w 777"/>
              <a:gd name="T69" fmla="*/ 651 h 1140"/>
              <a:gd name="T70" fmla="*/ 350 w 777"/>
              <a:gd name="T71" fmla="*/ 410 h 1140"/>
              <a:gd name="T72" fmla="*/ 397 w 777"/>
              <a:gd name="T73" fmla="*/ 203 h 1140"/>
              <a:gd name="T74" fmla="*/ 589 w 777"/>
              <a:gd name="T75" fmla="*/ 58 h 1140"/>
              <a:gd name="T76" fmla="*/ 729 w 777"/>
              <a:gd name="T77" fmla="*/ 232 h 1140"/>
              <a:gd name="T78" fmla="*/ 562 w 777"/>
              <a:gd name="T79" fmla="*/ 451 h 1140"/>
              <a:gd name="T80" fmla="*/ 570 w 777"/>
              <a:gd name="T81" fmla="*/ 588 h 1140"/>
              <a:gd name="T82" fmla="*/ 657 w 777"/>
              <a:gd name="T83" fmla="*/ 719 h 1140"/>
              <a:gd name="T84" fmla="*/ 537 w 777"/>
              <a:gd name="T85" fmla="*/ 794 h 1140"/>
              <a:gd name="T86" fmla="*/ 580 w 777"/>
              <a:gd name="T87" fmla="*/ 303 h 1140"/>
              <a:gd name="T88" fmla="*/ 585 w 777"/>
              <a:gd name="T89" fmla="*/ 164 h 1140"/>
              <a:gd name="T90" fmla="*/ 649 w 777"/>
              <a:gd name="T91" fmla="*/ 303 h 1140"/>
              <a:gd name="T92" fmla="*/ 692 w 777"/>
              <a:gd name="T93" fmla="*/ 387 h 1140"/>
              <a:gd name="T94" fmla="*/ 462 w 777"/>
              <a:gd name="T95" fmla="*/ 373 h 1140"/>
              <a:gd name="T96" fmla="*/ 500 w 777"/>
              <a:gd name="T97" fmla="*/ 329 h 1140"/>
              <a:gd name="T98" fmla="*/ 504 w 777"/>
              <a:gd name="T99" fmla="*/ 274 h 1140"/>
              <a:gd name="T100" fmla="*/ 533 w 777"/>
              <a:gd name="T101" fmla="*/ 190 h 1140"/>
              <a:gd name="T102" fmla="*/ 763 w 777"/>
              <a:gd name="T103" fmla="*/ 230 h 1140"/>
              <a:gd name="T104" fmla="*/ 729 w 777"/>
              <a:gd name="T105" fmla="*/ 228 h 1140"/>
              <a:gd name="T106" fmla="*/ 515 w 777"/>
              <a:gd name="T107" fmla="*/ 198 h 1140"/>
              <a:gd name="T108" fmla="*/ 429 w 777"/>
              <a:gd name="T109" fmla="*/ 128 h 1140"/>
              <a:gd name="T110" fmla="*/ 563 w 777"/>
              <a:gd name="T111" fmla="*/ 168 h 1140"/>
              <a:gd name="T112" fmla="*/ 457 w 777"/>
              <a:gd name="T113" fmla="*/ 151 h 1140"/>
              <a:gd name="T114" fmla="*/ 718 w 777"/>
              <a:gd name="T115" fmla="*/ 139 h 1140"/>
              <a:gd name="T116" fmla="*/ 418 w 777"/>
              <a:gd name="T117" fmla="*/ 116 h 1140"/>
              <a:gd name="T118" fmla="*/ 636 w 777"/>
              <a:gd name="T119" fmla="*/ 104 h 1140"/>
              <a:gd name="T120" fmla="*/ 515 w 777"/>
              <a:gd name="T121" fmla="*/ 72 h 1140"/>
              <a:gd name="T122" fmla="*/ 502 w 777"/>
              <a:gd name="T123" fmla="*/ 52 h 1140"/>
              <a:gd name="T124" fmla="*/ 559 w 777"/>
              <a:gd name="T125" fmla="*/ 28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77" h="1140">
                <a:moveTo>
                  <a:pt x="570" y="1140"/>
                </a:moveTo>
                <a:cubicBezTo>
                  <a:pt x="569" y="1139"/>
                  <a:pt x="569" y="1139"/>
                  <a:pt x="568" y="1138"/>
                </a:cubicBezTo>
                <a:cubicBezTo>
                  <a:pt x="566" y="1130"/>
                  <a:pt x="561" y="1120"/>
                  <a:pt x="556" y="1113"/>
                </a:cubicBezTo>
                <a:cubicBezTo>
                  <a:pt x="550" y="1109"/>
                  <a:pt x="549" y="1106"/>
                  <a:pt x="550" y="1100"/>
                </a:cubicBezTo>
                <a:cubicBezTo>
                  <a:pt x="553" y="1100"/>
                  <a:pt x="553" y="1099"/>
                  <a:pt x="555" y="1096"/>
                </a:cubicBezTo>
                <a:cubicBezTo>
                  <a:pt x="558" y="1096"/>
                  <a:pt x="556" y="1101"/>
                  <a:pt x="557" y="1104"/>
                </a:cubicBezTo>
                <a:cubicBezTo>
                  <a:pt x="557" y="1106"/>
                  <a:pt x="558" y="1109"/>
                  <a:pt x="558" y="1112"/>
                </a:cubicBezTo>
                <a:cubicBezTo>
                  <a:pt x="560" y="1115"/>
                  <a:pt x="563" y="1119"/>
                  <a:pt x="565" y="1121"/>
                </a:cubicBezTo>
                <a:cubicBezTo>
                  <a:pt x="565" y="1123"/>
                  <a:pt x="568" y="1128"/>
                  <a:pt x="572" y="1128"/>
                </a:cubicBezTo>
                <a:cubicBezTo>
                  <a:pt x="578" y="1123"/>
                  <a:pt x="575" y="1133"/>
                  <a:pt x="573" y="1135"/>
                </a:cubicBezTo>
                <a:cubicBezTo>
                  <a:pt x="569" y="1136"/>
                  <a:pt x="572" y="1138"/>
                  <a:pt x="570" y="1140"/>
                </a:cubicBezTo>
                <a:close/>
                <a:moveTo>
                  <a:pt x="636" y="1130"/>
                </a:moveTo>
                <a:cubicBezTo>
                  <a:pt x="633" y="1126"/>
                  <a:pt x="635" y="1127"/>
                  <a:pt x="630" y="1125"/>
                </a:cubicBezTo>
                <a:cubicBezTo>
                  <a:pt x="630" y="1122"/>
                  <a:pt x="630" y="1118"/>
                  <a:pt x="630" y="1117"/>
                </a:cubicBezTo>
                <a:cubicBezTo>
                  <a:pt x="626" y="1114"/>
                  <a:pt x="624" y="1104"/>
                  <a:pt x="621" y="1102"/>
                </a:cubicBezTo>
                <a:cubicBezTo>
                  <a:pt x="621" y="1099"/>
                  <a:pt x="618" y="1095"/>
                  <a:pt x="619" y="1093"/>
                </a:cubicBezTo>
                <a:cubicBezTo>
                  <a:pt x="624" y="1093"/>
                  <a:pt x="624" y="1100"/>
                  <a:pt x="627" y="1103"/>
                </a:cubicBezTo>
                <a:cubicBezTo>
                  <a:pt x="628" y="1107"/>
                  <a:pt x="632" y="1110"/>
                  <a:pt x="635" y="1115"/>
                </a:cubicBezTo>
                <a:cubicBezTo>
                  <a:pt x="636" y="1119"/>
                  <a:pt x="642" y="1122"/>
                  <a:pt x="637" y="1127"/>
                </a:cubicBezTo>
                <a:cubicBezTo>
                  <a:pt x="637" y="1130"/>
                  <a:pt x="637" y="1130"/>
                  <a:pt x="636" y="1130"/>
                </a:cubicBezTo>
                <a:close/>
                <a:moveTo>
                  <a:pt x="156" y="1097"/>
                </a:moveTo>
                <a:cubicBezTo>
                  <a:pt x="155" y="1095"/>
                  <a:pt x="163" y="1095"/>
                  <a:pt x="163" y="1097"/>
                </a:cubicBezTo>
                <a:cubicBezTo>
                  <a:pt x="161" y="1097"/>
                  <a:pt x="159" y="1097"/>
                  <a:pt x="156" y="1097"/>
                </a:cubicBezTo>
                <a:close/>
                <a:moveTo>
                  <a:pt x="652" y="1097"/>
                </a:moveTo>
                <a:cubicBezTo>
                  <a:pt x="650" y="1095"/>
                  <a:pt x="649" y="1096"/>
                  <a:pt x="647" y="1096"/>
                </a:cubicBezTo>
                <a:cubicBezTo>
                  <a:pt x="644" y="1082"/>
                  <a:pt x="640" y="1072"/>
                  <a:pt x="635" y="1060"/>
                </a:cubicBezTo>
                <a:cubicBezTo>
                  <a:pt x="632" y="1058"/>
                  <a:pt x="631" y="1059"/>
                  <a:pt x="631" y="1054"/>
                </a:cubicBezTo>
                <a:cubicBezTo>
                  <a:pt x="633" y="1052"/>
                  <a:pt x="636" y="1048"/>
                  <a:pt x="637" y="1054"/>
                </a:cubicBezTo>
                <a:cubicBezTo>
                  <a:pt x="639" y="1056"/>
                  <a:pt x="637" y="1060"/>
                  <a:pt x="640" y="1063"/>
                </a:cubicBezTo>
                <a:cubicBezTo>
                  <a:pt x="640" y="1065"/>
                  <a:pt x="642" y="1067"/>
                  <a:pt x="644" y="1071"/>
                </a:cubicBezTo>
                <a:cubicBezTo>
                  <a:pt x="644" y="1073"/>
                  <a:pt x="652" y="1087"/>
                  <a:pt x="655" y="1089"/>
                </a:cubicBezTo>
                <a:cubicBezTo>
                  <a:pt x="655" y="1092"/>
                  <a:pt x="655" y="1096"/>
                  <a:pt x="652" y="1097"/>
                </a:cubicBezTo>
                <a:close/>
                <a:moveTo>
                  <a:pt x="140" y="1096"/>
                </a:moveTo>
                <a:cubicBezTo>
                  <a:pt x="138" y="1093"/>
                  <a:pt x="139" y="1094"/>
                  <a:pt x="139" y="1092"/>
                </a:cubicBezTo>
                <a:cubicBezTo>
                  <a:pt x="140" y="1091"/>
                  <a:pt x="143" y="1095"/>
                  <a:pt x="140" y="1096"/>
                </a:cubicBezTo>
                <a:close/>
                <a:moveTo>
                  <a:pt x="495" y="1095"/>
                </a:moveTo>
                <a:cubicBezTo>
                  <a:pt x="495" y="1093"/>
                  <a:pt x="493" y="1092"/>
                  <a:pt x="496" y="1092"/>
                </a:cubicBezTo>
                <a:cubicBezTo>
                  <a:pt x="496" y="1094"/>
                  <a:pt x="498" y="1095"/>
                  <a:pt x="495" y="1095"/>
                </a:cubicBezTo>
                <a:close/>
                <a:moveTo>
                  <a:pt x="519" y="1095"/>
                </a:moveTo>
                <a:cubicBezTo>
                  <a:pt x="519" y="1093"/>
                  <a:pt x="519" y="1093"/>
                  <a:pt x="519" y="1095"/>
                </a:cubicBezTo>
                <a:cubicBezTo>
                  <a:pt x="519" y="1095"/>
                  <a:pt x="519" y="1095"/>
                  <a:pt x="519" y="1095"/>
                </a:cubicBezTo>
                <a:close/>
                <a:moveTo>
                  <a:pt x="192" y="1093"/>
                </a:moveTo>
                <a:cubicBezTo>
                  <a:pt x="190" y="1091"/>
                  <a:pt x="189" y="1089"/>
                  <a:pt x="191" y="1087"/>
                </a:cubicBezTo>
                <a:cubicBezTo>
                  <a:pt x="191" y="1077"/>
                  <a:pt x="182" y="1068"/>
                  <a:pt x="179" y="1059"/>
                </a:cubicBezTo>
                <a:cubicBezTo>
                  <a:pt x="179" y="1054"/>
                  <a:pt x="174" y="1052"/>
                  <a:pt x="172" y="1049"/>
                </a:cubicBezTo>
                <a:cubicBezTo>
                  <a:pt x="164" y="1049"/>
                  <a:pt x="150" y="1047"/>
                  <a:pt x="144" y="1053"/>
                </a:cubicBezTo>
                <a:cubicBezTo>
                  <a:pt x="140" y="1053"/>
                  <a:pt x="137" y="1057"/>
                  <a:pt x="133" y="1057"/>
                </a:cubicBezTo>
                <a:cubicBezTo>
                  <a:pt x="132" y="1055"/>
                  <a:pt x="131" y="1055"/>
                  <a:pt x="131" y="1056"/>
                </a:cubicBezTo>
                <a:cubicBezTo>
                  <a:pt x="130" y="1061"/>
                  <a:pt x="125" y="1058"/>
                  <a:pt x="124" y="1062"/>
                </a:cubicBezTo>
                <a:cubicBezTo>
                  <a:pt x="124" y="1064"/>
                  <a:pt x="123" y="1066"/>
                  <a:pt x="123" y="1069"/>
                </a:cubicBezTo>
                <a:cubicBezTo>
                  <a:pt x="124" y="1070"/>
                  <a:pt x="126" y="1070"/>
                  <a:pt x="128" y="1073"/>
                </a:cubicBezTo>
                <a:cubicBezTo>
                  <a:pt x="128" y="1079"/>
                  <a:pt x="133" y="1083"/>
                  <a:pt x="134" y="1088"/>
                </a:cubicBezTo>
                <a:cubicBezTo>
                  <a:pt x="133" y="1089"/>
                  <a:pt x="133" y="1090"/>
                  <a:pt x="131" y="1091"/>
                </a:cubicBezTo>
                <a:cubicBezTo>
                  <a:pt x="128" y="1083"/>
                  <a:pt x="126" y="1077"/>
                  <a:pt x="120" y="1072"/>
                </a:cubicBezTo>
                <a:cubicBezTo>
                  <a:pt x="120" y="1066"/>
                  <a:pt x="119" y="1062"/>
                  <a:pt x="118" y="1057"/>
                </a:cubicBezTo>
                <a:cubicBezTo>
                  <a:pt x="118" y="1051"/>
                  <a:pt x="123" y="1055"/>
                  <a:pt x="121" y="1051"/>
                </a:cubicBezTo>
                <a:cubicBezTo>
                  <a:pt x="122" y="1048"/>
                  <a:pt x="124" y="1051"/>
                  <a:pt x="126" y="1050"/>
                </a:cubicBezTo>
                <a:cubicBezTo>
                  <a:pt x="126" y="1047"/>
                  <a:pt x="123" y="1047"/>
                  <a:pt x="126" y="1045"/>
                </a:cubicBezTo>
                <a:cubicBezTo>
                  <a:pt x="126" y="1039"/>
                  <a:pt x="122" y="1030"/>
                  <a:pt x="117" y="1027"/>
                </a:cubicBezTo>
                <a:cubicBezTo>
                  <a:pt x="115" y="1032"/>
                  <a:pt x="114" y="1036"/>
                  <a:pt x="111" y="1040"/>
                </a:cubicBezTo>
                <a:cubicBezTo>
                  <a:pt x="111" y="1045"/>
                  <a:pt x="110" y="1041"/>
                  <a:pt x="107" y="1042"/>
                </a:cubicBezTo>
                <a:cubicBezTo>
                  <a:pt x="106" y="1039"/>
                  <a:pt x="109" y="1040"/>
                  <a:pt x="104" y="1038"/>
                </a:cubicBezTo>
                <a:cubicBezTo>
                  <a:pt x="100" y="1037"/>
                  <a:pt x="102" y="1036"/>
                  <a:pt x="102" y="1034"/>
                </a:cubicBezTo>
                <a:cubicBezTo>
                  <a:pt x="97" y="1031"/>
                  <a:pt x="109" y="1014"/>
                  <a:pt x="95" y="1014"/>
                </a:cubicBezTo>
                <a:cubicBezTo>
                  <a:pt x="95" y="1009"/>
                  <a:pt x="93" y="1004"/>
                  <a:pt x="96" y="1001"/>
                </a:cubicBezTo>
                <a:cubicBezTo>
                  <a:pt x="96" y="995"/>
                  <a:pt x="96" y="995"/>
                  <a:pt x="96" y="995"/>
                </a:cubicBezTo>
                <a:cubicBezTo>
                  <a:pt x="98" y="993"/>
                  <a:pt x="101" y="990"/>
                  <a:pt x="96" y="989"/>
                </a:cubicBezTo>
                <a:cubicBezTo>
                  <a:pt x="96" y="987"/>
                  <a:pt x="95" y="986"/>
                  <a:pt x="95" y="986"/>
                </a:cubicBezTo>
                <a:cubicBezTo>
                  <a:pt x="95" y="984"/>
                  <a:pt x="95" y="981"/>
                  <a:pt x="95" y="979"/>
                </a:cubicBezTo>
                <a:cubicBezTo>
                  <a:pt x="96" y="978"/>
                  <a:pt x="101" y="970"/>
                  <a:pt x="97" y="970"/>
                </a:cubicBezTo>
                <a:cubicBezTo>
                  <a:pt x="93" y="968"/>
                  <a:pt x="94" y="952"/>
                  <a:pt x="97" y="949"/>
                </a:cubicBezTo>
                <a:cubicBezTo>
                  <a:pt x="98" y="946"/>
                  <a:pt x="99" y="945"/>
                  <a:pt x="100" y="943"/>
                </a:cubicBezTo>
                <a:cubicBezTo>
                  <a:pt x="100" y="937"/>
                  <a:pt x="101" y="928"/>
                  <a:pt x="108" y="927"/>
                </a:cubicBezTo>
                <a:cubicBezTo>
                  <a:pt x="109" y="926"/>
                  <a:pt x="107" y="924"/>
                  <a:pt x="111" y="925"/>
                </a:cubicBezTo>
                <a:cubicBezTo>
                  <a:pt x="112" y="926"/>
                  <a:pt x="112" y="926"/>
                  <a:pt x="114" y="926"/>
                </a:cubicBezTo>
                <a:cubicBezTo>
                  <a:pt x="115" y="923"/>
                  <a:pt x="115" y="925"/>
                  <a:pt x="117" y="924"/>
                </a:cubicBezTo>
                <a:cubicBezTo>
                  <a:pt x="118" y="920"/>
                  <a:pt x="119" y="916"/>
                  <a:pt x="120" y="912"/>
                </a:cubicBezTo>
                <a:cubicBezTo>
                  <a:pt x="122" y="910"/>
                  <a:pt x="122" y="905"/>
                  <a:pt x="122" y="902"/>
                </a:cubicBezTo>
                <a:cubicBezTo>
                  <a:pt x="125" y="900"/>
                  <a:pt x="123" y="882"/>
                  <a:pt x="126" y="877"/>
                </a:cubicBezTo>
                <a:cubicBezTo>
                  <a:pt x="125" y="875"/>
                  <a:pt x="126" y="874"/>
                  <a:pt x="126" y="873"/>
                </a:cubicBezTo>
                <a:cubicBezTo>
                  <a:pt x="125" y="869"/>
                  <a:pt x="125" y="867"/>
                  <a:pt x="125" y="864"/>
                </a:cubicBezTo>
                <a:cubicBezTo>
                  <a:pt x="120" y="860"/>
                  <a:pt x="124" y="855"/>
                  <a:pt x="123" y="850"/>
                </a:cubicBezTo>
                <a:cubicBezTo>
                  <a:pt x="117" y="848"/>
                  <a:pt x="127" y="842"/>
                  <a:pt x="124" y="838"/>
                </a:cubicBezTo>
                <a:cubicBezTo>
                  <a:pt x="125" y="836"/>
                  <a:pt x="126" y="835"/>
                  <a:pt x="126" y="833"/>
                </a:cubicBezTo>
                <a:cubicBezTo>
                  <a:pt x="126" y="830"/>
                  <a:pt x="125" y="822"/>
                  <a:pt x="122" y="820"/>
                </a:cubicBezTo>
                <a:cubicBezTo>
                  <a:pt x="122" y="814"/>
                  <a:pt x="123" y="812"/>
                  <a:pt x="128" y="807"/>
                </a:cubicBezTo>
                <a:cubicBezTo>
                  <a:pt x="129" y="807"/>
                  <a:pt x="131" y="806"/>
                  <a:pt x="133" y="805"/>
                </a:cubicBezTo>
                <a:cubicBezTo>
                  <a:pt x="136" y="807"/>
                  <a:pt x="139" y="797"/>
                  <a:pt x="138" y="802"/>
                </a:cubicBezTo>
                <a:cubicBezTo>
                  <a:pt x="140" y="805"/>
                  <a:pt x="140" y="801"/>
                  <a:pt x="140" y="799"/>
                </a:cubicBezTo>
                <a:cubicBezTo>
                  <a:pt x="146" y="794"/>
                  <a:pt x="145" y="791"/>
                  <a:pt x="147" y="786"/>
                </a:cubicBezTo>
                <a:cubicBezTo>
                  <a:pt x="153" y="781"/>
                  <a:pt x="152" y="773"/>
                  <a:pt x="153" y="766"/>
                </a:cubicBezTo>
                <a:cubicBezTo>
                  <a:pt x="150" y="764"/>
                  <a:pt x="150" y="749"/>
                  <a:pt x="150" y="746"/>
                </a:cubicBezTo>
                <a:cubicBezTo>
                  <a:pt x="145" y="742"/>
                  <a:pt x="146" y="735"/>
                  <a:pt x="145" y="730"/>
                </a:cubicBezTo>
                <a:cubicBezTo>
                  <a:pt x="143" y="733"/>
                  <a:pt x="144" y="749"/>
                  <a:pt x="146" y="752"/>
                </a:cubicBezTo>
                <a:cubicBezTo>
                  <a:pt x="146" y="758"/>
                  <a:pt x="146" y="758"/>
                  <a:pt x="146" y="758"/>
                </a:cubicBezTo>
                <a:cubicBezTo>
                  <a:pt x="143" y="758"/>
                  <a:pt x="142" y="755"/>
                  <a:pt x="141" y="753"/>
                </a:cubicBezTo>
                <a:cubicBezTo>
                  <a:pt x="144" y="746"/>
                  <a:pt x="138" y="750"/>
                  <a:pt x="136" y="749"/>
                </a:cubicBezTo>
                <a:cubicBezTo>
                  <a:pt x="136" y="744"/>
                  <a:pt x="135" y="740"/>
                  <a:pt x="134" y="735"/>
                </a:cubicBezTo>
                <a:cubicBezTo>
                  <a:pt x="135" y="734"/>
                  <a:pt x="136" y="733"/>
                  <a:pt x="137" y="732"/>
                </a:cubicBezTo>
                <a:cubicBezTo>
                  <a:pt x="137" y="728"/>
                  <a:pt x="135" y="725"/>
                  <a:pt x="137" y="722"/>
                </a:cubicBezTo>
                <a:cubicBezTo>
                  <a:pt x="137" y="721"/>
                  <a:pt x="135" y="719"/>
                  <a:pt x="133" y="721"/>
                </a:cubicBezTo>
                <a:cubicBezTo>
                  <a:pt x="134" y="726"/>
                  <a:pt x="130" y="730"/>
                  <a:pt x="129" y="724"/>
                </a:cubicBezTo>
                <a:cubicBezTo>
                  <a:pt x="131" y="723"/>
                  <a:pt x="132" y="722"/>
                  <a:pt x="132" y="721"/>
                </a:cubicBezTo>
                <a:cubicBezTo>
                  <a:pt x="128" y="720"/>
                  <a:pt x="129" y="718"/>
                  <a:pt x="129" y="715"/>
                </a:cubicBezTo>
                <a:cubicBezTo>
                  <a:pt x="127" y="713"/>
                  <a:pt x="129" y="692"/>
                  <a:pt x="123" y="694"/>
                </a:cubicBezTo>
                <a:cubicBezTo>
                  <a:pt x="123" y="696"/>
                  <a:pt x="124" y="698"/>
                  <a:pt x="124" y="700"/>
                </a:cubicBezTo>
                <a:cubicBezTo>
                  <a:pt x="125" y="701"/>
                  <a:pt x="125" y="701"/>
                  <a:pt x="125" y="702"/>
                </a:cubicBezTo>
                <a:cubicBezTo>
                  <a:pt x="122" y="705"/>
                  <a:pt x="126" y="715"/>
                  <a:pt x="127" y="718"/>
                </a:cubicBezTo>
                <a:cubicBezTo>
                  <a:pt x="129" y="722"/>
                  <a:pt x="126" y="729"/>
                  <a:pt x="130" y="730"/>
                </a:cubicBezTo>
                <a:cubicBezTo>
                  <a:pt x="128" y="735"/>
                  <a:pt x="129" y="735"/>
                  <a:pt x="127" y="730"/>
                </a:cubicBezTo>
                <a:cubicBezTo>
                  <a:pt x="127" y="728"/>
                  <a:pt x="126" y="725"/>
                  <a:pt x="126" y="723"/>
                </a:cubicBezTo>
                <a:cubicBezTo>
                  <a:pt x="123" y="722"/>
                  <a:pt x="127" y="719"/>
                  <a:pt x="123" y="719"/>
                </a:cubicBezTo>
                <a:cubicBezTo>
                  <a:pt x="122" y="721"/>
                  <a:pt x="124" y="734"/>
                  <a:pt x="125" y="736"/>
                </a:cubicBezTo>
                <a:cubicBezTo>
                  <a:pt x="125" y="738"/>
                  <a:pt x="126" y="740"/>
                  <a:pt x="127" y="744"/>
                </a:cubicBezTo>
                <a:cubicBezTo>
                  <a:pt x="129" y="746"/>
                  <a:pt x="130" y="750"/>
                  <a:pt x="127" y="750"/>
                </a:cubicBezTo>
                <a:cubicBezTo>
                  <a:pt x="126" y="747"/>
                  <a:pt x="126" y="742"/>
                  <a:pt x="123" y="741"/>
                </a:cubicBezTo>
                <a:cubicBezTo>
                  <a:pt x="122" y="738"/>
                  <a:pt x="121" y="736"/>
                  <a:pt x="119" y="733"/>
                </a:cubicBezTo>
                <a:cubicBezTo>
                  <a:pt x="120" y="729"/>
                  <a:pt x="118" y="728"/>
                  <a:pt x="117" y="725"/>
                </a:cubicBezTo>
                <a:cubicBezTo>
                  <a:pt x="117" y="723"/>
                  <a:pt x="117" y="720"/>
                  <a:pt x="116" y="719"/>
                </a:cubicBezTo>
                <a:cubicBezTo>
                  <a:pt x="110" y="721"/>
                  <a:pt x="115" y="721"/>
                  <a:pt x="115" y="725"/>
                </a:cubicBezTo>
                <a:cubicBezTo>
                  <a:pt x="110" y="726"/>
                  <a:pt x="113" y="721"/>
                  <a:pt x="111" y="719"/>
                </a:cubicBezTo>
                <a:cubicBezTo>
                  <a:pt x="106" y="719"/>
                  <a:pt x="109" y="720"/>
                  <a:pt x="109" y="721"/>
                </a:cubicBezTo>
                <a:cubicBezTo>
                  <a:pt x="104" y="723"/>
                  <a:pt x="104" y="734"/>
                  <a:pt x="107" y="736"/>
                </a:cubicBezTo>
                <a:cubicBezTo>
                  <a:pt x="106" y="738"/>
                  <a:pt x="106" y="738"/>
                  <a:pt x="104" y="738"/>
                </a:cubicBezTo>
                <a:cubicBezTo>
                  <a:pt x="102" y="740"/>
                  <a:pt x="107" y="748"/>
                  <a:pt x="105" y="753"/>
                </a:cubicBezTo>
                <a:cubicBezTo>
                  <a:pt x="109" y="757"/>
                  <a:pt x="101" y="759"/>
                  <a:pt x="108" y="761"/>
                </a:cubicBezTo>
                <a:cubicBezTo>
                  <a:pt x="108" y="765"/>
                  <a:pt x="107" y="768"/>
                  <a:pt x="113" y="769"/>
                </a:cubicBezTo>
                <a:cubicBezTo>
                  <a:pt x="113" y="771"/>
                  <a:pt x="115" y="773"/>
                  <a:pt x="116" y="776"/>
                </a:cubicBezTo>
                <a:cubicBezTo>
                  <a:pt x="124" y="778"/>
                  <a:pt x="117" y="786"/>
                  <a:pt x="118" y="779"/>
                </a:cubicBezTo>
                <a:cubicBezTo>
                  <a:pt x="116" y="778"/>
                  <a:pt x="116" y="778"/>
                  <a:pt x="115" y="780"/>
                </a:cubicBezTo>
                <a:cubicBezTo>
                  <a:pt x="112" y="780"/>
                  <a:pt x="112" y="771"/>
                  <a:pt x="106" y="770"/>
                </a:cubicBezTo>
                <a:cubicBezTo>
                  <a:pt x="105" y="772"/>
                  <a:pt x="106" y="773"/>
                  <a:pt x="104" y="771"/>
                </a:cubicBezTo>
                <a:cubicBezTo>
                  <a:pt x="102" y="772"/>
                  <a:pt x="106" y="783"/>
                  <a:pt x="108" y="785"/>
                </a:cubicBezTo>
                <a:cubicBezTo>
                  <a:pt x="109" y="785"/>
                  <a:pt x="106" y="773"/>
                  <a:pt x="109" y="778"/>
                </a:cubicBezTo>
                <a:cubicBezTo>
                  <a:pt x="113" y="778"/>
                  <a:pt x="113" y="791"/>
                  <a:pt x="118" y="793"/>
                </a:cubicBezTo>
                <a:cubicBezTo>
                  <a:pt x="119" y="797"/>
                  <a:pt x="116" y="793"/>
                  <a:pt x="114" y="794"/>
                </a:cubicBezTo>
                <a:cubicBezTo>
                  <a:pt x="116" y="799"/>
                  <a:pt x="111" y="796"/>
                  <a:pt x="108" y="799"/>
                </a:cubicBezTo>
                <a:cubicBezTo>
                  <a:pt x="103" y="795"/>
                  <a:pt x="106" y="802"/>
                  <a:pt x="102" y="799"/>
                </a:cubicBezTo>
                <a:cubicBezTo>
                  <a:pt x="101" y="791"/>
                  <a:pt x="95" y="784"/>
                  <a:pt x="94" y="777"/>
                </a:cubicBezTo>
                <a:cubicBezTo>
                  <a:pt x="90" y="774"/>
                  <a:pt x="93" y="782"/>
                  <a:pt x="93" y="785"/>
                </a:cubicBezTo>
                <a:cubicBezTo>
                  <a:pt x="88" y="785"/>
                  <a:pt x="88" y="783"/>
                  <a:pt x="88" y="778"/>
                </a:cubicBezTo>
                <a:cubicBezTo>
                  <a:pt x="86" y="778"/>
                  <a:pt x="84" y="774"/>
                  <a:pt x="83" y="772"/>
                </a:cubicBezTo>
                <a:cubicBezTo>
                  <a:pt x="83" y="770"/>
                  <a:pt x="84" y="769"/>
                  <a:pt x="83" y="768"/>
                </a:cubicBezTo>
                <a:cubicBezTo>
                  <a:pt x="83" y="765"/>
                  <a:pt x="82" y="762"/>
                  <a:pt x="82" y="759"/>
                </a:cubicBezTo>
                <a:cubicBezTo>
                  <a:pt x="79" y="752"/>
                  <a:pt x="80" y="738"/>
                  <a:pt x="74" y="734"/>
                </a:cubicBezTo>
                <a:cubicBezTo>
                  <a:pt x="74" y="732"/>
                  <a:pt x="74" y="730"/>
                  <a:pt x="74" y="728"/>
                </a:cubicBezTo>
                <a:cubicBezTo>
                  <a:pt x="71" y="724"/>
                  <a:pt x="73" y="751"/>
                  <a:pt x="75" y="754"/>
                </a:cubicBezTo>
                <a:cubicBezTo>
                  <a:pt x="74" y="757"/>
                  <a:pt x="77" y="758"/>
                  <a:pt x="77" y="761"/>
                </a:cubicBezTo>
                <a:cubicBezTo>
                  <a:pt x="74" y="763"/>
                  <a:pt x="80" y="766"/>
                  <a:pt x="75" y="769"/>
                </a:cubicBezTo>
                <a:cubicBezTo>
                  <a:pt x="76" y="774"/>
                  <a:pt x="79" y="775"/>
                  <a:pt x="77" y="781"/>
                </a:cubicBezTo>
                <a:cubicBezTo>
                  <a:pt x="73" y="781"/>
                  <a:pt x="73" y="770"/>
                  <a:pt x="73" y="768"/>
                </a:cubicBezTo>
                <a:cubicBezTo>
                  <a:pt x="71" y="766"/>
                  <a:pt x="70" y="763"/>
                  <a:pt x="70" y="762"/>
                </a:cubicBezTo>
                <a:cubicBezTo>
                  <a:pt x="72" y="760"/>
                  <a:pt x="70" y="753"/>
                  <a:pt x="69" y="752"/>
                </a:cubicBezTo>
                <a:cubicBezTo>
                  <a:pt x="68" y="745"/>
                  <a:pt x="64" y="741"/>
                  <a:pt x="70" y="736"/>
                </a:cubicBezTo>
                <a:cubicBezTo>
                  <a:pt x="67" y="731"/>
                  <a:pt x="67" y="722"/>
                  <a:pt x="67" y="717"/>
                </a:cubicBezTo>
                <a:cubicBezTo>
                  <a:pt x="66" y="715"/>
                  <a:pt x="65" y="715"/>
                  <a:pt x="67" y="713"/>
                </a:cubicBezTo>
                <a:cubicBezTo>
                  <a:pt x="63" y="708"/>
                  <a:pt x="69" y="707"/>
                  <a:pt x="68" y="705"/>
                </a:cubicBezTo>
                <a:cubicBezTo>
                  <a:pt x="65" y="702"/>
                  <a:pt x="68" y="694"/>
                  <a:pt x="67" y="691"/>
                </a:cubicBezTo>
                <a:cubicBezTo>
                  <a:pt x="63" y="691"/>
                  <a:pt x="64" y="692"/>
                  <a:pt x="64" y="695"/>
                </a:cubicBezTo>
                <a:cubicBezTo>
                  <a:pt x="62" y="696"/>
                  <a:pt x="57" y="703"/>
                  <a:pt x="57" y="703"/>
                </a:cubicBezTo>
                <a:cubicBezTo>
                  <a:pt x="56" y="699"/>
                  <a:pt x="55" y="690"/>
                  <a:pt x="51" y="689"/>
                </a:cubicBezTo>
                <a:cubicBezTo>
                  <a:pt x="51" y="688"/>
                  <a:pt x="51" y="687"/>
                  <a:pt x="50" y="686"/>
                </a:cubicBezTo>
                <a:cubicBezTo>
                  <a:pt x="46" y="683"/>
                  <a:pt x="45" y="678"/>
                  <a:pt x="41" y="674"/>
                </a:cubicBezTo>
                <a:cubicBezTo>
                  <a:pt x="41" y="673"/>
                  <a:pt x="41" y="673"/>
                  <a:pt x="41" y="670"/>
                </a:cubicBezTo>
                <a:cubicBezTo>
                  <a:pt x="39" y="669"/>
                  <a:pt x="37" y="662"/>
                  <a:pt x="34" y="660"/>
                </a:cubicBezTo>
                <a:cubicBezTo>
                  <a:pt x="34" y="652"/>
                  <a:pt x="32" y="647"/>
                  <a:pt x="31" y="640"/>
                </a:cubicBezTo>
                <a:cubicBezTo>
                  <a:pt x="30" y="639"/>
                  <a:pt x="31" y="637"/>
                  <a:pt x="31" y="635"/>
                </a:cubicBezTo>
                <a:cubicBezTo>
                  <a:pt x="29" y="634"/>
                  <a:pt x="30" y="621"/>
                  <a:pt x="29" y="617"/>
                </a:cubicBezTo>
                <a:cubicBezTo>
                  <a:pt x="29" y="615"/>
                  <a:pt x="29" y="615"/>
                  <a:pt x="30" y="615"/>
                </a:cubicBezTo>
                <a:cubicBezTo>
                  <a:pt x="30" y="613"/>
                  <a:pt x="30" y="610"/>
                  <a:pt x="30" y="609"/>
                </a:cubicBezTo>
                <a:cubicBezTo>
                  <a:pt x="28" y="609"/>
                  <a:pt x="27" y="606"/>
                  <a:pt x="28" y="605"/>
                </a:cubicBezTo>
                <a:cubicBezTo>
                  <a:pt x="32" y="604"/>
                  <a:pt x="32" y="596"/>
                  <a:pt x="30" y="592"/>
                </a:cubicBezTo>
                <a:cubicBezTo>
                  <a:pt x="30" y="592"/>
                  <a:pt x="30" y="591"/>
                  <a:pt x="30" y="591"/>
                </a:cubicBezTo>
                <a:cubicBezTo>
                  <a:pt x="25" y="590"/>
                  <a:pt x="33" y="601"/>
                  <a:pt x="24" y="598"/>
                </a:cubicBezTo>
                <a:cubicBezTo>
                  <a:pt x="23" y="599"/>
                  <a:pt x="21" y="603"/>
                  <a:pt x="21" y="603"/>
                </a:cubicBezTo>
                <a:cubicBezTo>
                  <a:pt x="20" y="600"/>
                  <a:pt x="20" y="598"/>
                  <a:pt x="19" y="597"/>
                </a:cubicBezTo>
                <a:cubicBezTo>
                  <a:pt x="19" y="592"/>
                  <a:pt x="19" y="595"/>
                  <a:pt x="20" y="591"/>
                </a:cubicBezTo>
                <a:cubicBezTo>
                  <a:pt x="17" y="588"/>
                  <a:pt x="18" y="571"/>
                  <a:pt x="18" y="567"/>
                </a:cubicBezTo>
                <a:cubicBezTo>
                  <a:pt x="20" y="561"/>
                  <a:pt x="18" y="555"/>
                  <a:pt x="21" y="550"/>
                </a:cubicBezTo>
                <a:cubicBezTo>
                  <a:pt x="21" y="548"/>
                  <a:pt x="22" y="546"/>
                  <a:pt x="22" y="544"/>
                </a:cubicBezTo>
                <a:cubicBezTo>
                  <a:pt x="22" y="544"/>
                  <a:pt x="26" y="530"/>
                  <a:pt x="26" y="529"/>
                </a:cubicBezTo>
                <a:cubicBezTo>
                  <a:pt x="32" y="523"/>
                  <a:pt x="15" y="528"/>
                  <a:pt x="14" y="529"/>
                </a:cubicBezTo>
                <a:cubicBezTo>
                  <a:pt x="12" y="532"/>
                  <a:pt x="5" y="530"/>
                  <a:pt x="2" y="535"/>
                </a:cubicBezTo>
                <a:cubicBezTo>
                  <a:pt x="0" y="535"/>
                  <a:pt x="0" y="535"/>
                  <a:pt x="0" y="535"/>
                </a:cubicBezTo>
                <a:cubicBezTo>
                  <a:pt x="0" y="528"/>
                  <a:pt x="1" y="530"/>
                  <a:pt x="9" y="530"/>
                </a:cubicBezTo>
                <a:cubicBezTo>
                  <a:pt x="9" y="528"/>
                  <a:pt x="25" y="525"/>
                  <a:pt x="28" y="522"/>
                </a:cubicBezTo>
                <a:cubicBezTo>
                  <a:pt x="31" y="522"/>
                  <a:pt x="31" y="522"/>
                  <a:pt x="31" y="522"/>
                </a:cubicBezTo>
                <a:cubicBezTo>
                  <a:pt x="36" y="517"/>
                  <a:pt x="46" y="504"/>
                  <a:pt x="53" y="502"/>
                </a:cubicBezTo>
                <a:cubicBezTo>
                  <a:pt x="57" y="498"/>
                  <a:pt x="74" y="494"/>
                  <a:pt x="74" y="489"/>
                </a:cubicBezTo>
                <a:cubicBezTo>
                  <a:pt x="78" y="488"/>
                  <a:pt x="81" y="484"/>
                  <a:pt x="85" y="482"/>
                </a:cubicBezTo>
                <a:cubicBezTo>
                  <a:pt x="87" y="480"/>
                  <a:pt x="87" y="478"/>
                  <a:pt x="90" y="476"/>
                </a:cubicBezTo>
                <a:cubicBezTo>
                  <a:pt x="91" y="469"/>
                  <a:pt x="96" y="474"/>
                  <a:pt x="98" y="470"/>
                </a:cubicBezTo>
                <a:cubicBezTo>
                  <a:pt x="98" y="469"/>
                  <a:pt x="99" y="469"/>
                  <a:pt x="100" y="469"/>
                </a:cubicBezTo>
                <a:cubicBezTo>
                  <a:pt x="101" y="460"/>
                  <a:pt x="120" y="458"/>
                  <a:pt x="127" y="458"/>
                </a:cubicBezTo>
                <a:cubicBezTo>
                  <a:pt x="130" y="454"/>
                  <a:pt x="137" y="454"/>
                  <a:pt x="138" y="459"/>
                </a:cubicBezTo>
                <a:cubicBezTo>
                  <a:pt x="142" y="459"/>
                  <a:pt x="143" y="453"/>
                  <a:pt x="147" y="457"/>
                </a:cubicBezTo>
                <a:cubicBezTo>
                  <a:pt x="148" y="457"/>
                  <a:pt x="149" y="457"/>
                  <a:pt x="151" y="457"/>
                </a:cubicBezTo>
                <a:cubicBezTo>
                  <a:pt x="151" y="463"/>
                  <a:pt x="153" y="455"/>
                  <a:pt x="156" y="457"/>
                </a:cubicBezTo>
                <a:cubicBezTo>
                  <a:pt x="169" y="458"/>
                  <a:pt x="153" y="458"/>
                  <a:pt x="151" y="463"/>
                </a:cubicBezTo>
                <a:cubicBezTo>
                  <a:pt x="153" y="464"/>
                  <a:pt x="156" y="461"/>
                  <a:pt x="158" y="460"/>
                </a:cubicBezTo>
                <a:cubicBezTo>
                  <a:pt x="159" y="460"/>
                  <a:pt x="160" y="461"/>
                  <a:pt x="162" y="461"/>
                </a:cubicBezTo>
                <a:cubicBezTo>
                  <a:pt x="164" y="458"/>
                  <a:pt x="165" y="461"/>
                  <a:pt x="167" y="457"/>
                </a:cubicBezTo>
                <a:cubicBezTo>
                  <a:pt x="168" y="457"/>
                  <a:pt x="169" y="455"/>
                  <a:pt x="170" y="456"/>
                </a:cubicBezTo>
                <a:cubicBezTo>
                  <a:pt x="170" y="459"/>
                  <a:pt x="167" y="458"/>
                  <a:pt x="170" y="460"/>
                </a:cubicBezTo>
                <a:cubicBezTo>
                  <a:pt x="170" y="465"/>
                  <a:pt x="170" y="465"/>
                  <a:pt x="170" y="465"/>
                </a:cubicBezTo>
                <a:cubicBezTo>
                  <a:pt x="168" y="465"/>
                  <a:pt x="164" y="466"/>
                  <a:pt x="169" y="466"/>
                </a:cubicBezTo>
                <a:cubicBezTo>
                  <a:pt x="169" y="468"/>
                  <a:pt x="171" y="473"/>
                  <a:pt x="172" y="473"/>
                </a:cubicBezTo>
                <a:cubicBezTo>
                  <a:pt x="172" y="472"/>
                  <a:pt x="172" y="472"/>
                  <a:pt x="173" y="471"/>
                </a:cubicBezTo>
                <a:cubicBezTo>
                  <a:pt x="177" y="469"/>
                  <a:pt x="181" y="461"/>
                  <a:pt x="184" y="457"/>
                </a:cubicBezTo>
                <a:cubicBezTo>
                  <a:pt x="187" y="456"/>
                  <a:pt x="188" y="453"/>
                  <a:pt x="189" y="451"/>
                </a:cubicBezTo>
                <a:cubicBezTo>
                  <a:pt x="190" y="451"/>
                  <a:pt x="191" y="451"/>
                  <a:pt x="192" y="449"/>
                </a:cubicBezTo>
                <a:cubicBezTo>
                  <a:pt x="193" y="446"/>
                  <a:pt x="199" y="445"/>
                  <a:pt x="199" y="441"/>
                </a:cubicBezTo>
                <a:cubicBezTo>
                  <a:pt x="196" y="441"/>
                  <a:pt x="193" y="446"/>
                  <a:pt x="192" y="446"/>
                </a:cubicBezTo>
                <a:cubicBezTo>
                  <a:pt x="192" y="444"/>
                  <a:pt x="198" y="438"/>
                  <a:pt x="199" y="437"/>
                </a:cubicBezTo>
                <a:cubicBezTo>
                  <a:pt x="200" y="437"/>
                  <a:pt x="202" y="433"/>
                  <a:pt x="203" y="434"/>
                </a:cubicBezTo>
                <a:cubicBezTo>
                  <a:pt x="205" y="439"/>
                  <a:pt x="211" y="431"/>
                  <a:pt x="214" y="430"/>
                </a:cubicBezTo>
                <a:cubicBezTo>
                  <a:pt x="217" y="428"/>
                  <a:pt x="222" y="425"/>
                  <a:pt x="225" y="423"/>
                </a:cubicBezTo>
                <a:cubicBezTo>
                  <a:pt x="225" y="417"/>
                  <a:pt x="214" y="427"/>
                  <a:pt x="212" y="429"/>
                </a:cubicBezTo>
                <a:cubicBezTo>
                  <a:pt x="210" y="430"/>
                  <a:pt x="207" y="432"/>
                  <a:pt x="205" y="433"/>
                </a:cubicBezTo>
                <a:cubicBezTo>
                  <a:pt x="202" y="432"/>
                  <a:pt x="213" y="426"/>
                  <a:pt x="214" y="425"/>
                </a:cubicBezTo>
                <a:cubicBezTo>
                  <a:pt x="218" y="421"/>
                  <a:pt x="231" y="415"/>
                  <a:pt x="236" y="414"/>
                </a:cubicBezTo>
                <a:cubicBezTo>
                  <a:pt x="241" y="410"/>
                  <a:pt x="257" y="407"/>
                  <a:pt x="263" y="407"/>
                </a:cubicBezTo>
                <a:cubicBezTo>
                  <a:pt x="266" y="403"/>
                  <a:pt x="277" y="404"/>
                  <a:pt x="281" y="402"/>
                </a:cubicBezTo>
                <a:cubicBezTo>
                  <a:pt x="292" y="402"/>
                  <a:pt x="300" y="403"/>
                  <a:pt x="309" y="406"/>
                </a:cubicBezTo>
                <a:cubicBezTo>
                  <a:pt x="309" y="407"/>
                  <a:pt x="293" y="408"/>
                  <a:pt x="293" y="411"/>
                </a:cubicBezTo>
                <a:cubicBezTo>
                  <a:pt x="289" y="411"/>
                  <a:pt x="288" y="412"/>
                  <a:pt x="286" y="414"/>
                </a:cubicBezTo>
                <a:cubicBezTo>
                  <a:pt x="283" y="414"/>
                  <a:pt x="276" y="415"/>
                  <a:pt x="275" y="416"/>
                </a:cubicBezTo>
                <a:cubicBezTo>
                  <a:pt x="265" y="417"/>
                  <a:pt x="256" y="422"/>
                  <a:pt x="247" y="425"/>
                </a:cubicBezTo>
                <a:cubicBezTo>
                  <a:pt x="244" y="429"/>
                  <a:pt x="238" y="430"/>
                  <a:pt x="235" y="433"/>
                </a:cubicBezTo>
                <a:cubicBezTo>
                  <a:pt x="233" y="434"/>
                  <a:pt x="213" y="447"/>
                  <a:pt x="213" y="450"/>
                </a:cubicBezTo>
                <a:cubicBezTo>
                  <a:pt x="211" y="450"/>
                  <a:pt x="202" y="460"/>
                  <a:pt x="200" y="463"/>
                </a:cubicBezTo>
                <a:cubicBezTo>
                  <a:pt x="198" y="465"/>
                  <a:pt x="199" y="465"/>
                  <a:pt x="198" y="468"/>
                </a:cubicBezTo>
                <a:cubicBezTo>
                  <a:pt x="194" y="472"/>
                  <a:pt x="181" y="488"/>
                  <a:pt x="180" y="494"/>
                </a:cubicBezTo>
                <a:cubicBezTo>
                  <a:pt x="177" y="496"/>
                  <a:pt x="176" y="504"/>
                  <a:pt x="173" y="507"/>
                </a:cubicBezTo>
                <a:cubicBezTo>
                  <a:pt x="173" y="510"/>
                  <a:pt x="172" y="513"/>
                  <a:pt x="171" y="516"/>
                </a:cubicBezTo>
                <a:cubicBezTo>
                  <a:pt x="171" y="519"/>
                  <a:pt x="171" y="523"/>
                  <a:pt x="170" y="527"/>
                </a:cubicBezTo>
                <a:cubicBezTo>
                  <a:pt x="169" y="527"/>
                  <a:pt x="161" y="528"/>
                  <a:pt x="167" y="530"/>
                </a:cubicBezTo>
                <a:cubicBezTo>
                  <a:pt x="167" y="535"/>
                  <a:pt x="165" y="540"/>
                  <a:pt x="165" y="544"/>
                </a:cubicBezTo>
                <a:cubicBezTo>
                  <a:pt x="163" y="546"/>
                  <a:pt x="162" y="549"/>
                  <a:pt x="164" y="552"/>
                </a:cubicBezTo>
                <a:cubicBezTo>
                  <a:pt x="163" y="556"/>
                  <a:pt x="162" y="559"/>
                  <a:pt x="164" y="564"/>
                </a:cubicBezTo>
                <a:cubicBezTo>
                  <a:pt x="163" y="566"/>
                  <a:pt x="164" y="565"/>
                  <a:pt x="162" y="565"/>
                </a:cubicBezTo>
                <a:cubicBezTo>
                  <a:pt x="160" y="568"/>
                  <a:pt x="159" y="568"/>
                  <a:pt x="161" y="571"/>
                </a:cubicBezTo>
                <a:cubicBezTo>
                  <a:pt x="161" y="575"/>
                  <a:pt x="160" y="575"/>
                  <a:pt x="162" y="579"/>
                </a:cubicBezTo>
                <a:cubicBezTo>
                  <a:pt x="162" y="577"/>
                  <a:pt x="162" y="575"/>
                  <a:pt x="163" y="574"/>
                </a:cubicBezTo>
                <a:cubicBezTo>
                  <a:pt x="165" y="586"/>
                  <a:pt x="169" y="599"/>
                  <a:pt x="165" y="611"/>
                </a:cubicBezTo>
                <a:cubicBezTo>
                  <a:pt x="165" y="614"/>
                  <a:pt x="165" y="617"/>
                  <a:pt x="165" y="620"/>
                </a:cubicBezTo>
                <a:cubicBezTo>
                  <a:pt x="163" y="624"/>
                  <a:pt x="162" y="637"/>
                  <a:pt x="165" y="641"/>
                </a:cubicBezTo>
                <a:cubicBezTo>
                  <a:pt x="165" y="643"/>
                  <a:pt x="168" y="645"/>
                  <a:pt x="170" y="648"/>
                </a:cubicBezTo>
                <a:cubicBezTo>
                  <a:pt x="170" y="652"/>
                  <a:pt x="173" y="650"/>
                  <a:pt x="174" y="653"/>
                </a:cubicBezTo>
                <a:cubicBezTo>
                  <a:pt x="172" y="657"/>
                  <a:pt x="177" y="655"/>
                  <a:pt x="175" y="660"/>
                </a:cubicBezTo>
                <a:cubicBezTo>
                  <a:pt x="179" y="666"/>
                  <a:pt x="167" y="664"/>
                  <a:pt x="164" y="667"/>
                </a:cubicBezTo>
                <a:cubicBezTo>
                  <a:pt x="164" y="673"/>
                  <a:pt x="165" y="683"/>
                  <a:pt x="162" y="688"/>
                </a:cubicBezTo>
                <a:cubicBezTo>
                  <a:pt x="165" y="692"/>
                  <a:pt x="159" y="690"/>
                  <a:pt x="157" y="690"/>
                </a:cubicBezTo>
                <a:cubicBezTo>
                  <a:pt x="154" y="695"/>
                  <a:pt x="156" y="702"/>
                  <a:pt x="153" y="706"/>
                </a:cubicBezTo>
                <a:cubicBezTo>
                  <a:pt x="149" y="703"/>
                  <a:pt x="148" y="711"/>
                  <a:pt x="150" y="715"/>
                </a:cubicBezTo>
                <a:cubicBezTo>
                  <a:pt x="150" y="720"/>
                  <a:pt x="154" y="728"/>
                  <a:pt x="149" y="731"/>
                </a:cubicBezTo>
                <a:cubicBezTo>
                  <a:pt x="149" y="750"/>
                  <a:pt x="153" y="740"/>
                  <a:pt x="153" y="729"/>
                </a:cubicBezTo>
                <a:cubicBezTo>
                  <a:pt x="155" y="727"/>
                  <a:pt x="155" y="720"/>
                  <a:pt x="157" y="718"/>
                </a:cubicBezTo>
                <a:cubicBezTo>
                  <a:pt x="157" y="716"/>
                  <a:pt x="158" y="714"/>
                  <a:pt x="158" y="712"/>
                </a:cubicBezTo>
                <a:cubicBezTo>
                  <a:pt x="164" y="708"/>
                  <a:pt x="163" y="697"/>
                  <a:pt x="171" y="695"/>
                </a:cubicBezTo>
                <a:cubicBezTo>
                  <a:pt x="170" y="691"/>
                  <a:pt x="171" y="690"/>
                  <a:pt x="175" y="690"/>
                </a:cubicBezTo>
                <a:cubicBezTo>
                  <a:pt x="176" y="690"/>
                  <a:pt x="177" y="680"/>
                  <a:pt x="179" y="678"/>
                </a:cubicBezTo>
                <a:cubicBezTo>
                  <a:pt x="177" y="673"/>
                  <a:pt x="179" y="676"/>
                  <a:pt x="181" y="675"/>
                </a:cubicBezTo>
                <a:cubicBezTo>
                  <a:pt x="182" y="672"/>
                  <a:pt x="180" y="669"/>
                  <a:pt x="183" y="669"/>
                </a:cubicBezTo>
                <a:cubicBezTo>
                  <a:pt x="184" y="670"/>
                  <a:pt x="185" y="678"/>
                  <a:pt x="183" y="679"/>
                </a:cubicBezTo>
                <a:cubicBezTo>
                  <a:pt x="184" y="682"/>
                  <a:pt x="185" y="684"/>
                  <a:pt x="183" y="686"/>
                </a:cubicBezTo>
                <a:cubicBezTo>
                  <a:pt x="184" y="688"/>
                  <a:pt x="184" y="692"/>
                  <a:pt x="186" y="691"/>
                </a:cubicBezTo>
                <a:cubicBezTo>
                  <a:pt x="186" y="685"/>
                  <a:pt x="188" y="688"/>
                  <a:pt x="188" y="685"/>
                </a:cubicBezTo>
                <a:cubicBezTo>
                  <a:pt x="186" y="684"/>
                  <a:pt x="186" y="684"/>
                  <a:pt x="186" y="684"/>
                </a:cubicBezTo>
                <a:cubicBezTo>
                  <a:pt x="186" y="680"/>
                  <a:pt x="184" y="668"/>
                  <a:pt x="188" y="668"/>
                </a:cubicBezTo>
                <a:cubicBezTo>
                  <a:pt x="190" y="670"/>
                  <a:pt x="184" y="670"/>
                  <a:pt x="191" y="672"/>
                </a:cubicBezTo>
                <a:cubicBezTo>
                  <a:pt x="191" y="670"/>
                  <a:pt x="192" y="670"/>
                  <a:pt x="193" y="668"/>
                </a:cubicBezTo>
                <a:cubicBezTo>
                  <a:pt x="197" y="667"/>
                  <a:pt x="200" y="651"/>
                  <a:pt x="207" y="661"/>
                </a:cubicBezTo>
                <a:cubicBezTo>
                  <a:pt x="210" y="661"/>
                  <a:pt x="205" y="650"/>
                  <a:pt x="204" y="650"/>
                </a:cubicBezTo>
                <a:cubicBezTo>
                  <a:pt x="204" y="651"/>
                  <a:pt x="204" y="653"/>
                  <a:pt x="204" y="655"/>
                </a:cubicBezTo>
                <a:cubicBezTo>
                  <a:pt x="196" y="661"/>
                  <a:pt x="194" y="645"/>
                  <a:pt x="194" y="640"/>
                </a:cubicBezTo>
                <a:cubicBezTo>
                  <a:pt x="190" y="639"/>
                  <a:pt x="193" y="633"/>
                  <a:pt x="193" y="630"/>
                </a:cubicBezTo>
                <a:cubicBezTo>
                  <a:pt x="189" y="626"/>
                  <a:pt x="197" y="623"/>
                  <a:pt x="187" y="622"/>
                </a:cubicBezTo>
                <a:cubicBezTo>
                  <a:pt x="187" y="621"/>
                  <a:pt x="188" y="621"/>
                  <a:pt x="188" y="620"/>
                </a:cubicBezTo>
                <a:cubicBezTo>
                  <a:pt x="189" y="612"/>
                  <a:pt x="189" y="610"/>
                  <a:pt x="188" y="610"/>
                </a:cubicBezTo>
                <a:cubicBezTo>
                  <a:pt x="188" y="607"/>
                  <a:pt x="191" y="607"/>
                  <a:pt x="186" y="608"/>
                </a:cubicBezTo>
                <a:cubicBezTo>
                  <a:pt x="185" y="604"/>
                  <a:pt x="186" y="604"/>
                  <a:pt x="182" y="603"/>
                </a:cubicBezTo>
                <a:cubicBezTo>
                  <a:pt x="181" y="595"/>
                  <a:pt x="185" y="608"/>
                  <a:pt x="186" y="598"/>
                </a:cubicBezTo>
                <a:cubicBezTo>
                  <a:pt x="187" y="598"/>
                  <a:pt x="188" y="603"/>
                  <a:pt x="190" y="600"/>
                </a:cubicBezTo>
                <a:cubicBezTo>
                  <a:pt x="187" y="595"/>
                  <a:pt x="187" y="596"/>
                  <a:pt x="186" y="591"/>
                </a:cubicBezTo>
                <a:cubicBezTo>
                  <a:pt x="187" y="591"/>
                  <a:pt x="192" y="593"/>
                  <a:pt x="188" y="589"/>
                </a:cubicBezTo>
                <a:cubicBezTo>
                  <a:pt x="188" y="586"/>
                  <a:pt x="188" y="583"/>
                  <a:pt x="189" y="581"/>
                </a:cubicBezTo>
                <a:cubicBezTo>
                  <a:pt x="194" y="580"/>
                  <a:pt x="196" y="571"/>
                  <a:pt x="203" y="575"/>
                </a:cubicBezTo>
                <a:cubicBezTo>
                  <a:pt x="205" y="575"/>
                  <a:pt x="206" y="573"/>
                  <a:pt x="207" y="577"/>
                </a:cubicBezTo>
                <a:cubicBezTo>
                  <a:pt x="208" y="577"/>
                  <a:pt x="208" y="575"/>
                  <a:pt x="208" y="575"/>
                </a:cubicBezTo>
                <a:cubicBezTo>
                  <a:pt x="208" y="574"/>
                  <a:pt x="211" y="572"/>
                  <a:pt x="212" y="573"/>
                </a:cubicBezTo>
                <a:cubicBezTo>
                  <a:pt x="212" y="578"/>
                  <a:pt x="212" y="582"/>
                  <a:pt x="214" y="587"/>
                </a:cubicBezTo>
                <a:cubicBezTo>
                  <a:pt x="216" y="589"/>
                  <a:pt x="217" y="587"/>
                  <a:pt x="217" y="592"/>
                </a:cubicBezTo>
                <a:cubicBezTo>
                  <a:pt x="219" y="596"/>
                  <a:pt x="215" y="593"/>
                  <a:pt x="218" y="599"/>
                </a:cubicBezTo>
                <a:cubicBezTo>
                  <a:pt x="221" y="600"/>
                  <a:pt x="223" y="599"/>
                  <a:pt x="225" y="603"/>
                </a:cubicBezTo>
                <a:cubicBezTo>
                  <a:pt x="229" y="605"/>
                  <a:pt x="237" y="605"/>
                  <a:pt x="240" y="607"/>
                </a:cubicBezTo>
                <a:cubicBezTo>
                  <a:pt x="240" y="609"/>
                  <a:pt x="239" y="612"/>
                  <a:pt x="237" y="613"/>
                </a:cubicBezTo>
                <a:cubicBezTo>
                  <a:pt x="235" y="617"/>
                  <a:pt x="235" y="622"/>
                  <a:pt x="230" y="624"/>
                </a:cubicBezTo>
                <a:cubicBezTo>
                  <a:pt x="229" y="628"/>
                  <a:pt x="228" y="627"/>
                  <a:pt x="225" y="628"/>
                </a:cubicBezTo>
                <a:cubicBezTo>
                  <a:pt x="225" y="635"/>
                  <a:pt x="227" y="634"/>
                  <a:pt x="232" y="637"/>
                </a:cubicBezTo>
                <a:cubicBezTo>
                  <a:pt x="236" y="635"/>
                  <a:pt x="240" y="633"/>
                  <a:pt x="243" y="631"/>
                </a:cubicBezTo>
                <a:cubicBezTo>
                  <a:pt x="243" y="629"/>
                  <a:pt x="245" y="629"/>
                  <a:pt x="247" y="629"/>
                </a:cubicBezTo>
                <a:cubicBezTo>
                  <a:pt x="248" y="627"/>
                  <a:pt x="249" y="625"/>
                  <a:pt x="250" y="624"/>
                </a:cubicBezTo>
                <a:cubicBezTo>
                  <a:pt x="250" y="624"/>
                  <a:pt x="255" y="629"/>
                  <a:pt x="256" y="630"/>
                </a:cubicBezTo>
                <a:cubicBezTo>
                  <a:pt x="256" y="632"/>
                  <a:pt x="259" y="635"/>
                  <a:pt x="256" y="639"/>
                </a:cubicBezTo>
                <a:cubicBezTo>
                  <a:pt x="256" y="642"/>
                  <a:pt x="254" y="648"/>
                  <a:pt x="253" y="650"/>
                </a:cubicBezTo>
                <a:cubicBezTo>
                  <a:pt x="246" y="651"/>
                  <a:pt x="248" y="663"/>
                  <a:pt x="243" y="667"/>
                </a:cubicBezTo>
                <a:cubicBezTo>
                  <a:pt x="242" y="669"/>
                  <a:pt x="242" y="669"/>
                  <a:pt x="240" y="671"/>
                </a:cubicBezTo>
                <a:cubicBezTo>
                  <a:pt x="242" y="674"/>
                  <a:pt x="236" y="684"/>
                  <a:pt x="234" y="685"/>
                </a:cubicBezTo>
                <a:cubicBezTo>
                  <a:pt x="233" y="686"/>
                  <a:pt x="233" y="687"/>
                  <a:pt x="232" y="688"/>
                </a:cubicBezTo>
                <a:cubicBezTo>
                  <a:pt x="230" y="692"/>
                  <a:pt x="226" y="689"/>
                  <a:pt x="226" y="694"/>
                </a:cubicBezTo>
                <a:cubicBezTo>
                  <a:pt x="226" y="695"/>
                  <a:pt x="231" y="701"/>
                  <a:pt x="233" y="701"/>
                </a:cubicBezTo>
                <a:cubicBezTo>
                  <a:pt x="233" y="703"/>
                  <a:pt x="233" y="704"/>
                  <a:pt x="235" y="706"/>
                </a:cubicBezTo>
                <a:cubicBezTo>
                  <a:pt x="237" y="703"/>
                  <a:pt x="234" y="697"/>
                  <a:pt x="233" y="693"/>
                </a:cubicBezTo>
                <a:cubicBezTo>
                  <a:pt x="233" y="693"/>
                  <a:pt x="233" y="693"/>
                  <a:pt x="234" y="692"/>
                </a:cubicBezTo>
                <a:cubicBezTo>
                  <a:pt x="234" y="685"/>
                  <a:pt x="237" y="691"/>
                  <a:pt x="239" y="690"/>
                </a:cubicBezTo>
                <a:cubicBezTo>
                  <a:pt x="241" y="692"/>
                  <a:pt x="241" y="692"/>
                  <a:pt x="240" y="693"/>
                </a:cubicBezTo>
                <a:cubicBezTo>
                  <a:pt x="244" y="697"/>
                  <a:pt x="240" y="697"/>
                  <a:pt x="243" y="701"/>
                </a:cubicBezTo>
                <a:cubicBezTo>
                  <a:pt x="244" y="701"/>
                  <a:pt x="244" y="699"/>
                  <a:pt x="244" y="698"/>
                </a:cubicBezTo>
                <a:cubicBezTo>
                  <a:pt x="248" y="700"/>
                  <a:pt x="248" y="705"/>
                  <a:pt x="248" y="697"/>
                </a:cubicBezTo>
                <a:cubicBezTo>
                  <a:pt x="241" y="692"/>
                  <a:pt x="247" y="681"/>
                  <a:pt x="244" y="679"/>
                </a:cubicBezTo>
                <a:cubicBezTo>
                  <a:pt x="244" y="678"/>
                  <a:pt x="247" y="676"/>
                  <a:pt x="247" y="679"/>
                </a:cubicBezTo>
                <a:cubicBezTo>
                  <a:pt x="251" y="679"/>
                  <a:pt x="246" y="681"/>
                  <a:pt x="251" y="684"/>
                </a:cubicBezTo>
                <a:cubicBezTo>
                  <a:pt x="249" y="685"/>
                  <a:pt x="249" y="684"/>
                  <a:pt x="247" y="685"/>
                </a:cubicBezTo>
                <a:cubicBezTo>
                  <a:pt x="247" y="686"/>
                  <a:pt x="246" y="688"/>
                  <a:pt x="247" y="690"/>
                </a:cubicBezTo>
                <a:cubicBezTo>
                  <a:pt x="251" y="689"/>
                  <a:pt x="246" y="689"/>
                  <a:pt x="250" y="686"/>
                </a:cubicBezTo>
                <a:cubicBezTo>
                  <a:pt x="255" y="694"/>
                  <a:pt x="252" y="686"/>
                  <a:pt x="256" y="689"/>
                </a:cubicBezTo>
                <a:cubicBezTo>
                  <a:pt x="256" y="690"/>
                  <a:pt x="254" y="691"/>
                  <a:pt x="255" y="692"/>
                </a:cubicBezTo>
                <a:cubicBezTo>
                  <a:pt x="257" y="694"/>
                  <a:pt x="255" y="701"/>
                  <a:pt x="257" y="704"/>
                </a:cubicBezTo>
                <a:cubicBezTo>
                  <a:pt x="262" y="702"/>
                  <a:pt x="257" y="701"/>
                  <a:pt x="260" y="697"/>
                </a:cubicBezTo>
                <a:cubicBezTo>
                  <a:pt x="260" y="696"/>
                  <a:pt x="258" y="691"/>
                  <a:pt x="258" y="690"/>
                </a:cubicBezTo>
                <a:cubicBezTo>
                  <a:pt x="261" y="690"/>
                  <a:pt x="260" y="692"/>
                  <a:pt x="263" y="692"/>
                </a:cubicBezTo>
                <a:cubicBezTo>
                  <a:pt x="265" y="690"/>
                  <a:pt x="264" y="687"/>
                  <a:pt x="264" y="684"/>
                </a:cubicBezTo>
                <a:cubicBezTo>
                  <a:pt x="262" y="681"/>
                  <a:pt x="255" y="679"/>
                  <a:pt x="255" y="676"/>
                </a:cubicBezTo>
                <a:cubicBezTo>
                  <a:pt x="260" y="676"/>
                  <a:pt x="262" y="680"/>
                  <a:pt x="265" y="682"/>
                </a:cubicBezTo>
                <a:cubicBezTo>
                  <a:pt x="266" y="687"/>
                  <a:pt x="270" y="689"/>
                  <a:pt x="272" y="693"/>
                </a:cubicBezTo>
                <a:cubicBezTo>
                  <a:pt x="278" y="692"/>
                  <a:pt x="272" y="699"/>
                  <a:pt x="278" y="702"/>
                </a:cubicBezTo>
                <a:cubicBezTo>
                  <a:pt x="279" y="705"/>
                  <a:pt x="281" y="707"/>
                  <a:pt x="282" y="711"/>
                </a:cubicBezTo>
                <a:cubicBezTo>
                  <a:pt x="285" y="713"/>
                  <a:pt x="289" y="715"/>
                  <a:pt x="289" y="710"/>
                </a:cubicBezTo>
                <a:cubicBezTo>
                  <a:pt x="283" y="705"/>
                  <a:pt x="286" y="697"/>
                  <a:pt x="291" y="703"/>
                </a:cubicBezTo>
                <a:cubicBezTo>
                  <a:pt x="291" y="705"/>
                  <a:pt x="291" y="705"/>
                  <a:pt x="293" y="707"/>
                </a:cubicBezTo>
                <a:cubicBezTo>
                  <a:pt x="294" y="712"/>
                  <a:pt x="304" y="722"/>
                  <a:pt x="298" y="725"/>
                </a:cubicBezTo>
                <a:cubicBezTo>
                  <a:pt x="296" y="722"/>
                  <a:pt x="293" y="721"/>
                  <a:pt x="292" y="717"/>
                </a:cubicBezTo>
                <a:cubicBezTo>
                  <a:pt x="290" y="716"/>
                  <a:pt x="290" y="726"/>
                  <a:pt x="293" y="728"/>
                </a:cubicBezTo>
                <a:cubicBezTo>
                  <a:pt x="293" y="731"/>
                  <a:pt x="293" y="731"/>
                  <a:pt x="296" y="731"/>
                </a:cubicBezTo>
                <a:cubicBezTo>
                  <a:pt x="296" y="733"/>
                  <a:pt x="296" y="733"/>
                  <a:pt x="294" y="732"/>
                </a:cubicBezTo>
                <a:cubicBezTo>
                  <a:pt x="293" y="736"/>
                  <a:pt x="302" y="743"/>
                  <a:pt x="297" y="742"/>
                </a:cubicBezTo>
                <a:cubicBezTo>
                  <a:pt x="295" y="737"/>
                  <a:pt x="295" y="742"/>
                  <a:pt x="294" y="743"/>
                </a:cubicBezTo>
                <a:cubicBezTo>
                  <a:pt x="289" y="743"/>
                  <a:pt x="294" y="736"/>
                  <a:pt x="294" y="739"/>
                </a:cubicBezTo>
                <a:cubicBezTo>
                  <a:pt x="296" y="739"/>
                  <a:pt x="291" y="736"/>
                  <a:pt x="290" y="735"/>
                </a:cubicBezTo>
                <a:cubicBezTo>
                  <a:pt x="289" y="733"/>
                  <a:pt x="283" y="720"/>
                  <a:pt x="282" y="729"/>
                </a:cubicBezTo>
                <a:cubicBezTo>
                  <a:pt x="279" y="732"/>
                  <a:pt x="283" y="735"/>
                  <a:pt x="286" y="737"/>
                </a:cubicBezTo>
                <a:cubicBezTo>
                  <a:pt x="289" y="732"/>
                  <a:pt x="290" y="745"/>
                  <a:pt x="291" y="746"/>
                </a:cubicBezTo>
                <a:cubicBezTo>
                  <a:pt x="296" y="747"/>
                  <a:pt x="292" y="748"/>
                  <a:pt x="295" y="752"/>
                </a:cubicBezTo>
                <a:cubicBezTo>
                  <a:pt x="297" y="752"/>
                  <a:pt x="298" y="751"/>
                  <a:pt x="300" y="754"/>
                </a:cubicBezTo>
                <a:cubicBezTo>
                  <a:pt x="300" y="756"/>
                  <a:pt x="306" y="763"/>
                  <a:pt x="302" y="763"/>
                </a:cubicBezTo>
                <a:cubicBezTo>
                  <a:pt x="299" y="759"/>
                  <a:pt x="298" y="761"/>
                  <a:pt x="301" y="762"/>
                </a:cubicBezTo>
                <a:cubicBezTo>
                  <a:pt x="299" y="767"/>
                  <a:pt x="305" y="772"/>
                  <a:pt x="304" y="778"/>
                </a:cubicBezTo>
                <a:cubicBezTo>
                  <a:pt x="302" y="778"/>
                  <a:pt x="302" y="778"/>
                  <a:pt x="302" y="778"/>
                </a:cubicBezTo>
                <a:cubicBezTo>
                  <a:pt x="302" y="775"/>
                  <a:pt x="294" y="767"/>
                  <a:pt x="291" y="766"/>
                </a:cubicBezTo>
                <a:cubicBezTo>
                  <a:pt x="291" y="766"/>
                  <a:pt x="291" y="767"/>
                  <a:pt x="290" y="767"/>
                </a:cubicBezTo>
                <a:cubicBezTo>
                  <a:pt x="285" y="763"/>
                  <a:pt x="272" y="749"/>
                  <a:pt x="271" y="744"/>
                </a:cubicBezTo>
                <a:cubicBezTo>
                  <a:pt x="268" y="743"/>
                  <a:pt x="267" y="746"/>
                  <a:pt x="271" y="747"/>
                </a:cubicBezTo>
                <a:cubicBezTo>
                  <a:pt x="271" y="749"/>
                  <a:pt x="271" y="751"/>
                  <a:pt x="274" y="752"/>
                </a:cubicBezTo>
                <a:cubicBezTo>
                  <a:pt x="276" y="755"/>
                  <a:pt x="284" y="764"/>
                  <a:pt x="284" y="767"/>
                </a:cubicBezTo>
                <a:cubicBezTo>
                  <a:pt x="281" y="767"/>
                  <a:pt x="273" y="760"/>
                  <a:pt x="272" y="758"/>
                </a:cubicBezTo>
                <a:cubicBezTo>
                  <a:pt x="267" y="757"/>
                  <a:pt x="269" y="752"/>
                  <a:pt x="264" y="750"/>
                </a:cubicBezTo>
                <a:cubicBezTo>
                  <a:pt x="263" y="749"/>
                  <a:pt x="267" y="750"/>
                  <a:pt x="267" y="750"/>
                </a:cubicBezTo>
                <a:cubicBezTo>
                  <a:pt x="266" y="742"/>
                  <a:pt x="260" y="745"/>
                  <a:pt x="262" y="752"/>
                </a:cubicBezTo>
                <a:cubicBezTo>
                  <a:pt x="267" y="754"/>
                  <a:pt x="266" y="758"/>
                  <a:pt x="271" y="761"/>
                </a:cubicBezTo>
                <a:cubicBezTo>
                  <a:pt x="271" y="764"/>
                  <a:pt x="270" y="764"/>
                  <a:pt x="274" y="765"/>
                </a:cubicBezTo>
                <a:cubicBezTo>
                  <a:pt x="274" y="766"/>
                  <a:pt x="273" y="768"/>
                  <a:pt x="275" y="770"/>
                </a:cubicBezTo>
                <a:cubicBezTo>
                  <a:pt x="274" y="774"/>
                  <a:pt x="273" y="769"/>
                  <a:pt x="273" y="768"/>
                </a:cubicBezTo>
                <a:cubicBezTo>
                  <a:pt x="271" y="767"/>
                  <a:pt x="269" y="766"/>
                  <a:pt x="268" y="765"/>
                </a:cubicBezTo>
                <a:cubicBezTo>
                  <a:pt x="268" y="764"/>
                  <a:pt x="267" y="763"/>
                  <a:pt x="267" y="763"/>
                </a:cubicBezTo>
                <a:cubicBezTo>
                  <a:pt x="264" y="764"/>
                  <a:pt x="263" y="761"/>
                  <a:pt x="263" y="758"/>
                </a:cubicBezTo>
                <a:cubicBezTo>
                  <a:pt x="260" y="757"/>
                  <a:pt x="259" y="754"/>
                  <a:pt x="258" y="754"/>
                </a:cubicBezTo>
                <a:cubicBezTo>
                  <a:pt x="258" y="757"/>
                  <a:pt x="258" y="757"/>
                  <a:pt x="258" y="757"/>
                </a:cubicBezTo>
                <a:cubicBezTo>
                  <a:pt x="253" y="758"/>
                  <a:pt x="257" y="748"/>
                  <a:pt x="251" y="748"/>
                </a:cubicBezTo>
                <a:cubicBezTo>
                  <a:pt x="250" y="750"/>
                  <a:pt x="254" y="751"/>
                  <a:pt x="250" y="752"/>
                </a:cubicBezTo>
                <a:cubicBezTo>
                  <a:pt x="249" y="749"/>
                  <a:pt x="246" y="748"/>
                  <a:pt x="247" y="746"/>
                </a:cubicBezTo>
                <a:cubicBezTo>
                  <a:pt x="255" y="746"/>
                  <a:pt x="245" y="746"/>
                  <a:pt x="245" y="744"/>
                </a:cubicBezTo>
                <a:cubicBezTo>
                  <a:pt x="249" y="742"/>
                  <a:pt x="244" y="738"/>
                  <a:pt x="241" y="743"/>
                </a:cubicBezTo>
                <a:cubicBezTo>
                  <a:pt x="244" y="747"/>
                  <a:pt x="242" y="753"/>
                  <a:pt x="248" y="755"/>
                </a:cubicBezTo>
                <a:cubicBezTo>
                  <a:pt x="248" y="762"/>
                  <a:pt x="258" y="765"/>
                  <a:pt x="258" y="771"/>
                </a:cubicBezTo>
                <a:cubicBezTo>
                  <a:pt x="259" y="773"/>
                  <a:pt x="261" y="774"/>
                  <a:pt x="262" y="778"/>
                </a:cubicBezTo>
                <a:cubicBezTo>
                  <a:pt x="261" y="780"/>
                  <a:pt x="262" y="781"/>
                  <a:pt x="265" y="781"/>
                </a:cubicBezTo>
                <a:cubicBezTo>
                  <a:pt x="267" y="784"/>
                  <a:pt x="269" y="788"/>
                  <a:pt x="274" y="790"/>
                </a:cubicBezTo>
                <a:cubicBezTo>
                  <a:pt x="274" y="791"/>
                  <a:pt x="276" y="793"/>
                  <a:pt x="278" y="795"/>
                </a:cubicBezTo>
                <a:cubicBezTo>
                  <a:pt x="273" y="798"/>
                  <a:pt x="280" y="798"/>
                  <a:pt x="279" y="801"/>
                </a:cubicBezTo>
                <a:cubicBezTo>
                  <a:pt x="276" y="801"/>
                  <a:pt x="272" y="803"/>
                  <a:pt x="273" y="799"/>
                </a:cubicBezTo>
                <a:cubicBezTo>
                  <a:pt x="271" y="798"/>
                  <a:pt x="270" y="799"/>
                  <a:pt x="269" y="799"/>
                </a:cubicBezTo>
                <a:cubicBezTo>
                  <a:pt x="266" y="792"/>
                  <a:pt x="261" y="795"/>
                  <a:pt x="257" y="789"/>
                </a:cubicBezTo>
                <a:cubicBezTo>
                  <a:pt x="257" y="790"/>
                  <a:pt x="256" y="790"/>
                  <a:pt x="256" y="790"/>
                </a:cubicBezTo>
                <a:cubicBezTo>
                  <a:pt x="257" y="798"/>
                  <a:pt x="251" y="784"/>
                  <a:pt x="248" y="785"/>
                </a:cubicBezTo>
                <a:cubicBezTo>
                  <a:pt x="248" y="783"/>
                  <a:pt x="247" y="782"/>
                  <a:pt x="247" y="782"/>
                </a:cubicBezTo>
                <a:cubicBezTo>
                  <a:pt x="247" y="776"/>
                  <a:pt x="248" y="780"/>
                  <a:pt x="245" y="779"/>
                </a:cubicBezTo>
                <a:cubicBezTo>
                  <a:pt x="246" y="775"/>
                  <a:pt x="249" y="776"/>
                  <a:pt x="244" y="773"/>
                </a:cubicBezTo>
                <a:cubicBezTo>
                  <a:pt x="244" y="770"/>
                  <a:pt x="237" y="767"/>
                  <a:pt x="241" y="765"/>
                </a:cubicBezTo>
                <a:cubicBezTo>
                  <a:pt x="239" y="763"/>
                  <a:pt x="237" y="760"/>
                  <a:pt x="236" y="758"/>
                </a:cubicBezTo>
                <a:cubicBezTo>
                  <a:pt x="237" y="756"/>
                  <a:pt x="240" y="756"/>
                  <a:pt x="236" y="754"/>
                </a:cubicBezTo>
                <a:cubicBezTo>
                  <a:pt x="235" y="751"/>
                  <a:pt x="235" y="748"/>
                  <a:pt x="236" y="746"/>
                </a:cubicBezTo>
                <a:cubicBezTo>
                  <a:pt x="233" y="746"/>
                  <a:pt x="232" y="748"/>
                  <a:pt x="235" y="750"/>
                </a:cubicBezTo>
                <a:cubicBezTo>
                  <a:pt x="233" y="751"/>
                  <a:pt x="232" y="752"/>
                  <a:pt x="234" y="754"/>
                </a:cubicBezTo>
                <a:cubicBezTo>
                  <a:pt x="234" y="756"/>
                  <a:pt x="232" y="756"/>
                  <a:pt x="233" y="760"/>
                </a:cubicBezTo>
                <a:cubicBezTo>
                  <a:pt x="234" y="760"/>
                  <a:pt x="236" y="761"/>
                  <a:pt x="236" y="763"/>
                </a:cubicBezTo>
                <a:cubicBezTo>
                  <a:pt x="234" y="763"/>
                  <a:pt x="232" y="763"/>
                  <a:pt x="234" y="765"/>
                </a:cubicBezTo>
                <a:cubicBezTo>
                  <a:pt x="231" y="768"/>
                  <a:pt x="234" y="772"/>
                  <a:pt x="234" y="775"/>
                </a:cubicBezTo>
                <a:cubicBezTo>
                  <a:pt x="230" y="780"/>
                  <a:pt x="232" y="782"/>
                  <a:pt x="233" y="787"/>
                </a:cubicBezTo>
                <a:cubicBezTo>
                  <a:pt x="231" y="792"/>
                  <a:pt x="233" y="795"/>
                  <a:pt x="237" y="798"/>
                </a:cubicBezTo>
                <a:cubicBezTo>
                  <a:pt x="237" y="801"/>
                  <a:pt x="239" y="807"/>
                  <a:pt x="242" y="804"/>
                </a:cubicBezTo>
                <a:cubicBezTo>
                  <a:pt x="243" y="807"/>
                  <a:pt x="245" y="806"/>
                  <a:pt x="245" y="809"/>
                </a:cubicBezTo>
                <a:cubicBezTo>
                  <a:pt x="242" y="809"/>
                  <a:pt x="243" y="811"/>
                  <a:pt x="244" y="814"/>
                </a:cubicBezTo>
                <a:cubicBezTo>
                  <a:pt x="242" y="814"/>
                  <a:pt x="242" y="817"/>
                  <a:pt x="239" y="817"/>
                </a:cubicBezTo>
                <a:cubicBezTo>
                  <a:pt x="237" y="815"/>
                  <a:pt x="237" y="816"/>
                  <a:pt x="235" y="816"/>
                </a:cubicBezTo>
                <a:cubicBezTo>
                  <a:pt x="233" y="814"/>
                  <a:pt x="239" y="805"/>
                  <a:pt x="230" y="809"/>
                </a:cubicBezTo>
                <a:cubicBezTo>
                  <a:pt x="230" y="808"/>
                  <a:pt x="229" y="795"/>
                  <a:pt x="227" y="800"/>
                </a:cubicBezTo>
                <a:cubicBezTo>
                  <a:pt x="226" y="800"/>
                  <a:pt x="227" y="789"/>
                  <a:pt x="224" y="787"/>
                </a:cubicBezTo>
                <a:cubicBezTo>
                  <a:pt x="220" y="793"/>
                  <a:pt x="223" y="784"/>
                  <a:pt x="218" y="784"/>
                </a:cubicBezTo>
                <a:cubicBezTo>
                  <a:pt x="218" y="785"/>
                  <a:pt x="219" y="792"/>
                  <a:pt x="222" y="794"/>
                </a:cubicBezTo>
                <a:cubicBezTo>
                  <a:pt x="222" y="799"/>
                  <a:pt x="227" y="804"/>
                  <a:pt x="227" y="811"/>
                </a:cubicBezTo>
                <a:cubicBezTo>
                  <a:pt x="228" y="812"/>
                  <a:pt x="232" y="815"/>
                  <a:pt x="230" y="818"/>
                </a:cubicBezTo>
                <a:cubicBezTo>
                  <a:pt x="226" y="818"/>
                  <a:pt x="222" y="818"/>
                  <a:pt x="222" y="813"/>
                </a:cubicBezTo>
                <a:cubicBezTo>
                  <a:pt x="219" y="811"/>
                  <a:pt x="219" y="806"/>
                  <a:pt x="220" y="804"/>
                </a:cubicBezTo>
                <a:cubicBezTo>
                  <a:pt x="219" y="803"/>
                  <a:pt x="218" y="802"/>
                  <a:pt x="219" y="800"/>
                </a:cubicBezTo>
                <a:cubicBezTo>
                  <a:pt x="217" y="798"/>
                  <a:pt x="216" y="804"/>
                  <a:pt x="216" y="798"/>
                </a:cubicBezTo>
                <a:cubicBezTo>
                  <a:pt x="212" y="795"/>
                  <a:pt x="213" y="788"/>
                  <a:pt x="211" y="785"/>
                </a:cubicBezTo>
                <a:cubicBezTo>
                  <a:pt x="211" y="780"/>
                  <a:pt x="210" y="775"/>
                  <a:pt x="210" y="770"/>
                </a:cubicBezTo>
                <a:cubicBezTo>
                  <a:pt x="208" y="763"/>
                  <a:pt x="210" y="764"/>
                  <a:pt x="211" y="759"/>
                </a:cubicBezTo>
                <a:cubicBezTo>
                  <a:pt x="210" y="757"/>
                  <a:pt x="210" y="752"/>
                  <a:pt x="207" y="754"/>
                </a:cubicBezTo>
                <a:cubicBezTo>
                  <a:pt x="207" y="755"/>
                  <a:pt x="206" y="757"/>
                  <a:pt x="206" y="759"/>
                </a:cubicBezTo>
                <a:cubicBezTo>
                  <a:pt x="206" y="766"/>
                  <a:pt x="199" y="784"/>
                  <a:pt x="206" y="788"/>
                </a:cubicBezTo>
                <a:cubicBezTo>
                  <a:pt x="207" y="793"/>
                  <a:pt x="207" y="801"/>
                  <a:pt x="210" y="805"/>
                </a:cubicBezTo>
                <a:cubicBezTo>
                  <a:pt x="211" y="807"/>
                  <a:pt x="213" y="810"/>
                  <a:pt x="214" y="814"/>
                </a:cubicBezTo>
                <a:cubicBezTo>
                  <a:pt x="219" y="818"/>
                  <a:pt x="214" y="819"/>
                  <a:pt x="214" y="817"/>
                </a:cubicBezTo>
                <a:cubicBezTo>
                  <a:pt x="211" y="816"/>
                  <a:pt x="211" y="811"/>
                  <a:pt x="209" y="809"/>
                </a:cubicBezTo>
                <a:cubicBezTo>
                  <a:pt x="205" y="806"/>
                  <a:pt x="206" y="802"/>
                  <a:pt x="205" y="798"/>
                </a:cubicBezTo>
                <a:cubicBezTo>
                  <a:pt x="199" y="794"/>
                  <a:pt x="200" y="792"/>
                  <a:pt x="198" y="787"/>
                </a:cubicBezTo>
                <a:cubicBezTo>
                  <a:pt x="196" y="787"/>
                  <a:pt x="197" y="789"/>
                  <a:pt x="195" y="786"/>
                </a:cubicBezTo>
                <a:cubicBezTo>
                  <a:pt x="189" y="788"/>
                  <a:pt x="190" y="775"/>
                  <a:pt x="194" y="772"/>
                </a:cubicBezTo>
                <a:cubicBezTo>
                  <a:pt x="194" y="765"/>
                  <a:pt x="188" y="777"/>
                  <a:pt x="187" y="779"/>
                </a:cubicBezTo>
                <a:cubicBezTo>
                  <a:pt x="184" y="783"/>
                  <a:pt x="180" y="785"/>
                  <a:pt x="178" y="789"/>
                </a:cubicBezTo>
                <a:cubicBezTo>
                  <a:pt x="178" y="791"/>
                  <a:pt x="176" y="793"/>
                  <a:pt x="174" y="794"/>
                </a:cubicBezTo>
                <a:cubicBezTo>
                  <a:pt x="172" y="797"/>
                  <a:pt x="170" y="800"/>
                  <a:pt x="169" y="804"/>
                </a:cubicBezTo>
                <a:cubicBezTo>
                  <a:pt x="168" y="805"/>
                  <a:pt x="168" y="808"/>
                  <a:pt x="167" y="809"/>
                </a:cubicBezTo>
                <a:cubicBezTo>
                  <a:pt x="166" y="815"/>
                  <a:pt x="167" y="812"/>
                  <a:pt x="169" y="818"/>
                </a:cubicBezTo>
                <a:cubicBezTo>
                  <a:pt x="167" y="821"/>
                  <a:pt x="168" y="825"/>
                  <a:pt x="168" y="829"/>
                </a:cubicBezTo>
                <a:cubicBezTo>
                  <a:pt x="165" y="832"/>
                  <a:pt x="164" y="829"/>
                  <a:pt x="163" y="834"/>
                </a:cubicBezTo>
                <a:cubicBezTo>
                  <a:pt x="162" y="836"/>
                  <a:pt x="160" y="838"/>
                  <a:pt x="159" y="841"/>
                </a:cubicBezTo>
                <a:cubicBezTo>
                  <a:pt x="161" y="845"/>
                  <a:pt x="154" y="856"/>
                  <a:pt x="154" y="860"/>
                </a:cubicBezTo>
                <a:cubicBezTo>
                  <a:pt x="149" y="865"/>
                  <a:pt x="153" y="871"/>
                  <a:pt x="149" y="877"/>
                </a:cubicBezTo>
                <a:cubicBezTo>
                  <a:pt x="151" y="887"/>
                  <a:pt x="149" y="898"/>
                  <a:pt x="148" y="909"/>
                </a:cubicBezTo>
                <a:cubicBezTo>
                  <a:pt x="148" y="909"/>
                  <a:pt x="148" y="909"/>
                  <a:pt x="148" y="910"/>
                </a:cubicBezTo>
                <a:cubicBezTo>
                  <a:pt x="148" y="918"/>
                  <a:pt x="143" y="935"/>
                  <a:pt x="147" y="941"/>
                </a:cubicBezTo>
                <a:cubicBezTo>
                  <a:pt x="147" y="949"/>
                  <a:pt x="145" y="966"/>
                  <a:pt x="151" y="971"/>
                </a:cubicBezTo>
                <a:cubicBezTo>
                  <a:pt x="151" y="974"/>
                  <a:pt x="150" y="979"/>
                  <a:pt x="153" y="982"/>
                </a:cubicBezTo>
                <a:cubicBezTo>
                  <a:pt x="153" y="986"/>
                  <a:pt x="155" y="989"/>
                  <a:pt x="155" y="996"/>
                </a:cubicBezTo>
                <a:cubicBezTo>
                  <a:pt x="153" y="998"/>
                  <a:pt x="150" y="999"/>
                  <a:pt x="153" y="1003"/>
                </a:cubicBezTo>
                <a:cubicBezTo>
                  <a:pt x="153" y="1004"/>
                  <a:pt x="160" y="1021"/>
                  <a:pt x="162" y="1022"/>
                </a:cubicBezTo>
                <a:cubicBezTo>
                  <a:pt x="163" y="1026"/>
                  <a:pt x="178" y="1041"/>
                  <a:pt x="166" y="1039"/>
                </a:cubicBezTo>
                <a:cubicBezTo>
                  <a:pt x="165" y="1040"/>
                  <a:pt x="163" y="1040"/>
                  <a:pt x="164" y="1042"/>
                </a:cubicBezTo>
                <a:cubicBezTo>
                  <a:pt x="167" y="1042"/>
                  <a:pt x="171" y="1044"/>
                  <a:pt x="173" y="1043"/>
                </a:cubicBezTo>
                <a:cubicBezTo>
                  <a:pt x="174" y="1039"/>
                  <a:pt x="174" y="1041"/>
                  <a:pt x="176" y="1042"/>
                </a:cubicBezTo>
                <a:cubicBezTo>
                  <a:pt x="180" y="1043"/>
                  <a:pt x="178" y="1043"/>
                  <a:pt x="179" y="1046"/>
                </a:cubicBezTo>
                <a:cubicBezTo>
                  <a:pt x="185" y="1049"/>
                  <a:pt x="185" y="1052"/>
                  <a:pt x="182" y="1056"/>
                </a:cubicBezTo>
                <a:cubicBezTo>
                  <a:pt x="183" y="1057"/>
                  <a:pt x="183" y="1059"/>
                  <a:pt x="184" y="1061"/>
                </a:cubicBezTo>
                <a:cubicBezTo>
                  <a:pt x="187" y="1062"/>
                  <a:pt x="191" y="1069"/>
                  <a:pt x="194" y="1072"/>
                </a:cubicBezTo>
                <a:cubicBezTo>
                  <a:pt x="194" y="1074"/>
                  <a:pt x="194" y="1077"/>
                  <a:pt x="198" y="1076"/>
                </a:cubicBezTo>
                <a:cubicBezTo>
                  <a:pt x="200" y="1072"/>
                  <a:pt x="206" y="1073"/>
                  <a:pt x="206" y="1077"/>
                </a:cubicBezTo>
                <a:cubicBezTo>
                  <a:pt x="205" y="1078"/>
                  <a:pt x="204" y="1079"/>
                  <a:pt x="203" y="1079"/>
                </a:cubicBezTo>
                <a:cubicBezTo>
                  <a:pt x="203" y="1085"/>
                  <a:pt x="201" y="1086"/>
                  <a:pt x="197" y="1090"/>
                </a:cubicBezTo>
                <a:cubicBezTo>
                  <a:pt x="193" y="1090"/>
                  <a:pt x="195" y="1092"/>
                  <a:pt x="192" y="1093"/>
                </a:cubicBezTo>
                <a:close/>
                <a:moveTo>
                  <a:pt x="188" y="1093"/>
                </a:moveTo>
                <a:cubicBezTo>
                  <a:pt x="186" y="1092"/>
                  <a:pt x="188" y="1091"/>
                  <a:pt x="188" y="1092"/>
                </a:cubicBezTo>
                <a:cubicBezTo>
                  <a:pt x="188" y="1092"/>
                  <a:pt x="188" y="1092"/>
                  <a:pt x="188" y="1093"/>
                </a:cubicBezTo>
                <a:close/>
                <a:moveTo>
                  <a:pt x="135" y="1090"/>
                </a:moveTo>
                <a:cubicBezTo>
                  <a:pt x="135" y="1089"/>
                  <a:pt x="135" y="1089"/>
                  <a:pt x="136" y="1089"/>
                </a:cubicBezTo>
                <a:cubicBezTo>
                  <a:pt x="136" y="1089"/>
                  <a:pt x="137" y="1090"/>
                  <a:pt x="135" y="1090"/>
                </a:cubicBezTo>
                <a:close/>
                <a:moveTo>
                  <a:pt x="540" y="1088"/>
                </a:moveTo>
                <a:cubicBezTo>
                  <a:pt x="540" y="1088"/>
                  <a:pt x="540" y="1087"/>
                  <a:pt x="540" y="1087"/>
                </a:cubicBezTo>
                <a:cubicBezTo>
                  <a:pt x="540" y="1087"/>
                  <a:pt x="540" y="1088"/>
                  <a:pt x="540" y="1088"/>
                </a:cubicBezTo>
                <a:close/>
                <a:moveTo>
                  <a:pt x="516" y="1075"/>
                </a:moveTo>
                <a:cubicBezTo>
                  <a:pt x="515" y="1074"/>
                  <a:pt x="515" y="1073"/>
                  <a:pt x="517" y="1073"/>
                </a:cubicBezTo>
                <a:cubicBezTo>
                  <a:pt x="517" y="1074"/>
                  <a:pt x="517" y="1074"/>
                  <a:pt x="516" y="1075"/>
                </a:cubicBezTo>
                <a:close/>
                <a:moveTo>
                  <a:pt x="513" y="1072"/>
                </a:moveTo>
                <a:cubicBezTo>
                  <a:pt x="511" y="1069"/>
                  <a:pt x="504" y="1056"/>
                  <a:pt x="505" y="1053"/>
                </a:cubicBezTo>
                <a:cubicBezTo>
                  <a:pt x="505" y="1053"/>
                  <a:pt x="506" y="1052"/>
                  <a:pt x="506" y="1052"/>
                </a:cubicBezTo>
                <a:cubicBezTo>
                  <a:pt x="507" y="1052"/>
                  <a:pt x="512" y="1065"/>
                  <a:pt x="512" y="1066"/>
                </a:cubicBezTo>
                <a:cubicBezTo>
                  <a:pt x="513" y="1067"/>
                  <a:pt x="514" y="1068"/>
                  <a:pt x="515" y="1070"/>
                </a:cubicBezTo>
                <a:cubicBezTo>
                  <a:pt x="519" y="1072"/>
                  <a:pt x="514" y="1072"/>
                  <a:pt x="513" y="1072"/>
                </a:cubicBezTo>
                <a:close/>
                <a:moveTo>
                  <a:pt x="451" y="1064"/>
                </a:moveTo>
                <a:cubicBezTo>
                  <a:pt x="448" y="1061"/>
                  <a:pt x="447" y="1056"/>
                  <a:pt x="453" y="1055"/>
                </a:cubicBezTo>
                <a:cubicBezTo>
                  <a:pt x="454" y="1054"/>
                  <a:pt x="455" y="1053"/>
                  <a:pt x="456" y="1052"/>
                </a:cubicBezTo>
                <a:cubicBezTo>
                  <a:pt x="456" y="1048"/>
                  <a:pt x="451" y="1044"/>
                  <a:pt x="449" y="1039"/>
                </a:cubicBezTo>
                <a:cubicBezTo>
                  <a:pt x="447" y="1038"/>
                  <a:pt x="443" y="1037"/>
                  <a:pt x="441" y="1037"/>
                </a:cubicBezTo>
                <a:cubicBezTo>
                  <a:pt x="439" y="1042"/>
                  <a:pt x="440" y="1045"/>
                  <a:pt x="435" y="1047"/>
                </a:cubicBezTo>
                <a:cubicBezTo>
                  <a:pt x="432" y="1056"/>
                  <a:pt x="418" y="1043"/>
                  <a:pt x="424" y="1039"/>
                </a:cubicBezTo>
                <a:cubicBezTo>
                  <a:pt x="424" y="1036"/>
                  <a:pt x="422" y="1042"/>
                  <a:pt x="420" y="1036"/>
                </a:cubicBezTo>
                <a:cubicBezTo>
                  <a:pt x="419" y="1035"/>
                  <a:pt x="416" y="1033"/>
                  <a:pt x="416" y="1032"/>
                </a:cubicBezTo>
                <a:cubicBezTo>
                  <a:pt x="423" y="1032"/>
                  <a:pt x="416" y="1027"/>
                  <a:pt x="416" y="1023"/>
                </a:cubicBezTo>
                <a:cubicBezTo>
                  <a:pt x="413" y="1021"/>
                  <a:pt x="412" y="1026"/>
                  <a:pt x="410" y="1021"/>
                </a:cubicBezTo>
                <a:cubicBezTo>
                  <a:pt x="407" y="1021"/>
                  <a:pt x="405" y="1016"/>
                  <a:pt x="404" y="1013"/>
                </a:cubicBezTo>
                <a:cubicBezTo>
                  <a:pt x="401" y="1011"/>
                  <a:pt x="401" y="1013"/>
                  <a:pt x="401" y="1009"/>
                </a:cubicBezTo>
                <a:cubicBezTo>
                  <a:pt x="397" y="1006"/>
                  <a:pt x="397" y="1003"/>
                  <a:pt x="397" y="998"/>
                </a:cubicBezTo>
                <a:cubicBezTo>
                  <a:pt x="399" y="997"/>
                  <a:pt x="400" y="994"/>
                  <a:pt x="400" y="992"/>
                </a:cubicBezTo>
                <a:cubicBezTo>
                  <a:pt x="401" y="992"/>
                  <a:pt x="402" y="993"/>
                  <a:pt x="403" y="992"/>
                </a:cubicBezTo>
                <a:cubicBezTo>
                  <a:pt x="404" y="990"/>
                  <a:pt x="408" y="982"/>
                  <a:pt x="406" y="981"/>
                </a:cubicBezTo>
                <a:cubicBezTo>
                  <a:pt x="405" y="983"/>
                  <a:pt x="404" y="985"/>
                  <a:pt x="404" y="987"/>
                </a:cubicBezTo>
                <a:cubicBezTo>
                  <a:pt x="403" y="988"/>
                  <a:pt x="394" y="990"/>
                  <a:pt x="396" y="986"/>
                </a:cubicBezTo>
                <a:cubicBezTo>
                  <a:pt x="395" y="982"/>
                  <a:pt x="389" y="975"/>
                  <a:pt x="396" y="974"/>
                </a:cubicBezTo>
                <a:cubicBezTo>
                  <a:pt x="398" y="971"/>
                  <a:pt x="398" y="968"/>
                  <a:pt x="398" y="965"/>
                </a:cubicBezTo>
                <a:cubicBezTo>
                  <a:pt x="397" y="964"/>
                  <a:pt x="395" y="969"/>
                  <a:pt x="394" y="970"/>
                </a:cubicBezTo>
                <a:cubicBezTo>
                  <a:pt x="392" y="969"/>
                  <a:pt x="393" y="967"/>
                  <a:pt x="392" y="966"/>
                </a:cubicBezTo>
                <a:cubicBezTo>
                  <a:pt x="388" y="966"/>
                  <a:pt x="391" y="964"/>
                  <a:pt x="392" y="961"/>
                </a:cubicBezTo>
                <a:cubicBezTo>
                  <a:pt x="391" y="959"/>
                  <a:pt x="391" y="959"/>
                  <a:pt x="392" y="958"/>
                </a:cubicBezTo>
                <a:cubicBezTo>
                  <a:pt x="395" y="955"/>
                  <a:pt x="388" y="931"/>
                  <a:pt x="385" y="926"/>
                </a:cubicBezTo>
                <a:cubicBezTo>
                  <a:pt x="384" y="923"/>
                  <a:pt x="383" y="919"/>
                  <a:pt x="382" y="917"/>
                </a:cubicBezTo>
                <a:cubicBezTo>
                  <a:pt x="382" y="913"/>
                  <a:pt x="372" y="900"/>
                  <a:pt x="376" y="898"/>
                </a:cubicBezTo>
                <a:cubicBezTo>
                  <a:pt x="376" y="893"/>
                  <a:pt x="380" y="888"/>
                  <a:pt x="374" y="889"/>
                </a:cubicBezTo>
                <a:cubicBezTo>
                  <a:pt x="373" y="894"/>
                  <a:pt x="373" y="894"/>
                  <a:pt x="373" y="894"/>
                </a:cubicBezTo>
                <a:cubicBezTo>
                  <a:pt x="368" y="894"/>
                  <a:pt x="364" y="889"/>
                  <a:pt x="361" y="885"/>
                </a:cubicBezTo>
                <a:cubicBezTo>
                  <a:pt x="361" y="880"/>
                  <a:pt x="360" y="875"/>
                  <a:pt x="359" y="870"/>
                </a:cubicBezTo>
                <a:cubicBezTo>
                  <a:pt x="357" y="869"/>
                  <a:pt x="353" y="862"/>
                  <a:pt x="351" y="860"/>
                </a:cubicBezTo>
                <a:cubicBezTo>
                  <a:pt x="349" y="855"/>
                  <a:pt x="350" y="855"/>
                  <a:pt x="353" y="852"/>
                </a:cubicBezTo>
                <a:cubicBezTo>
                  <a:pt x="353" y="848"/>
                  <a:pt x="348" y="840"/>
                  <a:pt x="351" y="835"/>
                </a:cubicBezTo>
                <a:cubicBezTo>
                  <a:pt x="350" y="834"/>
                  <a:pt x="350" y="833"/>
                  <a:pt x="350" y="832"/>
                </a:cubicBezTo>
                <a:cubicBezTo>
                  <a:pt x="355" y="831"/>
                  <a:pt x="355" y="823"/>
                  <a:pt x="361" y="822"/>
                </a:cubicBezTo>
                <a:cubicBezTo>
                  <a:pt x="361" y="822"/>
                  <a:pt x="362" y="821"/>
                  <a:pt x="363" y="820"/>
                </a:cubicBezTo>
                <a:cubicBezTo>
                  <a:pt x="365" y="818"/>
                  <a:pt x="384" y="783"/>
                  <a:pt x="384" y="783"/>
                </a:cubicBezTo>
                <a:cubicBezTo>
                  <a:pt x="386" y="792"/>
                  <a:pt x="377" y="795"/>
                  <a:pt x="376" y="803"/>
                </a:cubicBezTo>
                <a:cubicBezTo>
                  <a:pt x="375" y="804"/>
                  <a:pt x="374" y="807"/>
                  <a:pt x="373" y="809"/>
                </a:cubicBezTo>
                <a:cubicBezTo>
                  <a:pt x="368" y="812"/>
                  <a:pt x="368" y="830"/>
                  <a:pt x="362" y="834"/>
                </a:cubicBezTo>
                <a:cubicBezTo>
                  <a:pt x="362" y="835"/>
                  <a:pt x="360" y="836"/>
                  <a:pt x="359" y="837"/>
                </a:cubicBezTo>
                <a:cubicBezTo>
                  <a:pt x="356" y="839"/>
                  <a:pt x="356" y="842"/>
                  <a:pt x="358" y="845"/>
                </a:cubicBezTo>
                <a:cubicBezTo>
                  <a:pt x="359" y="855"/>
                  <a:pt x="363" y="847"/>
                  <a:pt x="363" y="842"/>
                </a:cubicBezTo>
                <a:cubicBezTo>
                  <a:pt x="368" y="840"/>
                  <a:pt x="372" y="829"/>
                  <a:pt x="375" y="824"/>
                </a:cubicBezTo>
                <a:cubicBezTo>
                  <a:pt x="379" y="824"/>
                  <a:pt x="375" y="833"/>
                  <a:pt x="374" y="835"/>
                </a:cubicBezTo>
                <a:cubicBezTo>
                  <a:pt x="373" y="837"/>
                  <a:pt x="373" y="839"/>
                  <a:pt x="373" y="841"/>
                </a:cubicBezTo>
                <a:cubicBezTo>
                  <a:pt x="371" y="842"/>
                  <a:pt x="370" y="847"/>
                  <a:pt x="369" y="849"/>
                </a:cubicBezTo>
                <a:cubicBezTo>
                  <a:pt x="365" y="854"/>
                  <a:pt x="368" y="860"/>
                  <a:pt x="374" y="859"/>
                </a:cubicBezTo>
                <a:cubicBezTo>
                  <a:pt x="374" y="855"/>
                  <a:pt x="378" y="847"/>
                  <a:pt x="381" y="854"/>
                </a:cubicBezTo>
                <a:cubicBezTo>
                  <a:pt x="384" y="853"/>
                  <a:pt x="380" y="848"/>
                  <a:pt x="380" y="847"/>
                </a:cubicBezTo>
                <a:cubicBezTo>
                  <a:pt x="382" y="844"/>
                  <a:pt x="383" y="839"/>
                  <a:pt x="383" y="835"/>
                </a:cubicBezTo>
                <a:cubicBezTo>
                  <a:pt x="384" y="835"/>
                  <a:pt x="384" y="835"/>
                  <a:pt x="385" y="836"/>
                </a:cubicBezTo>
                <a:cubicBezTo>
                  <a:pt x="386" y="834"/>
                  <a:pt x="396" y="821"/>
                  <a:pt x="392" y="821"/>
                </a:cubicBezTo>
                <a:cubicBezTo>
                  <a:pt x="387" y="826"/>
                  <a:pt x="390" y="827"/>
                  <a:pt x="382" y="827"/>
                </a:cubicBezTo>
                <a:cubicBezTo>
                  <a:pt x="380" y="822"/>
                  <a:pt x="385" y="825"/>
                  <a:pt x="387" y="825"/>
                </a:cubicBezTo>
                <a:cubicBezTo>
                  <a:pt x="385" y="820"/>
                  <a:pt x="386" y="821"/>
                  <a:pt x="383" y="823"/>
                </a:cubicBezTo>
                <a:cubicBezTo>
                  <a:pt x="383" y="825"/>
                  <a:pt x="381" y="821"/>
                  <a:pt x="380" y="820"/>
                </a:cubicBezTo>
                <a:cubicBezTo>
                  <a:pt x="381" y="819"/>
                  <a:pt x="383" y="813"/>
                  <a:pt x="383" y="812"/>
                </a:cubicBezTo>
                <a:cubicBezTo>
                  <a:pt x="383" y="809"/>
                  <a:pt x="383" y="810"/>
                  <a:pt x="386" y="810"/>
                </a:cubicBezTo>
                <a:cubicBezTo>
                  <a:pt x="386" y="808"/>
                  <a:pt x="387" y="807"/>
                  <a:pt x="388" y="806"/>
                </a:cubicBezTo>
                <a:cubicBezTo>
                  <a:pt x="393" y="812"/>
                  <a:pt x="396" y="805"/>
                  <a:pt x="399" y="799"/>
                </a:cubicBezTo>
                <a:cubicBezTo>
                  <a:pt x="403" y="798"/>
                  <a:pt x="402" y="796"/>
                  <a:pt x="403" y="793"/>
                </a:cubicBezTo>
                <a:cubicBezTo>
                  <a:pt x="404" y="790"/>
                  <a:pt x="403" y="769"/>
                  <a:pt x="408" y="769"/>
                </a:cubicBezTo>
                <a:cubicBezTo>
                  <a:pt x="408" y="771"/>
                  <a:pt x="408" y="773"/>
                  <a:pt x="412" y="772"/>
                </a:cubicBezTo>
                <a:cubicBezTo>
                  <a:pt x="412" y="768"/>
                  <a:pt x="411" y="765"/>
                  <a:pt x="414" y="764"/>
                </a:cubicBezTo>
                <a:cubicBezTo>
                  <a:pt x="415" y="763"/>
                  <a:pt x="415" y="761"/>
                  <a:pt x="416" y="760"/>
                </a:cubicBezTo>
                <a:cubicBezTo>
                  <a:pt x="417" y="755"/>
                  <a:pt x="417" y="757"/>
                  <a:pt x="420" y="759"/>
                </a:cubicBezTo>
                <a:cubicBezTo>
                  <a:pt x="424" y="752"/>
                  <a:pt x="426" y="753"/>
                  <a:pt x="430" y="758"/>
                </a:cubicBezTo>
                <a:cubicBezTo>
                  <a:pt x="433" y="759"/>
                  <a:pt x="433" y="756"/>
                  <a:pt x="435" y="754"/>
                </a:cubicBezTo>
                <a:cubicBezTo>
                  <a:pt x="435" y="748"/>
                  <a:pt x="433" y="744"/>
                  <a:pt x="432" y="738"/>
                </a:cubicBezTo>
                <a:cubicBezTo>
                  <a:pt x="428" y="731"/>
                  <a:pt x="433" y="722"/>
                  <a:pt x="425" y="718"/>
                </a:cubicBezTo>
                <a:cubicBezTo>
                  <a:pt x="415" y="718"/>
                  <a:pt x="423" y="723"/>
                  <a:pt x="418" y="724"/>
                </a:cubicBezTo>
                <a:cubicBezTo>
                  <a:pt x="415" y="727"/>
                  <a:pt x="415" y="725"/>
                  <a:pt x="415" y="722"/>
                </a:cubicBezTo>
                <a:cubicBezTo>
                  <a:pt x="412" y="720"/>
                  <a:pt x="410" y="717"/>
                  <a:pt x="408" y="716"/>
                </a:cubicBezTo>
                <a:cubicBezTo>
                  <a:pt x="407" y="714"/>
                  <a:pt x="408" y="713"/>
                  <a:pt x="407" y="712"/>
                </a:cubicBezTo>
                <a:cubicBezTo>
                  <a:pt x="403" y="711"/>
                  <a:pt x="405" y="705"/>
                  <a:pt x="407" y="702"/>
                </a:cubicBezTo>
                <a:cubicBezTo>
                  <a:pt x="410" y="702"/>
                  <a:pt x="415" y="702"/>
                  <a:pt x="419" y="702"/>
                </a:cubicBezTo>
                <a:cubicBezTo>
                  <a:pt x="421" y="699"/>
                  <a:pt x="421" y="700"/>
                  <a:pt x="424" y="699"/>
                </a:cubicBezTo>
                <a:cubicBezTo>
                  <a:pt x="429" y="696"/>
                  <a:pt x="435" y="697"/>
                  <a:pt x="437" y="703"/>
                </a:cubicBezTo>
                <a:cubicBezTo>
                  <a:pt x="437" y="709"/>
                  <a:pt x="439" y="720"/>
                  <a:pt x="442" y="725"/>
                </a:cubicBezTo>
                <a:cubicBezTo>
                  <a:pt x="442" y="726"/>
                  <a:pt x="443" y="732"/>
                  <a:pt x="445" y="733"/>
                </a:cubicBezTo>
                <a:cubicBezTo>
                  <a:pt x="446" y="738"/>
                  <a:pt x="454" y="758"/>
                  <a:pt x="448" y="761"/>
                </a:cubicBezTo>
                <a:cubicBezTo>
                  <a:pt x="447" y="768"/>
                  <a:pt x="440" y="771"/>
                  <a:pt x="438" y="778"/>
                </a:cubicBezTo>
                <a:cubicBezTo>
                  <a:pt x="432" y="783"/>
                  <a:pt x="427" y="789"/>
                  <a:pt x="426" y="796"/>
                </a:cubicBezTo>
                <a:cubicBezTo>
                  <a:pt x="424" y="796"/>
                  <a:pt x="419" y="809"/>
                  <a:pt x="419" y="811"/>
                </a:cubicBezTo>
                <a:cubicBezTo>
                  <a:pt x="417" y="812"/>
                  <a:pt x="417" y="814"/>
                  <a:pt x="416" y="815"/>
                </a:cubicBezTo>
                <a:cubicBezTo>
                  <a:pt x="413" y="818"/>
                  <a:pt x="410" y="822"/>
                  <a:pt x="406" y="825"/>
                </a:cubicBezTo>
                <a:cubicBezTo>
                  <a:pt x="405" y="828"/>
                  <a:pt x="405" y="828"/>
                  <a:pt x="404" y="829"/>
                </a:cubicBezTo>
                <a:cubicBezTo>
                  <a:pt x="403" y="836"/>
                  <a:pt x="400" y="843"/>
                  <a:pt x="398" y="850"/>
                </a:cubicBezTo>
                <a:cubicBezTo>
                  <a:pt x="395" y="854"/>
                  <a:pt x="399" y="862"/>
                  <a:pt x="396" y="867"/>
                </a:cubicBezTo>
                <a:cubicBezTo>
                  <a:pt x="396" y="869"/>
                  <a:pt x="396" y="874"/>
                  <a:pt x="398" y="875"/>
                </a:cubicBezTo>
                <a:cubicBezTo>
                  <a:pt x="399" y="887"/>
                  <a:pt x="404" y="896"/>
                  <a:pt x="405" y="907"/>
                </a:cubicBezTo>
                <a:cubicBezTo>
                  <a:pt x="407" y="908"/>
                  <a:pt x="412" y="925"/>
                  <a:pt x="411" y="927"/>
                </a:cubicBezTo>
                <a:cubicBezTo>
                  <a:pt x="408" y="925"/>
                  <a:pt x="406" y="924"/>
                  <a:pt x="406" y="919"/>
                </a:cubicBezTo>
                <a:cubicBezTo>
                  <a:pt x="403" y="916"/>
                  <a:pt x="402" y="913"/>
                  <a:pt x="402" y="909"/>
                </a:cubicBezTo>
                <a:cubicBezTo>
                  <a:pt x="401" y="909"/>
                  <a:pt x="401" y="909"/>
                  <a:pt x="400" y="909"/>
                </a:cubicBezTo>
                <a:cubicBezTo>
                  <a:pt x="396" y="914"/>
                  <a:pt x="395" y="898"/>
                  <a:pt x="393" y="896"/>
                </a:cubicBezTo>
                <a:cubicBezTo>
                  <a:pt x="393" y="894"/>
                  <a:pt x="393" y="892"/>
                  <a:pt x="392" y="890"/>
                </a:cubicBezTo>
                <a:cubicBezTo>
                  <a:pt x="390" y="889"/>
                  <a:pt x="393" y="884"/>
                  <a:pt x="392" y="881"/>
                </a:cubicBezTo>
                <a:cubicBezTo>
                  <a:pt x="383" y="878"/>
                  <a:pt x="393" y="897"/>
                  <a:pt x="388" y="898"/>
                </a:cubicBezTo>
                <a:cubicBezTo>
                  <a:pt x="386" y="895"/>
                  <a:pt x="386" y="894"/>
                  <a:pt x="384" y="894"/>
                </a:cubicBezTo>
                <a:cubicBezTo>
                  <a:pt x="383" y="894"/>
                  <a:pt x="390" y="915"/>
                  <a:pt x="391" y="919"/>
                </a:cubicBezTo>
                <a:cubicBezTo>
                  <a:pt x="395" y="919"/>
                  <a:pt x="395" y="924"/>
                  <a:pt x="396" y="928"/>
                </a:cubicBezTo>
                <a:cubicBezTo>
                  <a:pt x="400" y="933"/>
                  <a:pt x="399" y="934"/>
                  <a:pt x="400" y="940"/>
                </a:cubicBezTo>
                <a:cubicBezTo>
                  <a:pt x="401" y="941"/>
                  <a:pt x="401" y="940"/>
                  <a:pt x="402" y="942"/>
                </a:cubicBezTo>
                <a:cubicBezTo>
                  <a:pt x="402" y="944"/>
                  <a:pt x="402" y="945"/>
                  <a:pt x="404" y="947"/>
                </a:cubicBezTo>
                <a:cubicBezTo>
                  <a:pt x="404" y="949"/>
                  <a:pt x="405" y="962"/>
                  <a:pt x="407" y="954"/>
                </a:cubicBezTo>
                <a:cubicBezTo>
                  <a:pt x="412" y="953"/>
                  <a:pt x="412" y="959"/>
                  <a:pt x="412" y="963"/>
                </a:cubicBezTo>
                <a:cubicBezTo>
                  <a:pt x="415" y="966"/>
                  <a:pt x="415" y="973"/>
                  <a:pt x="417" y="978"/>
                </a:cubicBezTo>
                <a:cubicBezTo>
                  <a:pt x="425" y="978"/>
                  <a:pt x="420" y="971"/>
                  <a:pt x="420" y="967"/>
                </a:cubicBezTo>
                <a:cubicBezTo>
                  <a:pt x="418" y="966"/>
                  <a:pt x="420" y="964"/>
                  <a:pt x="420" y="963"/>
                </a:cubicBezTo>
                <a:cubicBezTo>
                  <a:pt x="420" y="960"/>
                  <a:pt x="420" y="958"/>
                  <a:pt x="420" y="955"/>
                </a:cubicBezTo>
                <a:cubicBezTo>
                  <a:pt x="418" y="952"/>
                  <a:pt x="415" y="942"/>
                  <a:pt x="416" y="939"/>
                </a:cubicBezTo>
                <a:cubicBezTo>
                  <a:pt x="412" y="933"/>
                  <a:pt x="416" y="930"/>
                  <a:pt x="418" y="938"/>
                </a:cubicBezTo>
                <a:cubicBezTo>
                  <a:pt x="419" y="939"/>
                  <a:pt x="419" y="947"/>
                  <a:pt x="421" y="943"/>
                </a:cubicBezTo>
                <a:cubicBezTo>
                  <a:pt x="424" y="943"/>
                  <a:pt x="419" y="947"/>
                  <a:pt x="424" y="947"/>
                </a:cubicBezTo>
                <a:cubicBezTo>
                  <a:pt x="426" y="948"/>
                  <a:pt x="433" y="960"/>
                  <a:pt x="434" y="963"/>
                </a:cubicBezTo>
                <a:cubicBezTo>
                  <a:pt x="440" y="969"/>
                  <a:pt x="442" y="981"/>
                  <a:pt x="452" y="983"/>
                </a:cubicBezTo>
                <a:cubicBezTo>
                  <a:pt x="453" y="988"/>
                  <a:pt x="457" y="991"/>
                  <a:pt x="454" y="996"/>
                </a:cubicBezTo>
                <a:cubicBezTo>
                  <a:pt x="454" y="999"/>
                  <a:pt x="468" y="1015"/>
                  <a:pt x="471" y="1016"/>
                </a:cubicBezTo>
                <a:cubicBezTo>
                  <a:pt x="473" y="1019"/>
                  <a:pt x="477" y="1024"/>
                  <a:pt x="481" y="1025"/>
                </a:cubicBezTo>
                <a:cubicBezTo>
                  <a:pt x="481" y="1030"/>
                  <a:pt x="485" y="1028"/>
                  <a:pt x="487" y="1032"/>
                </a:cubicBezTo>
                <a:cubicBezTo>
                  <a:pt x="492" y="1034"/>
                  <a:pt x="494" y="1037"/>
                  <a:pt x="500" y="1038"/>
                </a:cubicBezTo>
                <a:cubicBezTo>
                  <a:pt x="502" y="1040"/>
                  <a:pt x="504" y="1039"/>
                  <a:pt x="503" y="1043"/>
                </a:cubicBezTo>
                <a:cubicBezTo>
                  <a:pt x="503" y="1045"/>
                  <a:pt x="506" y="1048"/>
                  <a:pt x="503" y="1049"/>
                </a:cubicBezTo>
                <a:cubicBezTo>
                  <a:pt x="501" y="1048"/>
                  <a:pt x="499" y="1049"/>
                  <a:pt x="498" y="1049"/>
                </a:cubicBezTo>
                <a:cubicBezTo>
                  <a:pt x="492" y="1046"/>
                  <a:pt x="480" y="1049"/>
                  <a:pt x="473" y="1050"/>
                </a:cubicBezTo>
                <a:cubicBezTo>
                  <a:pt x="472" y="1052"/>
                  <a:pt x="469" y="1051"/>
                  <a:pt x="468" y="1051"/>
                </a:cubicBezTo>
                <a:cubicBezTo>
                  <a:pt x="467" y="1053"/>
                  <a:pt x="463" y="1055"/>
                  <a:pt x="462" y="1055"/>
                </a:cubicBezTo>
                <a:cubicBezTo>
                  <a:pt x="459" y="1053"/>
                  <a:pt x="459" y="1056"/>
                  <a:pt x="459" y="1058"/>
                </a:cubicBezTo>
                <a:cubicBezTo>
                  <a:pt x="455" y="1061"/>
                  <a:pt x="455" y="1063"/>
                  <a:pt x="451" y="1064"/>
                </a:cubicBezTo>
                <a:close/>
                <a:moveTo>
                  <a:pt x="600" y="1062"/>
                </a:moveTo>
                <a:cubicBezTo>
                  <a:pt x="598" y="1056"/>
                  <a:pt x="599" y="1054"/>
                  <a:pt x="604" y="1054"/>
                </a:cubicBezTo>
                <a:cubicBezTo>
                  <a:pt x="604" y="1058"/>
                  <a:pt x="609" y="1055"/>
                  <a:pt x="604" y="1054"/>
                </a:cubicBezTo>
                <a:cubicBezTo>
                  <a:pt x="604" y="1053"/>
                  <a:pt x="610" y="1049"/>
                  <a:pt x="611" y="1049"/>
                </a:cubicBezTo>
                <a:cubicBezTo>
                  <a:pt x="616" y="1049"/>
                  <a:pt x="612" y="1049"/>
                  <a:pt x="613" y="1052"/>
                </a:cubicBezTo>
                <a:cubicBezTo>
                  <a:pt x="621" y="1052"/>
                  <a:pt x="611" y="1050"/>
                  <a:pt x="617" y="1048"/>
                </a:cubicBezTo>
                <a:cubicBezTo>
                  <a:pt x="618" y="1047"/>
                  <a:pt x="618" y="1047"/>
                  <a:pt x="621" y="1048"/>
                </a:cubicBezTo>
                <a:cubicBezTo>
                  <a:pt x="624" y="1049"/>
                  <a:pt x="625" y="1049"/>
                  <a:pt x="624" y="1054"/>
                </a:cubicBezTo>
                <a:cubicBezTo>
                  <a:pt x="622" y="1054"/>
                  <a:pt x="620" y="1055"/>
                  <a:pt x="618" y="1055"/>
                </a:cubicBezTo>
                <a:cubicBezTo>
                  <a:pt x="612" y="1052"/>
                  <a:pt x="606" y="1060"/>
                  <a:pt x="605" y="1059"/>
                </a:cubicBezTo>
                <a:cubicBezTo>
                  <a:pt x="604" y="1056"/>
                  <a:pt x="604" y="1059"/>
                  <a:pt x="604" y="1061"/>
                </a:cubicBezTo>
                <a:cubicBezTo>
                  <a:pt x="600" y="1062"/>
                  <a:pt x="600" y="1062"/>
                  <a:pt x="600" y="1062"/>
                </a:cubicBezTo>
                <a:close/>
                <a:moveTo>
                  <a:pt x="633" y="1057"/>
                </a:moveTo>
                <a:cubicBezTo>
                  <a:pt x="632" y="1056"/>
                  <a:pt x="633" y="1055"/>
                  <a:pt x="634" y="1055"/>
                </a:cubicBezTo>
                <a:cubicBezTo>
                  <a:pt x="634" y="1056"/>
                  <a:pt x="634" y="1057"/>
                  <a:pt x="633" y="1057"/>
                </a:cubicBezTo>
                <a:close/>
                <a:moveTo>
                  <a:pt x="502" y="1053"/>
                </a:moveTo>
                <a:cubicBezTo>
                  <a:pt x="502" y="1050"/>
                  <a:pt x="503" y="1050"/>
                  <a:pt x="503" y="1053"/>
                </a:cubicBezTo>
                <a:cubicBezTo>
                  <a:pt x="502" y="1053"/>
                  <a:pt x="502" y="1053"/>
                  <a:pt x="502" y="1053"/>
                </a:cubicBezTo>
                <a:close/>
                <a:moveTo>
                  <a:pt x="462" y="1053"/>
                </a:moveTo>
                <a:cubicBezTo>
                  <a:pt x="460" y="1050"/>
                  <a:pt x="466" y="1046"/>
                  <a:pt x="466" y="1051"/>
                </a:cubicBezTo>
                <a:cubicBezTo>
                  <a:pt x="464" y="1051"/>
                  <a:pt x="463" y="1052"/>
                  <a:pt x="462" y="1053"/>
                </a:cubicBezTo>
                <a:close/>
                <a:moveTo>
                  <a:pt x="628" y="1050"/>
                </a:moveTo>
                <a:cubicBezTo>
                  <a:pt x="627" y="1046"/>
                  <a:pt x="623" y="1045"/>
                  <a:pt x="619" y="1044"/>
                </a:cubicBezTo>
                <a:cubicBezTo>
                  <a:pt x="616" y="1038"/>
                  <a:pt x="611" y="1032"/>
                  <a:pt x="610" y="1026"/>
                </a:cubicBezTo>
                <a:cubicBezTo>
                  <a:pt x="608" y="1026"/>
                  <a:pt x="606" y="1016"/>
                  <a:pt x="606" y="1014"/>
                </a:cubicBezTo>
                <a:cubicBezTo>
                  <a:pt x="609" y="1013"/>
                  <a:pt x="615" y="1028"/>
                  <a:pt x="617" y="1030"/>
                </a:cubicBezTo>
                <a:cubicBezTo>
                  <a:pt x="620" y="1034"/>
                  <a:pt x="620" y="1035"/>
                  <a:pt x="625" y="1037"/>
                </a:cubicBezTo>
                <a:cubicBezTo>
                  <a:pt x="629" y="1038"/>
                  <a:pt x="630" y="1048"/>
                  <a:pt x="628" y="1050"/>
                </a:cubicBezTo>
                <a:close/>
                <a:moveTo>
                  <a:pt x="469" y="1049"/>
                </a:moveTo>
                <a:cubicBezTo>
                  <a:pt x="468" y="1048"/>
                  <a:pt x="469" y="1042"/>
                  <a:pt x="470" y="1048"/>
                </a:cubicBezTo>
                <a:cubicBezTo>
                  <a:pt x="470" y="1048"/>
                  <a:pt x="469" y="1048"/>
                  <a:pt x="469" y="1049"/>
                </a:cubicBezTo>
                <a:close/>
                <a:moveTo>
                  <a:pt x="526" y="1046"/>
                </a:moveTo>
                <a:cubicBezTo>
                  <a:pt x="524" y="1043"/>
                  <a:pt x="526" y="1043"/>
                  <a:pt x="528" y="1043"/>
                </a:cubicBezTo>
                <a:cubicBezTo>
                  <a:pt x="528" y="1045"/>
                  <a:pt x="527" y="1045"/>
                  <a:pt x="526" y="1046"/>
                </a:cubicBezTo>
                <a:close/>
                <a:moveTo>
                  <a:pt x="109" y="1040"/>
                </a:moveTo>
                <a:cubicBezTo>
                  <a:pt x="108" y="1040"/>
                  <a:pt x="108" y="1039"/>
                  <a:pt x="109" y="1039"/>
                </a:cubicBezTo>
                <a:cubicBezTo>
                  <a:pt x="109" y="1040"/>
                  <a:pt x="110" y="1040"/>
                  <a:pt x="109" y="1040"/>
                </a:cubicBezTo>
                <a:close/>
                <a:moveTo>
                  <a:pt x="546" y="1021"/>
                </a:moveTo>
                <a:cubicBezTo>
                  <a:pt x="546" y="1019"/>
                  <a:pt x="546" y="1018"/>
                  <a:pt x="547" y="1019"/>
                </a:cubicBezTo>
                <a:cubicBezTo>
                  <a:pt x="547" y="1019"/>
                  <a:pt x="547" y="1020"/>
                  <a:pt x="546" y="1021"/>
                </a:cubicBezTo>
                <a:close/>
                <a:moveTo>
                  <a:pt x="522" y="1020"/>
                </a:moveTo>
                <a:cubicBezTo>
                  <a:pt x="520" y="1018"/>
                  <a:pt x="522" y="1017"/>
                  <a:pt x="522" y="1015"/>
                </a:cubicBezTo>
                <a:cubicBezTo>
                  <a:pt x="521" y="1009"/>
                  <a:pt x="529" y="1018"/>
                  <a:pt x="522" y="1020"/>
                </a:cubicBezTo>
                <a:close/>
                <a:moveTo>
                  <a:pt x="604" y="1010"/>
                </a:moveTo>
                <a:cubicBezTo>
                  <a:pt x="604" y="1007"/>
                  <a:pt x="603" y="1007"/>
                  <a:pt x="601" y="1007"/>
                </a:cubicBezTo>
                <a:cubicBezTo>
                  <a:pt x="601" y="1002"/>
                  <a:pt x="601" y="1002"/>
                  <a:pt x="601" y="1002"/>
                </a:cubicBezTo>
                <a:cubicBezTo>
                  <a:pt x="605" y="999"/>
                  <a:pt x="598" y="979"/>
                  <a:pt x="602" y="975"/>
                </a:cubicBezTo>
                <a:cubicBezTo>
                  <a:pt x="605" y="980"/>
                  <a:pt x="603" y="988"/>
                  <a:pt x="606" y="991"/>
                </a:cubicBezTo>
                <a:cubicBezTo>
                  <a:pt x="607" y="993"/>
                  <a:pt x="607" y="995"/>
                  <a:pt x="609" y="997"/>
                </a:cubicBezTo>
                <a:cubicBezTo>
                  <a:pt x="609" y="1003"/>
                  <a:pt x="609" y="1003"/>
                  <a:pt x="609" y="1003"/>
                </a:cubicBezTo>
                <a:cubicBezTo>
                  <a:pt x="608" y="1004"/>
                  <a:pt x="606" y="1009"/>
                  <a:pt x="604" y="1010"/>
                </a:cubicBezTo>
                <a:close/>
                <a:moveTo>
                  <a:pt x="515" y="1006"/>
                </a:moveTo>
                <a:cubicBezTo>
                  <a:pt x="514" y="1004"/>
                  <a:pt x="514" y="1003"/>
                  <a:pt x="514" y="1002"/>
                </a:cubicBezTo>
                <a:cubicBezTo>
                  <a:pt x="522" y="995"/>
                  <a:pt x="516" y="1005"/>
                  <a:pt x="515" y="1006"/>
                </a:cubicBezTo>
                <a:close/>
                <a:moveTo>
                  <a:pt x="439" y="981"/>
                </a:moveTo>
                <a:cubicBezTo>
                  <a:pt x="439" y="978"/>
                  <a:pt x="439" y="978"/>
                  <a:pt x="440" y="980"/>
                </a:cubicBezTo>
                <a:cubicBezTo>
                  <a:pt x="439" y="980"/>
                  <a:pt x="439" y="980"/>
                  <a:pt x="439" y="981"/>
                </a:cubicBezTo>
                <a:close/>
                <a:moveTo>
                  <a:pt x="430" y="974"/>
                </a:moveTo>
                <a:cubicBezTo>
                  <a:pt x="428" y="974"/>
                  <a:pt x="427" y="971"/>
                  <a:pt x="427" y="970"/>
                </a:cubicBezTo>
                <a:cubicBezTo>
                  <a:pt x="429" y="968"/>
                  <a:pt x="432" y="973"/>
                  <a:pt x="430" y="974"/>
                </a:cubicBezTo>
                <a:close/>
                <a:moveTo>
                  <a:pt x="432" y="969"/>
                </a:moveTo>
                <a:cubicBezTo>
                  <a:pt x="428" y="966"/>
                  <a:pt x="435" y="966"/>
                  <a:pt x="435" y="969"/>
                </a:cubicBezTo>
                <a:cubicBezTo>
                  <a:pt x="432" y="969"/>
                  <a:pt x="432" y="969"/>
                  <a:pt x="432" y="969"/>
                </a:cubicBezTo>
                <a:close/>
                <a:moveTo>
                  <a:pt x="98" y="967"/>
                </a:moveTo>
                <a:cubicBezTo>
                  <a:pt x="96" y="965"/>
                  <a:pt x="95" y="962"/>
                  <a:pt x="99" y="963"/>
                </a:cubicBezTo>
                <a:cubicBezTo>
                  <a:pt x="99" y="965"/>
                  <a:pt x="99" y="966"/>
                  <a:pt x="98" y="967"/>
                </a:cubicBezTo>
                <a:close/>
                <a:moveTo>
                  <a:pt x="422" y="967"/>
                </a:moveTo>
                <a:cubicBezTo>
                  <a:pt x="421" y="967"/>
                  <a:pt x="422" y="965"/>
                  <a:pt x="423" y="967"/>
                </a:cubicBezTo>
                <a:cubicBezTo>
                  <a:pt x="423" y="967"/>
                  <a:pt x="423" y="967"/>
                  <a:pt x="422" y="967"/>
                </a:cubicBezTo>
                <a:close/>
                <a:moveTo>
                  <a:pt x="398" y="963"/>
                </a:moveTo>
                <a:cubicBezTo>
                  <a:pt x="395" y="961"/>
                  <a:pt x="399" y="959"/>
                  <a:pt x="399" y="962"/>
                </a:cubicBezTo>
                <a:cubicBezTo>
                  <a:pt x="398" y="963"/>
                  <a:pt x="398" y="963"/>
                  <a:pt x="398" y="963"/>
                </a:cubicBezTo>
                <a:close/>
                <a:moveTo>
                  <a:pt x="525" y="959"/>
                </a:moveTo>
                <a:cubicBezTo>
                  <a:pt x="524" y="959"/>
                  <a:pt x="524" y="958"/>
                  <a:pt x="525" y="958"/>
                </a:cubicBezTo>
                <a:cubicBezTo>
                  <a:pt x="525" y="958"/>
                  <a:pt x="525" y="959"/>
                  <a:pt x="525" y="959"/>
                </a:cubicBezTo>
                <a:close/>
                <a:moveTo>
                  <a:pt x="584" y="957"/>
                </a:moveTo>
                <a:cubicBezTo>
                  <a:pt x="581" y="955"/>
                  <a:pt x="586" y="952"/>
                  <a:pt x="586" y="956"/>
                </a:cubicBezTo>
                <a:cubicBezTo>
                  <a:pt x="585" y="957"/>
                  <a:pt x="584" y="957"/>
                  <a:pt x="584" y="957"/>
                </a:cubicBezTo>
                <a:close/>
                <a:moveTo>
                  <a:pt x="117" y="954"/>
                </a:moveTo>
                <a:cubicBezTo>
                  <a:pt x="117" y="953"/>
                  <a:pt x="115" y="941"/>
                  <a:pt x="118" y="941"/>
                </a:cubicBezTo>
                <a:cubicBezTo>
                  <a:pt x="119" y="946"/>
                  <a:pt x="119" y="950"/>
                  <a:pt x="117" y="954"/>
                </a:cubicBezTo>
                <a:close/>
                <a:moveTo>
                  <a:pt x="584" y="952"/>
                </a:moveTo>
                <a:cubicBezTo>
                  <a:pt x="584" y="951"/>
                  <a:pt x="583" y="950"/>
                  <a:pt x="584" y="949"/>
                </a:cubicBezTo>
                <a:cubicBezTo>
                  <a:pt x="584" y="950"/>
                  <a:pt x="584" y="951"/>
                  <a:pt x="584" y="952"/>
                </a:cubicBezTo>
                <a:close/>
                <a:moveTo>
                  <a:pt x="580" y="933"/>
                </a:moveTo>
                <a:cubicBezTo>
                  <a:pt x="579" y="932"/>
                  <a:pt x="579" y="932"/>
                  <a:pt x="580" y="931"/>
                </a:cubicBezTo>
                <a:cubicBezTo>
                  <a:pt x="580" y="932"/>
                  <a:pt x="580" y="932"/>
                  <a:pt x="580" y="933"/>
                </a:cubicBezTo>
                <a:close/>
                <a:moveTo>
                  <a:pt x="413" y="931"/>
                </a:moveTo>
                <a:cubicBezTo>
                  <a:pt x="413" y="930"/>
                  <a:pt x="413" y="930"/>
                  <a:pt x="413" y="930"/>
                </a:cubicBezTo>
                <a:cubicBezTo>
                  <a:pt x="413" y="930"/>
                  <a:pt x="413" y="930"/>
                  <a:pt x="413" y="931"/>
                </a:cubicBezTo>
                <a:close/>
                <a:moveTo>
                  <a:pt x="127" y="922"/>
                </a:moveTo>
                <a:cubicBezTo>
                  <a:pt x="127" y="920"/>
                  <a:pt x="127" y="920"/>
                  <a:pt x="127" y="920"/>
                </a:cubicBezTo>
                <a:cubicBezTo>
                  <a:pt x="128" y="921"/>
                  <a:pt x="128" y="921"/>
                  <a:pt x="127" y="922"/>
                </a:cubicBezTo>
                <a:close/>
                <a:moveTo>
                  <a:pt x="578" y="906"/>
                </a:moveTo>
                <a:cubicBezTo>
                  <a:pt x="578" y="906"/>
                  <a:pt x="578" y="906"/>
                  <a:pt x="578" y="906"/>
                </a:cubicBezTo>
                <a:cubicBezTo>
                  <a:pt x="579" y="903"/>
                  <a:pt x="579" y="906"/>
                  <a:pt x="578" y="906"/>
                </a:cubicBezTo>
                <a:close/>
                <a:moveTo>
                  <a:pt x="130" y="902"/>
                </a:moveTo>
                <a:cubicBezTo>
                  <a:pt x="129" y="901"/>
                  <a:pt x="129" y="889"/>
                  <a:pt x="130" y="890"/>
                </a:cubicBezTo>
                <a:cubicBezTo>
                  <a:pt x="130" y="891"/>
                  <a:pt x="131" y="902"/>
                  <a:pt x="130" y="902"/>
                </a:cubicBezTo>
                <a:close/>
                <a:moveTo>
                  <a:pt x="578" y="899"/>
                </a:moveTo>
                <a:cubicBezTo>
                  <a:pt x="578" y="897"/>
                  <a:pt x="578" y="897"/>
                  <a:pt x="578" y="897"/>
                </a:cubicBezTo>
                <a:cubicBezTo>
                  <a:pt x="581" y="897"/>
                  <a:pt x="581" y="899"/>
                  <a:pt x="578" y="899"/>
                </a:cubicBezTo>
                <a:close/>
                <a:moveTo>
                  <a:pt x="578" y="896"/>
                </a:moveTo>
                <a:cubicBezTo>
                  <a:pt x="577" y="895"/>
                  <a:pt x="577" y="895"/>
                  <a:pt x="579" y="895"/>
                </a:cubicBezTo>
                <a:cubicBezTo>
                  <a:pt x="578" y="895"/>
                  <a:pt x="578" y="895"/>
                  <a:pt x="578" y="896"/>
                </a:cubicBezTo>
                <a:close/>
                <a:moveTo>
                  <a:pt x="381" y="894"/>
                </a:moveTo>
                <a:cubicBezTo>
                  <a:pt x="381" y="894"/>
                  <a:pt x="381" y="893"/>
                  <a:pt x="381" y="893"/>
                </a:cubicBezTo>
                <a:cubicBezTo>
                  <a:pt x="382" y="894"/>
                  <a:pt x="382" y="893"/>
                  <a:pt x="381" y="894"/>
                </a:cubicBezTo>
                <a:close/>
                <a:moveTo>
                  <a:pt x="380" y="891"/>
                </a:moveTo>
                <a:cubicBezTo>
                  <a:pt x="379" y="890"/>
                  <a:pt x="382" y="883"/>
                  <a:pt x="381" y="891"/>
                </a:cubicBezTo>
                <a:cubicBezTo>
                  <a:pt x="380" y="891"/>
                  <a:pt x="380" y="891"/>
                  <a:pt x="380" y="891"/>
                </a:cubicBezTo>
                <a:close/>
                <a:moveTo>
                  <a:pt x="130" y="889"/>
                </a:moveTo>
                <a:cubicBezTo>
                  <a:pt x="130" y="888"/>
                  <a:pt x="130" y="888"/>
                  <a:pt x="130" y="887"/>
                </a:cubicBezTo>
                <a:cubicBezTo>
                  <a:pt x="130" y="888"/>
                  <a:pt x="130" y="888"/>
                  <a:pt x="130" y="889"/>
                </a:cubicBezTo>
                <a:close/>
                <a:moveTo>
                  <a:pt x="613" y="884"/>
                </a:moveTo>
                <a:cubicBezTo>
                  <a:pt x="612" y="883"/>
                  <a:pt x="611" y="880"/>
                  <a:pt x="613" y="881"/>
                </a:cubicBezTo>
                <a:cubicBezTo>
                  <a:pt x="614" y="883"/>
                  <a:pt x="615" y="884"/>
                  <a:pt x="613" y="884"/>
                </a:cubicBezTo>
                <a:close/>
                <a:moveTo>
                  <a:pt x="519" y="878"/>
                </a:moveTo>
                <a:cubicBezTo>
                  <a:pt x="517" y="877"/>
                  <a:pt x="520" y="873"/>
                  <a:pt x="521" y="877"/>
                </a:cubicBezTo>
                <a:cubicBezTo>
                  <a:pt x="520" y="877"/>
                  <a:pt x="520" y="877"/>
                  <a:pt x="519" y="878"/>
                </a:cubicBezTo>
                <a:close/>
                <a:moveTo>
                  <a:pt x="221" y="877"/>
                </a:moveTo>
                <a:cubicBezTo>
                  <a:pt x="221" y="875"/>
                  <a:pt x="221" y="876"/>
                  <a:pt x="221" y="877"/>
                </a:cubicBezTo>
                <a:cubicBezTo>
                  <a:pt x="221" y="877"/>
                  <a:pt x="221" y="877"/>
                  <a:pt x="221" y="877"/>
                </a:cubicBezTo>
                <a:close/>
                <a:moveTo>
                  <a:pt x="211" y="876"/>
                </a:moveTo>
                <a:cubicBezTo>
                  <a:pt x="211" y="876"/>
                  <a:pt x="211" y="875"/>
                  <a:pt x="211" y="875"/>
                </a:cubicBezTo>
                <a:cubicBezTo>
                  <a:pt x="212" y="875"/>
                  <a:pt x="212" y="876"/>
                  <a:pt x="211" y="876"/>
                </a:cubicBezTo>
                <a:close/>
                <a:moveTo>
                  <a:pt x="386" y="873"/>
                </a:moveTo>
                <a:cubicBezTo>
                  <a:pt x="386" y="872"/>
                  <a:pt x="386" y="871"/>
                  <a:pt x="387" y="870"/>
                </a:cubicBezTo>
                <a:cubicBezTo>
                  <a:pt x="388" y="872"/>
                  <a:pt x="388" y="873"/>
                  <a:pt x="386" y="873"/>
                </a:cubicBezTo>
                <a:close/>
                <a:moveTo>
                  <a:pt x="368" y="873"/>
                </a:moveTo>
                <a:cubicBezTo>
                  <a:pt x="368" y="870"/>
                  <a:pt x="367" y="867"/>
                  <a:pt x="363" y="866"/>
                </a:cubicBezTo>
                <a:cubicBezTo>
                  <a:pt x="363" y="864"/>
                  <a:pt x="366" y="864"/>
                  <a:pt x="366" y="862"/>
                </a:cubicBezTo>
                <a:cubicBezTo>
                  <a:pt x="364" y="857"/>
                  <a:pt x="370" y="861"/>
                  <a:pt x="371" y="861"/>
                </a:cubicBezTo>
                <a:cubicBezTo>
                  <a:pt x="371" y="863"/>
                  <a:pt x="368" y="867"/>
                  <a:pt x="371" y="867"/>
                </a:cubicBezTo>
                <a:cubicBezTo>
                  <a:pt x="371" y="864"/>
                  <a:pt x="372" y="866"/>
                  <a:pt x="371" y="867"/>
                </a:cubicBezTo>
                <a:cubicBezTo>
                  <a:pt x="369" y="867"/>
                  <a:pt x="372" y="871"/>
                  <a:pt x="368" y="873"/>
                </a:cubicBezTo>
                <a:close/>
                <a:moveTo>
                  <a:pt x="217" y="872"/>
                </a:moveTo>
                <a:cubicBezTo>
                  <a:pt x="216" y="871"/>
                  <a:pt x="216" y="869"/>
                  <a:pt x="217" y="869"/>
                </a:cubicBezTo>
                <a:cubicBezTo>
                  <a:pt x="217" y="872"/>
                  <a:pt x="217" y="872"/>
                  <a:pt x="217" y="872"/>
                </a:cubicBezTo>
                <a:close/>
                <a:moveTo>
                  <a:pt x="221" y="871"/>
                </a:moveTo>
                <a:cubicBezTo>
                  <a:pt x="220" y="870"/>
                  <a:pt x="221" y="866"/>
                  <a:pt x="222" y="870"/>
                </a:cubicBezTo>
                <a:cubicBezTo>
                  <a:pt x="221" y="870"/>
                  <a:pt x="221" y="870"/>
                  <a:pt x="221" y="871"/>
                </a:cubicBezTo>
                <a:close/>
                <a:moveTo>
                  <a:pt x="219" y="868"/>
                </a:moveTo>
                <a:cubicBezTo>
                  <a:pt x="219" y="867"/>
                  <a:pt x="215" y="865"/>
                  <a:pt x="220" y="866"/>
                </a:cubicBezTo>
                <a:cubicBezTo>
                  <a:pt x="220" y="866"/>
                  <a:pt x="220" y="868"/>
                  <a:pt x="219" y="868"/>
                </a:cubicBezTo>
                <a:close/>
                <a:moveTo>
                  <a:pt x="385" y="868"/>
                </a:moveTo>
                <a:cubicBezTo>
                  <a:pt x="385" y="864"/>
                  <a:pt x="381" y="860"/>
                  <a:pt x="387" y="860"/>
                </a:cubicBezTo>
                <a:cubicBezTo>
                  <a:pt x="387" y="861"/>
                  <a:pt x="384" y="865"/>
                  <a:pt x="386" y="867"/>
                </a:cubicBezTo>
                <a:cubicBezTo>
                  <a:pt x="386" y="867"/>
                  <a:pt x="385" y="867"/>
                  <a:pt x="385" y="868"/>
                </a:cubicBezTo>
                <a:close/>
                <a:moveTo>
                  <a:pt x="213" y="866"/>
                </a:moveTo>
                <a:cubicBezTo>
                  <a:pt x="211" y="864"/>
                  <a:pt x="210" y="863"/>
                  <a:pt x="209" y="862"/>
                </a:cubicBezTo>
                <a:cubicBezTo>
                  <a:pt x="209" y="856"/>
                  <a:pt x="200" y="848"/>
                  <a:pt x="198" y="842"/>
                </a:cubicBezTo>
                <a:cubicBezTo>
                  <a:pt x="196" y="840"/>
                  <a:pt x="196" y="838"/>
                  <a:pt x="195" y="837"/>
                </a:cubicBezTo>
                <a:cubicBezTo>
                  <a:pt x="199" y="837"/>
                  <a:pt x="203" y="850"/>
                  <a:pt x="206" y="850"/>
                </a:cubicBezTo>
                <a:cubicBezTo>
                  <a:pt x="208" y="844"/>
                  <a:pt x="210" y="851"/>
                  <a:pt x="211" y="845"/>
                </a:cubicBezTo>
                <a:cubicBezTo>
                  <a:pt x="211" y="845"/>
                  <a:pt x="217" y="852"/>
                  <a:pt x="217" y="852"/>
                </a:cubicBezTo>
                <a:cubicBezTo>
                  <a:pt x="215" y="852"/>
                  <a:pt x="215" y="852"/>
                  <a:pt x="214" y="850"/>
                </a:cubicBezTo>
                <a:cubicBezTo>
                  <a:pt x="203" y="848"/>
                  <a:pt x="220" y="860"/>
                  <a:pt x="217" y="862"/>
                </a:cubicBezTo>
                <a:cubicBezTo>
                  <a:pt x="215" y="862"/>
                  <a:pt x="210" y="854"/>
                  <a:pt x="209" y="852"/>
                </a:cubicBezTo>
                <a:cubicBezTo>
                  <a:pt x="202" y="849"/>
                  <a:pt x="217" y="866"/>
                  <a:pt x="213" y="866"/>
                </a:cubicBezTo>
                <a:close/>
                <a:moveTo>
                  <a:pt x="585" y="860"/>
                </a:moveTo>
                <a:cubicBezTo>
                  <a:pt x="582" y="858"/>
                  <a:pt x="586" y="854"/>
                  <a:pt x="587" y="858"/>
                </a:cubicBezTo>
                <a:cubicBezTo>
                  <a:pt x="587" y="858"/>
                  <a:pt x="586" y="859"/>
                  <a:pt x="585" y="860"/>
                </a:cubicBezTo>
                <a:close/>
                <a:moveTo>
                  <a:pt x="360" y="859"/>
                </a:moveTo>
                <a:cubicBezTo>
                  <a:pt x="356" y="857"/>
                  <a:pt x="360" y="852"/>
                  <a:pt x="361" y="858"/>
                </a:cubicBezTo>
                <a:cubicBezTo>
                  <a:pt x="361" y="858"/>
                  <a:pt x="360" y="858"/>
                  <a:pt x="360" y="859"/>
                </a:cubicBezTo>
                <a:close/>
                <a:moveTo>
                  <a:pt x="383" y="858"/>
                </a:moveTo>
                <a:cubicBezTo>
                  <a:pt x="382" y="858"/>
                  <a:pt x="382" y="858"/>
                  <a:pt x="382" y="857"/>
                </a:cubicBezTo>
                <a:cubicBezTo>
                  <a:pt x="384" y="857"/>
                  <a:pt x="386" y="858"/>
                  <a:pt x="383" y="858"/>
                </a:cubicBezTo>
                <a:close/>
                <a:moveTo>
                  <a:pt x="230" y="857"/>
                </a:moveTo>
                <a:cubicBezTo>
                  <a:pt x="230" y="856"/>
                  <a:pt x="230" y="856"/>
                  <a:pt x="231" y="856"/>
                </a:cubicBezTo>
                <a:cubicBezTo>
                  <a:pt x="231" y="857"/>
                  <a:pt x="231" y="856"/>
                  <a:pt x="230" y="857"/>
                </a:cubicBezTo>
                <a:close/>
                <a:moveTo>
                  <a:pt x="371" y="856"/>
                </a:moveTo>
                <a:cubicBezTo>
                  <a:pt x="371" y="855"/>
                  <a:pt x="371" y="855"/>
                  <a:pt x="370" y="855"/>
                </a:cubicBezTo>
                <a:cubicBezTo>
                  <a:pt x="371" y="854"/>
                  <a:pt x="372" y="855"/>
                  <a:pt x="371" y="856"/>
                </a:cubicBezTo>
                <a:close/>
                <a:moveTo>
                  <a:pt x="297" y="855"/>
                </a:moveTo>
                <a:cubicBezTo>
                  <a:pt x="296" y="854"/>
                  <a:pt x="297" y="854"/>
                  <a:pt x="299" y="854"/>
                </a:cubicBezTo>
                <a:cubicBezTo>
                  <a:pt x="299" y="855"/>
                  <a:pt x="298" y="855"/>
                  <a:pt x="297" y="855"/>
                </a:cubicBezTo>
                <a:close/>
                <a:moveTo>
                  <a:pt x="246" y="853"/>
                </a:moveTo>
                <a:cubicBezTo>
                  <a:pt x="245" y="852"/>
                  <a:pt x="245" y="852"/>
                  <a:pt x="246" y="852"/>
                </a:cubicBezTo>
                <a:cubicBezTo>
                  <a:pt x="246" y="853"/>
                  <a:pt x="246" y="852"/>
                  <a:pt x="246" y="853"/>
                </a:cubicBezTo>
                <a:close/>
                <a:moveTo>
                  <a:pt x="222" y="852"/>
                </a:moveTo>
                <a:cubicBezTo>
                  <a:pt x="218" y="847"/>
                  <a:pt x="224" y="848"/>
                  <a:pt x="224" y="851"/>
                </a:cubicBezTo>
                <a:cubicBezTo>
                  <a:pt x="223" y="851"/>
                  <a:pt x="223" y="851"/>
                  <a:pt x="222" y="852"/>
                </a:cubicBezTo>
                <a:close/>
                <a:moveTo>
                  <a:pt x="291" y="851"/>
                </a:moveTo>
                <a:cubicBezTo>
                  <a:pt x="291" y="850"/>
                  <a:pt x="291" y="850"/>
                  <a:pt x="292" y="851"/>
                </a:cubicBezTo>
                <a:cubicBezTo>
                  <a:pt x="291" y="851"/>
                  <a:pt x="291" y="851"/>
                  <a:pt x="291" y="851"/>
                </a:cubicBezTo>
                <a:close/>
                <a:moveTo>
                  <a:pt x="243" y="850"/>
                </a:moveTo>
                <a:cubicBezTo>
                  <a:pt x="243" y="850"/>
                  <a:pt x="243" y="849"/>
                  <a:pt x="243" y="849"/>
                </a:cubicBezTo>
                <a:cubicBezTo>
                  <a:pt x="243" y="849"/>
                  <a:pt x="244" y="850"/>
                  <a:pt x="243" y="850"/>
                </a:cubicBezTo>
                <a:close/>
                <a:moveTo>
                  <a:pt x="288" y="850"/>
                </a:moveTo>
                <a:cubicBezTo>
                  <a:pt x="288" y="848"/>
                  <a:pt x="289" y="848"/>
                  <a:pt x="290" y="849"/>
                </a:cubicBezTo>
                <a:cubicBezTo>
                  <a:pt x="290" y="850"/>
                  <a:pt x="290" y="850"/>
                  <a:pt x="288" y="850"/>
                </a:cubicBezTo>
                <a:close/>
                <a:moveTo>
                  <a:pt x="508" y="849"/>
                </a:moveTo>
                <a:cubicBezTo>
                  <a:pt x="508" y="849"/>
                  <a:pt x="508" y="848"/>
                  <a:pt x="508" y="848"/>
                </a:cubicBezTo>
                <a:cubicBezTo>
                  <a:pt x="508" y="848"/>
                  <a:pt x="508" y="849"/>
                  <a:pt x="508" y="849"/>
                </a:cubicBezTo>
                <a:close/>
                <a:moveTo>
                  <a:pt x="242" y="849"/>
                </a:moveTo>
                <a:cubicBezTo>
                  <a:pt x="241" y="848"/>
                  <a:pt x="241" y="848"/>
                  <a:pt x="241" y="848"/>
                </a:cubicBezTo>
                <a:cubicBezTo>
                  <a:pt x="243" y="848"/>
                  <a:pt x="242" y="848"/>
                  <a:pt x="242" y="849"/>
                </a:cubicBezTo>
                <a:close/>
                <a:moveTo>
                  <a:pt x="286" y="847"/>
                </a:moveTo>
                <a:cubicBezTo>
                  <a:pt x="280" y="840"/>
                  <a:pt x="287" y="845"/>
                  <a:pt x="287" y="847"/>
                </a:cubicBezTo>
                <a:cubicBezTo>
                  <a:pt x="287" y="847"/>
                  <a:pt x="286" y="847"/>
                  <a:pt x="286" y="847"/>
                </a:cubicBezTo>
                <a:close/>
                <a:moveTo>
                  <a:pt x="239" y="847"/>
                </a:moveTo>
                <a:cubicBezTo>
                  <a:pt x="235" y="843"/>
                  <a:pt x="241" y="844"/>
                  <a:pt x="240" y="847"/>
                </a:cubicBezTo>
                <a:cubicBezTo>
                  <a:pt x="240" y="847"/>
                  <a:pt x="239" y="847"/>
                  <a:pt x="239" y="847"/>
                </a:cubicBezTo>
                <a:close/>
                <a:moveTo>
                  <a:pt x="206" y="846"/>
                </a:moveTo>
                <a:cubicBezTo>
                  <a:pt x="202" y="844"/>
                  <a:pt x="209" y="842"/>
                  <a:pt x="204" y="840"/>
                </a:cubicBezTo>
                <a:cubicBezTo>
                  <a:pt x="199" y="842"/>
                  <a:pt x="203" y="838"/>
                  <a:pt x="200" y="838"/>
                </a:cubicBezTo>
                <a:cubicBezTo>
                  <a:pt x="199" y="833"/>
                  <a:pt x="204" y="834"/>
                  <a:pt x="202" y="837"/>
                </a:cubicBezTo>
                <a:cubicBezTo>
                  <a:pt x="203" y="838"/>
                  <a:pt x="204" y="837"/>
                  <a:pt x="206" y="838"/>
                </a:cubicBezTo>
                <a:cubicBezTo>
                  <a:pt x="206" y="839"/>
                  <a:pt x="207" y="841"/>
                  <a:pt x="209" y="842"/>
                </a:cubicBezTo>
                <a:cubicBezTo>
                  <a:pt x="208" y="844"/>
                  <a:pt x="207" y="846"/>
                  <a:pt x="206" y="846"/>
                </a:cubicBezTo>
                <a:close/>
                <a:moveTo>
                  <a:pt x="217" y="845"/>
                </a:moveTo>
                <a:cubicBezTo>
                  <a:pt x="216" y="843"/>
                  <a:pt x="216" y="842"/>
                  <a:pt x="218" y="844"/>
                </a:cubicBezTo>
                <a:cubicBezTo>
                  <a:pt x="217" y="844"/>
                  <a:pt x="217" y="844"/>
                  <a:pt x="217" y="845"/>
                </a:cubicBezTo>
                <a:close/>
                <a:moveTo>
                  <a:pt x="215" y="843"/>
                </a:moveTo>
                <a:cubicBezTo>
                  <a:pt x="215" y="842"/>
                  <a:pt x="215" y="842"/>
                  <a:pt x="215" y="842"/>
                </a:cubicBezTo>
                <a:cubicBezTo>
                  <a:pt x="216" y="842"/>
                  <a:pt x="217" y="843"/>
                  <a:pt x="215" y="843"/>
                </a:cubicBezTo>
                <a:close/>
                <a:moveTo>
                  <a:pt x="213" y="841"/>
                </a:moveTo>
                <a:cubicBezTo>
                  <a:pt x="212" y="839"/>
                  <a:pt x="209" y="837"/>
                  <a:pt x="213" y="838"/>
                </a:cubicBezTo>
                <a:cubicBezTo>
                  <a:pt x="213" y="839"/>
                  <a:pt x="214" y="841"/>
                  <a:pt x="213" y="841"/>
                </a:cubicBezTo>
                <a:close/>
                <a:moveTo>
                  <a:pt x="231" y="840"/>
                </a:moveTo>
                <a:cubicBezTo>
                  <a:pt x="230" y="840"/>
                  <a:pt x="230" y="839"/>
                  <a:pt x="230" y="838"/>
                </a:cubicBezTo>
                <a:cubicBezTo>
                  <a:pt x="228" y="837"/>
                  <a:pt x="221" y="834"/>
                  <a:pt x="224" y="832"/>
                </a:cubicBezTo>
                <a:cubicBezTo>
                  <a:pt x="223" y="829"/>
                  <a:pt x="217" y="827"/>
                  <a:pt x="215" y="823"/>
                </a:cubicBezTo>
                <a:cubicBezTo>
                  <a:pt x="218" y="821"/>
                  <a:pt x="226" y="829"/>
                  <a:pt x="226" y="832"/>
                </a:cubicBezTo>
                <a:cubicBezTo>
                  <a:pt x="228" y="833"/>
                  <a:pt x="236" y="839"/>
                  <a:pt x="231" y="840"/>
                </a:cubicBezTo>
                <a:close/>
                <a:moveTo>
                  <a:pt x="504" y="838"/>
                </a:moveTo>
                <a:cubicBezTo>
                  <a:pt x="502" y="836"/>
                  <a:pt x="503" y="835"/>
                  <a:pt x="504" y="834"/>
                </a:cubicBezTo>
                <a:cubicBezTo>
                  <a:pt x="505" y="835"/>
                  <a:pt x="507" y="837"/>
                  <a:pt x="504" y="838"/>
                </a:cubicBezTo>
                <a:close/>
                <a:moveTo>
                  <a:pt x="200" y="834"/>
                </a:moveTo>
                <a:cubicBezTo>
                  <a:pt x="199" y="832"/>
                  <a:pt x="201" y="830"/>
                  <a:pt x="201" y="833"/>
                </a:cubicBezTo>
                <a:cubicBezTo>
                  <a:pt x="201" y="833"/>
                  <a:pt x="200" y="833"/>
                  <a:pt x="200" y="834"/>
                </a:cubicBezTo>
                <a:close/>
                <a:moveTo>
                  <a:pt x="207" y="833"/>
                </a:moveTo>
                <a:cubicBezTo>
                  <a:pt x="203" y="828"/>
                  <a:pt x="208" y="829"/>
                  <a:pt x="208" y="833"/>
                </a:cubicBezTo>
                <a:cubicBezTo>
                  <a:pt x="207" y="833"/>
                  <a:pt x="207" y="833"/>
                  <a:pt x="207" y="833"/>
                </a:cubicBezTo>
                <a:close/>
                <a:moveTo>
                  <a:pt x="268" y="833"/>
                </a:moveTo>
                <a:cubicBezTo>
                  <a:pt x="267" y="829"/>
                  <a:pt x="271" y="830"/>
                  <a:pt x="271" y="832"/>
                </a:cubicBezTo>
                <a:cubicBezTo>
                  <a:pt x="270" y="832"/>
                  <a:pt x="269" y="832"/>
                  <a:pt x="268" y="833"/>
                </a:cubicBezTo>
                <a:close/>
                <a:moveTo>
                  <a:pt x="236" y="832"/>
                </a:moveTo>
                <a:cubicBezTo>
                  <a:pt x="235" y="831"/>
                  <a:pt x="237" y="830"/>
                  <a:pt x="237" y="832"/>
                </a:cubicBezTo>
                <a:cubicBezTo>
                  <a:pt x="236" y="832"/>
                  <a:pt x="236" y="832"/>
                  <a:pt x="236" y="832"/>
                </a:cubicBezTo>
                <a:close/>
                <a:moveTo>
                  <a:pt x="199" y="830"/>
                </a:moveTo>
                <a:cubicBezTo>
                  <a:pt x="198" y="829"/>
                  <a:pt x="198" y="829"/>
                  <a:pt x="199" y="828"/>
                </a:cubicBezTo>
                <a:cubicBezTo>
                  <a:pt x="200" y="828"/>
                  <a:pt x="200" y="830"/>
                  <a:pt x="199" y="830"/>
                </a:cubicBezTo>
                <a:close/>
                <a:moveTo>
                  <a:pt x="202" y="828"/>
                </a:moveTo>
                <a:cubicBezTo>
                  <a:pt x="202" y="827"/>
                  <a:pt x="199" y="823"/>
                  <a:pt x="200" y="822"/>
                </a:cubicBezTo>
                <a:cubicBezTo>
                  <a:pt x="202" y="823"/>
                  <a:pt x="206" y="827"/>
                  <a:pt x="202" y="828"/>
                </a:cubicBezTo>
                <a:close/>
                <a:moveTo>
                  <a:pt x="504" y="828"/>
                </a:moveTo>
                <a:cubicBezTo>
                  <a:pt x="503" y="827"/>
                  <a:pt x="503" y="827"/>
                  <a:pt x="504" y="827"/>
                </a:cubicBezTo>
                <a:cubicBezTo>
                  <a:pt x="504" y="827"/>
                  <a:pt x="504" y="827"/>
                  <a:pt x="504" y="828"/>
                </a:cubicBezTo>
                <a:close/>
                <a:moveTo>
                  <a:pt x="197" y="827"/>
                </a:moveTo>
                <a:cubicBezTo>
                  <a:pt x="197" y="827"/>
                  <a:pt x="197" y="826"/>
                  <a:pt x="198" y="825"/>
                </a:cubicBezTo>
                <a:cubicBezTo>
                  <a:pt x="198" y="827"/>
                  <a:pt x="198" y="827"/>
                  <a:pt x="197" y="827"/>
                </a:cubicBezTo>
                <a:close/>
                <a:moveTo>
                  <a:pt x="265" y="827"/>
                </a:moveTo>
                <a:cubicBezTo>
                  <a:pt x="263" y="826"/>
                  <a:pt x="260" y="823"/>
                  <a:pt x="261" y="822"/>
                </a:cubicBezTo>
                <a:cubicBezTo>
                  <a:pt x="263" y="822"/>
                  <a:pt x="269" y="825"/>
                  <a:pt x="265" y="827"/>
                </a:cubicBezTo>
                <a:close/>
                <a:moveTo>
                  <a:pt x="188" y="826"/>
                </a:moveTo>
                <a:cubicBezTo>
                  <a:pt x="187" y="825"/>
                  <a:pt x="186" y="820"/>
                  <a:pt x="189" y="823"/>
                </a:cubicBezTo>
                <a:cubicBezTo>
                  <a:pt x="189" y="824"/>
                  <a:pt x="189" y="825"/>
                  <a:pt x="188" y="826"/>
                </a:cubicBezTo>
                <a:close/>
                <a:moveTo>
                  <a:pt x="534" y="825"/>
                </a:moveTo>
                <a:cubicBezTo>
                  <a:pt x="534" y="825"/>
                  <a:pt x="534" y="824"/>
                  <a:pt x="534" y="824"/>
                </a:cubicBezTo>
                <a:cubicBezTo>
                  <a:pt x="534" y="825"/>
                  <a:pt x="534" y="825"/>
                  <a:pt x="534" y="825"/>
                </a:cubicBezTo>
                <a:close/>
                <a:moveTo>
                  <a:pt x="504" y="824"/>
                </a:moveTo>
                <a:cubicBezTo>
                  <a:pt x="502" y="822"/>
                  <a:pt x="501" y="821"/>
                  <a:pt x="504" y="821"/>
                </a:cubicBezTo>
                <a:cubicBezTo>
                  <a:pt x="504" y="823"/>
                  <a:pt x="505" y="823"/>
                  <a:pt x="504" y="824"/>
                </a:cubicBezTo>
                <a:close/>
                <a:moveTo>
                  <a:pt x="196" y="822"/>
                </a:moveTo>
                <a:cubicBezTo>
                  <a:pt x="195" y="820"/>
                  <a:pt x="194" y="820"/>
                  <a:pt x="193" y="819"/>
                </a:cubicBezTo>
                <a:cubicBezTo>
                  <a:pt x="193" y="817"/>
                  <a:pt x="199" y="819"/>
                  <a:pt x="196" y="822"/>
                </a:cubicBezTo>
                <a:close/>
                <a:moveTo>
                  <a:pt x="261" y="821"/>
                </a:moveTo>
                <a:cubicBezTo>
                  <a:pt x="260" y="820"/>
                  <a:pt x="259" y="819"/>
                  <a:pt x="259" y="818"/>
                </a:cubicBezTo>
                <a:cubicBezTo>
                  <a:pt x="261" y="818"/>
                  <a:pt x="262" y="821"/>
                  <a:pt x="261" y="821"/>
                </a:cubicBezTo>
                <a:close/>
                <a:moveTo>
                  <a:pt x="541" y="821"/>
                </a:moveTo>
                <a:cubicBezTo>
                  <a:pt x="540" y="820"/>
                  <a:pt x="540" y="820"/>
                  <a:pt x="541" y="819"/>
                </a:cubicBezTo>
                <a:cubicBezTo>
                  <a:pt x="542" y="820"/>
                  <a:pt x="542" y="821"/>
                  <a:pt x="541" y="821"/>
                </a:cubicBezTo>
                <a:close/>
                <a:moveTo>
                  <a:pt x="239" y="821"/>
                </a:moveTo>
                <a:cubicBezTo>
                  <a:pt x="238" y="819"/>
                  <a:pt x="241" y="819"/>
                  <a:pt x="241" y="821"/>
                </a:cubicBezTo>
                <a:cubicBezTo>
                  <a:pt x="240" y="821"/>
                  <a:pt x="239" y="821"/>
                  <a:pt x="239" y="821"/>
                </a:cubicBezTo>
                <a:close/>
                <a:moveTo>
                  <a:pt x="385" y="820"/>
                </a:moveTo>
                <a:cubicBezTo>
                  <a:pt x="384" y="818"/>
                  <a:pt x="386" y="819"/>
                  <a:pt x="387" y="819"/>
                </a:cubicBezTo>
                <a:cubicBezTo>
                  <a:pt x="386" y="819"/>
                  <a:pt x="386" y="819"/>
                  <a:pt x="385" y="820"/>
                </a:cubicBezTo>
                <a:close/>
                <a:moveTo>
                  <a:pt x="391" y="820"/>
                </a:moveTo>
                <a:cubicBezTo>
                  <a:pt x="389" y="819"/>
                  <a:pt x="391" y="817"/>
                  <a:pt x="392" y="818"/>
                </a:cubicBezTo>
                <a:cubicBezTo>
                  <a:pt x="392" y="820"/>
                  <a:pt x="393" y="819"/>
                  <a:pt x="391" y="820"/>
                </a:cubicBezTo>
                <a:close/>
                <a:moveTo>
                  <a:pt x="258" y="818"/>
                </a:moveTo>
                <a:cubicBezTo>
                  <a:pt x="258" y="817"/>
                  <a:pt x="258" y="817"/>
                  <a:pt x="259" y="817"/>
                </a:cubicBezTo>
                <a:cubicBezTo>
                  <a:pt x="259" y="818"/>
                  <a:pt x="258" y="818"/>
                  <a:pt x="258" y="818"/>
                </a:cubicBezTo>
                <a:close/>
                <a:moveTo>
                  <a:pt x="195" y="817"/>
                </a:moveTo>
                <a:cubicBezTo>
                  <a:pt x="194" y="817"/>
                  <a:pt x="193" y="817"/>
                  <a:pt x="192" y="816"/>
                </a:cubicBezTo>
                <a:cubicBezTo>
                  <a:pt x="192" y="815"/>
                  <a:pt x="196" y="814"/>
                  <a:pt x="195" y="817"/>
                </a:cubicBezTo>
                <a:close/>
                <a:moveTo>
                  <a:pt x="257" y="816"/>
                </a:moveTo>
                <a:cubicBezTo>
                  <a:pt x="256" y="816"/>
                  <a:pt x="252" y="809"/>
                  <a:pt x="257" y="812"/>
                </a:cubicBezTo>
                <a:cubicBezTo>
                  <a:pt x="257" y="813"/>
                  <a:pt x="258" y="816"/>
                  <a:pt x="257" y="816"/>
                </a:cubicBezTo>
                <a:close/>
                <a:moveTo>
                  <a:pt x="225" y="815"/>
                </a:moveTo>
                <a:cubicBezTo>
                  <a:pt x="224" y="813"/>
                  <a:pt x="224" y="813"/>
                  <a:pt x="224" y="812"/>
                </a:cubicBezTo>
                <a:cubicBezTo>
                  <a:pt x="226" y="811"/>
                  <a:pt x="226" y="814"/>
                  <a:pt x="225" y="815"/>
                </a:cubicBezTo>
                <a:close/>
                <a:moveTo>
                  <a:pt x="250" y="815"/>
                </a:moveTo>
                <a:cubicBezTo>
                  <a:pt x="248" y="813"/>
                  <a:pt x="246" y="812"/>
                  <a:pt x="245" y="809"/>
                </a:cubicBezTo>
                <a:cubicBezTo>
                  <a:pt x="247" y="809"/>
                  <a:pt x="253" y="814"/>
                  <a:pt x="250" y="815"/>
                </a:cubicBezTo>
                <a:close/>
                <a:moveTo>
                  <a:pt x="185" y="814"/>
                </a:moveTo>
                <a:cubicBezTo>
                  <a:pt x="185" y="814"/>
                  <a:pt x="185" y="813"/>
                  <a:pt x="185" y="813"/>
                </a:cubicBezTo>
                <a:cubicBezTo>
                  <a:pt x="186" y="813"/>
                  <a:pt x="185" y="814"/>
                  <a:pt x="185" y="814"/>
                </a:cubicBezTo>
                <a:close/>
                <a:moveTo>
                  <a:pt x="191" y="813"/>
                </a:moveTo>
                <a:cubicBezTo>
                  <a:pt x="189" y="811"/>
                  <a:pt x="192" y="810"/>
                  <a:pt x="192" y="813"/>
                </a:cubicBezTo>
                <a:cubicBezTo>
                  <a:pt x="192" y="813"/>
                  <a:pt x="191" y="813"/>
                  <a:pt x="191" y="813"/>
                </a:cubicBezTo>
                <a:close/>
                <a:moveTo>
                  <a:pt x="503" y="811"/>
                </a:moveTo>
                <a:cubicBezTo>
                  <a:pt x="503" y="809"/>
                  <a:pt x="504" y="810"/>
                  <a:pt x="504" y="811"/>
                </a:cubicBezTo>
                <a:cubicBezTo>
                  <a:pt x="504" y="811"/>
                  <a:pt x="504" y="811"/>
                  <a:pt x="503" y="811"/>
                </a:cubicBezTo>
                <a:close/>
                <a:moveTo>
                  <a:pt x="253" y="810"/>
                </a:moveTo>
                <a:cubicBezTo>
                  <a:pt x="252" y="809"/>
                  <a:pt x="251" y="809"/>
                  <a:pt x="250" y="808"/>
                </a:cubicBezTo>
                <a:cubicBezTo>
                  <a:pt x="252" y="806"/>
                  <a:pt x="255" y="808"/>
                  <a:pt x="253" y="810"/>
                </a:cubicBezTo>
                <a:close/>
                <a:moveTo>
                  <a:pt x="192" y="808"/>
                </a:moveTo>
                <a:cubicBezTo>
                  <a:pt x="191" y="806"/>
                  <a:pt x="190" y="803"/>
                  <a:pt x="189" y="801"/>
                </a:cubicBezTo>
                <a:cubicBezTo>
                  <a:pt x="188" y="802"/>
                  <a:pt x="189" y="804"/>
                  <a:pt x="188" y="805"/>
                </a:cubicBezTo>
                <a:cubicBezTo>
                  <a:pt x="185" y="805"/>
                  <a:pt x="185" y="797"/>
                  <a:pt x="184" y="795"/>
                </a:cubicBezTo>
                <a:cubicBezTo>
                  <a:pt x="180" y="792"/>
                  <a:pt x="183" y="784"/>
                  <a:pt x="185" y="791"/>
                </a:cubicBezTo>
                <a:cubicBezTo>
                  <a:pt x="187" y="792"/>
                  <a:pt x="185" y="784"/>
                  <a:pt x="186" y="782"/>
                </a:cubicBezTo>
                <a:cubicBezTo>
                  <a:pt x="191" y="782"/>
                  <a:pt x="187" y="793"/>
                  <a:pt x="189" y="794"/>
                </a:cubicBezTo>
                <a:cubicBezTo>
                  <a:pt x="190" y="792"/>
                  <a:pt x="191" y="790"/>
                  <a:pt x="193" y="793"/>
                </a:cubicBezTo>
                <a:cubicBezTo>
                  <a:pt x="190" y="797"/>
                  <a:pt x="193" y="802"/>
                  <a:pt x="193" y="807"/>
                </a:cubicBezTo>
                <a:cubicBezTo>
                  <a:pt x="193" y="807"/>
                  <a:pt x="192" y="807"/>
                  <a:pt x="192" y="808"/>
                </a:cubicBezTo>
                <a:close/>
                <a:moveTo>
                  <a:pt x="235" y="805"/>
                </a:moveTo>
                <a:cubicBezTo>
                  <a:pt x="234" y="805"/>
                  <a:pt x="233" y="804"/>
                  <a:pt x="233" y="804"/>
                </a:cubicBezTo>
                <a:cubicBezTo>
                  <a:pt x="233" y="800"/>
                  <a:pt x="237" y="802"/>
                  <a:pt x="235" y="805"/>
                </a:cubicBezTo>
                <a:close/>
                <a:moveTo>
                  <a:pt x="228" y="805"/>
                </a:moveTo>
                <a:cubicBezTo>
                  <a:pt x="227" y="804"/>
                  <a:pt x="227" y="802"/>
                  <a:pt x="228" y="802"/>
                </a:cubicBezTo>
                <a:cubicBezTo>
                  <a:pt x="229" y="803"/>
                  <a:pt x="229" y="804"/>
                  <a:pt x="228" y="805"/>
                </a:cubicBezTo>
                <a:close/>
                <a:moveTo>
                  <a:pt x="505" y="805"/>
                </a:moveTo>
                <a:cubicBezTo>
                  <a:pt x="498" y="803"/>
                  <a:pt x="506" y="794"/>
                  <a:pt x="506" y="804"/>
                </a:cubicBezTo>
                <a:cubicBezTo>
                  <a:pt x="505" y="804"/>
                  <a:pt x="505" y="804"/>
                  <a:pt x="505" y="805"/>
                </a:cubicBezTo>
                <a:close/>
                <a:moveTo>
                  <a:pt x="414" y="803"/>
                </a:moveTo>
                <a:cubicBezTo>
                  <a:pt x="414" y="802"/>
                  <a:pt x="414" y="802"/>
                  <a:pt x="415" y="802"/>
                </a:cubicBezTo>
                <a:cubicBezTo>
                  <a:pt x="414" y="802"/>
                  <a:pt x="414" y="803"/>
                  <a:pt x="414" y="803"/>
                </a:cubicBezTo>
                <a:close/>
                <a:moveTo>
                  <a:pt x="83" y="803"/>
                </a:moveTo>
                <a:cubicBezTo>
                  <a:pt x="83" y="803"/>
                  <a:pt x="80" y="798"/>
                  <a:pt x="82" y="798"/>
                </a:cubicBezTo>
                <a:cubicBezTo>
                  <a:pt x="82" y="799"/>
                  <a:pt x="85" y="802"/>
                  <a:pt x="83" y="803"/>
                </a:cubicBezTo>
                <a:close/>
                <a:moveTo>
                  <a:pt x="247" y="803"/>
                </a:moveTo>
                <a:cubicBezTo>
                  <a:pt x="244" y="800"/>
                  <a:pt x="249" y="799"/>
                  <a:pt x="249" y="803"/>
                </a:cubicBezTo>
                <a:cubicBezTo>
                  <a:pt x="248" y="803"/>
                  <a:pt x="248" y="803"/>
                  <a:pt x="247" y="803"/>
                </a:cubicBezTo>
                <a:close/>
                <a:moveTo>
                  <a:pt x="130" y="802"/>
                </a:moveTo>
                <a:cubicBezTo>
                  <a:pt x="128" y="800"/>
                  <a:pt x="133" y="783"/>
                  <a:pt x="130" y="783"/>
                </a:cubicBezTo>
                <a:cubicBezTo>
                  <a:pt x="129" y="779"/>
                  <a:pt x="131" y="782"/>
                  <a:pt x="133" y="782"/>
                </a:cubicBezTo>
                <a:cubicBezTo>
                  <a:pt x="135" y="777"/>
                  <a:pt x="136" y="774"/>
                  <a:pt x="130" y="771"/>
                </a:cubicBezTo>
                <a:cubicBezTo>
                  <a:pt x="130" y="768"/>
                  <a:pt x="141" y="766"/>
                  <a:pt x="141" y="770"/>
                </a:cubicBezTo>
                <a:cubicBezTo>
                  <a:pt x="137" y="770"/>
                  <a:pt x="140" y="773"/>
                  <a:pt x="140" y="776"/>
                </a:cubicBezTo>
                <a:cubicBezTo>
                  <a:pt x="144" y="780"/>
                  <a:pt x="145" y="776"/>
                  <a:pt x="144" y="783"/>
                </a:cubicBezTo>
                <a:cubicBezTo>
                  <a:pt x="143" y="783"/>
                  <a:pt x="142" y="784"/>
                  <a:pt x="141" y="785"/>
                </a:cubicBezTo>
                <a:cubicBezTo>
                  <a:pt x="134" y="785"/>
                  <a:pt x="133" y="791"/>
                  <a:pt x="133" y="797"/>
                </a:cubicBezTo>
                <a:cubicBezTo>
                  <a:pt x="130" y="799"/>
                  <a:pt x="134" y="801"/>
                  <a:pt x="130" y="802"/>
                </a:cubicBezTo>
                <a:close/>
                <a:moveTo>
                  <a:pt x="144" y="802"/>
                </a:moveTo>
                <a:cubicBezTo>
                  <a:pt x="141" y="801"/>
                  <a:pt x="144" y="797"/>
                  <a:pt x="144" y="801"/>
                </a:cubicBezTo>
                <a:cubicBezTo>
                  <a:pt x="144" y="801"/>
                  <a:pt x="144" y="801"/>
                  <a:pt x="144" y="802"/>
                </a:cubicBezTo>
                <a:close/>
                <a:moveTo>
                  <a:pt x="625" y="802"/>
                </a:moveTo>
                <a:cubicBezTo>
                  <a:pt x="623" y="800"/>
                  <a:pt x="625" y="797"/>
                  <a:pt x="626" y="801"/>
                </a:cubicBezTo>
                <a:cubicBezTo>
                  <a:pt x="625" y="801"/>
                  <a:pt x="625" y="801"/>
                  <a:pt x="625" y="802"/>
                </a:cubicBezTo>
                <a:close/>
                <a:moveTo>
                  <a:pt x="415" y="801"/>
                </a:moveTo>
                <a:cubicBezTo>
                  <a:pt x="415" y="799"/>
                  <a:pt x="416" y="799"/>
                  <a:pt x="417" y="798"/>
                </a:cubicBezTo>
                <a:cubicBezTo>
                  <a:pt x="417" y="800"/>
                  <a:pt x="417" y="801"/>
                  <a:pt x="415" y="801"/>
                </a:cubicBezTo>
                <a:close/>
                <a:moveTo>
                  <a:pt x="239" y="800"/>
                </a:moveTo>
                <a:cubicBezTo>
                  <a:pt x="238" y="798"/>
                  <a:pt x="238" y="798"/>
                  <a:pt x="238" y="797"/>
                </a:cubicBezTo>
                <a:cubicBezTo>
                  <a:pt x="239" y="797"/>
                  <a:pt x="240" y="798"/>
                  <a:pt x="239" y="800"/>
                </a:cubicBezTo>
                <a:close/>
                <a:moveTo>
                  <a:pt x="260" y="799"/>
                </a:moveTo>
                <a:cubicBezTo>
                  <a:pt x="258" y="797"/>
                  <a:pt x="260" y="797"/>
                  <a:pt x="261" y="798"/>
                </a:cubicBezTo>
                <a:cubicBezTo>
                  <a:pt x="261" y="798"/>
                  <a:pt x="260" y="799"/>
                  <a:pt x="260" y="799"/>
                </a:cubicBezTo>
                <a:close/>
                <a:moveTo>
                  <a:pt x="263" y="799"/>
                </a:moveTo>
                <a:cubicBezTo>
                  <a:pt x="262" y="798"/>
                  <a:pt x="264" y="797"/>
                  <a:pt x="264" y="798"/>
                </a:cubicBezTo>
                <a:cubicBezTo>
                  <a:pt x="264" y="799"/>
                  <a:pt x="264" y="799"/>
                  <a:pt x="263" y="799"/>
                </a:cubicBezTo>
                <a:close/>
                <a:moveTo>
                  <a:pt x="98" y="799"/>
                </a:moveTo>
                <a:cubicBezTo>
                  <a:pt x="97" y="798"/>
                  <a:pt x="95" y="794"/>
                  <a:pt x="94" y="792"/>
                </a:cubicBezTo>
                <a:cubicBezTo>
                  <a:pt x="92" y="792"/>
                  <a:pt x="92" y="785"/>
                  <a:pt x="94" y="785"/>
                </a:cubicBezTo>
                <a:cubicBezTo>
                  <a:pt x="95" y="787"/>
                  <a:pt x="96" y="790"/>
                  <a:pt x="96" y="793"/>
                </a:cubicBezTo>
                <a:cubicBezTo>
                  <a:pt x="98" y="795"/>
                  <a:pt x="102" y="798"/>
                  <a:pt x="98" y="799"/>
                </a:cubicBezTo>
                <a:close/>
                <a:moveTo>
                  <a:pt x="189" y="798"/>
                </a:moveTo>
                <a:cubicBezTo>
                  <a:pt x="187" y="797"/>
                  <a:pt x="188" y="796"/>
                  <a:pt x="190" y="796"/>
                </a:cubicBezTo>
                <a:cubicBezTo>
                  <a:pt x="190" y="797"/>
                  <a:pt x="190" y="798"/>
                  <a:pt x="189" y="798"/>
                </a:cubicBezTo>
                <a:close/>
                <a:moveTo>
                  <a:pt x="110" y="796"/>
                </a:moveTo>
                <a:cubicBezTo>
                  <a:pt x="108" y="795"/>
                  <a:pt x="99" y="784"/>
                  <a:pt x="105" y="784"/>
                </a:cubicBezTo>
                <a:cubicBezTo>
                  <a:pt x="107" y="786"/>
                  <a:pt x="107" y="787"/>
                  <a:pt x="109" y="788"/>
                </a:cubicBezTo>
                <a:cubicBezTo>
                  <a:pt x="109" y="790"/>
                  <a:pt x="108" y="791"/>
                  <a:pt x="110" y="793"/>
                </a:cubicBezTo>
                <a:cubicBezTo>
                  <a:pt x="110" y="795"/>
                  <a:pt x="112" y="795"/>
                  <a:pt x="110" y="796"/>
                </a:cubicBezTo>
                <a:close/>
                <a:moveTo>
                  <a:pt x="244" y="796"/>
                </a:moveTo>
                <a:cubicBezTo>
                  <a:pt x="244" y="795"/>
                  <a:pt x="244" y="795"/>
                  <a:pt x="245" y="795"/>
                </a:cubicBezTo>
                <a:cubicBezTo>
                  <a:pt x="245" y="796"/>
                  <a:pt x="245" y="796"/>
                  <a:pt x="244" y="796"/>
                </a:cubicBezTo>
                <a:close/>
                <a:moveTo>
                  <a:pt x="258" y="796"/>
                </a:moveTo>
                <a:cubicBezTo>
                  <a:pt x="257" y="795"/>
                  <a:pt x="256" y="792"/>
                  <a:pt x="258" y="795"/>
                </a:cubicBezTo>
                <a:cubicBezTo>
                  <a:pt x="263" y="795"/>
                  <a:pt x="262" y="795"/>
                  <a:pt x="258" y="796"/>
                </a:cubicBezTo>
                <a:close/>
                <a:moveTo>
                  <a:pt x="80" y="796"/>
                </a:moveTo>
                <a:cubicBezTo>
                  <a:pt x="78" y="789"/>
                  <a:pt x="80" y="791"/>
                  <a:pt x="81" y="795"/>
                </a:cubicBezTo>
                <a:cubicBezTo>
                  <a:pt x="81" y="795"/>
                  <a:pt x="80" y="795"/>
                  <a:pt x="80" y="796"/>
                </a:cubicBezTo>
                <a:close/>
                <a:moveTo>
                  <a:pt x="243" y="794"/>
                </a:moveTo>
                <a:cubicBezTo>
                  <a:pt x="238" y="790"/>
                  <a:pt x="239" y="787"/>
                  <a:pt x="236" y="783"/>
                </a:cubicBezTo>
                <a:cubicBezTo>
                  <a:pt x="238" y="780"/>
                  <a:pt x="234" y="780"/>
                  <a:pt x="234" y="777"/>
                </a:cubicBezTo>
                <a:cubicBezTo>
                  <a:pt x="239" y="777"/>
                  <a:pt x="240" y="789"/>
                  <a:pt x="243" y="793"/>
                </a:cubicBezTo>
                <a:cubicBezTo>
                  <a:pt x="243" y="793"/>
                  <a:pt x="243" y="793"/>
                  <a:pt x="243" y="794"/>
                </a:cubicBezTo>
                <a:close/>
                <a:moveTo>
                  <a:pt x="617" y="792"/>
                </a:moveTo>
                <a:cubicBezTo>
                  <a:pt x="617" y="792"/>
                  <a:pt x="616" y="791"/>
                  <a:pt x="617" y="791"/>
                </a:cubicBezTo>
                <a:cubicBezTo>
                  <a:pt x="617" y="791"/>
                  <a:pt x="617" y="792"/>
                  <a:pt x="617" y="792"/>
                </a:cubicBezTo>
                <a:close/>
                <a:moveTo>
                  <a:pt x="112" y="791"/>
                </a:moveTo>
                <a:cubicBezTo>
                  <a:pt x="108" y="790"/>
                  <a:pt x="109" y="783"/>
                  <a:pt x="112" y="789"/>
                </a:cubicBezTo>
                <a:cubicBezTo>
                  <a:pt x="113" y="790"/>
                  <a:pt x="112" y="790"/>
                  <a:pt x="112" y="791"/>
                </a:cubicBezTo>
                <a:close/>
                <a:moveTo>
                  <a:pt x="79" y="790"/>
                </a:moveTo>
                <a:cubicBezTo>
                  <a:pt x="78" y="789"/>
                  <a:pt x="78" y="789"/>
                  <a:pt x="77" y="789"/>
                </a:cubicBezTo>
                <a:cubicBezTo>
                  <a:pt x="77" y="786"/>
                  <a:pt x="81" y="788"/>
                  <a:pt x="79" y="790"/>
                </a:cubicBezTo>
                <a:close/>
                <a:moveTo>
                  <a:pt x="253" y="788"/>
                </a:moveTo>
                <a:cubicBezTo>
                  <a:pt x="251" y="787"/>
                  <a:pt x="253" y="785"/>
                  <a:pt x="250" y="784"/>
                </a:cubicBezTo>
                <a:cubicBezTo>
                  <a:pt x="248" y="780"/>
                  <a:pt x="254" y="784"/>
                  <a:pt x="255" y="787"/>
                </a:cubicBezTo>
                <a:cubicBezTo>
                  <a:pt x="254" y="788"/>
                  <a:pt x="253" y="788"/>
                  <a:pt x="253" y="788"/>
                </a:cubicBezTo>
                <a:close/>
                <a:moveTo>
                  <a:pt x="80" y="786"/>
                </a:moveTo>
                <a:cubicBezTo>
                  <a:pt x="78" y="785"/>
                  <a:pt x="75" y="785"/>
                  <a:pt x="76" y="783"/>
                </a:cubicBezTo>
                <a:cubicBezTo>
                  <a:pt x="77" y="782"/>
                  <a:pt x="83" y="785"/>
                  <a:pt x="80" y="786"/>
                </a:cubicBezTo>
                <a:close/>
                <a:moveTo>
                  <a:pt x="123" y="786"/>
                </a:moveTo>
                <a:cubicBezTo>
                  <a:pt x="122" y="785"/>
                  <a:pt x="122" y="785"/>
                  <a:pt x="121" y="785"/>
                </a:cubicBezTo>
                <a:cubicBezTo>
                  <a:pt x="121" y="783"/>
                  <a:pt x="124" y="785"/>
                  <a:pt x="123" y="786"/>
                </a:cubicBezTo>
                <a:close/>
                <a:moveTo>
                  <a:pt x="392" y="785"/>
                </a:moveTo>
                <a:cubicBezTo>
                  <a:pt x="387" y="785"/>
                  <a:pt x="387" y="782"/>
                  <a:pt x="387" y="779"/>
                </a:cubicBezTo>
                <a:cubicBezTo>
                  <a:pt x="385" y="777"/>
                  <a:pt x="384" y="776"/>
                  <a:pt x="384" y="774"/>
                </a:cubicBezTo>
                <a:cubicBezTo>
                  <a:pt x="383" y="773"/>
                  <a:pt x="382" y="758"/>
                  <a:pt x="379" y="758"/>
                </a:cubicBezTo>
                <a:cubicBezTo>
                  <a:pt x="378" y="756"/>
                  <a:pt x="375" y="743"/>
                  <a:pt x="372" y="742"/>
                </a:cubicBezTo>
                <a:cubicBezTo>
                  <a:pt x="372" y="739"/>
                  <a:pt x="368" y="736"/>
                  <a:pt x="370" y="733"/>
                </a:cubicBezTo>
                <a:cubicBezTo>
                  <a:pt x="371" y="733"/>
                  <a:pt x="374" y="741"/>
                  <a:pt x="374" y="741"/>
                </a:cubicBezTo>
                <a:cubicBezTo>
                  <a:pt x="374" y="741"/>
                  <a:pt x="383" y="761"/>
                  <a:pt x="383" y="761"/>
                </a:cubicBezTo>
                <a:cubicBezTo>
                  <a:pt x="386" y="762"/>
                  <a:pt x="385" y="764"/>
                  <a:pt x="387" y="764"/>
                </a:cubicBezTo>
                <a:cubicBezTo>
                  <a:pt x="387" y="761"/>
                  <a:pt x="387" y="760"/>
                  <a:pt x="390" y="759"/>
                </a:cubicBezTo>
                <a:cubicBezTo>
                  <a:pt x="390" y="761"/>
                  <a:pt x="391" y="766"/>
                  <a:pt x="393" y="767"/>
                </a:cubicBezTo>
                <a:cubicBezTo>
                  <a:pt x="393" y="769"/>
                  <a:pt x="396" y="772"/>
                  <a:pt x="394" y="775"/>
                </a:cubicBezTo>
                <a:cubicBezTo>
                  <a:pt x="394" y="775"/>
                  <a:pt x="394" y="775"/>
                  <a:pt x="395" y="776"/>
                </a:cubicBezTo>
                <a:cubicBezTo>
                  <a:pt x="395" y="778"/>
                  <a:pt x="394" y="784"/>
                  <a:pt x="392" y="785"/>
                </a:cubicBezTo>
                <a:close/>
                <a:moveTo>
                  <a:pt x="213" y="784"/>
                </a:moveTo>
                <a:cubicBezTo>
                  <a:pt x="211" y="783"/>
                  <a:pt x="215" y="781"/>
                  <a:pt x="215" y="783"/>
                </a:cubicBezTo>
                <a:cubicBezTo>
                  <a:pt x="214" y="783"/>
                  <a:pt x="214" y="783"/>
                  <a:pt x="213" y="784"/>
                </a:cubicBezTo>
                <a:close/>
                <a:moveTo>
                  <a:pt x="297" y="784"/>
                </a:moveTo>
                <a:cubicBezTo>
                  <a:pt x="294" y="781"/>
                  <a:pt x="300" y="779"/>
                  <a:pt x="300" y="783"/>
                </a:cubicBezTo>
                <a:cubicBezTo>
                  <a:pt x="299" y="783"/>
                  <a:pt x="298" y="784"/>
                  <a:pt x="297" y="784"/>
                </a:cubicBezTo>
                <a:close/>
                <a:moveTo>
                  <a:pt x="308" y="783"/>
                </a:moveTo>
                <a:cubicBezTo>
                  <a:pt x="308" y="783"/>
                  <a:pt x="307" y="782"/>
                  <a:pt x="307" y="782"/>
                </a:cubicBezTo>
                <a:cubicBezTo>
                  <a:pt x="308" y="780"/>
                  <a:pt x="309" y="782"/>
                  <a:pt x="308" y="783"/>
                </a:cubicBezTo>
                <a:close/>
                <a:moveTo>
                  <a:pt x="207" y="782"/>
                </a:moveTo>
                <a:cubicBezTo>
                  <a:pt x="207" y="782"/>
                  <a:pt x="207" y="782"/>
                  <a:pt x="207" y="781"/>
                </a:cubicBezTo>
                <a:cubicBezTo>
                  <a:pt x="208" y="781"/>
                  <a:pt x="208" y="782"/>
                  <a:pt x="207" y="782"/>
                </a:cubicBezTo>
                <a:close/>
                <a:moveTo>
                  <a:pt x="617" y="782"/>
                </a:moveTo>
                <a:cubicBezTo>
                  <a:pt x="617" y="781"/>
                  <a:pt x="616" y="780"/>
                  <a:pt x="617" y="780"/>
                </a:cubicBezTo>
                <a:cubicBezTo>
                  <a:pt x="617" y="780"/>
                  <a:pt x="617" y="782"/>
                  <a:pt x="617" y="782"/>
                </a:cubicBezTo>
                <a:close/>
                <a:moveTo>
                  <a:pt x="392" y="781"/>
                </a:moveTo>
                <a:cubicBezTo>
                  <a:pt x="391" y="781"/>
                  <a:pt x="391" y="781"/>
                  <a:pt x="391" y="781"/>
                </a:cubicBezTo>
                <a:cubicBezTo>
                  <a:pt x="390" y="776"/>
                  <a:pt x="395" y="780"/>
                  <a:pt x="392" y="781"/>
                </a:cubicBezTo>
                <a:close/>
                <a:moveTo>
                  <a:pt x="218" y="781"/>
                </a:moveTo>
                <a:cubicBezTo>
                  <a:pt x="218" y="780"/>
                  <a:pt x="218" y="780"/>
                  <a:pt x="218" y="780"/>
                </a:cubicBezTo>
                <a:cubicBezTo>
                  <a:pt x="219" y="781"/>
                  <a:pt x="219" y="780"/>
                  <a:pt x="218" y="781"/>
                </a:cubicBezTo>
                <a:close/>
                <a:moveTo>
                  <a:pt x="305" y="779"/>
                </a:moveTo>
                <a:cubicBezTo>
                  <a:pt x="305" y="778"/>
                  <a:pt x="307" y="778"/>
                  <a:pt x="307" y="779"/>
                </a:cubicBezTo>
                <a:cubicBezTo>
                  <a:pt x="305" y="779"/>
                  <a:pt x="305" y="779"/>
                  <a:pt x="305" y="779"/>
                </a:cubicBezTo>
                <a:close/>
                <a:moveTo>
                  <a:pt x="206" y="778"/>
                </a:moveTo>
                <a:cubicBezTo>
                  <a:pt x="204" y="777"/>
                  <a:pt x="206" y="773"/>
                  <a:pt x="206" y="778"/>
                </a:cubicBezTo>
                <a:cubicBezTo>
                  <a:pt x="206" y="778"/>
                  <a:pt x="206" y="778"/>
                  <a:pt x="206" y="778"/>
                </a:cubicBezTo>
                <a:close/>
                <a:moveTo>
                  <a:pt x="617" y="777"/>
                </a:moveTo>
                <a:cubicBezTo>
                  <a:pt x="616" y="775"/>
                  <a:pt x="616" y="775"/>
                  <a:pt x="617" y="774"/>
                </a:cubicBezTo>
                <a:cubicBezTo>
                  <a:pt x="618" y="775"/>
                  <a:pt x="618" y="776"/>
                  <a:pt x="617" y="777"/>
                </a:cubicBezTo>
                <a:close/>
                <a:moveTo>
                  <a:pt x="106" y="776"/>
                </a:moveTo>
                <a:cubicBezTo>
                  <a:pt x="106" y="774"/>
                  <a:pt x="106" y="774"/>
                  <a:pt x="106" y="773"/>
                </a:cubicBezTo>
                <a:cubicBezTo>
                  <a:pt x="107" y="773"/>
                  <a:pt x="107" y="775"/>
                  <a:pt x="106" y="776"/>
                </a:cubicBezTo>
                <a:close/>
                <a:moveTo>
                  <a:pt x="288" y="776"/>
                </a:moveTo>
                <a:cubicBezTo>
                  <a:pt x="287" y="775"/>
                  <a:pt x="287" y="774"/>
                  <a:pt x="287" y="773"/>
                </a:cubicBezTo>
                <a:cubicBezTo>
                  <a:pt x="288" y="772"/>
                  <a:pt x="293" y="775"/>
                  <a:pt x="288" y="776"/>
                </a:cubicBezTo>
                <a:close/>
                <a:moveTo>
                  <a:pt x="92" y="775"/>
                </a:moveTo>
                <a:cubicBezTo>
                  <a:pt x="90" y="774"/>
                  <a:pt x="90" y="769"/>
                  <a:pt x="90" y="767"/>
                </a:cubicBezTo>
                <a:cubicBezTo>
                  <a:pt x="93" y="767"/>
                  <a:pt x="95" y="774"/>
                  <a:pt x="92" y="775"/>
                </a:cubicBezTo>
                <a:close/>
                <a:moveTo>
                  <a:pt x="240" y="774"/>
                </a:moveTo>
                <a:cubicBezTo>
                  <a:pt x="240" y="774"/>
                  <a:pt x="240" y="774"/>
                  <a:pt x="239" y="772"/>
                </a:cubicBezTo>
                <a:cubicBezTo>
                  <a:pt x="232" y="768"/>
                  <a:pt x="244" y="768"/>
                  <a:pt x="240" y="774"/>
                </a:cubicBezTo>
                <a:close/>
                <a:moveTo>
                  <a:pt x="227" y="774"/>
                </a:moveTo>
                <a:cubicBezTo>
                  <a:pt x="226" y="771"/>
                  <a:pt x="225" y="770"/>
                  <a:pt x="228" y="770"/>
                </a:cubicBezTo>
                <a:cubicBezTo>
                  <a:pt x="230" y="773"/>
                  <a:pt x="231" y="774"/>
                  <a:pt x="227" y="774"/>
                </a:cubicBezTo>
                <a:close/>
                <a:moveTo>
                  <a:pt x="412" y="774"/>
                </a:moveTo>
                <a:cubicBezTo>
                  <a:pt x="412" y="772"/>
                  <a:pt x="412" y="773"/>
                  <a:pt x="414" y="773"/>
                </a:cubicBezTo>
                <a:cubicBezTo>
                  <a:pt x="414" y="774"/>
                  <a:pt x="413" y="774"/>
                  <a:pt x="412" y="774"/>
                </a:cubicBezTo>
                <a:close/>
                <a:moveTo>
                  <a:pt x="142" y="772"/>
                </a:moveTo>
                <a:cubicBezTo>
                  <a:pt x="142" y="771"/>
                  <a:pt x="141" y="770"/>
                  <a:pt x="143" y="770"/>
                </a:cubicBezTo>
                <a:cubicBezTo>
                  <a:pt x="143" y="772"/>
                  <a:pt x="143" y="772"/>
                  <a:pt x="142" y="772"/>
                </a:cubicBezTo>
                <a:close/>
                <a:moveTo>
                  <a:pt x="392" y="772"/>
                </a:moveTo>
                <a:cubicBezTo>
                  <a:pt x="391" y="771"/>
                  <a:pt x="391" y="771"/>
                  <a:pt x="391" y="771"/>
                </a:cubicBezTo>
                <a:cubicBezTo>
                  <a:pt x="393" y="768"/>
                  <a:pt x="393" y="771"/>
                  <a:pt x="392" y="772"/>
                </a:cubicBezTo>
                <a:close/>
                <a:moveTo>
                  <a:pt x="135" y="772"/>
                </a:moveTo>
                <a:cubicBezTo>
                  <a:pt x="135" y="770"/>
                  <a:pt x="134" y="770"/>
                  <a:pt x="136" y="770"/>
                </a:cubicBezTo>
                <a:cubicBezTo>
                  <a:pt x="136" y="771"/>
                  <a:pt x="136" y="771"/>
                  <a:pt x="135" y="772"/>
                </a:cubicBezTo>
                <a:close/>
                <a:moveTo>
                  <a:pt x="127" y="770"/>
                </a:moveTo>
                <a:cubicBezTo>
                  <a:pt x="126" y="765"/>
                  <a:pt x="128" y="769"/>
                  <a:pt x="129" y="769"/>
                </a:cubicBezTo>
                <a:cubicBezTo>
                  <a:pt x="129" y="770"/>
                  <a:pt x="128" y="770"/>
                  <a:pt x="127" y="770"/>
                </a:cubicBezTo>
                <a:close/>
                <a:moveTo>
                  <a:pt x="243" y="769"/>
                </a:moveTo>
                <a:cubicBezTo>
                  <a:pt x="242" y="768"/>
                  <a:pt x="243" y="764"/>
                  <a:pt x="244" y="768"/>
                </a:cubicBezTo>
                <a:cubicBezTo>
                  <a:pt x="243" y="768"/>
                  <a:pt x="243" y="768"/>
                  <a:pt x="243" y="769"/>
                </a:cubicBezTo>
                <a:close/>
                <a:moveTo>
                  <a:pt x="236" y="768"/>
                </a:moveTo>
                <a:cubicBezTo>
                  <a:pt x="236" y="767"/>
                  <a:pt x="236" y="767"/>
                  <a:pt x="236" y="767"/>
                </a:cubicBezTo>
                <a:cubicBezTo>
                  <a:pt x="237" y="768"/>
                  <a:pt x="237" y="768"/>
                  <a:pt x="236" y="768"/>
                </a:cubicBezTo>
                <a:close/>
                <a:moveTo>
                  <a:pt x="121" y="768"/>
                </a:moveTo>
                <a:cubicBezTo>
                  <a:pt x="121" y="765"/>
                  <a:pt x="118" y="762"/>
                  <a:pt x="118" y="767"/>
                </a:cubicBezTo>
                <a:cubicBezTo>
                  <a:pt x="117" y="767"/>
                  <a:pt x="117" y="761"/>
                  <a:pt x="117" y="759"/>
                </a:cubicBezTo>
                <a:cubicBezTo>
                  <a:pt x="121" y="760"/>
                  <a:pt x="121" y="763"/>
                  <a:pt x="124" y="765"/>
                </a:cubicBezTo>
                <a:cubicBezTo>
                  <a:pt x="123" y="766"/>
                  <a:pt x="122" y="768"/>
                  <a:pt x="121" y="768"/>
                </a:cubicBezTo>
                <a:close/>
                <a:moveTo>
                  <a:pt x="131" y="766"/>
                </a:moveTo>
                <a:cubicBezTo>
                  <a:pt x="131" y="765"/>
                  <a:pt x="131" y="765"/>
                  <a:pt x="131" y="764"/>
                </a:cubicBezTo>
                <a:cubicBezTo>
                  <a:pt x="132" y="764"/>
                  <a:pt x="132" y="766"/>
                  <a:pt x="131" y="766"/>
                </a:cubicBezTo>
                <a:close/>
                <a:moveTo>
                  <a:pt x="142" y="766"/>
                </a:moveTo>
                <a:cubicBezTo>
                  <a:pt x="141" y="764"/>
                  <a:pt x="140" y="763"/>
                  <a:pt x="143" y="763"/>
                </a:cubicBezTo>
                <a:cubicBezTo>
                  <a:pt x="143" y="766"/>
                  <a:pt x="143" y="766"/>
                  <a:pt x="142" y="766"/>
                </a:cubicBezTo>
                <a:close/>
                <a:moveTo>
                  <a:pt x="114" y="766"/>
                </a:moveTo>
                <a:cubicBezTo>
                  <a:pt x="111" y="763"/>
                  <a:pt x="114" y="759"/>
                  <a:pt x="115" y="765"/>
                </a:cubicBezTo>
                <a:cubicBezTo>
                  <a:pt x="115" y="765"/>
                  <a:pt x="114" y="765"/>
                  <a:pt x="114" y="766"/>
                </a:cubicBezTo>
                <a:close/>
                <a:moveTo>
                  <a:pt x="127" y="764"/>
                </a:moveTo>
                <a:cubicBezTo>
                  <a:pt x="126" y="761"/>
                  <a:pt x="124" y="760"/>
                  <a:pt x="127" y="760"/>
                </a:cubicBezTo>
                <a:cubicBezTo>
                  <a:pt x="128" y="761"/>
                  <a:pt x="128" y="763"/>
                  <a:pt x="127" y="764"/>
                </a:cubicBezTo>
                <a:close/>
                <a:moveTo>
                  <a:pt x="139" y="763"/>
                </a:moveTo>
                <a:cubicBezTo>
                  <a:pt x="139" y="762"/>
                  <a:pt x="139" y="760"/>
                  <a:pt x="139" y="759"/>
                </a:cubicBezTo>
                <a:cubicBezTo>
                  <a:pt x="135" y="757"/>
                  <a:pt x="136" y="757"/>
                  <a:pt x="136" y="754"/>
                </a:cubicBezTo>
                <a:cubicBezTo>
                  <a:pt x="133" y="752"/>
                  <a:pt x="135" y="752"/>
                  <a:pt x="137" y="752"/>
                </a:cubicBezTo>
                <a:cubicBezTo>
                  <a:pt x="138" y="754"/>
                  <a:pt x="142" y="762"/>
                  <a:pt x="139" y="763"/>
                </a:cubicBezTo>
                <a:close/>
                <a:moveTo>
                  <a:pt x="243" y="762"/>
                </a:moveTo>
                <a:cubicBezTo>
                  <a:pt x="241" y="760"/>
                  <a:pt x="240" y="759"/>
                  <a:pt x="241" y="758"/>
                </a:cubicBezTo>
                <a:cubicBezTo>
                  <a:pt x="244" y="758"/>
                  <a:pt x="244" y="762"/>
                  <a:pt x="243" y="762"/>
                </a:cubicBezTo>
                <a:close/>
                <a:moveTo>
                  <a:pt x="258" y="762"/>
                </a:moveTo>
                <a:cubicBezTo>
                  <a:pt x="258" y="761"/>
                  <a:pt x="257" y="760"/>
                  <a:pt x="259" y="760"/>
                </a:cubicBezTo>
                <a:cubicBezTo>
                  <a:pt x="259" y="761"/>
                  <a:pt x="259" y="761"/>
                  <a:pt x="258" y="762"/>
                </a:cubicBezTo>
                <a:close/>
                <a:moveTo>
                  <a:pt x="298" y="760"/>
                </a:moveTo>
                <a:cubicBezTo>
                  <a:pt x="298" y="759"/>
                  <a:pt x="298" y="759"/>
                  <a:pt x="299" y="759"/>
                </a:cubicBezTo>
                <a:cubicBezTo>
                  <a:pt x="299" y="760"/>
                  <a:pt x="299" y="760"/>
                  <a:pt x="298" y="760"/>
                </a:cubicBezTo>
                <a:close/>
                <a:moveTo>
                  <a:pt x="192" y="759"/>
                </a:moveTo>
                <a:cubicBezTo>
                  <a:pt x="191" y="756"/>
                  <a:pt x="191" y="756"/>
                  <a:pt x="193" y="756"/>
                </a:cubicBezTo>
                <a:cubicBezTo>
                  <a:pt x="193" y="757"/>
                  <a:pt x="192" y="758"/>
                  <a:pt x="192" y="759"/>
                </a:cubicBezTo>
                <a:close/>
                <a:moveTo>
                  <a:pt x="204" y="758"/>
                </a:moveTo>
                <a:cubicBezTo>
                  <a:pt x="204" y="757"/>
                  <a:pt x="203" y="752"/>
                  <a:pt x="205" y="752"/>
                </a:cubicBezTo>
                <a:cubicBezTo>
                  <a:pt x="205" y="755"/>
                  <a:pt x="206" y="756"/>
                  <a:pt x="204" y="758"/>
                </a:cubicBezTo>
                <a:close/>
                <a:moveTo>
                  <a:pt x="121" y="758"/>
                </a:moveTo>
                <a:cubicBezTo>
                  <a:pt x="120" y="757"/>
                  <a:pt x="120" y="757"/>
                  <a:pt x="120" y="756"/>
                </a:cubicBezTo>
                <a:cubicBezTo>
                  <a:pt x="113" y="754"/>
                  <a:pt x="125" y="754"/>
                  <a:pt x="121" y="758"/>
                </a:cubicBezTo>
                <a:close/>
                <a:moveTo>
                  <a:pt x="113" y="757"/>
                </a:moveTo>
                <a:cubicBezTo>
                  <a:pt x="113" y="756"/>
                  <a:pt x="112" y="756"/>
                  <a:pt x="112" y="755"/>
                </a:cubicBezTo>
                <a:cubicBezTo>
                  <a:pt x="115" y="755"/>
                  <a:pt x="117" y="756"/>
                  <a:pt x="113" y="757"/>
                </a:cubicBezTo>
                <a:close/>
                <a:moveTo>
                  <a:pt x="251" y="756"/>
                </a:moveTo>
                <a:cubicBezTo>
                  <a:pt x="251" y="754"/>
                  <a:pt x="251" y="753"/>
                  <a:pt x="252" y="756"/>
                </a:cubicBezTo>
                <a:cubicBezTo>
                  <a:pt x="252" y="756"/>
                  <a:pt x="251" y="756"/>
                  <a:pt x="251" y="756"/>
                </a:cubicBezTo>
                <a:close/>
                <a:moveTo>
                  <a:pt x="199" y="755"/>
                </a:moveTo>
                <a:cubicBezTo>
                  <a:pt x="198" y="754"/>
                  <a:pt x="198" y="754"/>
                  <a:pt x="199" y="754"/>
                </a:cubicBezTo>
                <a:cubicBezTo>
                  <a:pt x="199" y="754"/>
                  <a:pt x="199" y="755"/>
                  <a:pt x="199" y="755"/>
                </a:cubicBezTo>
                <a:close/>
                <a:moveTo>
                  <a:pt x="130" y="755"/>
                </a:moveTo>
                <a:cubicBezTo>
                  <a:pt x="130" y="755"/>
                  <a:pt x="130" y="755"/>
                  <a:pt x="129" y="754"/>
                </a:cubicBezTo>
                <a:cubicBezTo>
                  <a:pt x="129" y="753"/>
                  <a:pt x="131" y="753"/>
                  <a:pt x="130" y="755"/>
                </a:cubicBezTo>
                <a:close/>
                <a:moveTo>
                  <a:pt x="121" y="753"/>
                </a:moveTo>
                <a:cubicBezTo>
                  <a:pt x="118" y="750"/>
                  <a:pt x="122" y="748"/>
                  <a:pt x="122" y="753"/>
                </a:cubicBezTo>
                <a:cubicBezTo>
                  <a:pt x="122" y="753"/>
                  <a:pt x="122" y="753"/>
                  <a:pt x="121" y="753"/>
                </a:cubicBezTo>
                <a:close/>
                <a:moveTo>
                  <a:pt x="257" y="753"/>
                </a:moveTo>
                <a:cubicBezTo>
                  <a:pt x="257" y="753"/>
                  <a:pt x="256" y="752"/>
                  <a:pt x="257" y="752"/>
                </a:cubicBezTo>
                <a:cubicBezTo>
                  <a:pt x="257" y="753"/>
                  <a:pt x="258" y="753"/>
                  <a:pt x="257" y="753"/>
                </a:cubicBezTo>
                <a:close/>
                <a:moveTo>
                  <a:pt x="213" y="752"/>
                </a:moveTo>
                <a:cubicBezTo>
                  <a:pt x="213" y="750"/>
                  <a:pt x="213" y="750"/>
                  <a:pt x="213" y="750"/>
                </a:cubicBezTo>
                <a:cubicBezTo>
                  <a:pt x="216" y="750"/>
                  <a:pt x="214" y="751"/>
                  <a:pt x="213" y="752"/>
                </a:cubicBezTo>
                <a:close/>
                <a:moveTo>
                  <a:pt x="111" y="752"/>
                </a:moveTo>
                <a:cubicBezTo>
                  <a:pt x="111" y="751"/>
                  <a:pt x="111" y="750"/>
                  <a:pt x="111" y="750"/>
                </a:cubicBezTo>
                <a:cubicBezTo>
                  <a:pt x="111" y="750"/>
                  <a:pt x="111" y="751"/>
                  <a:pt x="111" y="752"/>
                </a:cubicBezTo>
                <a:close/>
                <a:moveTo>
                  <a:pt x="134" y="751"/>
                </a:moveTo>
                <a:cubicBezTo>
                  <a:pt x="131" y="748"/>
                  <a:pt x="132" y="748"/>
                  <a:pt x="131" y="746"/>
                </a:cubicBezTo>
                <a:cubicBezTo>
                  <a:pt x="134" y="746"/>
                  <a:pt x="136" y="749"/>
                  <a:pt x="134" y="751"/>
                </a:cubicBezTo>
                <a:close/>
                <a:moveTo>
                  <a:pt x="118" y="750"/>
                </a:moveTo>
                <a:cubicBezTo>
                  <a:pt x="116" y="749"/>
                  <a:pt x="117" y="747"/>
                  <a:pt x="118" y="745"/>
                </a:cubicBezTo>
                <a:cubicBezTo>
                  <a:pt x="118" y="746"/>
                  <a:pt x="120" y="750"/>
                  <a:pt x="118" y="750"/>
                </a:cubicBezTo>
                <a:close/>
                <a:moveTo>
                  <a:pt x="148" y="749"/>
                </a:moveTo>
                <a:cubicBezTo>
                  <a:pt x="147" y="748"/>
                  <a:pt x="147" y="746"/>
                  <a:pt x="148" y="746"/>
                </a:cubicBezTo>
                <a:cubicBezTo>
                  <a:pt x="149" y="747"/>
                  <a:pt x="148" y="748"/>
                  <a:pt x="148" y="749"/>
                </a:cubicBezTo>
                <a:close/>
                <a:moveTo>
                  <a:pt x="213" y="748"/>
                </a:moveTo>
                <a:cubicBezTo>
                  <a:pt x="212" y="747"/>
                  <a:pt x="212" y="746"/>
                  <a:pt x="212" y="746"/>
                </a:cubicBezTo>
                <a:cubicBezTo>
                  <a:pt x="215" y="743"/>
                  <a:pt x="214" y="733"/>
                  <a:pt x="213" y="731"/>
                </a:cubicBezTo>
                <a:cubicBezTo>
                  <a:pt x="217" y="714"/>
                  <a:pt x="216" y="729"/>
                  <a:pt x="219" y="732"/>
                </a:cubicBezTo>
                <a:cubicBezTo>
                  <a:pt x="219" y="734"/>
                  <a:pt x="219" y="734"/>
                  <a:pt x="219" y="734"/>
                </a:cubicBezTo>
                <a:cubicBezTo>
                  <a:pt x="215" y="734"/>
                  <a:pt x="215" y="745"/>
                  <a:pt x="215" y="748"/>
                </a:cubicBezTo>
                <a:cubicBezTo>
                  <a:pt x="214" y="748"/>
                  <a:pt x="213" y="748"/>
                  <a:pt x="213" y="748"/>
                </a:cubicBezTo>
                <a:close/>
                <a:moveTo>
                  <a:pt x="302" y="748"/>
                </a:moveTo>
                <a:cubicBezTo>
                  <a:pt x="302" y="747"/>
                  <a:pt x="301" y="746"/>
                  <a:pt x="303" y="746"/>
                </a:cubicBezTo>
                <a:cubicBezTo>
                  <a:pt x="303" y="747"/>
                  <a:pt x="303" y="748"/>
                  <a:pt x="302" y="748"/>
                </a:cubicBezTo>
                <a:close/>
                <a:moveTo>
                  <a:pt x="140" y="747"/>
                </a:moveTo>
                <a:cubicBezTo>
                  <a:pt x="139" y="746"/>
                  <a:pt x="139" y="743"/>
                  <a:pt x="139" y="743"/>
                </a:cubicBezTo>
                <a:cubicBezTo>
                  <a:pt x="140" y="743"/>
                  <a:pt x="140" y="746"/>
                  <a:pt x="140" y="747"/>
                </a:cubicBezTo>
                <a:close/>
                <a:moveTo>
                  <a:pt x="117" y="744"/>
                </a:moveTo>
                <a:cubicBezTo>
                  <a:pt x="117" y="743"/>
                  <a:pt x="116" y="740"/>
                  <a:pt x="118" y="740"/>
                </a:cubicBezTo>
                <a:cubicBezTo>
                  <a:pt x="118" y="743"/>
                  <a:pt x="121" y="743"/>
                  <a:pt x="117" y="744"/>
                </a:cubicBezTo>
                <a:close/>
                <a:moveTo>
                  <a:pt x="233" y="744"/>
                </a:moveTo>
                <a:cubicBezTo>
                  <a:pt x="230" y="742"/>
                  <a:pt x="229" y="745"/>
                  <a:pt x="230" y="741"/>
                </a:cubicBezTo>
                <a:cubicBezTo>
                  <a:pt x="234" y="742"/>
                  <a:pt x="235" y="737"/>
                  <a:pt x="235" y="744"/>
                </a:cubicBezTo>
                <a:cubicBezTo>
                  <a:pt x="234" y="744"/>
                  <a:pt x="234" y="744"/>
                  <a:pt x="233" y="744"/>
                </a:cubicBezTo>
                <a:close/>
                <a:moveTo>
                  <a:pt x="131" y="744"/>
                </a:moveTo>
                <a:cubicBezTo>
                  <a:pt x="130" y="743"/>
                  <a:pt x="126" y="735"/>
                  <a:pt x="130" y="736"/>
                </a:cubicBezTo>
                <a:cubicBezTo>
                  <a:pt x="130" y="739"/>
                  <a:pt x="133" y="742"/>
                  <a:pt x="131" y="744"/>
                </a:cubicBezTo>
                <a:close/>
                <a:moveTo>
                  <a:pt x="421" y="743"/>
                </a:moveTo>
                <a:cubicBezTo>
                  <a:pt x="420" y="741"/>
                  <a:pt x="421" y="738"/>
                  <a:pt x="422" y="738"/>
                </a:cubicBezTo>
                <a:cubicBezTo>
                  <a:pt x="420" y="735"/>
                  <a:pt x="420" y="734"/>
                  <a:pt x="423" y="734"/>
                </a:cubicBezTo>
                <a:cubicBezTo>
                  <a:pt x="426" y="737"/>
                  <a:pt x="422" y="740"/>
                  <a:pt x="421" y="743"/>
                </a:cubicBezTo>
                <a:close/>
                <a:moveTo>
                  <a:pt x="106" y="742"/>
                </a:moveTo>
                <a:cubicBezTo>
                  <a:pt x="106" y="742"/>
                  <a:pt x="106" y="742"/>
                  <a:pt x="106" y="741"/>
                </a:cubicBezTo>
                <a:cubicBezTo>
                  <a:pt x="107" y="741"/>
                  <a:pt x="107" y="742"/>
                  <a:pt x="106" y="742"/>
                </a:cubicBezTo>
                <a:close/>
                <a:moveTo>
                  <a:pt x="113" y="742"/>
                </a:moveTo>
                <a:cubicBezTo>
                  <a:pt x="113" y="739"/>
                  <a:pt x="113" y="737"/>
                  <a:pt x="113" y="734"/>
                </a:cubicBezTo>
                <a:cubicBezTo>
                  <a:pt x="110" y="733"/>
                  <a:pt x="113" y="732"/>
                  <a:pt x="111" y="729"/>
                </a:cubicBezTo>
                <a:cubicBezTo>
                  <a:pt x="112" y="725"/>
                  <a:pt x="112" y="727"/>
                  <a:pt x="115" y="729"/>
                </a:cubicBezTo>
                <a:cubicBezTo>
                  <a:pt x="115" y="731"/>
                  <a:pt x="114" y="731"/>
                  <a:pt x="114" y="732"/>
                </a:cubicBezTo>
                <a:cubicBezTo>
                  <a:pt x="116" y="734"/>
                  <a:pt x="114" y="739"/>
                  <a:pt x="113" y="742"/>
                </a:cubicBezTo>
                <a:close/>
                <a:moveTo>
                  <a:pt x="138" y="741"/>
                </a:moveTo>
                <a:cubicBezTo>
                  <a:pt x="137" y="739"/>
                  <a:pt x="139" y="738"/>
                  <a:pt x="139" y="741"/>
                </a:cubicBezTo>
                <a:cubicBezTo>
                  <a:pt x="139" y="741"/>
                  <a:pt x="138" y="741"/>
                  <a:pt x="138" y="741"/>
                </a:cubicBezTo>
                <a:close/>
                <a:moveTo>
                  <a:pt x="250" y="741"/>
                </a:moveTo>
                <a:cubicBezTo>
                  <a:pt x="249" y="741"/>
                  <a:pt x="243" y="730"/>
                  <a:pt x="244" y="735"/>
                </a:cubicBezTo>
                <a:cubicBezTo>
                  <a:pt x="246" y="736"/>
                  <a:pt x="245" y="738"/>
                  <a:pt x="243" y="740"/>
                </a:cubicBezTo>
                <a:cubicBezTo>
                  <a:pt x="240" y="738"/>
                  <a:pt x="244" y="733"/>
                  <a:pt x="240" y="731"/>
                </a:cubicBezTo>
                <a:cubicBezTo>
                  <a:pt x="240" y="728"/>
                  <a:pt x="242" y="726"/>
                  <a:pt x="239" y="726"/>
                </a:cubicBezTo>
                <a:cubicBezTo>
                  <a:pt x="238" y="725"/>
                  <a:pt x="237" y="717"/>
                  <a:pt x="239" y="719"/>
                </a:cubicBezTo>
                <a:cubicBezTo>
                  <a:pt x="240" y="722"/>
                  <a:pt x="240" y="723"/>
                  <a:pt x="244" y="725"/>
                </a:cubicBezTo>
                <a:cubicBezTo>
                  <a:pt x="244" y="726"/>
                  <a:pt x="244" y="728"/>
                  <a:pt x="244" y="729"/>
                </a:cubicBezTo>
                <a:cubicBezTo>
                  <a:pt x="246" y="732"/>
                  <a:pt x="253" y="738"/>
                  <a:pt x="250" y="741"/>
                </a:cubicBezTo>
                <a:close/>
                <a:moveTo>
                  <a:pt x="501" y="741"/>
                </a:moveTo>
                <a:cubicBezTo>
                  <a:pt x="499" y="739"/>
                  <a:pt x="492" y="729"/>
                  <a:pt x="499" y="732"/>
                </a:cubicBezTo>
                <a:cubicBezTo>
                  <a:pt x="500" y="734"/>
                  <a:pt x="503" y="740"/>
                  <a:pt x="501" y="741"/>
                </a:cubicBezTo>
                <a:close/>
                <a:moveTo>
                  <a:pt x="200" y="739"/>
                </a:moveTo>
                <a:cubicBezTo>
                  <a:pt x="200" y="738"/>
                  <a:pt x="196" y="730"/>
                  <a:pt x="200" y="732"/>
                </a:cubicBezTo>
                <a:cubicBezTo>
                  <a:pt x="201" y="730"/>
                  <a:pt x="201" y="729"/>
                  <a:pt x="201" y="728"/>
                </a:cubicBezTo>
                <a:cubicBezTo>
                  <a:pt x="203" y="726"/>
                  <a:pt x="204" y="724"/>
                  <a:pt x="204" y="722"/>
                </a:cubicBezTo>
                <a:cubicBezTo>
                  <a:pt x="207" y="722"/>
                  <a:pt x="207" y="729"/>
                  <a:pt x="208" y="721"/>
                </a:cubicBezTo>
                <a:cubicBezTo>
                  <a:pt x="210" y="720"/>
                  <a:pt x="209" y="719"/>
                  <a:pt x="208" y="718"/>
                </a:cubicBezTo>
                <a:cubicBezTo>
                  <a:pt x="208" y="716"/>
                  <a:pt x="212" y="708"/>
                  <a:pt x="215" y="708"/>
                </a:cubicBezTo>
                <a:cubicBezTo>
                  <a:pt x="215" y="702"/>
                  <a:pt x="214" y="691"/>
                  <a:pt x="223" y="693"/>
                </a:cubicBezTo>
                <a:cubicBezTo>
                  <a:pt x="224" y="693"/>
                  <a:pt x="218" y="702"/>
                  <a:pt x="218" y="702"/>
                </a:cubicBezTo>
                <a:cubicBezTo>
                  <a:pt x="217" y="704"/>
                  <a:pt x="219" y="706"/>
                  <a:pt x="217" y="708"/>
                </a:cubicBezTo>
                <a:cubicBezTo>
                  <a:pt x="216" y="711"/>
                  <a:pt x="216" y="715"/>
                  <a:pt x="215" y="718"/>
                </a:cubicBezTo>
                <a:cubicBezTo>
                  <a:pt x="209" y="719"/>
                  <a:pt x="213" y="727"/>
                  <a:pt x="204" y="730"/>
                </a:cubicBezTo>
                <a:cubicBezTo>
                  <a:pt x="203" y="734"/>
                  <a:pt x="202" y="736"/>
                  <a:pt x="200" y="739"/>
                </a:cubicBezTo>
                <a:close/>
                <a:moveTo>
                  <a:pt x="65" y="739"/>
                </a:moveTo>
                <a:cubicBezTo>
                  <a:pt x="65" y="739"/>
                  <a:pt x="65" y="738"/>
                  <a:pt x="65" y="738"/>
                </a:cubicBezTo>
                <a:cubicBezTo>
                  <a:pt x="60" y="737"/>
                  <a:pt x="68" y="735"/>
                  <a:pt x="65" y="739"/>
                </a:cubicBezTo>
                <a:close/>
                <a:moveTo>
                  <a:pt x="204" y="738"/>
                </a:moveTo>
                <a:cubicBezTo>
                  <a:pt x="198" y="732"/>
                  <a:pt x="218" y="726"/>
                  <a:pt x="210" y="733"/>
                </a:cubicBezTo>
                <a:cubicBezTo>
                  <a:pt x="210" y="737"/>
                  <a:pt x="212" y="736"/>
                  <a:pt x="207" y="737"/>
                </a:cubicBezTo>
                <a:cubicBezTo>
                  <a:pt x="206" y="738"/>
                  <a:pt x="205" y="738"/>
                  <a:pt x="204" y="738"/>
                </a:cubicBezTo>
                <a:close/>
                <a:moveTo>
                  <a:pt x="607" y="738"/>
                </a:moveTo>
                <a:cubicBezTo>
                  <a:pt x="607" y="737"/>
                  <a:pt x="607" y="737"/>
                  <a:pt x="607" y="737"/>
                </a:cubicBezTo>
                <a:cubicBezTo>
                  <a:pt x="607" y="738"/>
                  <a:pt x="608" y="738"/>
                  <a:pt x="607" y="738"/>
                </a:cubicBezTo>
                <a:close/>
                <a:moveTo>
                  <a:pt x="257" y="738"/>
                </a:moveTo>
                <a:cubicBezTo>
                  <a:pt x="257" y="737"/>
                  <a:pt x="253" y="731"/>
                  <a:pt x="257" y="733"/>
                </a:cubicBezTo>
                <a:cubicBezTo>
                  <a:pt x="257" y="736"/>
                  <a:pt x="257" y="736"/>
                  <a:pt x="257" y="738"/>
                </a:cubicBezTo>
                <a:close/>
                <a:moveTo>
                  <a:pt x="233" y="737"/>
                </a:moveTo>
                <a:cubicBezTo>
                  <a:pt x="232" y="734"/>
                  <a:pt x="235" y="730"/>
                  <a:pt x="234" y="728"/>
                </a:cubicBezTo>
                <a:cubicBezTo>
                  <a:pt x="234" y="726"/>
                  <a:pt x="233" y="723"/>
                  <a:pt x="233" y="722"/>
                </a:cubicBezTo>
                <a:cubicBezTo>
                  <a:pt x="236" y="711"/>
                  <a:pt x="235" y="729"/>
                  <a:pt x="235" y="731"/>
                </a:cubicBezTo>
                <a:cubicBezTo>
                  <a:pt x="236" y="733"/>
                  <a:pt x="236" y="736"/>
                  <a:pt x="233" y="737"/>
                </a:cubicBezTo>
                <a:close/>
                <a:moveTo>
                  <a:pt x="512" y="737"/>
                </a:moveTo>
                <a:cubicBezTo>
                  <a:pt x="504" y="734"/>
                  <a:pt x="513" y="726"/>
                  <a:pt x="513" y="737"/>
                </a:cubicBezTo>
                <a:cubicBezTo>
                  <a:pt x="512" y="737"/>
                  <a:pt x="512" y="737"/>
                  <a:pt x="512" y="737"/>
                </a:cubicBezTo>
                <a:close/>
                <a:moveTo>
                  <a:pt x="291" y="734"/>
                </a:moveTo>
                <a:cubicBezTo>
                  <a:pt x="291" y="733"/>
                  <a:pt x="291" y="733"/>
                  <a:pt x="292" y="733"/>
                </a:cubicBezTo>
                <a:cubicBezTo>
                  <a:pt x="292" y="734"/>
                  <a:pt x="292" y="734"/>
                  <a:pt x="291" y="734"/>
                </a:cubicBezTo>
                <a:close/>
                <a:moveTo>
                  <a:pt x="131" y="734"/>
                </a:moveTo>
                <a:cubicBezTo>
                  <a:pt x="131" y="731"/>
                  <a:pt x="129" y="729"/>
                  <a:pt x="132" y="729"/>
                </a:cubicBezTo>
                <a:cubicBezTo>
                  <a:pt x="132" y="729"/>
                  <a:pt x="133" y="733"/>
                  <a:pt x="131" y="734"/>
                </a:cubicBezTo>
                <a:close/>
                <a:moveTo>
                  <a:pt x="368" y="733"/>
                </a:moveTo>
                <a:cubicBezTo>
                  <a:pt x="366" y="730"/>
                  <a:pt x="360" y="725"/>
                  <a:pt x="360" y="723"/>
                </a:cubicBezTo>
                <a:cubicBezTo>
                  <a:pt x="355" y="722"/>
                  <a:pt x="343" y="707"/>
                  <a:pt x="343" y="703"/>
                </a:cubicBezTo>
                <a:cubicBezTo>
                  <a:pt x="341" y="702"/>
                  <a:pt x="342" y="701"/>
                  <a:pt x="343" y="701"/>
                </a:cubicBezTo>
                <a:cubicBezTo>
                  <a:pt x="343" y="701"/>
                  <a:pt x="344" y="702"/>
                  <a:pt x="346" y="702"/>
                </a:cubicBezTo>
                <a:cubicBezTo>
                  <a:pt x="348" y="693"/>
                  <a:pt x="360" y="700"/>
                  <a:pt x="357" y="709"/>
                </a:cubicBezTo>
                <a:cubicBezTo>
                  <a:pt x="356" y="710"/>
                  <a:pt x="355" y="709"/>
                  <a:pt x="354" y="710"/>
                </a:cubicBezTo>
                <a:cubicBezTo>
                  <a:pt x="355" y="714"/>
                  <a:pt x="358" y="712"/>
                  <a:pt x="358" y="716"/>
                </a:cubicBezTo>
                <a:cubicBezTo>
                  <a:pt x="360" y="717"/>
                  <a:pt x="362" y="718"/>
                  <a:pt x="364" y="722"/>
                </a:cubicBezTo>
                <a:cubicBezTo>
                  <a:pt x="365" y="722"/>
                  <a:pt x="370" y="732"/>
                  <a:pt x="368" y="733"/>
                </a:cubicBezTo>
                <a:close/>
                <a:moveTo>
                  <a:pt x="61" y="729"/>
                </a:moveTo>
                <a:cubicBezTo>
                  <a:pt x="61" y="727"/>
                  <a:pt x="61" y="727"/>
                  <a:pt x="63" y="728"/>
                </a:cubicBezTo>
                <a:cubicBezTo>
                  <a:pt x="63" y="729"/>
                  <a:pt x="62" y="729"/>
                  <a:pt x="61" y="729"/>
                </a:cubicBezTo>
                <a:close/>
                <a:moveTo>
                  <a:pt x="253" y="728"/>
                </a:moveTo>
                <a:cubicBezTo>
                  <a:pt x="252" y="728"/>
                  <a:pt x="252" y="727"/>
                  <a:pt x="253" y="727"/>
                </a:cubicBezTo>
                <a:cubicBezTo>
                  <a:pt x="253" y="728"/>
                  <a:pt x="253" y="728"/>
                  <a:pt x="253" y="728"/>
                </a:cubicBezTo>
                <a:close/>
                <a:moveTo>
                  <a:pt x="206" y="728"/>
                </a:moveTo>
                <a:cubicBezTo>
                  <a:pt x="205" y="726"/>
                  <a:pt x="206" y="725"/>
                  <a:pt x="207" y="726"/>
                </a:cubicBezTo>
                <a:cubicBezTo>
                  <a:pt x="206" y="727"/>
                  <a:pt x="206" y="727"/>
                  <a:pt x="206" y="728"/>
                </a:cubicBezTo>
                <a:close/>
                <a:moveTo>
                  <a:pt x="264" y="724"/>
                </a:moveTo>
                <a:cubicBezTo>
                  <a:pt x="263" y="724"/>
                  <a:pt x="262" y="723"/>
                  <a:pt x="262" y="723"/>
                </a:cubicBezTo>
                <a:cubicBezTo>
                  <a:pt x="262" y="715"/>
                  <a:pt x="265" y="723"/>
                  <a:pt x="264" y="724"/>
                </a:cubicBezTo>
                <a:close/>
                <a:moveTo>
                  <a:pt x="251" y="722"/>
                </a:moveTo>
                <a:cubicBezTo>
                  <a:pt x="249" y="721"/>
                  <a:pt x="249" y="719"/>
                  <a:pt x="247" y="717"/>
                </a:cubicBezTo>
                <a:cubicBezTo>
                  <a:pt x="247" y="716"/>
                  <a:pt x="248" y="715"/>
                  <a:pt x="248" y="715"/>
                </a:cubicBezTo>
                <a:cubicBezTo>
                  <a:pt x="248" y="713"/>
                  <a:pt x="246" y="709"/>
                  <a:pt x="245" y="708"/>
                </a:cubicBezTo>
                <a:cubicBezTo>
                  <a:pt x="246" y="706"/>
                  <a:pt x="246" y="706"/>
                  <a:pt x="245" y="705"/>
                </a:cubicBezTo>
                <a:cubicBezTo>
                  <a:pt x="245" y="700"/>
                  <a:pt x="249" y="705"/>
                  <a:pt x="249" y="708"/>
                </a:cubicBezTo>
                <a:cubicBezTo>
                  <a:pt x="248" y="712"/>
                  <a:pt x="249" y="716"/>
                  <a:pt x="252" y="720"/>
                </a:cubicBezTo>
                <a:cubicBezTo>
                  <a:pt x="252" y="722"/>
                  <a:pt x="252" y="721"/>
                  <a:pt x="251" y="722"/>
                </a:cubicBezTo>
                <a:close/>
                <a:moveTo>
                  <a:pt x="72" y="722"/>
                </a:moveTo>
                <a:cubicBezTo>
                  <a:pt x="71" y="719"/>
                  <a:pt x="73" y="719"/>
                  <a:pt x="74" y="721"/>
                </a:cubicBezTo>
                <a:cubicBezTo>
                  <a:pt x="73" y="721"/>
                  <a:pt x="72" y="722"/>
                  <a:pt x="72" y="722"/>
                </a:cubicBezTo>
                <a:close/>
                <a:moveTo>
                  <a:pt x="141" y="722"/>
                </a:moveTo>
                <a:cubicBezTo>
                  <a:pt x="136" y="717"/>
                  <a:pt x="144" y="713"/>
                  <a:pt x="142" y="721"/>
                </a:cubicBezTo>
                <a:cubicBezTo>
                  <a:pt x="142" y="721"/>
                  <a:pt x="141" y="721"/>
                  <a:pt x="141" y="722"/>
                </a:cubicBezTo>
                <a:close/>
                <a:moveTo>
                  <a:pt x="297" y="722"/>
                </a:moveTo>
                <a:cubicBezTo>
                  <a:pt x="296" y="721"/>
                  <a:pt x="297" y="720"/>
                  <a:pt x="297" y="720"/>
                </a:cubicBezTo>
                <a:cubicBezTo>
                  <a:pt x="298" y="720"/>
                  <a:pt x="297" y="721"/>
                  <a:pt x="297" y="722"/>
                </a:cubicBezTo>
                <a:close/>
                <a:moveTo>
                  <a:pt x="282" y="721"/>
                </a:moveTo>
                <a:cubicBezTo>
                  <a:pt x="281" y="719"/>
                  <a:pt x="282" y="720"/>
                  <a:pt x="283" y="721"/>
                </a:cubicBezTo>
                <a:cubicBezTo>
                  <a:pt x="282" y="721"/>
                  <a:pt x="282" y="721"/>
                  <a:pt x="282" y="721"/>
                </a:cubicBezTo>
                <a:close/>
                <a:moveTo>
                  <a:pt x="106" y="721"/>
                </a:moveTo>
                <a:cubicBezTo>
                  <a:pt x="106" y="719"/>
                  <a:pt x="106" y="719"/>
                  <a:pt x="107" y="719"/>
                </a:cubicBezTo>
                <a:cubicBezTo>
                  <a:pt x="108" y="719"/>
                  <a:pt x="108" y="720"/>
                  <a:pt x="106" y="721"/>
                </a:cubicBezTo>
                <a:close/>
                <a:moveTo>
                  <a:pt x="109" y="718"/>
                </a:moveTo>
                <a:cubicBezTo>
                  <a:pt x="108" y="716"/>
                  <a:pt x="109" y="715"/>
                  <a:pt x="111" y="715"/>
                </a:cubicBezTo>
                <a:cubicBezTo>
                  <a:pt x="111" y="713"/>
                  <a:pt x="110" y="713"/>
                  <a:pt x="111" y="712"/>
                </a:cubicBezTo>
                <a:cubicBezTo>
                  <a:pt x="113" y="714"/>
                  <a:pt x="112" y="713"/>
                  <a:pt x="114" y="711"/>
                </a:cubicBezTo>
                <a:cubicBezTo>
                  <a:pt x="112" y="710"/>
                  <a:pt x="111" y="700"/>
                  <a:pt x="111" y="698"/>
                </a:cubicBezTo>
                <a:cubicBezTo>
                  <a:pt x="108" y="696"/>
                  <a:pt x="111" y="692"/>
                  <a:pt x="111" y="690"/>
                </a:cubicBezTo>
                <a:cubicBezTo>
                  <a:pt x="110" y="688"/>
                  <a:pt x="111" y="681"/>
                  <a:pt x="114" y="682"/>
                </a:cubicBezTo>
                <a:cubicBezTo>
                  <a:pt x="114" y="691"/>
                  <a:pt x="112" y="703"/>
                  <a:pt x="117" y="711"/>
                </a:cubicBezTo>
                <a:cubicBezTo>
                  <a:pt x="117" y="713"/>
                  <a:pt x="118" y="717"/>
                  <a:pt x="114" y="717"/>
                </a:cubicBezTo>
                <a:cubicBezTo>
                  <a:pt x="111" y="711"/>
                  <a:pt x="112" y="718"/>
                  <a:pt x="109" y="718"/>
                </a:cubicBezTo>
                <a:close/>
                <a:moveTo>
                  <a:pt x="233" y="718"/>
                </a:moveTo>
                <a:cubicBezTo>
                  <a:pt x="232" y="716"/>
                  <a:pt x="233" y="716"/>
                  <a:pt x="235" y="716"/>
                </a:cubicBezTo>
                <a:cubicBezTo>
                  <a:pt x="235" y="718"/>
                  <a:pt x="235" y="717"/>
                  <a:pt x="233" y="718"/>
                </a:cubicBezTo>
                <a:close/>
                <a:moveTo>
                  <a:pt x="123" y="718"/>
                </a:moveTo>
                <a:cubicBezTo>
                  <a:pt x="121" y="716"/>
                  <a:pt x="124" y="715"/>
                  <a:pt x="124" y="717"/>
                </a:cubicBezTo>
                <a:cubicBezTo>
                  <a:pt x="123" y="717"/>
                  <a:pt x="123" y="717"/>
                  <a:pt x="123" y="718"/>
                </a:cubicBezTo>
                <a:close/>
                <a:moveTo>
                  <a:pt x="286" y="717"/>
                </a:moveTo>
                <a:cubicBezTo>
                  <a:pt x="285" y="717"/>
                  <a:pt x="285" y="716"/>
                  <a:pt x="285" y="715"/>
                </a:cubicBezTo>
                <a:cubicBezTo>
                  <a:pt x="290" y="715"/>
                  <a:pt x="289" y="717"/>
                  <a:pt x="286" y="717"/>
                </a:cubicBezTo>
                <a:close/>
                <a:moveTo>
                  <a:pt x="58" y="717"/>
                </a:moveTo>
                <a:cubicBezTo>
                  <a:pt x="58" y="714"/>
                  <a:pt x="58" y="714"/>
                  <a:pt x="58" y="717"/>
                </a:cubicBezTo>
                <a:cubicBezTo>
                  <a:pt x="58" y="717"/>
                  <a:pt x="58" y="717"/>
                  <a:pt x="58" y="717"/>
                </a:cubicBezTo>
                <a:close/>
                <a:moveTo>
                  <a:pt x="120" y="716"/>
                </a:moveTo>
                <a:cubicBezTo>
                  <a:pt x="119" y="715"/>
                  <a:pt x="120" y="714"/>
                  <a:pt x="121" y="716"/>
                </a:cubicBezTo>
                <a:cubicBezTo>
                  <a:pt x="121" y="716"/>
                  <a:pt x="120" y="716"/>
                  <a:pt x="120" y="716"/>
                </a:cubicBezTo>
                <a:close/>
                <a:moveTo>
                  <a:pt x="68" y="711"/>
                </a:moveTo>
                <a:cubicBezTo>
                  <a:pt x="67" y="710"/>
                  <a:pt x="68" y="709"/>
                  <a:pt x="68" y="710"/>
                </a:cubicBezTo>
                <a:cubicBezTo>
                  <a:pt x="68" y="710"/>
                  <a:pt x="68" y="710"/>
                  <a:pt x="68" y="711"/>
                </a:cubicBezTo>
                <a:close/>
                <a:moveTo>
                  <a:pt x="73" y="708"/>
                </a:moveTo>
                <a:cubicBezTo>
                  <a:pt x="69" y="704"/>
                  <a:pt x="71" y="697"/>
                  <a:pt x="74" y="694"/>
                </a:cubicBezTo>
                <a:cubicBezTo>
                  <a:pt x="77" y="694"/>
                  <a:pt x="74" y="700"/>
                  <a:pt x="74" y="701"/>
                </a:cubicBezTo>
                <a:cubicBezTo>
                  <a:pt x="70" y="703"/>
                  <a:pt x="76" y="707"/>
                  <a:pt x="73" y="708"/>
                </a:cubicBezTo>
                <a:close/>
                <a:moveTo>
                  <a:pt x="57" y="707"/>
                </a:moveTo>
                <a:cubicBezTo>
                  <a:pt x="57" y="702"/>
                  <a:pt x="57" y="703"/>
                  <a:pt x="57" y="707"/>
                </a:cubicBezTo>
                <a:cubicBezTo>
                  <a:pt x="57" y="707"/>
                  <a:pt x="57" y="707"/>
                  <a:pt x="57" y="707"/>
                </a:cubicBezTo>
                <a:close/>
                <a:moveTo>
                  <a:pt x="109" y="707"/>
                </a:moveTo>
                <a:cubicBezTo>
                  <a:pt x="108" y="706"/>
                  <a:pt x="106" y="701"/>
                  <a:pt x="108" y="701"/>
                </a:cubicBezTo>
                <a:cubicBezTo>
                  <a:pt x="109" y="704"/>
                  <a:pt x="112" y="705"/>
                  <a:pt x="109" y="707"/>
                </a:cubicBezTo>
                <a:close/>
                <a:moveTo>
                  <a:pt x="174" y="703"/>
                </a:moveTo>
                <a:cubicBezTo>
                  <a:pt x="171" y="693"/>
                  <a:pt x="179" y="693"/>
                  <a:pt x="175" y="700"/>
                </a:cubicBezTo>
                <a:cubicBezTo>
                  <a:pt x="175" y="701"/>
                  <a:pt x="175" y="702"/>
                  <a:pt x="174" y="703"/>
                </a:cubicBezTo>
                <a:close/>
                <a:moveTo>
                  <a:pt x="159" y="701"/>
                </a:moveTo>
                <a:cubicBezTo>
                  <a:pt x="157" y="700"/>
                  <a:pt x="159" y="696"/>
                  <a:pt x="161" y="700"/>
                </a:cubicBezTo>
                <a:cubicBezTo>
                  <a:pt x="161" y="701"/>
                  <a:pt x="160" y="701"/>
                  <a:pt x="159" y="701"/>
                </a:cubicBezTo>
                <a:close/>
                <a:moveTo>
                  <a:pt x="284" y="701"/>
                </a:moveTo>
                <a:cubicBezTo>
                  <a:pt x="281" y="700"/>
                  <a:pt x="284" y="698"/>
                  <a:pt x="280" y="696"/>
                </a:cubicBezTo>
                <a:cubicBezTo>
                  <a:pt x="279" y="694"/>
                  <a:pt x="272" y="684"/>
                  <a:pt x="273" y="683"/>
                </a:cubicBezTo>
                <a:cubicBezTo>
                  <a:pt x="274" y="683"/>
                  <a:pt x="274" y="683"/>
                  <a:pt x="274" y="684"/>
                </a:cubicBezTo>
                <a:cubicBezTo>
                  <a:pt x="278" y="684"/>
                  <a:pt x="288" y="699"/>
                  <a:pt x="284" y="701"/>
                </a:cubicBezTo>
                <a:close/>
                <a:moveTo>
                  <a:pt x="613" y="701"/>
                </a:moveTo>
                <a:cubicBezTo>
                  <a:pt x="612" y="701"/>
                  <a:pt x="612" y="700"/>
                  <a:pt x="612" y="700"/>
                </a:cubicBezTo>
                <a:cubicBezTo>
                  <a:pt x="613" y="698"/>
                  <a:pt x="614" y="701"/>
                  <a:pt x="613" y="701"/>
                </a:cubicBezTo>
                <a:close/>
                <a:moveTo>
                  <a:pt x="483" y="701"/>
                </a:moveTo>
                <a:cubicBezTo>
                  <a:pt x="481" y="697"/>
                  <a:pt x="484" y="695"/>
                  <a:pt x="485" y="699"/>
                </a:cubicBezTo>
                <a:cubicBezTo>
                  <a:pt x="484" y="700"/>
                  <a:pt x="484" y="700"/>
                  <a:pt x="483" y="701"/>
                </a:cubicBezTo>
                <a:close/>
                <a:moveTo>
                  <a:pt x="178" y="700"/>
                </a:moveTo>
                <a:cubicBezTo>
                  <a:pt x="178" y="699"/>
                  <a:pt x="178" y="697"/>
                  <a:pt x="179" y="698"/>
                </a:cubicBezTo>
                <a:cubicBezTo>
                  <a:pt x="179" y="698"/>
                  <a:pt x="178" y="699"/>
                  <a:pt x="178" y="700"/>
                </a:cubicBezTo>
                <a:close/>
                <a:moveTo>
                  <a:pt x="277" y="698"/>
                </a:moveTo>
                <a:cubicBezTo>
                  <a:pt x="277" y="698"/>
                  <a:pt x="277" y="697"/>
                  <a:pt x="277" y="697"/>
                </a:cubicBezTo>
                <a:cubicBezTo>
                  <a:pt x="278" y="698"/>
                  <a:pt x="278" y="697"/>
                  <a:pt x="277" y="698"/>
                </a:cubicBezTo>
                <a:close/>
                <a:moveTo>
                  <a:pt x="613" y="698"/>
                </a:moveTo>
                <a:cubicBezTo>
                  <a:pt x="612" y="696"/>
                  <a:pt x="610" y="696"/>
                  <a:pt x="613" y="696"/>
                </a:cubicBezTo>
                <a:cubicBezTo>
                  <a:pt x="613" y="697"/>
                  <a:pt x="613" y="697"/>
                  <a:pt x="613" y="698"/>
                </a:cubicBezTo>
                <a:close/>
                <a:moveTo>
                  <a:pt x="158" y="697"/>
                </a:moveTo>
                <a:cubicBezTo>
                  <a:pt x="156" y="696"/>
                  <a:pt x="159" y="694"/>
                  <a:pt x="160" y="696"/>
                </a:cubicBezTo>
                <a:cubicBezTo>
                  <a:pt x="159" y="696"/>
                  <a:pt x="159" y="697"/>
                  <a:pt x="158" y="697"/>
                </a:cubicBezTo>
                <a:close/>
                <a:moveTo>
                  <a:pt x="108" y="696"/>
                </a:moveTo>
                <a:cubicBezTo>
                  <a:pt x="106" y="695"/>
                  <a:pt x="107" y="692"/>
                  <a:pt x="108" y="692"/>
                </a:cubicBezTo>
                <a:cubicBezTo>
                  <a:pt x="109" y="695"/>
                  <a:pt x="110" y="694"/>
                  <a:pt x="108" y="696"/>
                </a:cubicBezTo>
                <a:close/>
                <a:moveTo>
                  <a:pt x="419" y="695"/>
                </a:moveTo>
                <a:cubicBezTo>
                  <a:pt x="417" y="695"/>
                  <a:pt x="420" y="694"/>
                  <a:pt x="421" y="695"/>
                </a:cubicBezTo>
                <a:cubicBezTo>
                  <a:pt x="420" y="695"/>
                  <a:pt x="420" y="695"/>
                  <a:pt x="419" y="695"/>
                </a:cubicBezTo>
                <a:close/>
                <a:moveTo>
                  <a:pt x="61" y="695"/>
                </a:moveTo>
                <a:cubicBezTo>
                  <a:pt x="61" y="694"/>
                  <a:pt x="60" y="692"/>
                  <a:pt x="61" y="692"/>
                </a:cubicBezTo>
                <a:cubicBezTo>
                  <a:pt x="61" y="693"/>
                  <a:pt x="61" y="694"/>
                  <a:pt x="61" y="695"/>
                </a:cubicBezTo>
                <a:close/>
                <a:moveTo>
                  <a:pt x="493" y="693"/>
                </a:moveTo>
                <a:cubicBezTo>
                  <a:pt x="488" y="691"/>
                  <a:pt x="494" y="688"/>
                  <a:pt x="494" y="692"/>
                </a:cubicBezTo>
                <a:cubicBezTo>
                  <a:pt x="494" y="692"/>
                  <a:pt x="493" y="693"/>
                  <a:pt x="493" y="693"/>
                </a:cubicBezTo>
                <a:close/>
                <a:moveTo>
                  <a:pt x="611" y="693"/>
                </a:moveTo>
                <a:cubicBezTo>
                  <a:pt x="611" y="692"/>
                  <a:pt x="611" y="690"/>
                  <a:pt x="612" y="690"/>
                </a:cubicBezTo>
                <a:cubicBezTo>
                  <a:pt x="611" y="693"/>
                  <a:pt x="611" y="693"/>
                  <a:pt x="611" y="693"/>
                </a:cubicBezTo>
                <a:close/>
                <a:moveTo>
                  <a:pt x="443" y="693"/>
                </a:moveTo>
                <a:cubicBezTo>
                  <a:pt x="442" y="692"/>
                  <a:pt x="443" y="691"/>
                  <a:pt x="443" y="690"/>
                </a:cubicBezTo>
                <a:cubicBezTo>
                  <a:pt x="445" y="690"/>
                  <a:pt x="446" y="692"/>
                  <a:pt x="443" y="693"/>
                </a:cubicBezTo>
                <a:close/>
                <a:moveTo>
                  <a:pt x="275" y="692"/>
                </a:moveTo>
                <a:cubicBezTo>
                  <a:pt x="274" y="692"/>
                  <a:pt x="272" y="691"/>
                  <a:pt x="273" y="690"/>
                </a:cubicBezTo>
                <a:cubicBezTo>
                  <a:pt x="275" y="690"/>
                  <a:pt x="276" y="690"/>
                  <a:pt x="275" y="692"/>
                </a:cubicBezTo>
                <a:close/>
                <a:moveTo>
                  <a:pt x="628" y="692"/>
                </a:moveTo>
                <a:cubicBezTo>
                  <a:pt x="628" y="690"/>
                  <a:pt x="628" y="690"/>
                  <a:pt x="628" y="690"/>
                </a:cubicBezTo>
                <a:cubicBezTo>
                  <a:pt x="628" y="690"/>
                  <a:pt x="629" y="692"/>
                  <a:pt x="628" y="692"/>
                </a:cubicBezTo>
                <a:close/>
                <a:moveTo>
                  <a:pt x="435" y="692"/>
                </a:moveTo>
                <a:cubicBezTo>
                  <a:pt x="433" y="690"/>
                  <a:pt x="438" y="689"/>
                  <a:pt x="439" y="689"/>
                </a:cubicBezTo>
                <a:cubicBezTo>
                  <a:pt x="439" y="692"/>
                  <a:pt x="438" y="691"/>
                  <a:pt x="435" y="692"/>
                </a:cubicBezTo>
                <a:close/>
                <a:moveTo>
                  <a:pt x="240" y="688"/>
                </a:moveTo>
                <a:cubicBezTo>
                  <a:pt x="241" y="685"/>
                  <a:pt x="241" y="683"/>
                  <a:pt x="241" y="681"/>
                </a:cubicBezTo>
                <a:cubicBezTo>
                  <a:pt x="243" y="680"/>
                  <a:pt x="242" y="687"/>
                  <a:pt x="242" y="688"/>
                </a:cubicBezTo>
                <a:cubicBezTo>
                  <a:pt x="241" y="688"/>
                  <a:pt x="241" y="688"/>
                  <a:pt x="240" y="688"/>
                </a:cubicBezTo>
                <a:close/>
                <a:moveTo>
                  <a:pt x="117" y="681"/>
                </a:moveTo>
                <a:cubicBezTo>
                  <a:pt x="116" y="680"/>
                  <a:pt x="116" y="678"/>
                  <a:pt x="118" y="678"/>
                </a:cubicBezTo>
                <a:cubicBezTo>
                  <a:pt x="118" y="679"/>
                  <a:pt x="118" y="680"/>
                  <a:pt x="117" y="681"/>
                </a:cubicBezTo>
                <a:close/>
                <a:moveTo>
                  <a:pt x="135" y="680"/>
                </a:moveTo>
                <a:cubicBezTo>
                  <a:pt x="135" y="680"/>
                  <a:pt x="134" y="680"/>
                  <a:pt x="134" y="680"/>
                </a:cubicBezTo>
                <a:cubicBezTo>
                  <a:pt x="134" y="676"/>
                  <a:pt x="138" y="677"/>
                  <a:pt x="135" y="680"/>
                </a:cubicBezTo>
                <a:close/>
                <a:moveTo>
                  <a:pt x="266" y="680"/>
                </a:moveTo>
                <a:cubicBezTo>
                  <a:pt x="266" y="680"/>
                  <a:pt x="265" y="680"/>
                  <a:pt x="265" y="680"/>
                </a:cubicBezTo>
                <a:cubicBezTo>
                  <a:pt x="263" y="675"/>
                  <a:pt x="271" y="678"/>
                  <a:pt x="266" y="680"/>
                </a:cubicBezTo>
                <a:close/>
                <a:moveTo>
                  <a:pt x="167" y="679"/>
                </a:moveTo>
                <a:cubicBezTo>
                  <a:pt x="166" y="676"/>
                  <a:pt x="168" y="675"/>
                  <a:pt x="168" y="679"/>
                </a:cubicBezTo>
                <a:cubicBezTo>
                  <a:pt x="167" y="679"/>
                  <a:pt x="167" y="679"/>
                  <a:pt x="167" y="679"/>
                </a:cubicBezTo>
                <a:close/>
                <a:moveTo>
                  <a:pt x="116" y="676"/>
                </a:moveTo>
                <a:cubicBezTo>
                  <a:pt x="114" y="675"/>
                  <a:pt x="116" y="675"/>
                  <a:pt x="118" y="674"/>
                </a:cubicBezTo>
                <a:cubicBezTo>
                  <a:pt x="118" y="676"/>
                  <a:pt x="118" y="676"/>
                  <a:pt x="116" y="676"/>
                </a:cubicBezTo>
                <a:close/>
                <a:moveTo>
                  <a:pt x="262" y="676"/>
                </a:moveTo>
                <a:cubicBezTo>
                  <a:pt x="258" y="671"/>
                  <a:pt x="263" y="672"/>
                  <a:pt x="263" y="676"/>
                </a:cubicBezTo>
                <a:cubicBezTo>
                  <a:pt x="263" y="676"/>
                  <a:pt x="263" y="676"/>
                  <a:pt x="262" y="676"/>
                </a:cubicBezTo>
                <a:close/>
                <a:moveTo>
                  <a:pt x="246" y="676"/>
                </a:moveTo>
                <a:cubicBezTo>
                  <a:pt x="245" y="674"/>
                  <a:pt x="245" y="673"/>
                  <a:pt x="246" y="673"/>
                </a:cubicBezTo>
                <a:cubicBezTo>
                  <a:pt x="248" y="674"/>
                  <a:pt x="247" y="674"/>
                  <a:pt x="246" y="676"/>
                </a:cubicBezTo>
                <a:close/>
                <a:moveTo>
                  <a:pt x="499" y="675"/>
                </a:moveTo>
                <a:cubicBezTo>
                  <a:pt x="498" y="673"/>
                  <a:pt x="500" y="667"/>
                  <a:pt x="500" y="675"/>
                </a:cubicBezTo>
                <a:cubicBezTo>
                  <a:pt x="499" y="675"/>
                  <a:pt x="499" y="675"/>
                  <a:pt x="499" y="675"/>
                </a:cubicBezTo>
                <a:close/>
                <a:moveTo>
                  <a:pt x="625" y="669"/>
                </a:moveTo>
                <a:cubicBezTo>
                  <a:pt x="624" y="668"/>
                  <a:pt x="625" y="668"/>
                  <a:pt x="626" y="668"/>
                </a:cubicBezTo>
                <a:cubicBezTo>
                  <a:pt x="626" y="669"/>
                  <a:pt x="626" y="669"/>
                  <a:pt x="625" y="669"/>
                </a:cubicBezTo>
                <a:close/>
                <a:moveTo>
                  <a:pt x="443" y="666"/>
                </a:moveTo>
                <a:cubicBezTo>
                  <a:pt x="442" y="666"/>
                  <a:pt x="443" y="663"/>
                  <a:pt x="443" y="663"/>
                </a:cubicBezTo>
                <a:cubicBezTo>
                  <a:pt x="444" y="665"/>
                  <a:pt x="448" y="666"/>
                  <a:pt x="443" y="666"/>
                </a:cubicBezTo>
                <a:close/>
                <a:moveTo>
                  <a:pt x="192" y="666"/>
                </a:moveTo>
                <a:cubicBezTo>
                  <a:pt x="191" y="666"/>
                  <a:pt x="191" y="664"/>
                  <a:pt x="191" y="664"/>
                </a:cubicBezTo>
                <a:cubicBezTo>
                  <a:pt x="193" y="664"/>
                  <a:pt x="192" y="664"/>
                  <a:pt x="192" y="666"/>
                </a:cubicBezTo>
                <a:close/>
                <a:moveTo>
                  <a:pt x="142" y="665"/>
                </a:moveTo>
                <a:cubicBezTo>
                  <a:pt x="138" y="664"/>
                  <a:pt x="143" y="660"/>
                  <a:pt x="140" y="658"/>
                </a:cubicBezTo>
                <a:cubicBezTo>
                  <a:pt x="140" y="653"/>
                  <a:pt x="139" y="650"/>
                  <a:pt x="144" y="648"/>
                </a:cubicBezTo>
                <a:cubicBezTo>
                  <a:pt x="149" y="655"/>
                  <a:pt x="146" y="654"/>
                  <a:pt x="143" y="660"/>
                </a:cubicBezTo>
                <a:cubicBezTo>
                  <a:pt x="142" y="664"/>
                  <a:pt x="148" y="663"/>
                  <a:pt x="142" y="665"/>
                </a:cubicBezTo>
                <a:close/>
                <a:moveTo>
                  <a:pt x="439" y="664"/>
                </a:moveTo>
                <a:cubicBezTo>
                  <a:pt x="439" y="663"/>
                  <a:pt x="438" y="663"/>
                  <a:pt x="439" y="663"/>
                </a:cubicBezTo>
                <a:cubicBezTo>
                  <a:pt x="439" y="663"/>
                  <a:pt x="439" y="663"/>
                  <a:pt x="439" y="664"/>
                </a:cubicBezTo>
                <a:close/>
                <a:moveTo>
                  <a:pt x="187" y="663"/>
                </a:moveTo>
                <a:cubicBezTo>
                  <a:pt x="186" y="663"/>
                  <a:pt x="186" y="663"/>
                  <a:pt x="187" y="662"/>
                </a:cubicBezTo>
                <a:cubicBezTo>
                  <a:pt x="187" y="663"/>
                  <a:pt x="187" y="663"/>
                  <a:pt x="187" y="663"/>
                </a:cubicBezTo>
                <a:close/>
                <a:moveTo>
                  <a:pt x="622" y="662"/>
                </a:moveTo>
                <a:cubicBezTo>
                  <a:pt x="621" y="661"/>
                  <a:pt x="620" y="661"/>
                  <a:pt x="623" y="661"/>
                </a:cubicBezTo>
                <a:cubicBezTo>
                  <a:pt x="624" y="662"/>
                  <a:pt x="623" y="662"/>
                  <a:pt x="622" y="662"/>
                </a:cubicBezTo>
                <a:close/>
                <a:moveTo>
                  <a:pt x="193" y="661"/>
                </a:moveTo>
                <a:cubicBezTo>
                  <a:pt x="193" y="660"/>
                  <a:pt x="193" y="660"/>
                  <a:pt x="194" y="660"/>
                </a:cubicBezTo>
                <a:cubicBezTo>
                  <a:pt x="194" y="661"/>
                  <a:pt x="194" y="660"/>
                  <a:pt x="193" y="661"/>
                </a:cubicBezTo>
                <a:close/>
                <a:moveTo>
                  <a:pt x="188" y="660"/>
                </a:moveTo>
                <a:cubicBezTo>
                  <a:pt x="187" y="659"/>
                  <a:pt x="186" y="659"/>
                  <a:pt x="187" y="658"/>
                </a:cubicBezTo>
                <a:cubicBezTo>
                  <a:pt x="189" y="659"/>
                  <a:pt x="188" y="658"/>
                  <a:pt x="188" y="660"/>
                </a:cubicBezTo>
                <a:close/>
                <a:moveTo>
                  <a:pt x="425" y="660"/>
                </a:moveTo>
                <a:cubicBezTo>
                  <a:pt x="425" y="659"/>
                  <a:pt x="425" y="659"/>
                  <a:pt x="425" y="659"/>
                </a:cubicBezTo>
                <a:cubicBezTo>
                  <a:pt x="426" y="658"/>
                  <a:pt x="426" y="659"/>
                  <a:pt x="425" y="660"/>
                </a:cubicBezTo>
                <a:close/>
                <a:moveTo>
                  <a:pt x="148" y="658"/>
                </a:moveTo>
                <a:cubicBezTo>
                  <a:pt x="148" y="658"/>
                  <a:pt x="148" y="658"/>
                  <a:pt x="148" y="657"/>
                </a:cubicBezTo>
                <a:cubicBezTo>
                  <a:pt x="149" y="657"/>
                  <a:pt x="149" y="658"/>
                  <a:pt x="148" y="658"/>
                </a:cubicBezTo>
                <a:close/>
                <a:moveTo>
                  <a:pt x="446" y="658"/>
                </a:moveTo>
                <a:cubicBezTo>
                  <a:pt x="445" y="657"/>
                  <a:pt x="445" y="657"/>
                  <a:pt x="446" y="657"/>
                </a:cubicBezTo>
                <a:cubicBezTo>
                  <a:pt x="446" y="658"/>
                  <a:pt x="446" y="658"/>
                  <a:pt x="446" y="658"/>
                </a:cubicBezTo>
                <a:close/>
                <a:moveTo>
                  <a:pt x="443" y="657"/>
                </a:moveTo>
                <a:cubicBezTo>
                  <a:pt x="443" y="655"/>
                  <a:pt x="443" y="655"/>
                  <a:pt x="443" y="655"/>
                </a:cubicBezTo>
                <a:cubicBezTo>
                  <a:pt x="443" y="657"/>
                  <a:pt x="443" y="657"/>
                  <a:pt x="443" y="657"/>
                </a:cubicBezTo>
                <a:close/>
                <a:moveTo>
                  <a:pt x="628" y="657"/>
                </a:moveTo>
                <a:cubicBezTo>
                  <a:pt x="626" y="655"/>
                  <a:pt x="629" y="654"/>
                  <a:pt x="629" y="657"/>
                </a:cubicBezTo>
                <a:cubicBezTo>
                  <a:pt x="629" y="657"/>
                  <a:pt x="628" y="657"/>
                  <a:pt x="628" y="657"/>
                </a:cubicBezTo>
                <a:close/>
                <a:moveTo>
                  <a:pt x="137" y="654"/>
                </a:moveTo>
                <a:cubicBezTo>
                  <a:pt x="136" y="653"/>
                  <a:pt x="136" y="652"/>
                  <a:pt x="136" y="651"/>
                </a:cubicBezTo>
                <a:cubicBezTo>
                  <a:pt x="138" y="651"/>
                  <a:pt x="138" y="653"/>
                  <a:pt x="137" y="654"/>
                </a:cubicBezTo>
                <a:close/>
                <a:moveTo>
                  <a:pt x="72" y="651"/>
                </a:moveTo>
                <a:cubicBezTo>
                  <a:pt x="71" y="650"/>
                  <a:pt x="70" y="648"/>
                  <a:pt x="70" y="648"/>
                </a:cubicBezTo>
                <a:cubicBezTo>
                  <a:pt x="74" y="647"/>
                  <a:pt x="73" y="651"/>
                  <a:pt x="72" y="651"/>
                </a:cubicBezTo>
                <a:close/>
                <a:moveTo>
                  <a:pt x="577" y="651"/>
                </a:moveTo>
                <a:cubicBezTo>
                  <a:pt x="576" y="650"/>
                  <a:pt x="571" y="648"/>
                  <a:pt x="570" y="647"/>
                </a:cubicBezTo>
                <a:cubicBezTo>
                  <a:pt x="565" y="647"/>
                  <a:pt x="564" y="641"/>
                  <a:pt x="564" y="636"/>
                </a:cubicBezTo>
                <a:cubicBezTo>
                  <a:pt x="568" y="635"/>
                  <a:pt x="565" y="633"/>
                  <a:pt x="565" y="631"/>
                </a:cubicBezTo>
                <a:cubicBezTo>
                  <a:pt x="571" y="628"/>
                  <a:pt x="565" y="624"/>
                  <a:pt x="567" y="622"/>
                </a:cubicBezTo>
                <a:cubicBezTo>
                  <a:pt x="573" y="623"/>
                  <a:pt x="568" y="620"/>
                  <a:pt x="572" y="618"/>
                </a:cubicBezTo>
                <a:cubicBezTo>
                  <a:pt x="574" y="616"/>
                  <a:pt x="573" y="609"/>
                  <a:pt x="574" y="606"/>
                </a:cubicBezTo>
                <a:cubicBezTo>
                  <a:pt x="581" y="606"/>
                  <a:pt x="585" y="613"/>
                  <a:pt x="580" y="619"/>
                </a:cubicBezTo>
                <a:cubicBezTo>
                  <a:pt x="582" y="622"/>
                  <a:pt x="582" y="630"/>
                  <a:pt x="584" y="631"/>
                </a:cubicBezTo>
                <a:cubicBezTo>
                  <a:pt x="585" y="634"/>
                  <a:pt x="585" y="634"/>
                  <a:pt x="585" y="634"/>
                </a:cubicBezTo>
                <a:cubicBezTo>
                  <a:pt x="591" y="634"/>
                  <a:pt x="580" y="642"/>
                  <a:pt x="587" y="641"/>
                </a:cubicBezTo>
                <a:cubicBezTo>
                  <a:pt x="587" y="647"/>
                  <a:pt x="587" y="647"/>
                  <a:pt x="583" y="651"/>
                </a:cubicBezTo>
                <a:cubicBezTo>
                  <a:pt x="581" y="651"/>
                  <a:pt x="578" y="650"/>
                  <a:pt x="577" y="651"/>
                </a:cubicBezTo>
                <a:close/>
                <a:moveTo>
                  <a:pt x="489" y="649"/>
                </a:moveTo>
                <a:cubicBezTo>
                  <a:pt x="487" y="647"/>
                  <a:pt x="488" y="643"/>
                  <a:pt x="490" y="643"/>
                </a:cubicBezTo>
                <a:cubicBezTo>
                  <a:pt x="491" y="644"/>
                  <a:pt x="491" y="644"/>
                  <a:pt x="494" y="645"/>
                </a:cubicBezTo>
                <a:cubicBezTo>
                  <a:pt x="493" y="649"/>
                  <a:pt x="494" y="648"/>
                  <a:pt x="489" y="649"/>
                </a:cubicBezTo>
                <a:close/>
                <a:moveTo>
                  <a:pt x="563" y="649"/>
                </a:moveTo>
                <a:cubicBezTo>
                  <a:pt x="559" y="648"/>
                  <a:pt x="564" y="646"/>
                  <a:pt x="564" y="648"/>
                </a:cubicBezTo>
                <a:cubicBezTo>
                  <a:pt x="563" y="648"/>
                  <a:pt x="563" y="648"/>
                  <a:pt x="563" y="649"/>
                </a:cubicBezTo>
                <a:close/>
                <a:moveTo>
                  <a:pt x="600" y="649"/>
                </a:moveTo>
                <a:cubicBezTo>
                  <a:pt x="599" y="647"/>
                  <a:pt x="600" y="645"/>
                  <a:pt x="601" y="644"/>
                </a:cubicBezTo>
                <a:cubicBezTo>
                  <a:pt x="601" y="639"/>
                  <a:pt x="602" y="630"/>
                  <a:pt x="604" y="626"/>
                </a:cubicBezTo>
                <a:cubicBezTo>
                  <a:pt x="604" y="617"/>
                  <a:pt x="604" y="617"/>
                  <a:pt x="604" y="613"/>
                </a:cubicBezTo>
                <a:cubicBezTo>
                  <a:pt x="606" y="612"/>
                  <a:pt x="608" y="597"/>
                  <a:pt x="608" y="594"/>
                </a:cubicBezTo>
                <a:cubicBezTo>
                  <a:pt x="613" y="589"/>
                  <a:pt x="608" y="589"/>
                  <a:pt x="616" y="589"/>
                </a:cubicBezTo>
                <a:cubicBezTo>
                  <a:pt x="622" y="585"/>
                  <a:pt x="619" y="594"/>
                  <a:pt x="621" y="597"/>
                </a:cubicBezTo>
                <a:cubicBezTo>
                  <a:pt x="624" y="597"/>
                  <a:pt x="624" y="597"/>
                  <a:pt x="624" y="597"/>
                </a:cubicBezTo>
                <a:cubicBezTo>
                  <a:pt x="625" y="600"/>
                  <a:pt x="626" y="598"/>
                  <a:pt x="627" y="599"/>
                </a:cubicBezTo>
                <a:cubicBezTo>
                  <a:pt x="627" y="611"/>
                  <a:pt x="627" y="611"/>
                  <a:pt x="627" y="611"/>
                </a:cubicBezTo>
                <a:cubicBezTo>
                  <a:pt x="624" y="617"/>
                  <a:pt x="621" y="630"/>
                  <a:pt x="614" y="631"/>
                </a:cubicBezTo>
                <a:cubicBezTo>
                  <a:pt x="613" y="634"/>
                  <a:pt x="612" y="634"/>
                  <a:pt x="612" y="638"/>
                </a:cubicBezTo>
                <a:cubicBezTo>
                  <a:pt x="610" y="641"/>
                  <a:pt x="604" y="647"/>
                  <a:pt x="600" y="649"/>
                </a:cubicBezTo>
                <a:close/>
                <a:moveTo>
                  <a:pt x="647" y="644"/>
                </a:moveTo>
                <a:cubicBezTo>
                  <a:pt x="647" y="642"/>
                  <a:pt x="647" y="643"/>
                  <a:pt x="648" y="644"/>
                </a:cubicBezTo>
                <a:cubicBezTo>
                  <a:pt x="648" y="644"/>
                  <a:pt x="648" y="644"/>
                  <a:pt x="647" y="644"/>
                </a:cubicBezTo>
                <a:close/>
                <a:moveTo>
                  <a:pt x="74" y="642"/>
                </a:moveTo>
                <a:cubicBezTo>
                  <a:pt x="74" y="641"/>
                  <a:pt x="72" y="634"/>
                  <a:pt x="72" y="634"/>
                </a:cubicBezTo>
                <a:cubicBezTo>
                  <a:pt x="76" y="632"/>
                  <a:pt x="73" y="633"/>
                  <a:pt x="73" y="631"/>
                </a:cubicBezTo>
                <a:cubicBezTo>
                  <a:pt x="75" y="630"/>
                  <a:pt x="73" y="626"/>
                  <a:pt x="75" y="623"/>
                </a:cubicBezTo>
                <a:cubicBezTo>
                  <a:pt x="76" y="612"/>
                  <a:pt x="77" y="621"/>
                  <a:pt x="77" y="626"/>
                </a:cubicBezTo>
                <a:cubicBezTo>
                  <a:pt x="74" y="628"/>
                  <a:pt x="78" y="631"/>
                  <a:pt x="78" y="624"/>
                </a:cubicBezTo>
                <a:cubicBezTo>
                  <a:pt x="83" y="614"/>
                  <a:pt x="79" y="630"/>
                  <a:pt x="80" y="631"/>
                </a:cubicBezTo>
                <a:cubicBezTo>
                  <a:pt x="80" y="633"/>
                  <a:pt x="76" y="641"/>
                  <a:pt x="74" y="642"/>
                </a:cubicBezTo>
                <a:close/>
                <a:moveTo>
                  <a:pt x="81" y="641"/>
                </a:moveTo>
                <a:cubicBezTo>
                  <a:pt x="81" y="639"/>
                  <a:pt x="81" y="639"/>
                  <a:pt x="81" y="639"/>
                </a:cubicBezTo>
                <a:cubicBezTo>
                  <a:pt x="83" y="639"/>
                  <a:pt x="82" y="640"/>
                  <a:pt x="81" y="641"/>
                </a:cubicBezTo>
                <a:close/>
                <a:moveTo>
                  <a:pt x="569" y="640"/>
                </a:moveTo>
                <a:cubicBezTo>
                  <a:pt x="569" y="640"/>
                  <a:pt x="569" y="640"/>
                  <a:pt x="569" y="639"/>
                </a:cubicBezTo>
                <a:cubicBezTo>
                  <a:pt x="570" y="639"/>
                  <a:pt x="571" y="639"/>
                  <a:pt x="569" y="640"/>
                </a:cubicBezTo>
                <a:close/>
                <a:moveTo>
                  <a:pt x="128" y="637"/>
                </a:moveTo>
                <a:cubicBezTo>
                  <a:pt x="125" y="636"/>
                  <a:pt x="129" y="635"/>
                  <a:pt x="130" y="635"/>
                </a:cubicBezTo>
                <a:cubicBezTo>
                  <a:pt x="130" y="636"/>
                  <a:pt x="129" y="637"/>
                  <a:pt x="128" y="637"/>
                </a:cubicBezTo>
                <a:close/>
                <a:moveTo>
                  <a:pt x="451" y="627"/>
                </a:moveTo>
                <a:cubicBezTo>
                  <a:pt x="451" y="627"/>
                  <a:pt x="450" y="626"/>
                  <a:pt x="450" y="625"/>
                </a:cubicBezTo>
                <a:cubicBezTo>
                  <a:pt x="450" y="623"/>
                  <a:pt x="450" y="621"/>
                  <a:pt x="450" y="619"/>
                </a:cubicBezTo>
                <a:cubicBezTo>
                  <a:pt x="453" y="618"/>
                  <a:pt x="451" y="622"/>
                  <a:pt x="453" y="624"/>
                </a:cubicBezTo>
                <a:cubicBezTo>
                  <a:pt x="453" y="627"/>
                  <a:pt x="454" y="627"/>
                  <a:pt x="451" y="627"/>
                </a:cubicBezTo>
                <a:close/>
                <a:moveTo>
                  <a:pt x="502" y="626"/>
                </a:moveTo>
                <a:cubicBezTo>
                  <a:pt x="502" y="624"/>
                  <a:pt x="503" y="624"/>
                  <a:pt x="503" y="626"/>
                </a:cubicBezTo>
                <a:cubicBezTo>
                  <a:pt x="503" y="626"/>
                  <a:pt x="503" y="626"/>
                  <a:pt x="502" y="626"/>
                </a:cubicBezTo>
                <a:close/>
                <a:moveTo>
                  <a:pt x="506" y="623"/>
                </a:moveTo>
                <a:cubicBezTo>
                  <a:pt x="509" y="620"/>
                  <a:pt x="505" y="619"/>
                  <a:pt x="507" y="616"/>
                </a:cubicBezTo>
                <a:cubicBezTo>
                  <a:pt x="506" y="612"/>
                  <a:pt x="502" y="617"/>
                  <a:pt x="504" y="611"/>
                </a:cubicBezTo>
                <a:cubicBezTo>
                  <a:pt x="505" y="611"/>
                  <a:pt x="507" y="610"/>
                  <a:pt x="508" y="610"/>
                </a:cubicBezTo>
                <a:cubicBezTo>
                  <a:pt x="508" y="608"/>
                  <a:pt x="506" y="603"/>
                  <a:pt x="505" y="603"/>
                </a:cubicBezTo>
                <a:cubicBezTo>
                  <a:pt x="502" y="605"/>
                  <a:pt x="498" y="607"/>
                  <a:pt x="501" y="610"/>
                </a:cubicBezTo>
                <a:cubicBezTo>
                  <a:pt x="500" y="616"/>
                  <a:pt x="499" y="620"/>
                  <a:pt x="497" y="612"/>
                </a:cubicBezTo>
                <a:cubicBezTo>
                  <a:pt x="496" y="611"/>
                  <a:pt x="493" y="608"/>
                  <a:pt x="493" y="611"/>
                </a:cubicBezTo>
                <a:cubicBezTo>
                  <a:pt x="489" y="611"/>
                  <a:pt x="492" y="607"/>
                  <a:pt x="493" y="605"/>
                </a:cubicBezTo>
                <a:cubicBezTo>
                  <a:pt x="492" y="602"/>
                  <a:pt x="493" y="602"/>
                  <a:pt x="494" y="599"/>
                </a:cubicBezTo>
                <a:cubicBezTo>
                  <a:pt x="497" y="593"/>
                  <a:pt x="493" y="586"/>
                  <a:pt x="496" y="580"/>
                </a:cubicBezTo>
                <a:cubicBezTo>
                  <a:pt x="500" y="580"/>
                  <a:pt x="500" y="582"/>
                  <a:pt x="500" y="586"/>
                </a:cubicBezTo>
                <a:cubicBezTo>
                  <a:pt x="505" y="587"/>
                  <a:pt x="504" y="596"/>
                  <a:pt x="508" y="589"/>
                </a:cubicBezTo>
                <a:cubicBezTo>
                  <a:pt x="510" y="590"/>
                  <a:pt x="508" y="596"/>
                  <a:pt x="509" y="599"/>
                </a:cubicBezTo>
                <a:cubicBezTo>
                  <a:pt x="513" y="601"/>
                  <a:pt x="509" y="604"/>
                  <a:pt x="512" y="597"/>
                </a:cubicBezTo>
                <a:cubicBezTo>
                  <a:pt x="516" y="598"/>
                  <a:pt x="516" y="598"/>
                  <a:pt x="516" y="598"/>
                </a:cubicBezTo>
                <a:cubicBezTo>
                  <a:pt x="517" y="604"/>
                  <a:pt x="515" y="604"/>
                  <a:pt x="515" y="608"/>
                </a:cubicBezTo>
                <a:cubicBezTo>
                  <a:pt x="519" y="610"/>
                  <a:pt x="514" y="613"/>
                  <a:pt x="512" y="616"/>
                </a:cubicBezTo>
                <a:cubicBezTo>
                  <a:pt x="508" y="614"/>
                  <a:pt x="511" y="623"/>
                  <a:pt x="506" y="623"/>
                </a:cubicBezTo>
                <a:close/>
                <a:moveTo>
                  <a:pt x="447" y="619"/>
                </a:moveTo>
                <a:cubicBezTo>
                  <a:pt x="447" y="618"/>
                  <a:pt x="449" y="619"/>
                  <a:pt x="449" y="619"/>
                </a:cubicBezTo>
                <a:cubicBezTo>
                  <a:pt x="447" y="619"/>
                  <a:pt x="447" y="619"/>
                  <a:pt x="447" y="619"/>
                </a:cubicBezTo>
                <a:close/>
                <a:moveTo>
                  <a:pt x="567" y="619"/>
                </a:moveTo>
                <a:cubicBezTo>
                  <a:pt x="567" y="617"/>
                  <a:pt x="567" y="617"/>
                  <a:pt x="569" y="617"/>
                </a:cubicBezTo>
                <a:cubicBezTo>
                  <a:pt x="569" y="618"/>
                  <a:pt x="568" y="619"/>
                  <a:pt x="567" y="619"/>
                </a:cubicBezTo>
                <a:close/>
                <a:moveTo>
                  <a:pt x="442" y="617"/>
                </a:moveTo>
                <a:cubicBezTo>
                  <a:pt x="441" y="615"/>
                  <a:pt x="441" y="615"/>
                  <a:pt x="440" y="615"/>
                </a:cubicBezTo>
                <a:cubicBezTo>
                  <a:pt x="443" y="613"/>
                  <a:pt x="447" y="616"/>
                  <a:pt x="442" y="617"/>
                </a:cubicBezTo>
                <a:close/>
                <a:moveTo>
                  <a:pt x="421" y="616"/>
                </a:moveTo>
                <a:cubicBezTo>
                  <a:pt x="421" y="615"/>
                  <a:pt x="420" y="615"/>
                  <a:pt x="421" y="615"/>
                </a:cubicBezTo>
                <a:cubicBezTo>
                  <a:pt x="421" y="615"/>
                  <a:pt x="421" y="616"/>
                  <a:pt x="421" y="616"/>
                </a:cubicBezTo>
                <a:close/>
                <a:moveTo>
                  <a:pt x="437" y="616"/>
                </a:moveTo>
                <a:cubicBezTo>
                  <a:pt x="434" y="614"/>
                  <a:pt x="434" y="610"/>
                  <a:pt x="431" y="609"/>
                </a:cubicBezTo>
                <a:cubicBezTo>
                  <a:pt x="433" y="608"/>
                  <a:pt x="434" y="610"/>
                  <a:pt x="434" y="606"/>
                </a:cubicBezTo>
                <a:cubicBezTo>
                  <a:pt x="431" y="606"/>
                  <a:pt x="432" y="606"/>
                  <a:pt x="432" y="604"/>
                </a:cubicBezTo>
                <a:cubicBezTo>
                  <a:pt x="429" y="594"/>
                  <a:pt x="437" y="593"/>
                  <a:pt x="432" y="600"/>
                </a:cubicBezTo>
                <a:cubicBezTo>
                  <a:pt x="433" y="600"/>
                  <a:pt x="437" y="601"/>
                  <a:pt x="438" y="601"/>
                </a:cubicBezTo>
                <a:cubicBezTo>
                  <a:pt x="439" y="602"/>
                  <a:pt x="438" y="607"/>
                  <a:pt x="438" y="610"/>
                </a:cubicBezTo>
                <a:cubicBezTo>
                  <a:pt x="432" y="611"/>
                  <a:pt x="443" y="613"/>
                  <a:pt x="437" y="616"/>
                </a:cubicBezTo>
                <a:close/>
                <a:moveTo>
                  <a:pt x="459" y="614"/>
                </a:moveTo>
                <a:cubicBezTo>
                  <a:pt x="459" y="613"/>
                  <a:pt x="459" y="613"/>
                  <a:pt x="460" y="612"/>
                </a:cubicBezTo>
                <a:cubicBezTo>
                  <a:pt x="461" y="611"/>
                  <a:pt x="460" y="613"/>
                  <a:pt x="459" y="614"/>
                </a:cubicBezTo>
                <a:close/>
                <a:moveTo>
                  <a:pt x="183" y="613"/>
                </a:moveTo>
                <a:cubicBezTo>
                  <a:pt x="183" y="612"/>
                  <a:pt x="183" y="611"/>
                  <a:pt x="183" y="610"/>
                </a:cubicBezTo>
                <a:cubicBezTo>
                  <a:pt x="185" y="610"/>
                  <a:pt x="185" y="613"/>
                  <a:pt x="183" y="613"/>
                </a:cubicBezTo>
                <a:close/>
                <a:moveTo>
                  <a:pt x="566" y="613"/>
                </a:moveTo>
                <a:cubicBezTo>
                  <a:pt x="566" y="611"/>
                  <a:pt x="565" y="610"/>
                  <a:pt x="567" y="609"/>
                </a:cubicBezTo>
                <a:cubicBezTo>
                  <a:pt x="569" y="610"/>
                  <a:pt x="568" y="612"/>
                  <a:pt x="566" y="613"/>
                </a:cubicBezTo>
                <a:close/>
                <a:moveTo>
                  <a:pt x="511" y="612"/>
                </a:moveTo>
                <a:cubicBezTo>
                  <a:pt x="510" y="612"/>
                  <a:pt x="510" y="611"/>
                  <a:pt x="509" y="611"/>
                </a:cubicBezTo>
                <a:cubicBezTo>
                  <a:pt x="509" y="608"/>
                  <a:pt x="515" y="611"/>
                  <a:pt x="511" y="612"/>
                </a:cubicBezTo>
                <a:close/>
                <a:moveTo>
                  <a:pt x="68" y="612"/>
                </a:moveTo>
                <a:cubicBezTo>
                  <a:pt x="64" y="607"/>
                  <a:pt x="67" y="605"/>
                  <a:pt x="67" y="598"/>
                </a:cubicBezTo>
                <a:cubicBezTo>
                  <a:pt x="69" y="595"/>
                  <a:pt x="68" y="593"/>
                  <a:pt x="70" y="591"/>
                </a:cubicBezTo>
                <a:cubicBezTo>
                  <a:pt x="70" y="588"/>
                  <a:pt x="83" y="561"/>
                  <a:pt x="86" y="562"/>
                </a:cubicBezTo>
                <a:cubicBezTo>
                  <a:pt x="86" y="563"/>
                  <a:pt x="75" y="593"/>
                  <a:pt x="73" y="594"/>
                </a:cubicBezTo>
                <a:cubicBezTo>
                  <a:pt x="73" y="596"/>
                  <a:pt x="74" y="596"/>
                  <a:pt x="74" y="597"/>
                </a:cubicBezTo>
                <a:cubicBezTo>
                  <a:pt x="69" y="600"/>
                  <a:pt x="70" y="608"/>
                  <a:pt x="68" y="612"/>
                </a:cubicBezTo>
                <a:close/>
                <a:moveTo>
                  <a:pt x="26" y="612"/>
                </a:moveTo>
                <a:cubicBezTo>
                  <a:pt x="25" y="611"/>
                  <a:pt x="25" y="610"/>
                  <a:pt x="27" y="610"/>
                </a:cubicBezTo>
                <a:cubicBezTo>
                  <a:pt x="27" y="611"/>
                  <a:pt x="27" y="612"/>
                  <a:pt x="26" y="612"/>
                </a:cubicBezTo>
                <a:close/>
                <a:moveTo>
                  <a:pt x="519" y="611"/>
                </a:moveTo>
                <a:cubicBezTo>
                  <a:pt x="519" y="608"/>
                  <a:pt x="519" y="608"/>
                  <a:pt x="519" y="608"/>
                </a:cubicBezTo>
                <a:cubicBezTo>
                  <a:pt x="520" y="609"/>
                  <a:pt x="520" y="611"/>
                  <a:pt x="519" y="611"/>
                </a:cubicBezTo>
                <a:close/>
                <a:moveTo>
                  <a:pt x="32" y="610"/>
                </a:moveTo>
                <a:cubicBezTo>
                  <a:pt x="30" y="607"/>
                  <a:pt x="33" y="603"/>
                  <a:pt x="32" y="609"/>
                </a:cubicBezTo>
                <a:cubicBezTo>
                  <a:pt x="32" y="609"/>
                  <a:pt x="32" y="610"/>
                  <a:pt x="32" y="610"/>
                </a:cubicBezTo>
                <a:close/>
                <a:moveTo>
                  <a:pt x="483" y="609"/>
                </a:moveTo>
                <a:cubicBezTo>
                  <a:pt x="481" y="605"/>
                  <a:pt x="484" y="605"/>
                  <a:pt x="484" y="608"/>
                </a:cubicBezTo>
                <a:cubicBezTo>
                  <a:pt x="484" y="608"/>
                  <a:pt x="483" y="608"/>
                  <a:pt x="483" y="609"/>
                </a:cubicBezTo>
                <a:close/>
                <a:moveTo>
                  <a:pt x="446" y="608"/>
                </a:moveTo>
                <a:cubicBezTo>
                  <a:pt x="445" y="608"/>
                  <a:pt x="445" y="608"/>
                  <a:pt x="445" y="608"/>
                </a:cubicBezTo>
                <a:cubicBezTo>
                  <a:pt x="446" y="607"/>
                  <a:pt x="446" y="608"/>
                  <a:pt x="446" y="608"/>
                </a:cubicBezTo>
                <a:close/>
                <a:moveTo>
                  <a:pt x="25" y="608"/>
                </a:moveTo>
                <a:cubicBezTo>
                  <a:pt x="24" y="606"/>
                  <a:pt x="25" y="606"/>
                  <a:pt x="25" y="605"/>
                </a:cubicBezTo>
                <a:cubicBezTo>
                  <a:pt x="26" y="605"/>
                  <a:pt x="26" y="607"/>
                  <a:pt x="25" y="608"/>
                </a:cubicBezTo>
                <a:close/>
                <a:moveTo>
                  <a:pt x="22" y="607"/>
                </a:moveTo>
                <a:cubicBezTo>
                  <a:pt x="21" y="606"/>
                  <a:pt x="22" y="606"/>
                  <a:pt x="23" y="606"/>
                </a:cubicBezTo>
                <a:cubicBezTo>
                  <a:pt x="23" y="606"/>
                  <a:pt x="23" y="607"/>
                  <a:pt x="22" y="607"/>
                </a:cubicBezTo>
                <a:close/>
                <a:moveTo>
                  <a:pt x="567" y="606"/>
                </a:moveTo>
                <a:cubicBezTo>
                  <a:pt x="566" y="605"/>
                  <a:pt x="566" y="604"/>
                  <a:pt x="567" y="603"/>
                </a:cubicBezTo>
                <a:cubicBezTo>
                  <a:pt x="568" y="604"/>
                  <a:pt x="568" y="605"/>
                  <a:pt x="567" y="606"/>
                </a:cubicBezTo>
                <a:close/>
                <a:moveTo>
                  <a:pt x="407" y="605"/>
                </a:moveTo>
                <a:cubicBezTo>
                  <a:pt x="406" y="602"/>
                  <a:pt x="406" y="599"/>
                  <a:pt x="407" y="597"/>
                </a:cubicBezTo>
                <a:cubicBezTo>
                  <a:pt x="409" y="599"/>
                  <a:pt x="412" y="593"/>
                  <a:pt x="412" y="597"/>
                </a:cubicBezTo>
                <a:cubicBezTo>
                  <a:pt x="410" y="599"/>
                  <a:pt x="408" y="598"/>
                  <a:pt x="408" y="601"/>
                </a:cubicBezTo>
                <a:cubicBezTo>
                  <a:pt x="409" y="604"/>
                  <a:pt x="409" y="604"/>
                  <a:pt x="407" y="605"/>
                </a:cubicBezTo>
                <a:close/>
                <a:moveTo>
                  <a:pt x="25" y="605"/>
                </a:moveTo>
                <a:cubicBezTo>
                  <a:pt x="24" y="603"/>
                  <a:pt x="25" y="602"/>
                  <a:pt x="25" y="601"/>
                </a:cubicBezTo>
                <a:cubicBezTo>
                  <a:pt x="28" y="600"/>
                  <a:pt x="26" y="604"/>
                  <a:pt x="25" y="605"/>
                </a:cubicBezTo>
                <a:close/>
                <a:moveTo>
                  <a:pt x="511" y="605"/>
                </a:moveTo>
                <a:cubicBezTo>
                  <a:pt x="510" y="604"/>
                  <a:pt x="510" y="603"/>
                  <a:pt x="511" y="603"/>
                </a:cubicBezTo>
                <a:cubicBezTo>
                  <a:pt x="511" y="603"/>
                  <a:pt x="511" y="604"/>
                  <a:pt x="511" y="605"/>
                </a:cubicBezTo>
                <a:close/>
                <a:moveTo>
                  <a:pt x="435" y="604"/>
                </a:moveTo>
                <a:cubicBezTo>
                  <a:pt x="433" y="603"/>
                  <a:pt x="433" y="604"/>
                  <a:pt x="433" y="602"/>
                </a:cubicBezTo>
                <a:cubicBezTo>
                  <a:pt x="434" y="602"/>
                  <a:pt x="437" y="604"/>
                  <a:pt x="435" y="604"/>
                </a:cubicBezTo>
                <a:close/>
                <a:moveTo>
                  <a:pt x="651" y="604"/>
                </a:moveTo>
                <a:cubicBezTo>
                  <a:pt x="651" y="603"/>
                  <a:pt x="651" y="603"/>
                  <a:pt x="652" y="603"/>
                </a:cubicBezTo>
                <a:cubicBezTo>
                  <a:pt x="652" y="604"/>
                  <a:pt x="652" y="604"/>
                  <a:pt x="651" y="604"/>
                </a:cubicBezTo>
                <a:close/>
                <a:moveTo>
                  <a:pt x="410" y="603"/>
                </a:moveTo>
                <a:cubicBezTo>
                  <a:pt x="409" y="602"/>
                  <a:pt x="409" y="602"/>
                  <a:pt x="410" y="602"/>
                </a:cubicBezTo>
                <a:cubicBezTo>
                  <a:pt x="410" y="603"/>
                  <a:pt x="411" y="603"/>
                  <a:pt x="410" y="603"/>
                </a:cubicBezTo>
                <a:close/>
                <a:moveTo>
                  <a:pt x="438" y="598"/>
                </a:moveTo>
                <a:cubicBezTo>
                  <a:pt x="437" y="597"/>
                  <a:pt x="435" y="594"/>
                  <a:pt x="438" y="595"/>
                </a:cubicBezTo>
                <a:cubicBezTo>
                  <a:pt x="438" y="595"/>
                  <a:pt x="438" y="598"/>
                  <a:pt x="438" y="598"/>
                </a:cubicBezTo>
                <a:close/>
                <a:moveTo>
                  <a:pt x="651" y="598"/>
                </a:moveTo>
                <a:cubicBezTo>
                  <a:pt x="652" y="597"/>
                  <a:pt x="653" y="591"/>
                  <a:pt x="654" y="591"/>
                </a:cubicBezTo>
                <a:cubicBezTo>
                  <a:pt x="655" y="593"/>
                  <a:pt x="653" y="598"/>
                  <a:pt x="651" y="598"/>
                </a:cubicBezTo>
                <a:close/>
                <a:moveTo>
                  <a:pt x="624" y="596"/>
                </a:moveTo>
                <a:cubicBezTo>
                  <a:pt x="624" y="595"/>
                  <a:pt x="624" y="595"/>
                  <a:pt x="624" y="595"/>
                </a:cubicBezTo>
                <a:cubicBezTo>
                  <a:pt x="625" y="595"/>
                  <a:pt x="626" y="595"/>
                  <a:pt x="624" y="596"/>
                </a:cubicBezTo>
                <a:close/>
                <a:moveTo>
                  <a:pt x="22" y="595"/>
                </a:moveTo>
                <a:cubicBezTo>
                  <a:pt x="22" y="594"/>
                  <a:pt x="22" y="593"/>
                  <a:pt x="24" y="594"/>
                </a:cubicBezTo>
                <a:cubicBezTo>
                  <a:pt x="23" y="595"/>
                  <a:pt x="23" y="595"/>
                  <a:pt x="22" y="595"/>
                </a:cubicBezTo>
                <a:close/>
                <a:moveTo>
                  <a:pt x="25" y="594"/>
                </a:moveTo>
                <a:cubicBezTo>
                  <a:pt x="24" y="594"/>
                  <a:pt x="25" y="590"/>
                  <a:pt x="25" y="594"/>
                </a:cubicBezTo>
                <a:cubicBezTo>
                  <a:pt x="25" y="594"/>
                  <a:pt x="25" y="594"/>
                  <a:pt x="25" y="594"/>
                </a:cubicBezTo>
                <a:close/>
                <a:moveTo>
                  <a:pt x="410" y="594"/>
                </a:moveTo>
                <a:cubicBezTo>
                  <a:pt x="409" y="593"/>
                  <a:pt x="410" y="592"/>
                  <a:pt x="410" y="591"/>
                </a:cubicBezTo>
                <a:cubicBezTo>
                  <a:pt x="410" y="593"/>
                  <a:pt x="410" y="593"/>
                  <a:pt x="410" y="594"/>
                </a:cubicBezTo>
                <a:close/>
                <a:moveTo>
                  <a:pt x="189" y="594"/>
                </a:moveTo>
                <a:cubicBezTo>
                  <a:pt x="189" y="594"/>
                  <a:pt x="189" y="594"/>
                  <a:pt x="189" y="594"/>
                </a:cubicBezTo>
                <a:cubicBezTo>
                  <a:pt x="190" y="594"/>
                  <a:pt x="190" y="594"/>
                  <a:pt x="189" y="594"/>
                </a:cubicBezTo>
                <a:close/>
                <a:moveTo>
                  <a:pt x="414" y="594"/>
                </a:moveTo>
                <a:cubicBezTo>
                  <a:pt x="414" y="594"/>
                  <a:pt x="415" y="585"/>
                  <a:pt x="415" y="584"/>
                </a:cubicBezTo>
                <a:cubicBezTo>
                  <a:pt x="412" y="580"/>
                  <a:pt x="417" y="581"/>
                  <a:pt x="416" y="584"/>
                </a:cubicBezTo>
                <a:cubicBezTo>
                  <a:pt x="418" y="586"/>
                  <a:pt x="419" y="589"/>
                  <a:pt x="416" y="590"/>
                </a:cubicBezTo>
                <a:cubicBezTo>
                  <a:pt x="419" y="592"/>
                  <a:pt x="417" y="593"/>
                  <a:pt x="414" y="594"/>
                </a:cubicBezTo>
                <a:close/>
                <a:moveTo>
                  <a:pt x="580" y="593"/>
                </a:moveTo>
                <a:cubicBezTo>
                  <a:pt x="577" y="589"/>
                  <a:pt x="582" y="592"/>
                  <a:pt x="582" y="593"/>
                </a:cubicBezTo>
                <a:cubicBezTo>
                  <a:pt x="580" y="593"/>
                  <a:pt x="580" y="593"/>
                  <a:pt x="580" y="593"/>
                </a:cubicBezTo>
                <a:close/>
                <a:moveTo>
                  <a:pt x="443" y="588"/>
                </a:moveTo>
                <a:cubicBezTo>
                  <a:pt x="443" y="587"/>
                  <a:pt x="443" y="587"/>
                  <a:pt x="443" y="587"/>
                </a:cubicBezTo>
                <a:cubicBezTo>
                  <a:pt x="444" y="587"/>
                  <a:pt x="444" y="587"/>
                  <a:pt x="443" y="588"/>
                </a:cubicBezTo>
                <a:close/>
                <a:moveTo>
                  <a:pt x="573" y="588"/>
                </a:moveTo>
                <a:cubicBezTo>
                  <a:pt x="573" y="587"/>
                  <a:pt x="573" y="587"/>
                  <a:pt x="573" y="587"/>
                </a:cubicBezTo>
                <a:cubicBezTo>
                  <a:pt x="574" y="586"/>
                  <a:pt x="576" y="587"/>
                  <a:pt x="573" y="588"/>
                </a:cubicBezTo>
                <a:close/>
                <a:moveTo>
                  <a:pt x="38" y="586"/>
                </a:moveTo>
                <a:cubicBezTo>
                  <a:pt x="38" y="579"/>
                  <a:pt x="40" y="577"/>
                  <a:pt x="39" y="586"/>
                </a:cubicBezTo>
                <a:cubicBezTo>
                  <a:pt x="38" y="586"/>
                  <a:pt x="38" y="586"/>
                  <a:pt x="38" y="586"/>
                </a:cubicBezTo>
                <a:close/>
                <a:moveTo>
                  <a:pt x="429" y="586"/>
                </a:moveTo>
                <a:cubicBezTo>
                  <a:pt x="429" y="584"/>
                  <a:pt x="428" y="584"/>
                  <a:pt x="430" y="584"/>
                </a:cubicBezTo>
                <a:cubicBezTo>
                  <a:pt x="430" y="585"/>
                  <a:pt x="430" y="586"/>
                  <a:pt x="429" y="586"/>
                </a:cubicBezTo>
                <a:close/>
                <a:moveTo>
                  <a:pt x="604" y="582"/>
                </a:moveTo>
                <a:cubicBezTo>
                  <a:pt x="603" y="581"/>
                  <a:pt x="605" y="579"/>
                  <a:pt x="606" y="582"/>
                </a:cubicBezTo>
                <a:cubicBezTo>
                  <a:pt x="604" y="582"/>
                  <a:pt x="604" y="582"/>
                  <a:pt x="604" y="582"/>
                </a:cubicBezTo>
                <a:close/>
                <a:moveTo>
                  <a:pt x="426" y="582"/>
                </a:moveTo>
                <a:cubicBezTo>
                  <a:pt x="426" y="580"/>
                  <a:pt x="426" y="580"/>
                  <a:pt x="426" y="579"/>
                </a:cubicBezTo>
                <a:cubicBezTo>
                  <a:pt x="428" y="579"/>
                  <a:pt x="427" y="581"/>
                  <a:pt x="426" y="582"/>
                </a:cubicBezTo>
                <a:close/>
                <a:moveTo>
                  <a:pt x="431" y="581"/>
                </a:moveTo>
                <a:cubicBezTo>
                  <a:pt x="430" y="580"/>
                  <a:pt x="429" y="573"/>
                  <a:pt x="431" y="573"/>
                </a:cubicBezTo>
                <a:cubicBezTo>
                  <a:pt x="431" y="575"/>
                  <a:pt x="431" y="579"/>
                  <a:pt x="431" y="581"/>
                </a:cubicBezTo>
                <a:close/>
                <a:moveTo>
                  <a:pt x="629" y="581"/>
                </a:moveTo>
                <a:cubicBezTo>
                  <a:pt x="628" y="581"/>
                  <a:pt x="628" y="581"/>
                  <a:pt x="628" y="580"/>
                </a:cubicBezTo>
                <a:cubicBezTo>
                  <a:pt x="629" y="580"/>
                  <a:pt x="631" y="580"/>
                  <a:pt x="629" y="581"/>
                </a:cubicBezTo>
                <a:close/>
                <a:moveTo>
                  <a:pt x="435" y="580"/>
                </a:moveTo>
                <a:cubicBezTo>
                  <a:pt x="432" y="578"/>
                  <a:pt x="438" y="572"/>
                  <a:pt x="438" y="579"/>
                </a:cubicBezTo>
                <a:cubicBezTo>
                  <a:pt x="437" y="580"/>
                  <a:pt x="437" y="579"/>
                  <a:pt x="435" y="580"/>
                </a:cubicBezTo>
                <a:close/>
                <a:moveTo>
                  <a:pt x="425" y="578"/>
                </a:moveTo>
                <a:cubicBezTo>
                  <a:pt x="422" y="574"/>
                  <a:pt x="429" y="572"/>
                  <a:pt x="425" y="578"/>
                </a:cubicBezTo>
                <a:cubicBezTo>
                  <a:pt x="425" y="578"/>
                  <a:pt x="425" y="578"/>
                  <a:pt x="425" y="578"/>
                </a:cubicBezTo>
                <a:close/>
                <a:moveTo>
                  <a:pt x="42" y="578"/>
                </a:moveTo>
                <a:cubicBezTo>
                  <a:pt x="42" y="577"/>
                  <a:pt x="41" y="576"/>
                  <a:pt x="42" y="576"/>
                </a:cubicBezTo>
                <a:cubicBezTo>
                  <a:pt x="42" y="577"/>
                  <a:pt x="42" y="577"/>
                  <a:pt x="42" y="578"/>
                </a:cubicBezTo>
                <a:close/>
                <a:moveTo>
                  <a:pt x="421" y="576"/>
                </a:moveTo>
                <a:cubicBezTo>
                  <a:pt x="421" y="576"/>
                  <a:pt x="420" y="575"/>
                  <a:pt x="420" y="575"/>
                </a:cubicBezTo>
                <a:cubicBezTo>
                  <a:pt x="422" y="571"/>
                  <a:pt x="422" y="576"/>
                  <a:pt x="421" y="576"/>
                </a:cubicBezTo>
                <a:close/>
                <a:moveTo>
                  <a:pt x="601" y="576"/>
                </a:moveTo>
                <a:cubicBezTo>
                  <a:pt x="598" y="575"/>
                  <a:pt x="600" y="572"/>
                  <a:pt x="602" y="576"/>
                </a:cubicBezTo>
                <a:cubicBezTo>
                  <a:pt x="603" y="576"/>
                  <a:pt x="602" y="576"/>
                  <a:pt x="601" y="576"/>
                </a:cubicBezTo>
                <a:close/>
                <a:moveTo>
                  <a:pt x="436" y="576"/>
                </a:moveTo>
                <a:cubicBezTo>
                  <a:pt x="434" y="574"/>
                  <a:pt x="441" y="570"/>
                  <a:pt x="432" y="568"/>
                </a:cubicBezTo>
                <a:cubicBezTo>
                  <a:pt x="433" y="566"/>
                  <a:pt x="438" y="562"/>
                  <a:pt x="438" y="566"/>
                </a:cubicBezTo>
                <a:cubicBezTo>
                  <a:pt x="435" y="566"/>
                  <a:pt x="435" y="567"/>
                  <a:pt x="438" y="566"/>
                </a:cubicBezTo>
                <a:cubicBezTo>
                  <a:pt x="438" y="568"/>
                  <a:pt x="437" y="576"/>
                  <a:pt x="436" y="576"/>
                </a:cubicBezTo>
                <a:close/>
                <a:moveTo>
                  <a:pt x="642" y="575"/>
                </a:moveTo>
                <a:cubicBezTo>
                  <a:pt x="641" y="572"/>
                  <a:pt x="639" y="571"/>
                  <a:pt x="639" y="569"/>
                </a:cubicBezTo>
                <a:cubicBezTo>
                  <a:pt x="640" y="569"/>
                  <a:pt x="640" y="570"/>
                  <a:pt x="641" y="572"/>
                </a:cubicBezTo>
                <a:cubicBezTo>
                  <a:pt x="645" y="570"/>
                  <a:pt x="644" y="573"/>
                  <a:pt x="642" y="575"/>
                </a:cubicBezTo>
                <a:close/>
                <a:moveTo>
                  <a:pt x="595" y="574"/>
                </a:moveTo>
                <a:cubicBezTo>
                  <a:pt x="593" y="573"/>
                  <a:pt x="595" y="569"/>
                  <a:pt x="595" y="574"/>
                </a:cubicBezTo>
                <a:cubicBezTo>
                  <a:pt x="595" y="574"/>
                  <a:pt x="595" y="574"/>
                  <a:pt x="595" y="574"/>
                </a:cubicBezTo>
                <a:close/>
                <a:moveTo>
                  <a:pt x="42" y="574"/>
                </a:moveTo>
                <a:cubicBezTo>
                  <a:pt x="40" y="573"/>
                  <a:pt x="41" y="571"/>
                  <a:pt x="41" y="570"/>
                </a:cubicBezTo>
                <a:cubicBezTo>
                  <a:pt x="43" y="570"/>
                  <a:pt x="44" y="573"/>
                  <a:pt x="42" y="574"/>
                </a:cubicBezTo>
                <a:close/>
                <a:moveTo>
                  <a:pt x="656" y="573"/>
                </a:moveTo>
                <a:cubicBezTo>
                  <a:pt x="654" y="571"/>
                  <a:pt x="657" y="569"/>
                  <a:pt x="657" y="573"/>
                </a:cubicBezTo>
                <a:cubicBezTo>
                  <a:pt x="657" y="573"/>
                  <a:pt x="656" y="573"/>
                  <a:pt x="656" y="573"/>
                </a:cubicBezTo>
                <a:close/>
                <a:moveTo>
                  <a:pt x="426" y="571"/>
                </a:moveTo>
                <a:cubicBezTo>
                  <a:pt x="425" y="570"/>
                  <a:pt x="425" y="570"/>
                  <a:pt x="426" y="569"/>
                </a:cubicBezTo>
                <a:cubicBezTo>
                  <a:pt x="426" y="569"/>
                  <a:pt x="427" y="571"/>
                  <a:pt x="426" y="571"/>
                </a:cubicBezTo>
                <a:close/>
                <a:moveTo>
                  <a:pt x="650" y="570"/>
                </a:moveTo>
                <a:cubicBezTo>
                  <a:pt x="649" y="568"/>
                  <a:pt x="650" y="568"/>
                  <a:pt x="650" y="568"/>
                </a:cubicBezTo>
                <a:cubicBezTo>
                  <a:pt x="652" y="570"/>
                  <a:pt x="651" y="569"/>
                  <a:pt x="650" y="570"/>
                </a:cubicBezTo>
                <a:close/>
                <a:moveTo>
                  <a:pt x="431" y="569"/>
                </a:moveTo>
                <a:cubicBezTo>
                  <a:pt x="430" y="567"/>
                  <a:pt x="431" y="566"/>
                  <a:pt x="432" y="568"/>
                </a:cubicBezTo>
                <a:cubicBezTo>
                  <a:pt x="431" y="568"/>
                  <a:pt x="431" y="569"/>
                  <a:pt x="431" y="569"/>
                </a:cubicBezTo>
                <a:close/>
                <a:moveTo>
                  <a:pt x="643" y="569"/>
                </a:moveTo>
                <a:cubicBezTo>
                  <a:pt x="641" y="568"/>
                  <a:pt x="640" y="564"/>
                  <a:pt x="640" y="563"/>
                </a:cubicBezTo>
                <a:cubicBezTo>
                  <a:pt x="644" y="563"/>
                  <a:pt x="645" y="566"/>
                  <a:pt x="643" y="569"/>
                </a:cubicBezTo>
                <a:close/>
                <a:moveTo>
                  <a:pt x="425" y="568"/>
                </a:moveTo>
                <a:cubicBezTo>
                  <a:pt x="423" y="566"/>
                  <a:pt x="424" y="565"/>
                  <a:pt x="426" y="565"/>
                </a:cubicBezTo>
                <a:cubicBezTo>
                  <a:pt x="425" y="568"/>
                  <a:pt x="425" y="568"/>
                  <a:pt x="425" y="568"/>
                </a:cubicBezTo>
                <a:close/>
                <a:moveTo>
                  <a:pt x="656" y="567"/>
                </a:moveTo>
                <a:cubicBezTo>
                  <a:pt x="655" y="566"/>
                  <a:pt x="655" y="564"/>
                  <a:pt x="656" y="564"/>
                </a:cubicBezTo>
                <a:cubicBezTo>
                  <a:pt x="656" y="566"/>
                  <a:pt x="656" y="566"/>
                  <a:pt x="656" y="567"/>
                </a:cubicBezTo>
                <a:close/>
                <a:moveTo>
                  <a:pt x="651" y="566"/>
                </a:moveTo>
                <a:cubicBezTo>
                  <a:pt x="649" y="565"/>
                  <a:pt x="652" y="564"/>
                  <a:pt x="652" y="565"/>
                </a:cubicBezTo>
                <a:cubicBezTo>
                  <a:pt x="652" y="565"/>
                  <a:pt x="651" y="565"/>
                  <a:pt x="651" y="566"/>
                </a:cubicBezTo>
                <a:close/>
                <a:moveTo>
                  <a:pt x="603" y="564"/>
                </a:moveTo>
                <a:cubicBezTo>
                  <a:pt x="603" y="563"/>
                  <a:pt x="603" y="563"/>
                  <a:pt x="603" y="563"/>
                </a:cubicBezTo>
                <a:cubicBezTo>
                  <a:pt x="605" y="563"/>
                  <a:pt x="605" y="564"/>
                  <a:pt x="603" y="564"/>
                </a:cubicBezTo>
                <a:close/>
                <a:moveTo>
                  <a:pt x="246" y="562"/>
                </a:moveTo>
                <a:cubicBezTo>
                  <a:pt x="244" y="561"/>
                  <a:pt x="242" y="552"/>
                  <a:pt x="248" y="558"/>
                </a:cubicBezTo>
                <a:cubicBezTo>
                  <a:pt x="248" y="560"/>
                  <a:pt x="248" y="561"/>
                  <a:pt x="246" y="562"/>
                </a:cubicBezTo>
                <a:close/>
                <a:moveTo>
                  <a:pt x="431" y="561"/>
                </a:moveTo>
                <a:cubicBezTo>
                  <a:pt x="430" y="560"/>
                  <a:pt x="429" y="559"/>
                  <a:pt x="429" y="559"/>
                </a:cubicBezTo>
                <a:cubicBezTo>
                  <a:pt x="425" y="559"/>
                  <a:pt x="431" y="557"/>
                  <a:pt x="432" y="557"/>
                </a:cubicBezTo>
                <a:cubicBezTo>
                  <a:pt x="431" y="561"/>
                  <a:pt x="431" y="561"/>
                  <a:pt x="431" y="561"/>
                </a:cubicBezTo>
                <a:close/>
                <a:moveTo>
                  <a:pt x="50" y="560"/>
                </a:moveTo>
                <a:cubicBezTo>
                  <a:pt x="48" y="556"/>
                  <a:pt x="52" y="557"/>
                  <a:pt x="55" y="556"/>
                </a:cubicBezTo>
                <a:cubicBezTo>
                  <a:pt x="55" y="553"/>
                  <a:pt x="59" y="552"/>
                  <a:pt x="56" y="555"/>
                </a:cubicBezTo>
                <a:cubicBezTo>
                  <a:pt x="55" y="561"/>
                  <a:pt x="52" y="558"/>
                  <a:pt x="50" y="560"/>
                </a:cubicBezTo>
                <a:close/>
                <a:moveTo>
                  <a:pt x="624" y="560"/>
                </a:moveTo>
                <a:cubicBezTo>
                  <a:pt x="623" y="560"/>
                  <a:pt x="623" y="559"/>
                  <a:pt x="624" y="559"/>
                </a:cubicBezTo>
                <a:cubicBezTo>
                  <a:pt x="624" y="560"/>
                  <a:pt x="624" y="560"/>
                  <a:pt x="624" y="560"/>
                </a:cubicBezTo>
                <a:close/>
                <a:moveTo>
                  <a:pt x="644" y="559"/>
                </a:moveTo>
                <a:cubicBezTo>
                  <a:pt x="641" y="553"/>
                  <a:pt x="647" y="552"/>
                  <a:pt x="645" y="555"/>
                </a:cubicBezTo>
                <a:cubicBezTo>
                  <a:pt x="645" y="557"/>
                  <a:pt x="647" y="559"/>
                  <a:pt x="644" y="559"/>
                </a:cubicBezTo>
                <a:close/>
                <a:moveTo>
                  <a:pt x="639" y="559"/>
                </a:moveTo>
                <a:cubicBezTo>
                  <a:pt x="638" y="558"/>
                  <a:pt x="638" y="557"/>
                  <a:pt x="639" y="557"/>
                </a:cubicBezTo>
                <a:cubicBezTo>
                  <a:pt x="640" y="558"/>
                  <a:pt x="640" y="558"/>
                  <a:pt x="639" y="559"/>
                </a:cubicBezTo>
                <a:close/>
                <a:moveTo>
                  <a:pt x="552" y="557"/>
                </a:moveTo>
                <a:cubicBezTo>
                  <a:pt x="551" y="556"/>
                  <a:pt x="552" y="556"/>
                  <a:pt x="552" y="556"/>
                </a:cubicBezTo>
                <a:cubicBezTo>
                  <a:pt x="552" y="557"/>
                  <a:pt x="553" y="557"/>
                  <a:pt x="552" y="557"/>
                </a:cubicBezTo>
                <a:close/>
                <a:moveTo>
                  <a:pt x="620" y="556"/>
                </a:moveTo>
                <a:cubicBezTo>
                  <a:pt x="617" y="555"/>
                  <a:pt x="621" y="551"/>
                  <a:pt x="621" y="556"/>
                </a:cubicBezTo>
                <a:cubicBezTo>
                  <a:pt x="621" y="556"/>
                  <a:pt x="620" y="556"/>
                  <a:pt x="620" y="556"/>
                </a:cubicBezTo>
                <a:close/>
                <a:moveTo>
                  <a:pt x="665" y="555"/>
                </a:moveTo>
                <a:cubicBezTo>
                  <a:pt x="663" y="552"/>
                  <a:pt x="664" y="542"/>
                  <a:pt x="668" y="543"/>
                </a:cubicBezTo>
                <a:cubicBezTo>
                  <a:pt x="668" y="546"/>
                  <a:pt x="668" y="554"/>
                  <a:pt x="665" y="555"/>
                </a:cubicBezTo>
                <a:close/>
                <a:moveTo>
                  <a:pt x="432" y="555"/>
                </a:moveTo>
                <a:cubicBezTo>
                  <a:pt x="431" y="554"/>
                  <a:pt x="431" y="554"/>
                  <a:pt x="431" y="553"/>
                </a:cubicBezTo>
                <a:cubicBezTo>
                  <a:pt x="433" y="552"/>
                  <a:pt x="433" y="554"/>
                  <a:pt x="432" y="555"/>
                </a:cubicBezTo>
                <a:close/>
                <a:moveTo>
                  <a:pt x="255" y="554"/>
                </a:moveTo>
                <a:cubicBezTo>
                  <a:pt x="254" y="552"/>
                  <a:pt x="253" y="552"/>
                  <a:pt x="254" y="550"/>
                </a:cubicBezTo>
                <a:cubicBezTo>
                  <a:pt x="254" y="550"/>
                  <a:pt x="257" y="554"/>
                  <a:pt x="255" y="554"/>
                </a:cubicBezTo>
                <a:close/>
                <a:moveTo>
                  <a:pt x="639" y="554"/>
                </a:moveTo>
                <a:cubicBezTo>
                  <a:pt x="638" y="551"/>
                  <a:pt x="640" y="551"/>
                  <a:pt x="640" y="553"/>
                </a:cubicBezTo>
                <a:cubicBezTo>
                  <a:pt x="639" y="554"/>
                  <a:pt x="639" y="554"/>
                  <a:pt x="639" y="554"/>
                </a:cubicBezTo>
                <a:close/>
                <a:moveTo>
                  <a:pt x="58" y="553"/>
                </a:moveTo>
                <a:cubicBezTo>
                  <a:pt x="58" y="551"/>
                  <a:pt x="58" y="550"/>
                  <a:pt x="59" y="553"/>
                </a:cubicBezTo>
                <a:cubicBezTo>
                  <a:pt x="58" y="553"/>
                  <a:pt x="58" y="553"/>
                  <a:pt x="58" y="553"/>
                </a:cubicBezTo>
                <a:close/>
                <a:moveTo>
                  <a:pt x="659" y="553"/>
                </a:moveTo>
                <a:cubicBezTo>
                  <a:pt x="658" y="552"/>
                  <a:pt x="660" y="553"/>
                  <a:pt x="661" y="553"/>
                </a:cubicBezTo>
                <a:cubicBezTo>
                  <a:pt x="659" y="553"/>
                  <a:pt x="659" y="553"/>
                  <a:pt x="659" y="553"/>
                </a:cubicBezTo>
                <a:close/>
                <a:moveTo>
                  <a:pt x="438" y="553"/>
                </a:moveTo>
                <a:cubicBezTo>
                  <a:pt x="435" y="551"/>
                  <a:pt x="435" y="550"/>
                  <a:pt x="438" y="551"/>
                </a:cubicBezTo>
                <a:cubicBezTo>
                  <a:pt x="438" y="551"/>
                  <a:pt x="438" y="552"/>
                  <a:pt x="438" y="553"/>
                </a:cubicBezTo>
                <a:close/>
                <a:moveTo>
                  <a:pt x="632" y="552"/>
                </a:moveTo>
                <a:cubicBezTo>
                  <a:pt x="632" y="550"/>
                  <a:pt x="630" y="548"/>
                  <a:pt x="632" y="547"/>
                </a:cubicBezTo>
                <a:cubicBezTo>
                  <a:pt x="633" y="549"/>
                  <a:pt x="634" y="551"/>
                  <a:pt x="632" y="552"/>
                </a:cubicBezTo>
                <a:close/>
                <a:moveTo>
                  <a:pt x="654" y="549"/>
                </a:moveTo>
                <a:cubicBezTo>
                  <a:pt x="652" y="548"/>
                  <a:pt x="656" y="546"/>
                  <a:pt x="656" y="549"/>
                </a:cubicBezTo>
                <a:cubicBezTo>
                  <a:pt x="654" y="549"/>
                  <a:pt x="654" y="549"/>
                  <a:pt x="654" y="549"/>
                </a:cubicBezTo>
                <a:close/>
                <a:moveTo>
                  <a:pt x="629" y="548"/>
                </a:moveTo>
                <a:cubicBezTo>
                  <a:pt x="629" y="547"/>
                  <a:pt x="629" y="547"/>
                  <a:pt x="629" y="546"/>
                </a:cubicBezTo>
                <a:cubicBezTo>
                  <a:pt x="629" y="547"/>
                  <a:pt x="630" y="547"/>
                  <a:pt x="629" y="548"/>
                </a:cubicBezTo>
                <a:close/>
                <a:moveTo>
                  <a:pt x="622" y="546"/>
                </a:moveTo>
                <a:cubicBezTo>
                  <a:pt x="622" y="544"/>
                  <a:pt x="622" y="544"/>
                  <a:pt x="624" y="544"/>
                </a:cubicBezTo>
                <a:cubicBezTo>
                  <a:pt x="623" y="545"/>
                  <a:pt x="623" y="546"/>
                  <a:pt x="622" y="546"/>
                </a:cubicBezTo>
                <a:close/>
                <a:moveTo>
                  <a:pt x="415" y="545"/>
                </a:moveTo>
                <a:cubicBezTo>
                  <a:pt x="414" y="541"/>
                  <a:pt x="415" y="541"/>
                  <a:pt x="412" y="541"/>
                </a:cubicBezTo>
                <a:cubicBezTo>
                  <a:pt x="412" y="536"/>
                  <a:pt x="412" y="538"/>
                  <a:pt x="408" y="538"/>
                </a:cubicBezTo>
                <a:cubicBezTo>
                  <a:pt x="405" y="547"/>
                  <a:pt x="402" y="535"/>
                  <a:pt x="409" y="533"/>
                </a:cubicBezTo>
                <a:cubicBezTo>
                  <a:pt x="410" y="532"/>
                  <a:pt x="409" y="530"/>
                  <a:pt x="409" y="530"/>
                </a:cubicBezTo>
                <a:cubicBezTo>
                  <a:pt x="412" y="529"/>
                  <a:pt x="413" y="531"/>
                  <a:pt x="412" y="528"/>
                </a:cubicBezTo>
                <a:cubicBezTo>
                  <a:pt x="416" y="522"/>
                  <a:pt x="416" y="531"/>
                  <a:pt x="413" y="523"/>
                </a:cubicBezTo>
                <a:cubicBezTo>
                  <a:pt x="412" y="523"/>
                  <a:pt x="410" y="521"/>
                  <a:pt x="410" y="521"/>
                </a:cubicBezTo>
                <a:cubicBezTo>
                  <a:pt x="416" y="521"/>
                  <a:pt x="418" y="525"/>
                  <a:pt x="418" y="531"/>
                </a:cubicBezTo>
                <a:cubicBezTo>
                  <a:pt x="415" y="533"/>
                  <a:pt x="415" y="537"/>
                  <a:pt x="414" y="541"/>
                </a:cubicBezTo>
                <a:cubicBezTo>
                  <a:pt x="419" y="541"/>
                  <a:pt x="417" y="541"/>
                  <a:pt x="416" y="545"/>
                </a:cubicBezTo>
                <a:cubicBezTo>
                  <a:pt x="415" y="545"/>
                  <a:pt x="415" y="545"/>
                  <a:pt x="415" y="545"/>
                </a:cubicBezTo>
                <a:close/>
                <a:moveTo>
                  <a:pt x="168" y="535"/>
                </a:moveTo>
                <a:cubicBezTo>
                  <a:pt x="168" y="534"/>
                  <a:pt x="169" y="534"/>
                  <a:pt x="169" y="535"/>
                </a:cubicBezTo>
                <a:cubicBezTo>
                  <a:pt x="169" y="535"/>
                  <a:pt x="169" y="535"/>
                  <a:pt x="168" y="535"/>
                </a:cubicBezTo>
                <a:close/>
                <a:moveTo>
                  <a:pt x="407" y="531"/>
                </a:moveTo>
                <a:cubicBezTo>
                  <a:pt x="403" y="528"/>
                  <a:pt x="402" y="527"/>
                  <a:pt x="408" y="527"/>
                </a:cubicBezTo>
                <a:cubicBezTo>
                  <a:pt x="408" y="528"/>
                  <a:pt x="409" y="530"/>
                  <a:pt x="407" y="531"/>
                </a:cubicBezTo>
                <a:close/>
                <a:moveTo>
                  <a:pt x="580" y="527"/>
                </a:moveTo>
                <a:cubicBezTo>
                  <a:pt x="579" y="525"/>
                  <a:pt x="581" y="526"/>
                  <a:pt x="581" y="527"/>
                </a:cubicBezTo>
                <a:cubicBezTo>
                  <a:pt x="581" y="527"/>
                  <a:pt x="580" y="527"/>
                  <a:pt x="580" y="527"/>
                </a:cubicBezTo>
                <a:close/>
                <a:moveTo>
                  <a:pt x="570" y="523"/>
                </a:moveTo>
                <a:cubicBezTo>
                  <a:pt x="567" y="520"/>
                  <a:pt x="567" y="517"/>
                  <a:pt x="569" y="514"/>
                </a:cubicBezTo>
                <a:cubicBezTo>
                  <a:pt x="572" y="513"/>
                  <a:pt x="571" y="521"/>
                  <a:pt x="570" y="523"/>
                </a:cubicBezTo>
                <a:close/>
                <a:moveTo>
                  <a:pt x="417" y="518"/>
                </a:moveTo>
                <a:cubicBezTo>
                  <a:pt x="415" y="517"/>
                  <a:pt x="416" y="516"/>
                  <a:pt x="417" y="516"/>
                </a:cubicBezTo>
                <a:cubicBezTo>
                  <a:pt x="419" y="517"/>
                  <a:pt x="418" y="517"/>
                  <a:pt x="417" y="518"/>
                </a:cubicBezTo>
                <a:close/>
                <a:moveTo>
                  <a:pt x="421" y="518"/>
                </a:moveTo>
                <a:cubicBezTo>
                  <a:pt x="419" y="516"/>
                  <a:pt x="420" y="517"/>
                  <a:pt x="422" y="517"/>
                </a:cubicBezTo>
                <a:cubicBezTo>
                  <a:pt x="422" y="517"/>
                  <a:pt x="421" y="518"/>
                  <a:pt x="421" y="518"/>
                </a:cubicBezTo>
                <a:close/>
                <a:moveTo>
                  <a:pt x="584" y="517"/>
                </a:moveTo>
                <a:cubicBezTo>
                  <a:pt x="582" y="515"/>
                  <a:pt x="582" y="510"/>
                  <a:pt x="580" y="510"/>
                </a:cubicBezTo>
                <a:cubicBezTo>
                  <a:pt x="580" y="512"/>
                  <a:pt x="580" y="512"/>
                  <a:pt x="580" y="516"/>
                </a:cubicBezTo>
                <a:cubicBezTo>
                  <a:pt x="579" y="519"/>
                  <a:pt x="577" y="502"/>
                  <a:pt x="578" y="499"/>
                </a:cubicBezTo>
                <a:cubicBezTo>
                  <a:pt x="579" y="499"/>
                  <a:pt x="580" y="500"/>
                  <a:pt x="581" y="501"/>
                </a:cubicBezTo>
                <a:cubicBezTo>
                  <a:pt x="583" y="493"/>
                  <a:pt x="584" y="502"/>
                  <a:pt x="586" y="505"/>
                </a:cubicBezTo>
                <a:cubicBezTo>
                  <a:pt x="589" y="504"/>
                  <a:pt x="589" y="499"/>
                  <a:pt x="589" y="506"/>
                </a:cubicBezTo>
                <a:cubicBezTo>
                  <a:pt x="583" y="507"/>
                  <a:pt x="589" y="516"/>
                  <a:pt x="584" y="517"/>
                </a:cubicBezTo>
                <a:close/>
                <a:moveTo>
                  <a:pt x="431" y="517"/>
                </a:moveTo>
                <a:cubicBezTo>
                  <a:pt x="429" y="516"/>
                  <a:pt x="429" y="515"/>
                  <a:pt x="431" y="515"/>
                </a:cubicBezTo>
                <a:cubicBezTo>
                  <a:pt x="431" y="517"/>
                  <a:pt x="431" y="517"/>
                  <a:pt x="431" y="517"/>
                </a:cubicBezTo>
                <a:close/>
                <a:moveTo>
                  <a:pt x="421" y="515"/>
                </a:moveTo>
                <a:cubicBezTo>
                  <a:pt x="417" y="511"/>
                  <a:pt x="423" y="509"/>
                  <a:pt x="422" y="514"/>
                </a:cubicBezTo>
                <a:cubicBezTo>
                  <a:pt x="422" y="514"/>
                  <a:pt x="421" y="514"/>
                  <a:pt x="421" y="515"/>
                </a:cubicBezTo>
                <a:close/>
                <a:moveTo>
                  <a:pt x="431" y="514"/>
                </a:moveTo>
                <a:cubicBezTo>
                  <a:pt x="428" y="511"/>
                  <a:pt x="434" y="510"/>
                  <a:pt x="434" y="512"/>
                </a:cubicBezTo>
                <a:cubicBezTo>
                  <a:pt x="432" y="512"/>
                  <a:pt x="432" y="512"/>
                  <a:pt x="431" y="514"/>
                </a:cubicBezTo>
                <a:close/>
                <a:moveTo>
                  <a:pt x="415" y="513"/>
                </a:moveTo>
                <a:cubicBezTo>
                  <a:pt x="415" y="513"/>
                  <a:pt x="415" y="513"/>
                  <a:pt x="417" y="512"/>
                </a:cubicBezTo>
                <a:cubicBezTo>
                  <a:pt x="417" y="510"/>
                  <a:pt x="419" y="513"/>
                  <a:pt x="415" y="513"/>
                </a:cubicBezTo>
                <a:close/>
                <a:moveTo>
                  <a:pt x="421" y="509"/>
                </a:moveTo>
                <a:cubicBezTo>
                  <a:pt x="421" y="506"/>
                  <a:pt x="420" y="506"/>
                  <a:pt x="420" y="506"/>
                </a:cubicBezTo>
                <a:cubicBezTo>
                  <a:pt x="421" y="503"/>
                  <a:pt x="419" y="501"/>
                  <a:pt x="420" y="498"/>
                </a:cubicBezTo>
                <a:cubicBezTo>
                  <a:pt x="424" y="499"/>
                  <a:pt x="422" y="506"/>
                  <a:pt x="421" y="509"/>
                </a:cubicBezTo>
                <a:close/>
                <a:moveTo>
                  <a:pt x="580" y="505"/>
                </a:moveTo>
                <a:cubicBezTo>
                  <a:pt x="579" y="504"/>
                  <a:pt x="579" y="504"/>
                  <a:pt x="579" y="504"/>
                </a:cubicBezTo>
                <a:cubicBezTo>
                  <a:pt x="581" y="503"/>
                  <a:pt x="584" y="504"/>
                  <a:pt x="580" y="505"/>
                </a:cubicBezTo>
                <a:close/>
                <a:moveTo>
                  <a:pt x="415" y="503"/>
                </a:moveTo>
                <a:cubicBezTo>
                  <a:pt x="415" y="502"/>
                  <a:pt x="415" y="501"/>
                  <a:pt x="415" y="500"/>
                </a:cubicBezTo>
                <a:cubicBezTo>
                  <a:pt x="418" y="500"/>
                  <a:pt x="419" y="503"/>
                  <a:pt x="415" y="503"/>
                </a:cubicBezTo>
                <a:close/>
                <a:moveTo>
                  <a:pt x="646" y="502"/>
                </a:moveTo>
                <a:cubicBezTo>
                  <a:pt x="646" y="500"/>
                  <a:pt x="645" y="499"/>
                  <a:pt x="646" y="498"/>
                </a:cubicBezTo>
                <a:cubicBezTo>
                  <a:pt x="646" y="499"/>
                  <a:pt x="647" y="502"/>
                  <a:pt x="646" y="502"/>
                </a:cubicBezTo>
                <a:close/>
                <a:moveTo>
                  <a:pt x="429" y="501"/>
                </a:moveTo>
                <a:cubicBezTo>
                  <a:pt x="427" y="499"/>
                  <a:pt x="431" y="497"/>
                  <a:pt x="430" y="501"/>
                </a:cubicBezTo>
                <a:cubicBezTo>
                  <a:pt x="429" y="501"/>
                  <a:pt x="429" y="501"/>
                  <a:pt x="429" y="501"/>
                </a:cubicBezTo>
                <a:close/>
                <a:moveTo>
                  <a:pt x="639" y="501"/>
                </a:moveTo>
                <a:cubicBezTo>
                  <a:pt x="639" y="500"/>
                  <a:pt x="638" y="500"/>
                  <a:pt x="638" y="500"/>
                </a:cubicBezTo>
                <a:cubicBezTo>
                  <a:pt x="639" y="500"/>
                  <a:pt x="641" y="500"/>
                  <a:pt x="639" y="501"/>
                </a:cubicBezTo>
                <a:close/>
                <a:moveTo>
                  <a:pt x="439" y="497"/>
                </a:moveTo>
                <a:cubicBezTo>
                  <a:pt x="437" y="495"/>
                  <a:pt x="437" y="494"/>
                  <a:pt x="439" y="496"/>
                </a:cubicBezTo>
                <a:cubicBezTo>
                  <a:pt x="439" y="496"/>
                  <a:pt x="439" y="496"/>
                  <a:pt x="439" y="497"/>
                </a:cubicBezTo>
                <a:close/>
                <a:moveTo>
                  <a:pt x="649" y="495"/>
                </a:moveTo>
                <a:cubicBezTo>
                  <a:pt x="647" y="494"/>
                  <a:pt x="649" y="491"/>
                  <a:pt x="649" y="495"/>
                </a:cubicBezTo>
                <a:cubicBezTo>
                  <a:pt x="649" y="495"/>
                  <a:pt x="649" y="495"/>
                  <a:pt x="649" y="495"/>
                </a:cubicBezTo>
                <a:close/>
                <a:moveTo>
                  <a:pt x="476" y="492"/>
                </a:moveTo>
                <a:cubicBezTo>
                  <a:pt x="476" y="492"/>
                  <a:pt x="476" y="492"/>
                  <a:pt x="476" y="491"/>
                </a:cubicBezTo>
                <a:cubicBezTo>
                  <a:pt x="478" y="492"/>
                  <a:pt x="477" y="492"/>
                  <a:pt x="476" y="492"/>
                </a:cubicBezTo>
                <a:close/>
                <a:moveTo>
                  <a:pt x="417" y="492"/>
                </a:moveTo>
                <a:cubicBezTo>
                  <a:pt x="416" y="489"/>
                  <a:pt x="417" y="488"/>
                  <a:pt x="420" y="489"/>
                </a:cubicBezTo>
                <a:cubicBezTo>
                  <a:pt x="419" y="490"/>
                  <a:pt x="419" y="490"/>
                  <a:pt x="417" y="492"/>
                </a:cubicBezTo>
                <a:close/>
                <a:moveTo>
                  <a:pt x="426" y="492"/>
                </a:moveTo>
                <a:cubicBezTo>
                  <a:pt x="425" y="490"/>
                  <a:pt x="426" y="489"/>
                  <a:pt x="428" y="490"/>
                </a:cubicBezTo>
                <a:cubicBezTo>
                  <a:pt x="429" y="488"/>
                  <a:pt x="429" y="486"/>
                  <a:pt x="429" y="484"/>
                </a:cubicBezTo>
                <a:cubicBezTo>
                  <a:pt x="429" y="483"/>
                  <a:pt x="432" y="495"/>
                  <a:pt x="428" y="491"/>
                </a:cubicBezTo>
                <a:cubicBezTo>
                  <a:pt x="426" y="491"/>
                  <a:pt x="428" y="492"/>
                  <a:pt x="426" y="492"/>
                </a:cubicBezTo>
                <a:close/>
                <a:moveTo>
                  <a:pt x="424" y="491"/>
                </a:moveTo>
                <a:cubicBezTo>
                  <a:pt x="423" y="491"/>
                  <a:pt x="422" y="491"/>
                  <a:pt x="421" y="491"/>
                </a:cubicBezTo>
                <a:cubicBezTo>
                  <a:pt x="421" y="489"/>
                  <a:pt x="426" y="489"/>
                  <a:pt x="424" y="491"/>
                </a:cubicBezTo>
                <a:close/>
                <a:moveTo>
                  <a:pt x="406" y="491"/>
                </a:moveTo>
                <a:cubicBezTo>
                  <a:pt x="406" y="490"/>
                  <a:pt x="406" y="490"/>
                  <a:pt x="406" y="490"/>
                </a:cubicBezTo>
                <a:cubicBezTo>
                  <a:pt x="407" y="490"/>
                  <a:pt x="406" y="491"/>
                  <a:pt x="406" y="491"/>
                </a:cubicBezTo>
                <a:close/>
                <a:moveTo>
                  <a:pt x="437" y="491"/>
                </a:moveTo>
                <a:cubicBezTo>
                  <a:pt x="436" y="489"/>
                  <a:pt x="439" y="490"/>
                  <a:pt x="439" y="491"/>
                </a:cubicBezTo>
                <a:cubicBezTo>
                  <a:pt x="438" y="491"/>
                  <a:pt x="438" y="491"/>
                  <a:pt x="437" y="491"/>
                </a:cubicBezTo>
                <a:close/>
                <a:moveTo>
                  <a:pt x="414" y="490"/>
                </a:moveTo>
                <a:cubicBezTo>
                  <a:pt x="413" y="490"/>
                  <a:pt x="413" y="487"/>
                  <a:pt x="414" y="487"/>
                </a:cubicBezTo>
                <a:cubicBezTo>
                  <a:pt x="415" y="489"/>
                  <a:pt x="416" y="489"/>
                  <a:pt x="414" y="490"/>
                </a:cubicBezTo>
                <a:close/>
                <a:moveTo>
                  <a:pt x="424" y="488"/>
                </a:moveTo>
                <a:cubicBezTo>
                  <a:pt x="421" y="485"/>
                  <a:pt x="423" y="487"/>
                  <a:pt x="425" y="485"/>
                </a:cubicBezTo>
                <a:cubicBezTo>
                  <a:pt x="427" y="485"/>
                  <a:pt x="424" y="488"/>
                  <a:pt x="424" y="488"/>
                </a:cubicBezTo>
                <a:close/>
                <a:moveTo>
                  <a:pt x="480" y="488"/>
                </a:moveTo>
                <a:cubicBezTo>
                  <a:pt x="480" y="487"/>
                  <a:pt x="480" y="487"/>
                  <a:pt x="480" y="485"/>
                </a:cubicBezTo>
                <a:cubicBezTo>
                  <a:pt x="480" y="486"/>
                  <a:pt x="481" y="486"/>
                  <a:pt x="480" y="488"/>
                </a:cubicBezTo>
                <a:close/>
                <a:moveTo>
                  <a:pt x="438" y="488"/>
                </a:moveTo>
                <a:cubicBezTo>
                  <a:pt x="437" y="486"/>
                  <a:pt x="437" y="485"/>
                  <a:pt x="439" y="486"/>
                </a:cubicBezTo>
                <a:cubicBezTo>
                  <a:pt x="439" y="487"/>
                  <a:pt x="439" y="487"/>
                  <a:pt x="438" y="488"/>
                </a:cubicBezTo>
                <a:close/>
                <a:moveTo>
                  <a:pt x="648" y="488"/>
                </a:moveTo>
                <a:cubicBezTo>
                  <a:pt x="648" y="487"/>
                  <a:pt x="648" y="487"/>
                  <a:pt x="647" y="487"/>
                </a:cubicBezTo>
                <a:cubicBezTo>
                  <a:pt x="648" y="482"/>
                  <a:pt x="650" y="487"/>
                  <a:pt x="648" y="488"/>
                </a:cubicBezTo>
                <a:close/>
                <a:moveTo>
                  <a:pt x="658" y="486"/>
                </a:moveTo>
                <a:cubicBezTo>
                  <a:pt x="658" y="486"/>
                  <a:pt x="658" y="485"/>
                  <a:pt x="658" y="484"/>
                </a:cubicBezTo>
                <a:cubicBezTo>
                  <a:pt x="659" y="484"/>
                  <a:pt x="659" y="486"/>
                  <a:pt x="658" y="486"/>
                </a:cubicBezTo>
                <a:close/>
                <a:moveTo>
                  <a:pt x="669" y="486"/>
                </a:moveTo>
                <a:cubicBezTo>
                  <a:pt x="668" y="485"/>
                  <a:pt x="669" y="484"/>
                  <a:pt x="670" y="485"/>
                </a:cubicBezTo>
                <a:cubicBezTo>
                  <a:pt x="670" y="485"/>
                  <a:pt x="669" y="486"/>
                  <a:pt x="669" y="486"/>
                </a:cubicBezTo>
                <a:close/>
                <a:moveTo>
                  <a:pt x="406" y="485"/>
                </a:moveTo>
                <a:cubicBezTo>
                  <a:pt x="405" y="484"/>
                  <a:pt x="405" y="484"/>
                  <a:pt x="406" y="484"/>
                </a:cubicBezTo>
                <a:cubicBezTo>
                  <a:pt x="406" y="484"/>
                  <a:pt x="406" y="484"/>
                  <a:pt x="406" y="485"/>
                </a:cubicBezTo>
                <a:close/>
                <a:moveTo>
                  <a:pt x="414" y="485"/>
                </a:moveTo>
                <a:cubicBezTo>
                  <a:pt x="412" y="483"/>
                  <a:pt x="415" y="478"/>
                  <a:pt x="415" y="484"/>
                </a:cubicBezTo>
                <a:cubicBezTo>
                  <a:pt x="415" y="484"/>
                  <a:pt x="415" y="484"/>
                  <a:pt x="414" y="485"/>
                </a:cubicBezTo>
                <a:close/>
                <a:moveTo>
                  <a:pt x="647" y="484"/>
                </a:moveTo>
                <a:cubicBezTo>
                  <a:pt x="647" y="481"/>
                  <a:pt x="646" y="480"/>
                  <a:pt x="649" y="480"/>
                </a:cubicBezTo>
                <a:cubicBezTo>
                  <a:pt x="649" y="481"/>
                  <a:pt x="649" y="483"/>
                  <a:pt x="647" y="484"/>
                </a:cubicBezTo>
                <a:close/>
                <a:moveTo>
                  <a:pt x="82" y="484"/>
                </a:moveTo>
                <a:cubicBezTo>
                  <a:pt x="81" y="483"/>
                  <a:pt x="81" y="481"/>
                  <a:pt x="82" y="481"/>
                </a:cubicBezTo>
                <a:cubicBezTo>
                  <a:pt x="82" y="482"/>
                  <a:pt x="82" y="483"/>
                  <a:pt x="82" y="484"/>
                </a:cubicBezTo>
                <a:close/>
                <a:moveTo>
                  <a:pt x="90" y="483"/>
                </a:moveTo>
                <a:cubicBezTo>
                  <a:pt x="89" y="482"/>
                  <a:pt x="91" y="481"/>
                  <a:pt x="92" y="483"/>
                </a:cubicBezTo>
                <a:cubicBezTo>
                  <a:pt x="91" y="483"/>
                  <a:pt x="90" y="483"/>
                  <a:pt x="90" y="483"/>
                </a:cubicBezTo>
                <a:close/>
                <a:moveTo>
                  <a:pt x="628" y="483"/>
                </a:moveTo>
                <a:cubicBezTo>
                  <a:pt x="628" y="481"/>
                  <a:pt x="628" y="481"/>
                  <a:pt x="629" y="480"/>
                </a:cubicBezTo>
                <a:cubicBezTo>
                  <a:pt x="629" y="483"/>
                  <a:pt x="630" y="483"/>
                  <a:pt x="628" y="483"/>
                </a:cubicBezTo>
                <a:close/>
                <a:moveTo>
                  <a:pt x="637" y="483"/>
                </a:moveTo>
                <a:cubicBezTo>
                  <a:pt x="638" y="481"/>
                  <a:pt x="639" y="477"/>
                  <a:pt x="639" y="481"/>
                </a:cubicBezTo>
                <a:cubicBezTo>
                  <a:pt x="638" y="481"/>
                  <a:pt x="638" y="481"/>
                  <a:pt x="637" y="483"/>
                </a:cubicBezTo>
                <a:close/>
                <a:moveTo>
                  <a:pt x="83" y="480"/>
                </a:moveTo>
                <a:cubicBezTo>
                  <a:pt x="82" y="480"/>
                  <a:pt x="84" y="478"/>
                  <a:pt x="85" y="478"/>
                </a:cubicBezTo>
                <a:cubicBezTo>
                  <a:pt x="85" y="479"/>
                  <a:pt x="84" y="480"/>
                  <a:pt x="83" y="480"/>
                </a:cubicBezTo>
                <a:close/>
                <a:moveTo>
                  <a:pt x="624" y="480"/>
                </a:moveTo>
                <a:cubicBezTo>
                  <a:pt x="621" y="479"/>
                  <a:pt x="624" y="475"/>
                  <a:pt x="624" y="480"/>
                </a:cubicBezTo>
                <a:cubicBezTo>
                  <a:pt x="624" y="480"/>
                  <a:pt x="624" y="480"/>
                  <a:pt x="624" y="480"/>
                </a:cubicBezTo>
                <a:close/>
                <a:moveTo>
                  <a:pt x="598" y="480"/>
                </a:moveTo>
                <a:cubicBezTo>
                  <a:pt x="597" y="479"/>
                  <a:pt x="597" y="480"/>
                  <a:pt x="598" y="479"/>
                </a:cubicBezTo>
                <a:cubicBezTo>
                  <a:pt x="598" y="479"/>
                  <a:pt x="598" y="480"/>
                  <a:pt x="598" y="480"/>
                </a:cubicBezTo>
                <a:close/>
                <a:moveTo>
                  <a:pt x="476" y="479"/>
                </a:moveTo>
                <a:cubicBezTo>
                  <a:pt x="476" y="478"/>
                  <a:pt x="476" y="478"/>
                  <a:pt x="476" y="478"/>
                </a:cubicBezTo>
                <a:cubicBezTo>
                  <a:pt x="476" y="479"/>
                  <a:pt x="477" y="479"/>
                  <a:pt x="476" y="479"/>
                </a:cubicBezTo>
                <a:close/>
                <a:moveTo>
                  <a:pt x="412" y="478"/>
                </a:moveTo>
                <a:cubicBezTo>
                  <a:pt x="409" y="475"/>
                  <a:pt x="409" y="475"/>
                  <a:pt x="413" y="474"/>
                </a:cubicBezTo>
                <a:cubicBezTo>
                  <a:pt x="414" y="476"/>
                  <a:pt x="415" y="477"/>
                  <a:pt x="412" y="478"/>
                </a:cubicBezTo>
                <a:close/>
                <a:moveTo>
                  <a:pt x="599" y="478"/>
                </a:moveTo>
                <a:cubicBezTo>
                  <a:pt x="596" y="476"/>
                  <a:pt x="598" y="475"/>
                  <a:pt x="599" y="475"/>
                </a:cubicBezTo>
                <a:cubicBezTo>
                  <a:pt x="599" y="476"/>
                  <a:pt x="600" y="477"/>
                  <a:pt x="599" y="478"/>
                </a:cubicBezTo>
                <a:close/>
                <a:moveTo>
                  <a:pt x="480" y="476"/>
                </a:moveTo>
                <a:cubicBezTo>
                  <a:pt x="479" y="476"/>
                  <a:pt x="479" y="476"/>
                  <a:pt x="479" y="474"/>
                </a:cubicBezTo>
                <a:cubicBezTo>
                  <a:pt x="480" y="475"/>
                  <a:pt x="481" y="475"/>
                  <a:pt x="480" y="476"/>
                </a:cubicBezTo>
                <a:close/>
                <a:moveTo>
                  <a:pt x="103" y="476"/>
                </a:moveTo>
                <a:cubicBezTo>
                  <a:pt x="103" y="475"/>
                  <a:pt x="103" y="474"/>
                  <a:pt x="104" y="475"/>
                </a:cubicBezTo>
                <a:cubicBezTo>
                  <a:pt x="104" y="476"/>
                  <a:pt x="105" y="476"/>
                  <a:pt x="103" y="476"/>
                </a:cubicBezTo>
                <a:close/>
                <a:moveTo>
                  <a:pt x="670" y="476"/>
                </a:moveTo>
                <a:cubicBezTo>
                  <a:pt x="670" y="475"/>
                  <a:pt x="671" y="475"/>
                  <a:pt x="671" y="476"/>
                </a:cubicBezTo>
                <a:cubicBezTo>
                  <a:pt x="670" y="476"/>
                  <a:pt x="670" y="476"/>
                  <a:pt x="670" y="476"/>
                </a:cubicBezTo>
                <a:close/>
                <a:moveTo>
                  <a:pt x="475" y="475"/>
                </a:moveTo>
                <a:cubicBezTo>
                  <a:pt x="474" y="471"/>
                  <a:pt x="476" y="472"/>
                  <a:pt x="475" y="475"/>
                </a:cubicBezTo>
                <a:cubicBezTo>
                  <a:pt x="475" y="475"/>
                  <a:pt x="475" y="475"/>
                  <a:pt x="475" y="475"/>
                </a:cubicBezTo>
                <a:close/>
                <a:moveTo>
                  <a:pt x="633" y="475"/>
                </a:moveTo>
                <a:cubicBezTo>
                  <a:pt x="631" y="474"/>
                  <a:pt x="633" y="473"/>
                  <a:pt x="633" y="472"/>
                </a:cubicBezTo>
                <a:cubicBezTo>
                  <a:pt x="634" y="472"/>
                  <a:pt x="635" y="474"/>
                  <a:pt x="633" y="475"/>
                </a:cubicBezTo>
                <a:close/>
                <a:moveTo>
                  <a:pt x="595" y="475"/>
                </a:moveTo>
                <a:cubicBezTo>
                  <a:pt x="595" y="474"/>
                  <a:pt x="595" y="474"/>
                  <a:pt x="595" y="474"/>
                </a:cubicBezTo>
                <a:cubicBezTo>
                  <a:pt x="595" y="474"/>
                  <a:pt x="595" y="475"/>
                  <a:pt x="595" y="475"/>
                </a:cubicBezTo>
                <a:close/>
                <a:moveTo>
                  <a:pt x="669" y="475"/>
                </a:moveTo>
                <a:cubicBezTo>
                  <a:pt x="668" y="472"/>
                  <a:pt x="668" y="472"/>
                  <a:pt x="668" y="470"/>
                </a:cubicBezTo>
                <a:cubicBezTo>
                  <a:pt x="673" y="470"/>
                  <a:pt x="671" y="475"/>
                  <a:pt x="669" y="475"/>
                </a:cubicBezTo>
                <a:close/>
                <a:moveTo>
                  <a:pt x="716" y="474"/>
                </a:moveTo>
                <a:cubicBezTo>
                  <a:pt x="715" y="472"/>
                  <a:pt x="714" y="471"/>
                  <a:pt x="716" y="470"/>
                </a:cubicBezTo>
                <a:cubicBezTo>
                  <a:pt x="715" y="469"/>
                  <a:pt x="715" y="467"/>
                  <a:pt x="715" y="467"/>
                </a:cubicBezTo>
                <a:cubicBezTo>
                  <a:pt x="717" y="467"/>
                  <a:pt x="718" y="473"/>
                  <a:pt x="716" y="474"/>
                </a:cubicBezTo>
                <a:close/>
                <a:moveTo>
                  <a:pt x="479" y="470"/>
                </a:moveTo>
                <a:cubicBezTo>
                  <a:pt x="479" y="470"/>
                  <a:pt x="479" y="470"/>
                  <a:pt x="479" y="470"/>
                </a:cubicBezTo>
                <a:cubicBezTo>
                  <a:pt x="480" y="470"/>
                  <a:pt x="480" y="470"/>
                  <a:pt x="479" y="470"/>
                </a:cubicBezTo>
                <a:close/>
                <a:moveTo>
                  <a:pt x="647" y="470"/>
                </a:moveTo>
                <a:cubicBezTo>
                  <a:pt x="646" y="469"/>
                  <a:pt x="646" y="470"/>
                  <a:pt x="645" y="468"/>
                </a:cubicBezTo>
                <a:cubicBezTo>
                  <a:pt x="648" y="467"/>
                  <a:pt x="649" y="468"/>
                  <a:pt x="647" y="470"/>
                </a:cubicBezTo>
                <a:close/>
                <a:moveTo>
                  <a:pt x="472" y="469"/>
                </a:moveTo>
                <a:cubicBezTo>
                  <a:pt x="470" y="468"/>
                  <a:pt x="469" y="467"/>
                  <a:pt x="468" y="466"/>
                </a:cubicBezTo>
                <a:cubicBezTo>
                  <a:pt x="468" y="458"/>
                  <a:pt x="478" y="466"/>
                  <a:pt x="472" y="469"/>
                </a:cubicBezTo>
                <a:close/>
                <a:moveTo>
                  <a:pt x="172" y="468"/>
                </a:moveTo>
                <a:cubicBezTo>
                  <a:pt x="172" y="467"/>
                  <a:pt x="173" y="459"/>
                  <a:pt x="175" y="463"/>
                </a:cubicBezTo>
                <a:cubicBezTo>
                  <a:pt x="177" y="465"/>
                  <a:pt x="174" y="467"/>
                  <a:pt x="172" y="468"/>
                </a:cubicBezTo>
                <a:close/>
                <a:moveTo>
                  <a:pt x="644" y="467"/>
                </a:moveTo>
                <a:cubicBezTo>
                  <a:pt x="644" y="466"/>
                  <a:pt x="643" y="466"/>
                  <a:pt x="645" y="466"/>
                </a:cubicBezTo>
                <a:cubicBezTo>
                  <a:pt x="645" y="467"/>
                  <a:pt x="645" y="467"/>
                  <a:pt x="644" y="467"/>
                </a:cubicBezTo>
                <a:close/>
                <a:moveTo>
                  <a:pt x="711" y="466"/>
                </a:moveTo>
                <a:cubicBezTo>
                  <a:pt x="709" y="465"/>
                  <a:pt x="714" y="462"/>
                  <a:pt x="708" y="463"/>
                </a:cubicBezTo>
                <a:cubicBezTo>
                  <a:pt x="706" y="459"/>
                  <a:pt x="705" y="454"/>
                  <a:pt x="704" y="451"/>
                </a:cubicBezTo>
                <a:cubicBezTo>
                  <a:pt x="702" y="448"/>
                  <a:pt x="701" y="446"/>
                  <a:pt x="702" y="445"/>
                </a:cubicBezTo>
                <a:cubicBezTo>
                  <a:pt x="706" y="445"/>
                  <a:pt x="708" y="456"/>
                  <a:pt x="711" y="457"/>
                </a:cubicBezTo>
                <a:cubicBezTo>
                  <a:pt x="711" y="461"/>
                  <a:pt x="714" y="465"/>
                  <a:pt x="711" y="466"/>
                </a:cubicBezTo>
                <a:close/>
                <a:moveTo>
                  <a:pt x="664" y="465"/>
                </a:moveTo>
                <a:cubicBezTo>
                  <a:pt x="664" y="464"/>
                  <a:pt x="664" y="463"/>
                  <a:pt x="664" y="463"/>
                </a:cubicBezTo>
                <a:cubicBezTo>
                  <a:pt x="665" y="463"/>
                  <a:pt x="664" y="465"/>
                  <a:pt x="664" y="465"/>
                </a:cubicBezTo>
                <a:close/>
                <a:moveTo>
                  <a:pt x="632" y="464"/>
                </a:moveTo>
                <a:cubicBezTo>
                  <a:pt x="631" y="461"/>
                  <a:pt x="633" y="460"/>
                  <a:pt x="633" y="463"/>
                </a:cubicBezTo>
                <a:cubicBezTo>
                  <a:pt x="633" y="464"/>
                  <a:pt x="632" y="464"/>
                  <a:pt x="632" y="464"/>
                </a:cubicBezTo>
                <a:close/>
                <a:moveTo>
                  <a:pt x="406" y="463"/>
                </a:moveTo>
                <a:cubicBezTo>
                  <a:pt x="405" y="463"/>
                  <a:pt x="405" y="463"/>
                  <a:pt x="405" y="463"/>
                </a:cubicBezTo>
                <a:cubicBezTo>
                  <a:pt x="405" y="463"/>
                  <a:pt x="407" y="463"/>
                  <a:pt x="406" y="463"/>
                </a:cubicBezTo>
                <a:close/>
                <a:moveTo>
                  <a:pt x="497" y="463"/>
                </a:moveTo>
                <a:cubicBezTo>
                  <a:pt x="497" y="462"/>
                  <a:pt x="496" y="461"/>
                  <a:pt x="497" y="461"/>
                </a:cubicBezTo>
                <a:cubicBezTo>
                  <a:pt x="497" y="463"/>
                  <a:pt x="497" y="463"/>
                  <a:pt x="497" y="463"/>
                </a:cubicBezTo>
                <a:close/>
                <a:moveTo>
                  <a:pt x="538" y="461"/>
                </a:moveTo>
                <a:cubicBezTo>
                  <a:pt x="538" y="459"/>
                  <a:pt x="540" y="460"/>
                  <a:pt x="540" y="460"/>
                </a:cubicBezTo>
                <a:cubicBezTo>
                  <a:pt x="539" y="460"/>
                  <a:pt x="539" y="461"/>
                  <a:pt x="538" y="461"/>
                </a:cubicBezTo>
                <a:close/>
                <a:moveTo>
                  <a:pt x="537" y="460"/>
                </a:moveTo>
                <a:cubicBezTo>
                  <a:pt x="535" y="458"/>
                  <a:pt x="534" y="456"/>
                  <a:pt x="534" y="455"/>
                </a:cubicBezTo>
                <a:cubicBezTo>
                  <a:pt x="536" y="455"/>
                  <a:pt x="539" y="458"/>
                  <a:pt x="537" y="460"/>
                </a:cubicBezTo>
                <a:close/>
                <a:moveTo>
                  <a:pt x="574" y="459"/>
                </a:moveTo>
                <a:cubicBezTo>
                  <a:pt x="574" y="459"/>
                  <a:pt x="574" y="459"/>
                  <a:pt x="574" y="458"/>
                </a:cubicBezTo>
                <a:cubicBezTo>
                  <a:pt x="575" y="458"/>
                  <a:pt x="575" y="459"/>
                  <a:pt x="574" y="459"/>
                </a:cubicBezTo>
                <a:close/>
                <a:moveTo>
                  <a:pt x="646" y="459"/>
                </a:moveTo>
                <a:cubicBezTo>
                  <a:pt x="646" y="458"/>
                  <a:pt x="646" y="458"/>
                  <a:pt x="646" y="459"/>
                </a:cubicBezTo>
                <a:cubicBezTo>
                  <a:pt x="646" y="459"/>
                  <a:pt x="646" y="459"/>
                  <a:pt x="646" y="459"/>
                </a:cubicBezTo>
                <a:close/>
                <a:moveTo>
                  <a:pt x="490" y="458"/>
                </a:moveTo>
                <a:cubicBezTo>
                  <a:pt x="489" y="458"/>
                  <a:pt x="489" y="458"/>
                  <a:pt x="489" y="457"/>
                </a:cubicBezTo>
                <a:cubicBezTo>
                  <a:pt x="491" y="457"/>
                  <a:pt x="492" y="457"/>
                  <a:pt x="490" y="458"/>
                </a:cubicBezTo>
                <a:close/>
                <a:moveTo>
                  <a:pt x="406" y="457"/>
                </a:moveTo>
                <a:cubicBezTo>
                  <a:pt x="406" y="456"/>
                  <a:pt x="405" y="456"/>
                  <a:pt x="406" y="456"/>
                </a:cubicBezTo>
                <a:cubicBezTo>
                  <a:pt x="406" y="457"/>
                  <a:pt x="406" y="457"/>
                  <a:pt x="406" y="457"/>
                </a:cubicBezTo>
                <a:close/>
                <a:moveTo>
                  <a:pt x="135" y="455"/>
                </a:moveTo>
                <a:cubicBezTo>
                  <a:pt x="135" y="455"/>
                  <a:pt x="135" y="454"/>
                  <a:pt x="136" y="454"/>
                </a:cubicBezTo>
                <a:cubicBezTo>
                  <a:pt x="136" y="455"/>
                  <a:pt x="136" y="455"/>
                  <a:pt x="135" y="455"/>
                </a:cubicBezTo>
                <a:close/>
                <a:moveTo>
                  <a:pt x="410" y="455"/>
                </a:moveTo>
                <a:cubicBezTo>
                  <a:pt x="410" y="455"/>
                  <a:pt x="409" y="454"/>
                  <a:pt x="410" y="454"/>
                </a:cubicBezTo>
                <a:cubicBezTo>
                  <a:pt x="410" y="456"/>
                  <a:pt x="410" y="455"/>
                  <a:pt x="410" y="455"/>
                </a:cubicBezTo>
                <a:close/>
                <a:moveTo>
                  <a:pt x="130" y="454"/>
                </a:moveTo>
                <a:cubicBezTo>
                  <a:pt x="129" y="453"/>
                  <a:pt x="129" y="451"/>
                  <a:pt x="130" y="452"/>
                </a:cubicBezTo>
                <a:cubicBezTo>
                  <a:pt x="130" y="453"/>
                  <a:pt x="130" y="454"/>
                  <a:pt x="130" y="454"/>
                </a:cubicBezTo>
                <a:close/>
                <a:moveTo>
                  <a:pt x="531" y="454"/>
                </a:moveTo>
                <a:cubicBezTo>
                  <a:pt x="528" y="452"/>
                  <a:pt x="531" y="450"/>
                  <a:pt x="532" y="454"/>
                </a:cubicBezTo>
                <a:cubicBezTo>
                  <a:pt x="532" y="454"/>
                  <a:pt x="531" y="454"/>
                  <a:pt x="531" y="454"/>
                </a:cubicBezTo>
                <a:close/>
                <a:moveTo>
                  <a:pt x="154" y="453"/>
                </a:moveTo>
                <a:cubicBezTo>
                  <a:pt x="153" y="451"/>
                  <a:pt x="155" y="451"/>
                  <a:pt x="155" y="452"/>
                </a:cubicBezTo>
                <a:cubicBezTo>
                  <a:pt x="155" y="452"/>
                  <a:pt x="155" y="453"/>
                  <a:pt x="154" y="453"/>
                </a:cubicBezTo>
                <a:close/>
                <a:moveTo>
                  <a:pt x="527" y="451"/>
                </a:moveTo>
                <a:cubicBezTo>
                  <a:pt x="524" y="448"/>
                  <a:pt x="526" y="446"/>
                  <a:pt x="529" y="451"/>
                </a:cubicBezTo>
                <a:cubicBezTo>
                  <a:pt x="528" y="451"/>
                  <a:pt x="528" y="451"/>
                  <a:pt x="527" y="451"/>
                </a:cubicBezTo>
                <a:close/>
                <a:moveTo>
                  <a:pt x="134" y="451"/>
                </a:moveTo>
                <a:cubicBezTo>
                  <a:pt x="133" y="450"/>
                  <a:pt x="134" y="450"/>
                  <a:pt x="134" y="450"/>
                </a:cubicBezTo>
                <a:cubicBezTo>
                  <a:pt x="134" y="451"/>
                  <a:pt x="134" y="451"/>
                  <a:pt x="134" y="451"/>
                </a:cubicBezTo>
                <a:close/>
                <a:moveTo>
                  <a:pt x="411" y="451"/>
                </a:moveTo>
                <a:cubicBezTo>
                  <a:pt x="411" y="450"/>
                  <a:pt x="411" y="450"/>
                  <a:pt x="411" y="450"/>
                </a:cubicBezTo>
                <a:cubicBezTo>
                  <a:pt x="413" y="450"/>
                  <a:pt x="411" y="440"/>
                  <a:pt x="415" y="441"/>
                </a:cubicBezTo>
                <a:cubicBezTo>
                  <a:pt x="415" y="446"/>
                  <a:pt x="416" y="449"/>
                  <a:pt x="411" y="451"/>
                </a:cubicBezTo>
                <a:close/>
                <a:moveTo>
                  <a:pt x="408" y="449"/>
                </a:moveTo>
                <a:cubicBezTo>
                  <a:pt x="408" y="448"/>
                  <a:pt x="408" y="448"/>
                  <a:pt x="409" y="447"/>
                </a:cubicBezTo>
                <a:cubicBezTo>
                  <a:pt x="410" y="448"/>
                  <a:pt x="410" y="448"/>
                  <a:pt x="408" y="449"/>
                </a:cubicBezTo>
                <a:close/>
                <a:moveTo>
                  <a:pt x="150" y="447"/>
                </a:moveTo>
                <a:cubicBezTo>
                  <a:pt x="150" y="445"/>
                  <a:pt x="152" y="444"/>
                  <a:pt x="154" y="445"/>
                </a:cubicBezTo>
                <a:cubicBezTo>
                  <a:pt x="152" y="446"/>
                  <a:pt x="151" y="446"/>
                  <a:pt x="150" y="447"/>
                </a:cubicBezTo>
                <a:close/>
                <a:moveTo>
                  <a:pt x="418" y="444"/>
                </a:moveTo>
                <a:cubicBezTo>
                  <a:pt x="418" y="443"/>
                  <a:pt x="418" y="443"/>
                  <a:pt x="418" y="443"/>
                </a:cubicBezTo>
                <a:cubicBezTo>
                  <a:pt x="419" y="444"/>
                  <a:pt x="419" y="444"/>
                  <a:pt x="418" y="444"/>
                </a:cubicBezTo>
                <a:close/>
                <a:moveTo>
                  <a:pt x="713" y="443"/>
                </a:moveTo>
                <a:cubicBezTo>
                  <a:pt x="713" y="441"/>
                  <a:pt x="713" y="441"/>
                  <a:pt x="713" y="441"/>
                </a:cubicBezTo>
                <a:cubicBezTo>
                  <a:pt x="714" y="441"/>
                  <a:pt x="714" y="442"/>
                  <a:pt x="713" y="443"/>
                </a:cubicBezTo>
                <a:close/>
                <a:moveTo>
                  <a:pt x="415" y="441"/>
                </a:moveTo>
                <a:cubicBezTo>
                  <a:pt x="415" y="440"/>
                  <a:pt x="415" y="439"/>
                  <a:pt x="416" y="439"/>
                </a:cubicBezTo>
                <a:cubicBezTo>
                  <a:pt x="415" y="439"/>
                  <a:pt x="415" y="440"/>
                  <a:pt x="415" y="441"/>
                </a:cubicBezTo>
                <a:close/>
                <a:moveTo>
                  <a:pt x="643" y="440"/>
                </a:moveTo>
                <a:cubicBezTo>
                  <a:pt x="642" y="438"/>
                  <a:pt x="643" y="439"/>
                  <a:pt x="645" y="439"/>
                </a:cubicBezTo>
                <a:cubicBezTo>
                  <a:pt x="645" y="440"/>
                  <a:pt x="644" y="440"/>
                  <a:pt x="643" y="440"/>
                </a:cubicBezTo>
                <a:close/>
                <a:moveTo>
                  <a:pt x="547" y="438"/>
                </a:moveTo>
                <a:cubicBezTo>
                  <a:pt x="545" y="436"/>
                  <a:pt x="546" y="435"/>
                  <a:pt x="546" y="434"/>
                </a:cubicBezTo>
                <a:cubicBezTo>
                  <a:pt x="546" y="434"/>
                  <a:pt x="547" y="436"/>
                  <a:pt x="547" y="438"/>
                </a:cubicBezTo>
                <a:close/>
                <a:moveTo>
                  <a:pt x="643" y="436"/>
                </a:moveTo>
                <a:cubicBezTo>
                  <a:pt x="642" y="435"/>
                  <a:pt x="643" y="435"/>
                  <a:pt x="644" y="435"/>
                </a:cubicBezTo>
                <a:cubicBezTo>
                  <a:pt x="644" y="436"/>
                  <a:pt x="644" y="435"/>
                  <a:pt x="643" y="436"/>
                </a:cubicBezTo>
                <a:close/>
                <a:moveTo>
                  <a:pt x="541" y="435"/>
                </a:moveTo>
                <a:cubicBezTo>
                  <a:pt x="540" y="433"/>
                  <a:pt x="539" y="431"/>
                  <a:pt x="541" y="431"/>
                </a:cubicBezTo>
                <a:cubicBezTo>
                  <a:pt x="542" y="433"/>
                  <a:pt x="542" y="434"/>
                  <a:pt x="541" y="435"/>
                </a:cubicBezTo>
                <a:close/>
                <a:moveTo>
                  <a:pt x="515" y="433"/>
                </a:moveTo>
                <a:cubicBezTo>
                  <a:pt x="514" y="432"/>
                  <a:pt x="513" y="430"/>
                  <a:pt x="515" y="431"/>
                </a:cubicBezTo>
                <a:cubicBezTo>
                  <a:pt x="515" y="432"/>
                  <a:pt x="515" y="433"/>
                  <a:pt x="515" y="433"/>
                </a:cubicBezTo>
                <a:close/>
                <a:moveTo>
                  <a:pt x="545" y="433"/>
                </a:moveTo>
                <a:cubicBezTo>
                  <a:pt x="544" y="432"/>
                  <a:pt x="543" y="430"/>
                  <a:pt x="545" y="430"/>
                </a:cubicBezTo>
                <a:cubicBezTo>
                  <a:pt x="546" y="431"/>
                  <a:pt x="546" y="432"/>
                  <a:pt x="545" y="433"/>
                </a:cubicBezTo>
                <a:close/>
                <a:moveTo>
                  <a:pt x="522" y="433"/>
                </a:moveTo>
                <a:cubicBezTo>
                  <a:pt x="521" y="433"/>
                  <a:pt x="521" y="433"/>
                  <a:pt x="521" y="432"/>
                </a:cubicBezTo>
                <a:cubicBezTo>
                  <a:pt x="522" y="432"/>
                  <a:pt x="523" y="433"/>
                  <a:pt x="522" y="433"/>
                </a:cubicBezTo>
                <a:close/>
                <a:moveTo>
                  <a:pt x="710" y="433"/>
                </a:moveTo>
                <a:cubicBezTo>
                  <a:pt x="710" y="432"/>
                  <a:pt x="710" y="432"/>
                  <a:pt x="711" y="432"/>
                </a:cubicBezTo>
                <a:cubicBezTo>
                  <a:pt x="711" y="433"/>
                  <a:pt x="711" y="433"/>
                  <a:pt x="710" y="433"/>
                </a:cubicBezTo>
                <a:close/>
                <a:moveTo>
                  <a:pt x="520" y="432"/>
                </a:moveTo>
                <a:cubicBezTo>
                  <a:pt x="519" y="429"/>
                  <a:pt x="517" y="426"/>
                  <a:pt x="516" y="423"/>
                </a:cubicBezTo>
                <a:cubicBezTo>
                  <a:pt x="511" y="420"/>
                  <a:pt x="513" y="420"/>
                  <a:pt x="515" y="417"/>
                </a:cubicBezTo>
                <a:cubicBezTo>
                  <a:pt x="518" y="420"/>
                  <a:pt x="518" y="424"/>
                  <a:pt x="520" y="428"/>
                </a:cubicBezTo>
                <a:cubicBezTo>
                  <a:pt x="526" y="425"/>
                  <a:pt x="521" y="429"/>
                  <a:pt x="521" y="432"/>
                </a:cubicBezTo>
                <a:cubicBezTo>
                  <a:pt x="520" y="432"/>
                  <a:pt x="520" y="432"/>
                  <a:pt x="520" y="432"/>
                </a:cubicBezTo>
                <a:close/>
                <a:moveTo>
                  <a:pt x="513" y="430"/>
                </a:moveTo>
                <a:cubicBezTo>
                  <a:pt x="513" y="428"/>
                  <a:pt x="514" y="428"/>
                  <a:pt x="514" y="430"/>
                </a:cubicBezTo>
                <a:cubicBezTo>
                  <a:pt x="513" y="430"/>
                  <a:pt x="513" y="430"/>
                  <a:pt x="513" y="430"/>
                </a:cubicBezTo>
                <a:close/>
                <a:moveTo>
                  <a:pt x="552" y="428"/>
                </a:moveTo>
                <a:cubicBezTo>
                  <a:pt x="550" y="426"/>
                  <a:pt x="553" y="422"/>
                  <a:pt x="553" y="427"/>
                </a:cubicBezTo>
                <a:cubicBezTo>
                  <a:pt x="553" y="428"/>
                  <a:pt x="552" y="428"/>
                  <a:pt x="552" y="428"/>
                </a:cubicBezTo>
                <a:close/>
                <a:moveTo>
                  <a:pt x="512" y="425"/>
                </a:moveTo>
                <a:cubicBezTo>
                  <a:pt x="510" y="424"/>
                  <a:pt x="510" y="424"/>
                  <a:pt x="512" y="424"/>
                </a:cubicBezTo>
                <a:cubicBezTo>
                  <a:pt x="512" y="425"/>
                  <a:pt x="513" y="425"/>
                  <a:pt x="512" y="425"/>
                </a:cubicBezTo>
                <a:close/>
                <a:moveTo>
                  <a:pt x="690" y="423"/>
                </a:moveTo>
                <a:cubicBezTo>
                  <a:pt x="690" y="423"/>
                  <a:pt x="690" y="423"/>
                  <a:pt x="690" y="423"/>
                </a:cubicBezTo>
                <a:cubicBezTo>
                  <a:pt x="691" y="423"/>
                  <a:pt x="692" y="423"/>
                  <a:pt x="690" y="423"/>
                </a:cubicBezTo>
                <a:close/>
                <a:moveTo>
                  <a:pt x="643" y="421"/>
                </a:moveTo>
                <a:cubicBezTo>
                  <a:pt x="642" y="420"/>
                  <a:pt x="642" y="419"/>
                  <a:pt x="643" y="418"/>
                </a:cubicBezTo>
                <a:cubicBezTo>
                  <a:pt x="644" y="419"/>
                  <a:pt x="644" y="421"/>
                  <a:pt x="643" y="421"/>
                </a:cubicBezTo>
                <a:close/>
                <a:moveTo>
                  <a:pt x="748" y="420"/>
                </a:moveTo>
                <a:cubicBezTo>
                  <a:pt x="747" y="419"/>
                  <a:pt x="747" y="419"/>
                  <a:pt x="748" y="417"/>
                </a:cubicBezTo>
                <a:cubicBezTo>
                  <a:pt x="746" y="416"/>
                  <a:pt x="741" y="416"/>
                  <a:pt x="750" y="415"/>
                </a:cubicBezTo>
                <a:cubicBezTo>
                  <a:pt x="751" y="413"/>
                  <a:pt x="752" y="413"/>
                  <a:pt x="755" y="413"/>
                </a:cubicBezTo>
                <a:cubicBezTo>
                  <a:pt x="755" y="414"/>
                  <a:pt x="752" y="415"/>
                  <a:pt x="751" y="416"/>
                </a:cubicBezTo>
                <a:cubicBezTo>
                  <a:pt x="750" y="419"/>
                  <a:pt x="750" y="419"/>
                  <a:pt x="748" y="420"/>
                </a:cubicBezTo>
                <a:close/>
                <a:moveTo>
                  <a:pt x="741" y="417"/>
                </a:moveTo>
                <a:cubicBezTo>
                  <a:pt x="741" y="416"/>
                  <a:pt x="740" y="416"/>
                  <a:pt x="742" y="416"/>
                </a:cubicBezTo>
                <a:cubicBezTo>
                  <a:pt x="741" y="416"/>
                  <a:pt x="741" y="416"/>
                  <a:pt x="741" y="417"/>
                </a:cubicBezTo>
                <a:close/>
                <a:moveTo>
                  <a:pt x="642" y="414"/>
                </a:moveTo>
                <a:cubicBezTo>
                  <a:pt x="641" y="413"/>
                  <a:pt x="640" y="408"/>
                  <a:pt x="642" y="408"/>
                </a:cubicBezTo>
                <a:cubicBezTo>
                  <a:pt x="642" y="409"/>
                  <a:pt x="642" y="412"/>
                  <a:pt x="642" y="414"/>
                </a:cubicBezTo>
                <a:close/>
                <a:moveTo>
                  <a:pt x="442" y="413"/>
                </a:moveTo>
                <a:cubicBezTo>
                  <a:pt x="440" y="411"/>
                  <a:pt x="443" y="408"/>
                  <a:pt x="442" y="412"/>
                </a:cubicBezTo>
                <a:cubicBezTo>
                  <a:pt x="442" y="412"/>
                  <a:pt x="442" y="412"/>
                  <a:pt x="442" y="413"/>
                </a:cubicBezTo>
                <a:close/>
                <a:moveTo>
                  <a:pt x="501" y="410"/>
                </a:moveTo>
                <a:cubicBezTo>
                  <a:pt x="501" y="410"/>
                  <a:pt x="500" y="409"/>
                  <a:pt x="501" y="409"/>
                </a:cubicBezTo>
                <a:cubicBezTo>
                  <a:pt x="502" y="409"/>
                  <a:pt x="501" y="410"/>
                  <a:pt x="501" y="410"/>
                </a:cubicBezTo>
                <a:close/>
                <a:moveTo>
                  <a:pt x="336" y="410"/>
                </a:moveTo>
                <a:cubicBezTo>
                  <a:pt x="334" y="409"/>
                  <a:pt x="338" y="409"/>
                  <a:pt x="339" y="409"/>
                </a:cubicBezTo>
                <a:cubicBezTo>
                  <a:pt x="338" y="409"/>
                  <a:pt x="337" y="410"/>
                  <a:pt x="336" y="410"/>
                </a:cubicBezTo>
                <a:close/>
                <a:moveTo>
                  <a:pt x="647" y="410"/>
                </a:moveTo>
                <a:cubicBezTo>
                  <a:pt x="647" y="409"/>
                  <a:pt x="647" y="409"/>
                  <a:pt x="647" y="409"/>
                </a:cubicBezTo>
                <a:cubicBezTo>
                  <a:pt x="647" y="409"/>
                  <a:pt x="648" y="409"/>
                  <a:pt x="647" y="410"/>
                </a:cubicBezTo>
                <a:close/>
                <a:moveTo>
                  <a:pt x="448" y="407"/>
                </a:moveTo>
                <a:cubicBezTo>
                  <a:pt x="448" y="405"/>
                  <a:pt x="448" y="405"/>
                  <a:pt x="449" y="404"/>
                </a:cubicBezTo>
                <a:cubicBezTo>
                  <a:pt x="449" y="406"/>
                  <a:pt x="450" y="407"/>
                  <a:pt x="448" y="407"/>
                </a:cubicBezTo>
                <a:close/>
                <a:moveTo>
                  <a:pt x="736" y="404"/>
                </a:moveTo>
                <a:cubicBezTo>
                  <a:pt x="736" y="404"/>
                  <a:pt x="736" y="404"/>
                  <a:pt x="736" y="404"/>
                </a:cubicBezTo>
                <a:cubicBezTo>
                  <a:pt x="737" y="400"/>
                  <a:pt x="739" y="403"/>
                  <a:pt x="736" y="404"/>
                </a:cubicBezTo>
                <a:close/>
                <a:moveTo>
                  <a:pt x="449" y="403"/>
                </a:moveTo>
                <a:cubicBezTo>
                  <a:pt x="449" y="401"/>
                  <a:pt x="448" y="398"/>
                  <a:pt x="450" y="403"/>
                </a:cubicBezTo>
                <a:cubicBezTo>
                  <a:pt x="449" y="403"/>
                  <a:pt x="449" y="403"/>
                  <a:pt x="449" y="403"/>
                </a:cubicBezTo>
                <a:close/>
                <a:moveTo>
                  <a:pt x="677" y="402"/>
                </a:moveTo>
                <a:cubicBezTo>
                  <a:pt x="676" y="401"/>
                  <a:pt x="675" y="394"/>
                  <a:pt x="675" y="392"/>
                </a:cubicBezTo>
                <a:cubicBezTo>
                  <a:pt x="674" y="390"/>
                  <a:pt x="677" y="390"/>
                  <a:pt x="678" y="389"/>
                </a:cubicBezTo>
                <a:cubicBezTo>
                  <a:pt x="677" y="391"/>
                  <a:pt x="677" y="397"/>
                  <a:pt x="679" y="399"/>
                </a:cubicBezTo>
                <a:cubicBezTo>
                  <a:pt x="679" y="402"/>
                  <a:pt x="679" y="401"/>
                  <a:pt x="677" y="402"/>
                </a:cubicBezTo>
                <a:close/>
                <a:moveTo>
                  <a:pt x="520" y="400"/>
                </a:moveTo>
                <a:cubicBezTo>
                  <a:pt x="519" y="399"/>
                  <a:pt x="519" y="397"/>
                  <a:pt x="521" y="398"/>
                </a:cubicBezTo>
                <a:cubicBezTo>
                  <a:pt x="521" y="399"/>
                  <a:pt x="521" y="399"/>
                  <a:pt x="520" y="400"/>
                </a:cubicBezTo>
                <a:close/>
                <a:moveTo>
                  <a:pt x="586" y="400"/>
                </a:moveTo>
                <a:cubicBezTo>
                  <a:pt x="585" y="399"/>
                  <a:pt x="585" y="399"/>
                  <a:pt x="587" y="399"/>
                </a:cubicBezTo>
                <a:cubicBezTo>
                  <a:pt x="587" y="400"/>
                  <a:pt x="587" y="400"/>
                  <a:pt x="586" y="400"/>
                </a:cubicBezTo>
                <a:close/>
                <a:moveTo>
                  <a:pt x="686" y="398"/>
                </a:moveTo>
                <a:cubicBezTo>
                  <a:pt x="685" y="397"/>
                  <a:pt x="685" y="397"/>
                  <a:pt x="686" y="397"/>
                </a:cubicBezTo>
                <a:cubicBezTo>
                  <a:pt x="686" y="398"/>
                  <a:pt x="686" y="398"/>
                  <a:pt x="686" y="398"/>
                </a:cubicBezTo>
                <a:close/>
                <a:moveTo>
                  <a:pt x="667" y="398"/>
                </a:moveTo>
                <a:cubicBezTo>
                  <a:pt x="666" y="397"/>
                  <a:pt x="666" y="397"/>
                  <a:pt x="666" y="396"/>
                </a:cubicBezTo>
                <a:cubicBezTo>
                  <a:pt x="668" y="396"/>
                  <a:pt x="667" y="397"/>
                  <a:pt x="667" y="398"/>
                </a:cubicBezTo>
                <a:close/>
                <a:moveTo>
                  <a:pt x="582" y="397"/>
                </a:moveTo>
                <a:cubicBezTo>
                  <a:pt x="582" y="396"/>
                  <a:pt x="582" y="395"/>
                  <a:pt x="582" y="394"/>
                </a:cubicBezTo>
                <a:cubicBezTo>
                  <a:pt x="583" y="393"/>
                  <a:pt x="584" y="397"/>
                  <a:pt x="582" y="397"/>
                </a:cubicBezTo>
                <a:close/>
                <a:moveTo>
                  <a:pt x="735" y="396"/>
                </a:moveTo>
                <a:cubicBezTo>
                  <a:pt x="734" y="396"/>
                  <a:pt x="734" y="395"/>
                  <a:pt x="733" y="394"/>
                </a:cubicBezTo>
                <a:cubicBezTo>
                  <a:pt x="734" y="391"/>
                  <a:pt x="739" y="395"/>
                  <a:pt x="735" y="396"/>
                </a:cubicBezTo>
                <a:close/>
                <a:moveTo>
                  <a:pt x="523" y="396"/>
                </a:moveTo>
                <a:cubicBezTo>
                  <a:pt x="520" y="395"/>
                  <a:pt x="523" y="392"/>
                  <a:pt x="523" y="396"/>
                </a:cubicBezTo>
                <a:cubicBezTo>
                  <a:pt x="523" y="396"/>
                  <a:pt x="523" y="396"/>
                  <a:pt x="523" y="396"/>
                </a:cubicBezTo>
                <a:close/>
                <a:moveTo>
                  <a:pt x="683" y="396"/>
                </a:moveTo>
                <a:cubicBezTo>
                  <a:pt x="682" y="394"/>
                  <a:pt x="684" y="394"/>
                  <a:pt x="684" y="396"/>
                </a:cubicBezTo>
                <a:cubicBezTo>
                  <a:pt x="684" y="396"/>
                  <a:pt x="683" y="396"/>
                  <a:pt x="683" y="396"/>
                </a:cubicBezTo>
                <a:close/>
                <a:moveTo>
                  <a:pt x="726" y="396"/>
                </a:moveTo>
                <a:cubicBezTo>
                  <a:pt x="722" y="395"/>
                  <a:pt x="718" y="393"/>
                  <a:pt x="715" y="393"/>
                </a:cubicBezTo>
                <a:cubicBezTo>
                  <a:pt x="712" y="388"/>
                  <a:pt x="720" y="389"/>
                  <a:pt x="720" y="393"/>
                </a:cubicBezTo>
                <a:cubicBezTo>
                  <a:pt x="721" y="393"/>
                  <a:pt x="723" y="393"/>
                  <a:pt x="724" y="392"/>
                </a:cubicBezTo>
                <a:cubicBezTo>
                  <a:pt x="731" y="392"/>
                  <a:pt x="730" y="394"/>
                  <a:pt x="726" y="396"/>
                </a:cubicBezTo>
                <a:close/>
                <a:moveTo>
                  <a:pt x="705" y="396"/>
                </a:moveTo>
                <a:cubicBezTo>
                  <a:pt x="705" y="395"/>
                  <a:pt x="705" y="394"/>
                  <a:pt x="705" y="394"/>
                </a:cubicBezTo>
                <a:cubicBezTo>
                  <a:pt x="707" y="393"/>
                  <a:pt x="706" y="395"/>
                  <a:pt x="705" y="396"/>
                </a:cubicBezTo>
                <a:close/>
                <a:moveTo>
                  <a:pt x="701" y="395"/>
                </a:moveTo>
                <a:cubicBezTo>
                  <a:pt x="701" y="394"/>
                  <a:pt x="700" y="394"/>
                  <a:pt x="702" y="394"/>
                </a:cubicBezTo>
                <a:cubicBezTo>
                  <a:pt x="701" y="394"/>
                  <a:pt x="701" y="395"/>
                  <a:pt x="701" y="395"/>
                </a:cubicBezTo>
                <a:close/>
                <a:moveTo>
                  <a:pt x="738" y="395"/>
                </a:moveTo>
                <a:cubicBezTo>
                  <a:pt x="736" y="393"/>
                  <a:pt x="740" y="393"/>
                  <a:pt x="741" y="394"/>
                </a:cubicBezTo>
                <a:cubicBezTo>
                  <a:pt x="740" y="394"/>
                  <a:pt x="739" y="395"/>
                  <a:pt x="738" y="395"/>
                </a:cubicBezTo>
                <a:close/>
                <a:moveTo>
                  <a:pt x="749" y="393"/>
                </a:moveTo>
                <a:cubicBezTo>
                  <a:pt x="748" y="389"/>
                  <a:pt x="755" y="387"/>
                  <a:pt x="755" y="390"/>
                </a:cubicBezTo>
                <a:cubicBezTo>
                  <a:pt x="753" y="390"/>
                  <a:pt x="751" y="392"/>
                  <a:pt x="749" y="393"/>
                </a:cubicBezTo>
                <a:close/>
                <a:moveTo>
                  <a:pt x="508" y="390"/>
                </a:moveTo>
                <a:cubicBezTo>
                  <a:pt x="508" y="390"/>
                  <a:pt x="508" y="389"/>
                  <a:pt x="508" y="389"/>
                </a:cubicBezTo>
                <a:cubicBezTo>
                  <a:pt x="509" y="388"/>
                  <a:pt x="508" y="390"/>
                  <a:pt x="508" y="390"/>
                </a:cubicBezTo>
                <a:close/>
                <a:moveTo>
                  <a:pt x="563" y="1096"/>
                </a:moveTo>
                <a:cubicBezTo>
                  <a:pt x="561" y="1092"/>
                  <a:pt x="558" y="1095"/>
                  <a:pt x="558" y="1089"/>
                </a:cubicBezTo>
                <a:cubicBezTo>
                  <a:pt x="555" y="1087"/>
                  <a:pt x="562" y="1085"/>
                  <a:pt x="559" y="1080"/>
                </a:cubicBezTo>
                <a:cubicBezTo>
                  <a:pt x="558" y="1075"/>
                  <a:pt x="555" y="1072"/>
                  <a:pt x="550" y="1075"/>
                </a:cubicBezTo>
                <a:cubicBezTo>
                  <a:pt x="549" y="1086"/>
                  <a:pt x="535" y="1088"/>
                  <a:pt x="535" y="1078"/>
                </a:cubicBezTo>
                <a:cubicBezTo>
                  <a:pt x="532" y="1075"/>
                  <a:pt x="521" y="1078"/>
                  <a:pt x="528" y="1069"/>
                </a:cubicBezTo>
                <a:cubicBezTo>
                  <a:pt x="527" y="1067"/>
                  <a:pt x="523" y="1068"/>
                  <a:pt x="526" y="1066"/>
                </a:cubicBezTo>
                <a:cubicBezTo>
                  <a:pt x="526" y="1057"/>
                  <a:pt x="519" y="1046"/>
                  <a:pt x="514" y="1038"/>
                </a:cubicBezTo>
                <a:cubicBezTo>
                  <a:pt x="515" y="1035"/>
                  <a:pt x="513" y="1034"/>
                  <a:pt x="518" y="1033"/>
                </a:cubicBezTo>
                <a:cubicBezTo>
                  <a:pt x="520" y="1030"/>
                  <a:pt x="519" y="1021"/>
                  <a:pt x="519" y="1016"/>
                </a:cubicBezTo>
                <a:cubicBezTo>
                  <a:pt x="506" y="1012"/>
                  <a:pt x="515" y="994"/>
                  <a:pt x="514" y="984"/>
                </a:cubicBezTo>
                <a:cubicBezTo>
                  <a:pt x="515" y="983"/>
                  <a:pt x="519" y="959"/>
                  <a:pt x="524" y="961"/>
                </a:cubicBezTo>
                <a:cubicBezTo>
                  <a:pt x="524" y="967"/>
                  <a:pt x="517" y="973"/>
                  <a:pt x="517" y="979"/>
                </a:cubicBezTo>
                <a:cubicBezTo>
                  <a:pt x="522" y="979"/>
                  <a:pt x="527" y="961"/>
                  <a:pt x="527" y="957"/>
                </a:cubicBezTo>
                <a:cubicBezTo>
                  <a:pt x="534" y="950"/>
                  <a:pt x="524" y="956"/>
                  <a:pt x="529" y="950"/>
                </a:cubicBezTo>
                <a:cubicBezTo>
                  <a:pt x="532" y="938"/>
                  <a:pt x="526" y="923"/>
                  <a:pt x="525" y="911"/>
                </a:cubicBezTo>
                <a:cubicBezTo>
                  <a:pt x="511" y="899"/>
                  <a:pt x="518" y="883"/>
                  <a:pt x="507" y="873"/>
                </a:cubicBezTo>
                <a:cubicBezTo>
                  <a:pt x="507" y="865"/>
                  <a:pt x="504" y="863"/>
                  <a:pt x="512" y="863"/>
                </a:cubicBezTo>
                <a:cubicBezTo>
                  <a:pt x="517" y="859"/>
                  <a:pt x="523" y="870"/>
                  <a:pt x="524" y="857"/>
                </a:cubicBezTo>
                <a:cubicBezTo>
                  <a:pt x="532" y="855"/>
                  <a:pt x="529" y="859"/>
                  <a:pt x="529" y="853"/>
                </a:cubicBezTo>
                <a:cubicBezTo>
                  <a:pt x="529" y="845"/>
                  <a:pt x="529" y="839"/>
                  <a:pt x="530" y="831"/>
                </a:cubicBezTo>
                <a:cubicBezTo>
                  <a:pt x="532" y="829"/>
                  <a:pt x="527" y="799"/>
                  <a:pt x="525" y="804"/>
                </a:cubicBezTo>
                <a:cubicBezTo>
                  <a:pt x="519" y="804"/>
                  <a:pt x="520" y="779"/>
                  <a:pt x="514" y="777"/>
                </a:cubicBezTo>
                <a:cubicBezTo>
                  <a:pt x="514" y="773"/>
                  <a:pt x="511" y="770"/>
                  <a:pt x="509" y="768"/>
                </a:cubicBezTo>
                <a:cubicBezTo>
                  <a:pt x="508" y="762"/>
                  <a:pt x="505" y="750"/>
                  <a:pt x="503" y="745"/>
                </a:cubicBezTo>
                <a:cubicBezTo>
                  <a:pt x="497" y="742"/>
                  <a:pt x="512" y="830"/>
                  <a:pt x="514" y="839"/>
                </a:cubicBezTo>
                <a:cubicBezTo>
                  <a:pt x="514" y="851"/>
                  <a:pt x="514" y="851"/>
                  <a:pt x="514" y="851"/>
                </a:cubicBezTo>
                <a:cubicBezTo>
                  <a:pt x="523" y="869"/>
                  <a:pt x="493" y="844"/>
                  <a:pt x="508" y="844"/>
                </a:cubicBezTo>
                <a:cubicBezTo>
                  <a:pt x="509" y="843"/>
                  <a:pt x="506" y="818"/>
                  <a:pt x="505" y="817"/>
                </a:cubicBezTo>
                <a:cubicBezTo>
                  <a:pt x="496" y="820"/>
                  <a:pt x="505" y="790"/>
                  <a:pt x="498" y="786"/>
                </a:cubicBezTo>
                <a:cubicBezTo>
                  <a:pt x="496" y="778"/>
                  <a:pt x="486" y="745"/>
                  <a:pt x="493" y="738"/>
                </a:cubicBezTo>
                <a:cubicBezTo>
                  <a:pt x="491" y="731"/>
                  <a:pt x="488" y="725"/>
                  <a:pt x="486" y="718"/>
                </a:cubicBezTo>
                <a:cubicBezTo>
                  <a:pt x="478" y="712"/>
                  <a:pt x="487" y="699"/>
                  <a:pt x="473" y="699"/>
                </a:cubicBezTo>
                <a:cubicBezTo>
                  <a:pt x="469" y="703"/>
                  <a:pt x="467" y="693"/>
                  <a:pt x="467" y="693"/>
                </a:cubicBezTo>
                <a:cubicBezTo>
                  <a:pt x="461" y="693"/>
                  <a:pt x="417" y="696"/>
                  <a:pt x="428" y="692"/>
                </a:cubicBezTo>
                <a:cubicBezTo>
                  <a:pt x="428" y="691"/>
                  <a:pt x="378" y="693"/>
                  <a:pt x="375" y="693"/>
                </a:cubicBezTo>
                <a:cubicBezTo>
                  <a:pt x="373" y="695"/>
                  <a:pt x="329" y="683"/>
                  <a:pt x="326" y="679"/>
                </a:cubicBezTo>
                <a:cubicBezTo>
                  <a:pt x="317" y="677"/>
                  <a:pt x="298" y="666"/>
                  <a:pt x="293" y="660"/>
                </a:cubicBezTo>
                <a:cubicBezTo>
                  <a:pt x="284" y="658"/>
                  <a:pt x="263" y="632"/>
                  <a:pt x="261" y="632"/>
                </a:cubicBezTo>
                <a:cubicBezTo>
                  <a:pt x="255" y="626"/>
                  <a:pt x="247" y="612"/>
                  <a:pt x="248" y="605"/>
                </a:cubicBezTo>
                <a:cubicBezTo>
                  <a:pt x="246" y="604"/>
                  <a:pt x="239" y="567"/>
                  <a:pt x="239" y="562"/>
                </a:cubicBezTo>
                <a:cubicBezTo>
                  <a:pt x="241" y="560"/>
                  <a:pt x="235" y="547"/>
                  <a:pt x="244" y="550"/>
                </a:cubicBezTo>
                <a:cubicBezTo>
                  <a:pt x="245" y="558"/>
                  <a:pt x="247" y="552"/>
                  <a:pt x="249" y="552"/>
                </a:cubicBezTo>
                <a:cubicBezTo>
                  <a:pt x="250" y="559"/>
                  <a:pt x="256" y="566"/>
                  <a:pt x="257" y="575"/>
                </a:cubicBezTo>
                <a:cubicBezTo>
                  <a:pt x="263" y="581"/>
                  <a:pt x="266" y="590"/>
                  <a:pt x="268" y="598"/>
                </a:cubicBezTo>
                <a:cubicBezTo>
                  <a:pt x="271" y="599"/>
                  <a:pt x="271" y="599"/>
                  <a:pt x="272" y="602"/>
                </a:cubicBezTo>
                <a:cubicBezTo>
                  <a:pt x="274" y="602"/>
                  <a:pt x="279" y="624"/>
                  <a:pt x="287" y="627"/>
                </a:cubicBezTo>
                <a:cubicBezTo>
                  <a:pt x="290" y="632"/>
                  <a:pt x="312" y="650"/>
                  <a:pt x="318" y="651"/>
                </a:cubicBezTo>
                <a:cubicBezTo>
                  <a:pt x="321" y="656"/>
                  <a:pt x="343" y="658"/>
                  <a:pt x="343" y="663"/>
                </a:cubicBezTo>
                <a:cubicBezTo>
                  <a:pt x="344" y="664"/>
                  <a:pt x="366" y="663"/>
                  <a:pt x="371" y="667"/>
                </a:cubicBezTo>
                <a:cubicBezTo>
                  <a:pt x="374" y="667"/>
                  <a:pt x="401" y="670"/>
                  <a:pt x="401" y="673"/>
                </a:cubicBezTo>
                <a:cubicBezTo>
                  <a:pt x="394" y="675"/>
                  <a:pt x="407" y="676"/>
                  <a:pt x="409" y="676"/>
                </a:cubicBezTo>
                <a:cubicBezTo>
                  <a:pt x="413" y="672"/>
                  <a:pt x="428" y="680"/>
                  <a:pt x="430" y="669"/>
                </a:cubicBezTo>
                <a:cubicBezTo>
                  <a:pt x="432" y="668"/>
                  <a:pt x="440" y="674"/>
                  <a:pt x="441" y="666"/>
                </a:cubicBezTo>
                <a:cubicBezTo>
                  <a:pt x="435" y="663"/>
                  <a:pt x="434" y="666"/>
                  <a:pt x="433" y="659"/>
                </a:cubicBezTo>
                <a:cubicBezTo>
                  <a:pt x="443" y="655"/>
                  <a:pt x="422" y="655"/>
                  <a:pt x="437" y="653"/>
                </a:cubicBezTo>
                <a:cubicBezTo>
                  <a:pt x="445" y="669"/>
                  <a:pt x="438" y="650"/>
                  <a:pt x="442" y="650"/>
                </a:cubicBezTo>
                <a:cubicBezTo>
                  <a:pt x="443" y="654"/>
                  <a:pt x="447" y="650"/>
                  <a:pt x="444" y="650"/>
                </a:cubicBezTo>
                <a:cubicBezTo>
                  <a:pt x="441" y="646"/>
                  <a:pt x="452" y="654"/>
                  <a:pt x="453" y="654"/>
                </a:cubicBezTo>
                <a:cubicBezTo>
                  <a:pt x="454" y="657"/>
                  <a:pt x="456" y="656"/>
                  <a:pt x="453" y="657"/>
                </a:cubicBezTo>
                <a:cubicBezTo>
                  <a:pt x="453" y="663"/>
                  <a:pt x="450" y="661"/>
                  <a:pt x="451" y="655"/>
                </a:cubicBezTo>
                <a:cubicBezTo>
                  <a:pt x="448" y="654"/>
                  <a:pt x="447" y="663"/>
                  <a:pt x="448" y="665"/>
                </a:cubicBezTo>
                <a:cubicBezTo>
                  <a:pt x="458" y="665"/>
                  <a:pt x="452" y="658"/>
                  <a:pt x="457" y="658"/>
                </a:cubicBezTo>
                <a:cubicBezTo>
                  <a:pt x="468" y="664"/>
                  <a:pt x="466" y="652"/>
                  <a:pt x="466" y="643"/>
                </a:cubicBezTo>
                <a:cubicBezTo>
                  <a:pt x="459" y="639"/>
                  <a:pt x="467" y="653"/>
                  <a:pt x="458" y="647"/>
                </a:cubicBezTo>
                <a:cubicBezTo>
                  <a:pt x="460" y="645"/>
                  <a:pt x="463" y="646"/>
                  <a:pt x="460" y="642"/>
                </a:cubicBezTo>
                <a:cubicBezTo>
                  <a:pt x="450" y="645"/>
                  <a:pt x="460" y="627"/>
                  <a:pt x="451" y="630"/>
                </a:cubicBezTo>
                <a:cubicBezTo>
                  <a:pt x="450" y="628"/>
                  <a:pt x="450" y="627"/>
                  <a:pt x="453" y="627"/>
                </a:cubicBezTo>
                <a:cubicBezTo>
                  <a:pt x="454" y="629"/>
                  <a:pt x="455" y="623"/>
                  <a:pt x="457" y="620"/>
                </a:cubicBezTo>
                <a:cubicBezTo>
                  <a:pt x="458" y="615"/>
                  <a:pt x="455" y="614"/>
                  <a:pt x="455" y="609"/>
                </a:cubicBezTo>
                <a:cubicBezTo>
                  <a:pt x="458" y="605"/>
                  <a:pt x="462" y="613"/>
                  <a:pt x="467" y="611"/>
                </a:cubicBezTo>
                <a:cubicBezTo>
                  <a:pt x="470" y="604"/>
                  <a:pt x="460" y="608"/>
                  <a:pt x="460" y="602"/>
                </a:cubicBezTo>
                <a:cubicBezTo>
                  <a:pt x="458" y="602"/>
                  <a:pt x="452" y="607"/>
                  <a:pt x="453" y="610"/>
                </a:cubicBezTo>
                <a:cubicBezTo>
                  <a:pt x="452" y="611"/>
                  <a:pt x="444" y="604"/>
                  <a:pt x="449" y="614"/>
                </a:cubicBezTo>
                <a:cubicBezTo>
                  <a:pt x="453" y="616"/>
                  <a:pt x="435" y="612"/>
                  <a:pt x="442" y="608"/>
                </a:cubicBezTo>
                <a:cubicBezTo>
                  <a:pt x="440" y="602"/>
                  <a:pt x="444" y="607"/>
                  <a:pt x="445" y="602"/>
                </a:cubicBezTo>
                <a:cubicBezTo>
                  <a:pt x="444" y="599"/>
                  <a:pt x="445" y="601"/>
                  <a:pt x="443" y="602"/>
                </a:cubicBezTo>
                <a:cubicBezTo>
                  <a:pt x="436" y="602"/>
                  <a:pt x="447" y="581"/>
                  <a:pt x="438" y="586"/>
                </a:cubicBezTo>
                <a:cubicBezTo>
                  <a:pt x="438" y="598"/>
                  <a:pt x="431" y="581"/>
                  <a:pt x="438" y="584"/>
                </a:cubicBezTo>
                <a:cubicBezTo>
                  <a:pt x="438" y="582"/>
                  <a:pt x="440" y="582"/>
                  <a:pt x="441" y="582"/>
                </a:cubicBezTo>
                <a:cubicBezTo>
                  <a:pt x="441" y="579"/>
                  <a:pt x="440" y="553"/>
                  <a:pt x="438" y="562"/>
                </a:cubicBezTo>
                <a:cubicBezTo>
                  <a:pt x="431" y="559"/>
                  <a:pt x="438" y="555"/>
                  <a:pt x="440" y="553"/>
                </a:cubicBezTo>
                <a:cubicBezTo>
                  <a:pt x="438" y="550"/>
                  <a:pt x="439" y="546"/>
                  <a:pt x="440" y="543"/>
                </a:cubicBezTo>
                <a:cubicBezTo>
                  <a:pt x="447" y="556"/>
                  <a:pt x="446" y="536"/>
                  <a:pt x="446" y="536"/>
                </a:cubicBezTo>
                <a:cubicBezTo>
                  <a:pt x="446" y="528"/>
                  <a:pt x="438" y="518"/>
                  <a:pt x="444" y="508"/>
                </a:cubicBezTo>
                <a:cubicBezTo>
                  <a:pt x="444" y="502"/>
                  <a:pt x="441" y="497"/>
                  <a:pt x="438" y="505"/>
                </a:cubicBezTo>
                <a:cubicBezTo>
                  <a:pt x="432" y="505"/>
                  <a:pt x="436" y="506"/>
                  <a:pt x="435" y="509"/>
                </a:cubicBezTo>
                <a:cubicBezTo>
                  <a:pt x="434" y="507"/>
                  <a:pt x="432" y="498"/>
                  <a:pt x="432" y="505"/>
                </a:cubicBezTo>
                <a:cubicBezTo>
                  <a:pt x="425" y="505"/>
                  <a:pt x="429" y="521"/>
                  <a:pt x="423" y="517"/>
                </a:cubicBezTo>
                <a:cubicBezTo>
                  <a:pt x="423" y="509"/>
                  <a:pt x="425" y="512"/>
                  <a:pt x="426" y="508"/>
                </a:cubicBezTo>
                <a:cubicBezTo>
                  <a:pt x="423" y="508"/>
                  <a:pt x="423" y="508"/>
                  <a:pt x="423" y="505"/>
                </a:cubicBezTo>
                <a:cubicBezTo>
                  <a:pt x="428" y="505"/>
                  <a:pt x="418" y="489"/>
                  <a:pt x="418" y="496"/>
                </a:cubicBezTo>
                <a:cubicBezTo>
                  <a:pt x="413" y="498"/>
                  <a:pt x="414" y="490"/>
                  <a:pt x="414" y="495"/>
                </a:cubicBezTo>
                <a:cubicBezTo>
                  <a:pt x="405" y="496"/>
                  <a:pt x="411" y="487"/>
                  <a:pt x="411" y="482"/>
                </a:cubicBezTo>
                <a:cubicBezTo>
                  <a:pt x="406" y="477"/>
                  <a:pt x="415" y="479"/>
                  <a:pt x="417" y="481"/>
                </a:cubicBezTo>
                <a:cubicBezTo>
                  <a:pt x="417" y="492"/>
                  <a:pt x="418" y="485"/>
                  <a:pt x="421" y="485"/>
                </a:cubicBezTo>
                <a:cubicBezTo>
                  <a:pt x="426" y="473"/>
                  <a:pt x="419" y="481"/>
                  <a:pt x="414" y="472"/>
                </a:cubicBezTo>
                <a:cubicBezTo>
                  <a:pt x="413" y="476"/>
                  <a:pt x="408" y="472"/>
                  <a:pt x="413" y="471"/>
                </a:cubicBezTo>
                <a:cubicBezTo>
                  <a:pt x="413" y="468"/>
                  <a:pt x="407" y="455"/>
                  <a:pt x="413" y="455"/>
                </a:cubicBezTo>
                <a:cubicBezTo>
                  <a:pt x="412" y="449"/>
                  <a:pt x="403" y="451"/>
                  <a:pt x="408" y="454"/>
                </a:cubicBezTo>
                <a:cubicBezTo>
                  <a:pt x="409" y="465"/>
                  <a:pt x="409" y="466"/>
                  <a:pt x="406" y="474"/>
                </a:cubicBezTo>
                <a:cubicBezTo>
                  <a:pt x="403" y="468"/>
                  <a:pt x="401" y="474"/>
                  <a:pt x="401" y="470"/>
                </a:cubicBezTo>
                <a:cubicBezTo>
                  <a:pt x="405" y="465"/>
                  <a:pt x="397" y="468"/>
                  <a:pt x="402" y="462"/>
                </a:cubicBezTo>
                <a:cubicBezTo>
                  <a:pt x="400" y="451"/>
                  <a:pt x="401" y="443"/>
                  <a:pt x="405" y="434"/>
                </a:cubicBezTo>
                <a:cubicBezTo>
                  <a:pt x="406" y="432"/>
                  <a:pt x="407" y="431"/>
                  <a:pt x="405" y="429"/>
                </a:cubicBezTo>
                <a:cubicBezTo>
                  <a:pt x="405" y="421"/>
                  <a:pt x="418" y="437"/>
                  <a:pt x="420" y="439"/>
                </a:cubicBezTo>
                <a:cubicBezTo>
                  <a:pt x="426" y="433"/>
                  <a:pt x="423" y="418"/>
                  <a:pt x="430" y="416"/>
                </a:cubicBezTo>
                <a:cubicBezTo>
                  <a:pt x="430" y="413"/>
                  <a:pt x="434" y="414"/>
                  <a:pt x="434" y="412"/>
                </a:cubicBezTo>
                <a:cubicBezTo>
                  <a:pt x="426" y="406"/>
                  <a:pt x="416" y="415"/>
                  <a:pt x="408" y="416"/>
                </a:cubicBezTo>
                <a:cubicBezTo>
                  <a:pt x="399" y="417"/>
                  <a:pt x="394" y="419"/>
                  <a:pt x="386" y="420"/>
                </a:cubicBezTo>
                <a:cubicBezTo>
                  <a:pt x="381" y="422"/>
                  <a:pt x="361" y="422"/>
                  <a:pt x="356" y="417"/>
                </a:cubicBezTo>
                <a:cubicBezTo>
                  <a:pt x="352" y="417"/>
                  <a:pt x="341" y="417"/>
                  <a:pt x="341" y="413"/>
                </a:cubicBezTo>
                <a:cubicBezTo>
                  <a:pt x="344" y="412"/>
                  <a:pt x="349" y="413"/>
                  <a:pt x="350" y="410"/>
                </a:cubicBezTo>
                <a:cubicBezTo>
                  <a:pt x="327" y="409"/>
                  <a:pt x="351" y="409"/>
                  <a:pt x="351" y="406"/>
                </a:cubicBezTo>
                <a:cubicBezTo>
                  <a:pt x="358" y="400"/>
                  <a:pt x="387" y="409"/>
                  <a:pt x="400" y="400"/>
                </a:cubicBezTo>
                <a:cubicBezTo>
                  <a:pt x="415" y="398"/>
                  <a:pt x="429" y="390"/>
                  <a:pt x="445" y="388"/>
                </a:cubicBezTo>
                <a:cubicBezTo>
                  <a:pt x="454" y="380"/>
                  <a:pt x="456" y="387"/>
                  <a:pt x="448" y="394"/>
                </a:cubicBezTo>
                <a:cubicBezTo>
                  <a:pt x="447" y="410"/>
                  <a:pt x="456" y="388"/>
                  <a:pt x="457" y="385"/>
                </a:cubicBezTo>
                <a:cubicBezTo>
                  <a:pt x="460" y="385"/>
                  <a:pt x="458" y="370"/>
                  <a:pt x="462" y="376"/>
                </a:cubicBezTo>
                <a:cubicBezTo>
                  <a:pt x="467" y="379"/>
                  <a:pt x="478" y="355"/>
                  <a:pt x="480" y="351"/>
                </a:cubicBezTo>
                <a:cubicBezTo>
                  <a:pt x="486" y="348"/>
                  <a:pt x="486" y="342"/>
                  <a:pt x="488" y="350"/>
                </a:cubicBezTo>
                <a:cubicBezTo>
                  <a:pt x="496" y="350"/>
                  <a:pt x="494" y="332"/>
                  <a:pt x="494" y="331"/>
                </a:cubicBezTo>
                <a:cubicBezTo>
                  <a:pt x="498" y="333"/>
                  <a:pt x="494" y="328"/>
                  <a:pt x="493" y="326"/>
                </a:cubicBezTo>
                <a:cubicBezTo>
                  <a:pt x="498" y="324"/>
                  <a:pt x="491" y="321"/>
                  <a:pt x="491" y="321"/>
                </a:cubicBezTo>
                <a:cubicBezTo>
                  <a:pt x="496" y="315"/>
                  <a:pt x="490" y="319"/>
                  <a:pt x="491" y="314"/>
                </a:cubicBezTo>
                <a:cubicBezTo>
                  <a:pt x="492" y="313"/>
                  <a:pt x="491" y="298"/>
                  <a:pt x="491" y="296"/>
                </a:cubicBezTo>
                <a:cubicBezTo>
                  <a:pt x="491" y="296"/>
                  <a:pt x="496" y="277"/>
                  <a:pt x="497" y="275"/>
                </a:cubicBezTo>
                <a:cubicBezTo>
                  <a:pt x="508" y="274"/>
                  <a:pt x="493" y="270"/>
                  <a:pt x="507" y="270"/>
                </a:cubicBezTo>
                <a:cubicBezTo>
                  <a:pt x="512" y="260"/>
                  <a:pt x="513" y="271"/>
                  <a:pt x="519" y="261"/>
                </a:cubicBezTo>
                <a:cubicBezTo>
                  <a:pt x="525" y="261"/>
                  <a:pt x="515" y="299"/>
                  <a:pt x="526" y="288"/>
                </a:cubicBezTo>
                <a:cubicBezTo>
                  <a:pt x="527" y="288"/>
                  <a:pt x="530" y="286"/>
                  <a:pt x="530" y="286"/>
                </a:cubicBezTo>
                <a:cubicBezTo>
                  <a:pt x="532" y="296"/>
                  <a:pt x="538" y="310"/>
                  <a:pt x="546" y="319"/>
                </a:cubicBezTo>
                <a:cubicBezTo>
                  <a:pt x="546" y="326"/>
                  <a:pt x="552" y="340"/>
                  <a:pt x="551" y="323"/>
                </a:cubicBezTo>
                <a:cubicBezTo>
                  <a:pt x="548" y="320"/>
                  <a:pt x="544" y="306"/>
                  <a:pt x="544" y="301"/>
                </a:cubicBezTo>
                <a:cubicBezTo>
                  <a:pt x="545" y="301"/>
                  <a:pt x="546" y="300"/>
                  <a:pt x="545" y="299"/>
                </a:cubicBezTo>
                <a:cubicBezTo>
                  <a:pt x="540" y="300"/>
                  <a:pt x="539" y="281"/>
                  <a:pt x="532" y="277"/>
                </a:cubicBezTo>
                <a:cubicBezTo>
                  <a:pt x="532" y="272"/>
                  <a:pt x="520" y="247"/>
                  <a:pt x="516" y="246"/>
                </a:cubicBezTo>
                <a:cubicBezTo>
                  <a:pt x="514" y="238"/>
                  <a:pt x="498" y="227"/>
                  <a:pt x="503" y="222"/>
                </a:cubicBezTo>
                <a:cubicBezTo>
                  <a:pt x="503" y="220"/>
                  <a:pt x="502" y="219"/>
                  <a:pt x="502" y="216"/>
                </a:cubicBezTo>
                <a:cubicBezTo>
                  <a:pt x="498" y="212"/>
                  <a:pt x="478" y="240"/>
                  <a:pt x="474" y="225"/>
                </a:cubicBezTo>
                <a:cubicBezTo>
                  <a:pt x="459" y="225"/>
                  <a:pt x="458" y="225"/>
                  <a:pt x="455" y="225"/>
                </a:cubicBezTo>
                <a:cubicBezTo>
                  <a:pt x="446" y="211"/>
                  <a:pt x="428" y="235"/>
                  <a:pt x="418" y="236"/>
                </a:cubicBezTo>
                <a:cubicBezTo>
                  <a:pt x="414" y="240"/>
                  <a:pt x="402" y="248"/>
                  <a:pt x="406" y="254"/>
                </a:cubicBezTo>
                <a:cubicBezTo>
                  <a:pt x="406" y="270"/>
                  <a:pt x="383" y="278"/>
                  <a:pt x="370" y="280"/>
                </a:cubicBezTo>
                <a:cubicBezTo>
                  <a:pt x="369" y="277"/>
                  <a:pt x="362" y="266"/>
                  <a:pt x="364" y="271"/>
                </a:cubicBezTo>
                <a:cubicBezTo>
                  <a:pt x="352" y="271"/>
                  <a:pt x="368" y="254"/>
                  <a:pt x="377" y="261"/>
                </a:cubicBezTo>
                <a:cubicBezTo>
                  <a:pt x="379" y="261"/>
                  <a:pt x="380" y="261"/>
                  <a:pt x="378" y="259"/>
                </a:cubicBezTo>
                <a:cubicBezTo>
                  <a:pt x="376" y="249"/>
                  <a:pt x="396" y="251"/>
                  <a:pt x="385" y="238"/>
                </a:cubicBezTo>
                <a:cubicBezTo>
                  <a:pt x="381" y="238"/>
                  <a:pt x="370" y="244"/>
                  <a:pt x="369" y="248"/>
                </a:cubicBezTo>
                <a:cubicBezTo>
                  <a:pt x="363" y="251"/>
                  <a:pt x="350" y="261"/>
                  <a:pt x="344" y="257"/>
                </a:cubicBezTo>
                <a:cubicBezTo>
                  <a:pt x="332" y="255"/>
                  <a:pt x="331" y="258"/>
                  <a:pt x="331" y="244"/>
                </a:cubicBezTo>
                <a:cubicBezTo>
                  <a:pt x="335" y="237"/>
                  <a:pt x="320" y="225"/>
                  <a:pt x="329" y="214"/>
                </a:cubicBezTo>
                <a:cubicBezTo>
                  <a:pt x="330" y="207"/>
                  <a:pt x="334" y="199"/>
                  <a:pt x="335" y="192"/>
                </a:cubicBezTo>
                <a:cubicBezTo>
                  <a:pt x="344" y="187"/>
                  <a:pt x="361" y="172"/>
                  <a:pt x="366" y="163"/>
                </a:cubicBezTo>
                <a:cubicBezTo>
                  <a:pt x="367" y="163"/>
                  <a:pt x="379" y="139"/>
                  <a:pt x="378" y="151"/>
                </a:cubicBezTo>
                <a:cubicBezTo>
                  <a:pt x="374" y="154"/>
                  <a:pt x="367" y="164"/>
                  <a:pt x="367" y="168"/>
                </a:cubicBezTo>
                <a:cubicBezTo>
                  <a:pt x="362" y="170"/>
                  <a:pt x="351" y="189"/>
                  <a:pt x="348" y="194"/>
                </a:cubicBezTo>
                <a:cubicBezTo>
                  <a:pt x="339" y="196"/>
                  <a:pt x="345" y="204"/>
                  <a:pt x="338" y="204"/>
                </a:cubicBezTo>
                <a:cubicBezTo>
                  <a:pt x="335" y="200"/>
                  <a:pt x="338" y="190"/>
                  <a:pt x="334" y="204"/>
                </a:cubicBezTo>
                <a:cubicBezTo>
                  <a:pt x="340" y="210"/>
                  <a:pt x="334" y="208"/>
                  <a:pt x="332" y="216"/>
                </a:cubicBezTo>
                <a:cubicBezTo>
                  <a:pt x="332" y="220"/>
                  <a:pt x="333" y="250"/>
                  <a:pt x="340" y="250"/>
                </a:cubicBezTo>
                <a:cubicBezTo>
                  <a:pt x="340" y="242"/>
                  <a:pt x="339" y="235"/>
                  <a:pt x="339" y="227"/>
                </a:cubicBezTo>
                <a:cubicBezTo>
                  <a:pt x="348" y="219"/>
                  <a:pt x="337" y="207"/>
                  <a:pt x="351" y="202"/>
                </a:cubicBezTo>
                <a:cubicBezTo>
                  <a:pt x="353" y="198"/>
                  <a:pt x="356" y="198"/>
                  <a:pt x="359" y="201"/>
                </a:cubicBezTo>
                <a:cubicBezTo>
                  <a:pt x="374" y="207"/>
                  <a:pt x="369" y="224"/>
                  <a:pt x="366" y="235"/>
                </a:cubicBezTo>
                <a:cubicBezTo>
                  <a:pt x="361" y="242"/>
                  <a:pt x="368" y="238"/>
                  <a:pt x="371" y="231"/>
                </a:cubicBezTo>
                <a:cubicBezTo>
                  <a:pt x="371" y="228"/>
                  <a:pt x="371" y="227"/>
                  <a:pt x="373" y="225"/>
                </a:cubicBezTo>
                <a:cubicBezTo>
                  <a:pt x="373" y="216"/>
                  <a:pt x="374" y="206"/>
                  <a:pt x="368" y="200"/>
                </a:cubicBezTo>
                <a:cubicBezTo>
                  <a:pt x="368" y="179"/>
                  <a:pt x="377" y="196"/>
                  <a:pt x="380" y="197"/>
                </a:cubicBezTo>
                <a:cubicBezTo>
                  <a:pt x="386" y="193"/>
                  <a:pt x="384" y="222"/>
                  <a:pt x="387" y="223"/>
                </a:cubicBezTo>
                <a:cubicBezTo>
                  <a:pt x="388" y="222"/>
                  <a:pt x="389" y="221"/>
                  <a:pt x="389" y="220"/>
                </a:cubicBezTo>
                <a:cubicBezTo>
                  <a:pt x="390" y="220"/>
                  <a:pt x="406" y="217"/>
                  <a:pt x="403" y="221"/>
                </a:cubicBezTo>
                <a:cubicBezTo>
                  <a:pt x="403" y="226"/>
                  <a:pt x="420" y="220"/>
                  <a:pt x="421" y="213"/>
                </a:cubicBezTo>
                <a:cubicBezTo>
                  <a:pt x="421" y="213"/>
                  <a:pt x="427" y="213"/>
                  <a:pt x="422" y="209"/>
                </a:cubicBezTo>
                <a:cubicBezTo>
                  <a:pt x="422" y="203"/>
                  <a:pt x="427" y="209"/>
                  <a:pt x="419" y="201"/>
                </a:cubicBezTo>
                <a:cubicBezTo>
                  <a:pt x="419" y="199"/>
                  <a:pt x="417" y="187"/>
                  <a:pt x="416" y="197"/>
                </a:cubicBezTo>
                <a:cubicBezTo>
                  <a:pt x="410" y="197"/>
                  <a:pt x="406" y="202"/>
                  <a:pt x="400" y="205"/>
                </a:cubicBezTo>
                <a:cubicBezTo>
                  <a:pt x="398" y="203"/>
                  <a:pt x="399" y="203"/>
                  <a:pt x="397" y="203"/>
                </a:cubicBezTo>
                <a:cubicBezTo>
                  <a:pt x="397" y="200"/>
                  <a:pt x="404" y="190"/>
                  <a:pt x="406" y="189"/>
                </a:cubicBezTo>
                <a:cubicBezTo>
                  <a:pt x="412" y="193"/>
                  <a:pt x="407" y="185"/>
                  <a:pt x="411" y="189"/>
                </a:cubicBezTo>
                <a:cubicBezTo>
                  <a:pt x="412" y="188"/>
                  <a:pt x="413" y="188"/>
                  <a:pt x="414" y="187"/>
                </a:cubicBezTo>
                <a:cubicBezTo>
                  <a:pt x="414" y="177"/>
                  <a:pt x="424" y="186"/>
                  <a:pt x="425" y="179"/>
                </a:cubicBezTo>
                <a:cubicBezTo>
                  <a:pt x="420" y="174"/>
                  <a:pt x="420" y="184"/>
                  <a:pt x="417" y="178"/>
                </a:cubicBezTo>
                <a:cubicBezTo>
                  <a:pt x="414" y="178"/>
                  <a:pt x="414" y="178"/>
                  <a:pt x="412" y="179"/>
                </a:cubicBezTo>
                <a:cubicBezTo>
                  <a:pt x="405" y="180"/>
                  <a:pt x="397" y="187"/>
                  <a:pt x="390" y="181"/>
                </a:cubicBezTo>
                <a:cubicBezTo>
                  <a:pt x="390" y="180"/>
                  <a:pt x="389" y="179"/>
                  <a:pt x="389" y="179"/>
                </a:cubicBezTo>
                <a:cubicBezTo>
                  <a:pt x="389" y="176"/>
                  <a:pt x="388" y="174"/>
                  <a:pt x="388" y="172"/>
                </a:cubicBezTo>
                <a:cubicBezTo>
                  <a:pt x="393" y="165"/>
                  <a:pt x="399" y="155"/>
                  <a:pt x="409" y="155"/>
                </a:cubicBezTo>
                <a:cubicBezTo>
                  <a:pt x="410" y="150"/>
                  <a:pt x="416" y="152"/>
                  <a:pt x="419" y="154"/>
                </a:cubicBezTo>
                <a:cubicBezTo>
                  <a:pt x="422" y="162"/>
                  <a:pt x="418" y="168"/>
                  <a:pt x="427" y="159"/>
                </a:cubicBezTo>
                <a:cubicBezTo>
                  <a:pt x="436" y="157"/>
                  <a:pt x="424" y="156"/>
                  <a:pt x="429" y="155"/>
                </a:cubicBezTo>
                <a:cubicBezTo>
                  <a:pt x="431" y="153"/>
                  <a:pt x="444" y="146"/>
                  <a:pt x="444" y="146"/>
                </a:cubicBezTo>
                <a:cubicBezTo>
                  <a:pt x="442" y="145"/>
                  <a:pt x="442" y="145"/>
                  <a:pt x="442" y="146"/>
                </a:cubicBezTo>
                <a:cubicBezTo>
                  <a:pt x="440" y="141"/>
                  <a:pt x="438" y="130"/>
                  <a:pt x="445" y="128"/>
                </a:cubicBezTo>
                <a:cubicBezTo>
                  <a:pt x="446" y="124"/>
                  <a:pt x="456" y="117"/>
                  <a:pt x="463" y="116"/>
                </a:cubicBezTo>
                <a:cubicBezTo>
                  <a:pt x="468" y="111"/>
                  <a:pt x="471" y="108"/>
                  <a:pt x="480" y="111"/>
                </a:cubicBezTo>
                <a:cubicBezTo>
                  <a:pt x="480" y="113"/>
                  <a:pt x="480" y="121"/>
                  <a:pt x="485" y="118"/>
                </a:cubicBezTo>
                <a:cubicBezTo>
                  <a:pt x="489" y="117"/>
                  <a:pt x="490" y="115"/>
                  <a:pt x="493" y="115"/>
                </a:cubicBezTo>
                <a:cubicBezTo>
                  <a:pt x="499" y="125"/>
                  <a:pt x="498" y="97"/>
                  <a:pt x="503" y="106"/>
                </a:cubicBezTo>
                <a:cubicBezTo>
                  <a:pt x="505" y="106"/>
                  <a:pt x="505" y="103"/>
                  <a:pt x="505" y="103"/>
                </a:cubicBezTo>
                <a:cubicBezTo>
                  <a:pt x="507" y="92"/>
                  <a:pt x="479" y="98"/>
                  <a:pt x="487" y="83"/>
                </a:cubicBezTo>
                <a:cubicBezTo>
                  <a:pt x="495" y="84"/>
                  <a:pt x="493" y="81"/>
                  <a:pt x="498" y="82"/>
                </a:cubicBezTo>
                <a:cubicBezTo>
                  <a:pt x="500" y="85"/>
                  <a:pt x="508" y="82"/>
                  <a:pt x="502" y="81"/>
                </a:cubicBezTo>
                <a:cubicBezTo>
                  <a:pt x="501" y="80"/>
                  <a:pt x="504" y="80"/>
                  <a:pt x="505" y="80"/>
                </a:cubicBezTo>
                <a:cubicBezTo>
                  <a:pt x="503" y="71"/>
                  <a:pt x="507" y="69"/>
                  <a:pt x="511" y="78"/>
                </a:cubicBezTo>
                <a:cubicBezTo>
                  <a:pt x="519" y="74"/>
                  <a:pt x="512" y="81"/>
                  <a:pt x="518" y="83"/>
                </a:cubicBezTo>
                <a:cubicBezTo>
                  <a:pt x="518" y="85"/>
                  <a:pt x="520" y="92"/>
                  <a:pt x="522" y="92"/>
                </a:cubicBezTo>
                <a:cubicBezTo>
                  <a:pt x="522" y="84"/>
                  <a:pt x="527" y="98"/>
                  <a:pt x="527" y="83"/>
                </a:cubicBezTo>
                <a:cubicBezTo>
                  <a:pt x="536" y="78"/>
                  <a:pt x="523" y="77"/>
                  <a:pt x="522" y="83"/>
                </a:cubicBezTo>
                <a:cubicBezTo>
                  <a:pt x="511" y="81"/>
                  <a:pt x="520" y="69"/>
                  <a:pt x="523" y="73"/>
                </a:cubicBezTo>
                <a:cubicBezTo>
                  <a:pt x="529" y="73"/>
                  <a:pt x="524" y="70"/>
                  <a:pt x="522" y="69"/>
                </a:cubicBezTo>
                <a:cubicBezTo>
                  <a:pt x="517" y="69"/>
                  <a:pt x="518" y="69"/>
                  <a:pt x="521" y="67"/>
                </a:cubicBezTo>
                <a:cubicBezTo>
                  <a:pt x="519" y="65"/>
                  <a:pt x="519" y="65"/>
                  <a:pt x="519" y="65"/>
                </a:cubicBezTo>
                <a:cubicBezTo>
                  <a:pt x="515" y="65"/>
                  <a:pt x="503" y="68"/>
                  <a:pt x="500" y="72"/>
                </a:cubicBezTo>
                <a:cubicBezTo>
                  <a:pt x="496" y="74"/>
                  <a:pt x="493" y="73"/>
                  <a:pt x="493" y="78"/>
                </a:cubicBezTo>
                <a:cubicBezTo>
                  <a:pt x="487" y="78"/>
                  <a:pt x="482" y="83"/>
                  <a:pt x="484" y="79"/>
                </a:cubicBezTo>
                <a:cubicBezTo>
                  <a:pt x="480" y="76"/>
                  <a:pt x="489" y="75"/>
                  <a:pt x="488" y="72"/>
                </a:cubicBezTo>
                <a:cubicBezTo>
                  <a:pt x="485" y="72"/>
                  <a:pt x="469" y="76"/>
                  <a:pt x="474" y="79"/>
                </a:cubicBezTo>
                <a:cubicBezTo>
                  <a:pt x="474" y="82"/>
                  <a:pt x="474" y="81"/>
                  <a:pt x="471" y="82"/>
                </a:cubicBezTo>
                <a:cubicBezTo>
                  <a:pt x="469" y="77"/>
                  <a:pt x="480" y="68"/>
                  <a:pt x="473" y="68"/>
                </a:cubicBezTo>
                <a:cubicBezTo>
                  <a:pt x="466" y="54"/>
                  <a:pt x="513" y="31"/>
                  <a:pt x="524" y="40"/>
                </a:cubicBezTo>
                <a:cubicBezTo>
                  <a:pt x="531" y="40"/>
                  <a:pt x="531" y="39"/>
                  <a:pt x="537" y="44"/>
                </a:cubicBezTo>
                <a:cubicBezTo>
                  <a:pt x="540" y="44"/>
                  <a:pt x="541" y="42"/>
                  <a:pt x="543" y="42"/>
                </a:cubicBezTo>
                <a:cubicBezTo>
                  <a:pt x="545" y="46"/>
                  <a:pt x="547" y="42"/>
                  <a:pt x="545" y="40"/>
                </a:cubicBezTo>
                <a:cubicBezTo>
                  <a:pt x="536" y="40"/>
                  <a:pt x="544" y="37"/>
                  <a:pt x="546" y="35"/>
                </a:cubicBezTo>
                <a:cubicBezTo>
                  <a:pt x="546" y="30"/>
                  <a:pt x="543" y="35"/>
                  <a:pt x="541" y="36"/>
                </a:cubicBezTo>
                <a:cubicBezTo>
                  <a:pt x="540" y="31"/>
                  <a:pt x="555" y="23"/>
                  <a:pt x="559" y="24"/>
                </a:cubicBezTo>
                <a:cubicBezTo>
                  <a:pt x="560" y="31"/>
                  <a:pt x="566" y="16"/>
                  <a:pt x="568" y="23"/>
                </a:cubicBezTo>
                <a:cubicBezTo>
                  <a:pt x="572" y="22"/>
                  <a:pt x="568" y="18"/>
                  <a:pt x="578" y="22"/>
                </a:cubicBezTo>
                <a:cubicBezTo>
                  <a:pt x="574" y="24"/>
                  <a:pt x="575" y="21"/>
                  <a:pt x="574" y="26"/>
                </a:cubicBezTo>
                <a:cubicBezTo>
                  <a:pt x="572" y="27"/>
                  <a:pt x="566" y="26"/>
                  <a:pt x="568" y="29"/>
                </a:cubicBezTo>
                <a:cubicBezTo>
                  <a:pt x="570" y="29"/>
                  <a:pt x="585" y="27"/>
                  <a:pt x="576" y="25"/>
                </a:cubicBezTo>
                <a:cubicBezTo>
                  <a:pt x="576" y="25"/>
                  <a:pt x="581" y="19"/>
                  <a:pt x="581" y="20"/>
                </a:cubicBezTo>
                <a:cubicBezTo>
                  <a:pt x="583" y="25"/>
                  <a:pt x="587" y="22"/>
                  <a:pt x="591" y="21"/>
                </a:cubicBezTo>
                <a:cubicBezTo>
                  <a:pt x="593" y="24"/>
                  <a:pt x="584" y="28"/>
                  <a:pt x="584" y="24"/>
                </a:cubicBezTo>
                <a:cubicBezTo>
                  <a:pt x="581" y="23"/>
                  <a:pt x="581" y="32"/>
                  <a:pt x="583" y="30"/>
                </a:cubicBezTo>
                <a:cubicBezTo>
                  <a:pt x="582" y="25"/>
                  <a:pt x="599" y="29"/>
                  <a:pt x="599" y="30"/>
                </a:cubicBezTo>
                <a:cubicBezTo>
                  <a:pt x="597" y="30"/>
                  <a:pt x="595" y="28"/>
                  <a:pt x="595" y="31"/>
                </a:cubicBezTo>
                <a:cubicBezTo>
                  <a:pt x="600" y="33"/>
                  <a:pt x="590" y="33"/>
                  <a:pt x="588" y="34"/>
                </a:cubicBezTo>
                <a:cubicBezTo>
                  <a:pt x="577" y="34"/>
                  <a:pt x="570" y="41"/>
                  <a:pt x="587" y="41"/>
                </a:cubicBezTo>
                <a:cubicBezTo>
                  <a:pt x="591" y="47"/>
                  <a:pt x="581" y="46"/>
                  <a:pt x="591" y="50"/>
                </a:cubicBezTo>
                <a:cubicBezTo>
                  <a:pt x="591" y="51"/>
                  <a:pt x="592" y="53"/>
                  <a:pt x="594" y="52"/>
                </a:cubicBezTo>
                <a:cubicBezTo>
                  <a:pt x="594" y="47"/>
                  <a:pt x="601" y="58"/>
                  <a:pt x="589" y="58"/>
                </a:cubicBezTo>
                <a:cubicBezTo>
                  <a:pt x="588" y="56"/>
                  <a:pt x="581" y="51"/>
                  <a:pt x="578" y="49"/>
                </a:cubicBezTo>
                <a:cubicBezTo>
                  <a:pt x="559" y="47"/>
                  <a:pt x="572" y="49"/>
                  <a:pt x="572" y="58"/>
                </a:cubicBezTo>
                <a:cubicBezTo>
                  <a:pt x="574" y="60"/>
                  <a:pt x="566" y="64"/>
                  <a:pt x="566" y="70"/>
                </a:cubicBezTo>
                <a:cubicBezTo>
                  <a:pt x="558" y="70"/>
                  <a:pt x="567" y="72"/>
                  <a:pt x="559" y="77"/>
                </a:cubicBezTo>
                <a:cubicBezTo>
                  <a:pt x="558" y="80"/>
                  <a:pt x="546" y="80"/>
                  <a:pt x="544" y="87"/>
                </a:cubicBezTo>
                <a:cubicBezTo>
                  <a:pt x="550" y="88"/>
                  <a:pt x="554" y="101"/>
                  <a:pt x="562" y="104"/>
                </a:cubicBezTo>
                <a:cubicBezTo>
                  <a:pt x="563" y="106"/>
                  <a:pt x="568" y="105"/>
                  <a:pt x="569" y="104"/>
                </a:cubicBezTo>
                <a:cubicBezTo>
                  <a:pt x="562" y="101"/>
                  <a:pt x="579" y="100"/>
                  <a:pt x="579" y="100"/>
                </a:cubicBezTo>
                <a:cubicBezTo>
                  <a:pt x="577" y="99"/>
                  <a:pt x="572" y="98"/>
                  <a:pt x="579" y="98"/>
                </a:cubicBezTo>
                <a:cubicBezTo>
                  <a:pt x="580" y="95"/>
                  <a:pt x="573" y="94"/>
                  <a:pt x="571" y="94"/>
                </a:cubicBezTo>
                <a:cubicBezTo>
                  <a:pt x="568" y="97"/>
                  <a:pt x="554" y="89"/>
                  <a:pt x="563" y="87"/>
                </a:cubicBezTo>
                <a:cubicBezTo>
                  <a:pt x="564" y="86"/>
                  <a:pt x="564" y="85"/>
                  <a:pt x="564" y="85"/>
                </a:cubicBezTo>
                <a:cubicBezTo>
                  <a:pt x="567" y="82"/>
                  <a:pt x="579" y="74"/>
                  <a:pt x="584" y="73"/>
                </a:cubicBezTo>
                <a:cubicBezTo>
                  <a:pt x="588" y="68"/>
                  <a:pt x="601" y="59"/>
                  <a:pt x="605" y="70"/>
                </a:cubicBezTo>
                <a:cubicBezTo>
                  <a:pt x="598" y="75"/>
                  <a:pt x="601" y="74"/>
                  <a:pt x="601" y="80"/>
                </a:cubicBezTo>
                <a:cubicBezTo>
                  <a:pt x="594" y="81"/>
                  <a:pt x="603" y="91"/>
                  <a:pt x="596" y="91"/>
                </a:cubicBezTo>
                <a:cubicBezTo>
                  <a:pt x="594" y="88"/>
                  <a:pt x="589" y="96"/>
                  <a:pt x="585" y="97"/>
                </a:cubicBezTo>
                <a:cubicBezTo>
                  <a:pt x="581" y="103"/>
                  <a:pt x="606" y="88"/>
                  <a:pt x="606" y="98"/>
                </a:cubicBezTo>
                <a:cubicBezTo>
                  <a:pt x="605" y="98"/>
                  <a:pt x="595" y="103"/>
                  <a:pt x="594" y="103"/>
                </a:cubicBezTo>
                <a:cubicBezTo>
                  <a:pt x="575" y="105"/>
                  <a:pt x="611" y="111"/>
                  <a:pt x="606" y="102"/>
                </a:cubicBezTo>
                <a:cubicBezTo>
                  <a:pt x="600" y="102"/>
                  <a:pt x="609" y="100"/>
                  <a:pt x="612" y="97"/>
                </a:cubicBezTo>
                <a:cubicBezTo>
                  <a:pt x="608" y="92"/>
                  <a:pt x="626" y="93"/>
                  <a:pt x="629" y="91"/>
                </a:cubicBezTo>
                <a:cubicBezTo>
                  <a:pt x="645" y="91"/>
                  <a:pt x="631" y="94"/>
                  <a:pt x="633" y="96"/>
                </a:cubicBezTo>
                <a:cubicBezTo>
                  <a:pt x="639" y="96"/>
                  <a:pt x="639" y="87"/>
                  <a:pt x="641" y="94"/>
                </a:cubicBezTo>
                <a:cubicBezTo>
                  <a:pt x="644" y="95"/>
                  <a:pt x="642" y="92"/>
                  <a:pt x="642" y="92"/>
                </a:cubicBezTo>
                <a:cubicBezTo>
                  <a:pt x="646" y="91"/>
                  <a:pt x="657" y="92"/>
                  <a:pt x="659" y="90"/>
                </a:cubicBezTo>
                <a:cubicBezTo>
                  <a:pt x="654" y="87"/>
                  <a:pt x="669" y="93"/>
                  <a:pt x="666" y="89"/>
                </a:cubicBezTo>
                <a:cubicBezTo>
                  <a:pt x="670" y="87"/>
                  <a:pt x="670" y="91"/>
                  <a:pt x="670" y="93"/>
                </a:cubicBezTo>
                <a:cubicBezTo>
                  <a:pt x="674" y="93"/>
                  <a:pt x="695" y="98"/>
                  <a:pt x="695" y="101"/>
                </a:cubicBezTo>
                <a:cubicBezTo>
                  <a:pt x="694" y="101"/>
                  <a:pt x="693" y="101"/>
                  <a:pt x="692" y="101"/>
                </a:cubicBezTo>
                <a:cubicBezTo>
                  <a:pt x="693" y="104"/>
                  <a:pt x="722" y="115"/>
                  <a:pt x="711" y="113"/>
                </a:cubicBezTo>
                <a:cubicBezTo>
                  <a:pt x="707" y="110"/>
                  <a:pt x="694" y="109"/>
                  <a:pt x="704" y="114"/>
                </a:cubicBezTo>
                <a:cubicBezTo>
                  <a:pt x="701" y="116"/>
                  <a:pt x="720" y="129"/>
                  <a:pt x="721" y="132"/>
                </a:cubicBezTo>
                <a:cubicBezTo>
                  <a:pt x="722" y="133"/>
                  <a:pt x="723" y="135"/>
                  <a:pt x="723" y="136"/>
                </a:cubicBezTo>
                <a:cubicBezTo>
                  <a:pt x="718" y="137"/>
                  <a:pt x="735" y="147"/>
                  <a:pt x="735" y="149"/>
                </a:cubicBezTo>
                <a:cubicBezTo>
                  <a:pt x="734" y="149"/>
                  <a:pt x="719" y="143"/>
                  <a:pt x="731" y="151"/>
                </a:cubicBezTo>
                <a:cubicBezTo>
                  <a:pt x="733" y="159"/>
                  <a:pt x="719" y="142"/>
                  <a:pt x="718" y="151"/>
                </a:cubicBezTo>
                <a:cubicBezTo>
                  <a:pt x="711" y="151"/>
                  <a:pt x="715" y="153"/>
                  <a:pt x="720" y="156"/>
                </a:cubicBezTo>
                <a:cubicBezTo>
                  <a:pt x="722" y="156"/>
                  <a:pt x="720" y="151"/>
                  <a:pt x="723" y="155"/>
                </a:cubicBezTo>
                <a:cubicBezTo>
                  <a:pt x="724" y="158"/>
                  <a:pt x="726" y="158"/>
                  <a:pt x="730" y="160"/>
                </a:cubicBezTo>
                <a:cubicBezTo>
                  <a:pt x="721" y="164"/>
                  <a:pt x="727" y="157"/>
                  <a:pt x="719" y="161"/>
                </a:cubicBezTo>
                <a:cubicBezTo>
                  <a:pt x="712" y="158"/>
                  <a:pt x="703" y="161"/>
                  <a:pt x="698" y="158"/>
                </a:cubicBezTo>
                <a:cubicBezTo>
                  <a:pt x="694" y="158"/>
                  <a:pt x="690" y="167"/>
                  <a:pt x="688" y="169"/>
                </a:cubicBezTo>
                <a:cubicBezTo>
                  <a:pt x="686" y="176"/>
                  <a:pt x="674" y="169"/>
                  <a:pt x="674" y="176"/>
                </a:cubicBezTo>
                <a:cubicBezTo>
                  <a:pt x="671" y="178"/>
                  <a:pt x="662" y="174"/>
                  <a:pt x="665" y="179"/>
                </a:cubicBezTo>
                <a:cubicBezTo>
                  <a:pt x="671" y="179"/>
                  <a:pt x="672" y="182"/>
                  <a:pt x="677" y="182"/>
                </a:cubicBezTo>
                <a:cubicBezTo>
                  <a:pt x="678" y="172"/>
                  <a:pt x="682" y="187"/>
                  <a:pt x="686" y="180"/>
                </a:cubicBezTo>
                <a:cubicBezTo>
                  <a:pt x="687" y="180"/>
                  <a:pt x="685" y="183"/>
                  <a:pt x="688" y="182"/>
                </a:cubicBezTo>
                <a:cubicBezTo>
                  <a:pt x="689" y="177"/>
                  <a:pt x="691" y="181"/>
                  <a:pt x="691" y="183"/>
                </a:cubicBezTo>
                <a:cubicBezTo>
                  <a:pt x="697" y="184"/>
                  <a:pt x="695" y="184"/>
                  <a:pt x="691" y="187"/>
                </a:cubicBezTo>
                <a:cubicBezTo>
                  <a:pt x="692" y="189"/>
                  <a:pt x="690" y="191"/>
                  <a:pt x="693" y="192"/>
                </a:cubicBezTo>
                <a:cubicBezTo>
                  <a:pt x="697" y="186"/>
                  <a:pt x="696" y="191"/>
                  <a:pt x="697" y="196"/>
                </a:cubicBezTo>
                <a:cubicBezTo>
                  <a:pt x="707" y="201"/>
                  <a:pt x="694" y="204"/>
                  <a:pt x="712" y="204"/>
                </a:cubicBezTo>
                <a:cubicBezTo>
                  <a:pt x="713" y="203"/>
                  <a:pt x="715" y="202"/>
                  <a:pt x="716" y="201"/>
                </a:cubicBezTo>
                <a:cubicBezTo>
                  <a:pt x="720" y="196"/>
                  <a:pt x="715" y="199"/>
                  <a:pt x="724" y="199"/>
                </a:cubicBezTo>
                <a:cubicBezTo>
                  <a:pt x="723" y="213"/>
                  <a:pt x="710" y="202"/>
                  <a:pt x="711" y="208"/>
                </a:cubicBezTo>
                <a:cubicBezTo>
                  <a:pt x="707" y="211"/>
                  <a:pt x="703" y="210"/>
                  <a:pt x="699" y="214"/>
                </a:cubicBezTo>
                <a:cubicBezTo>
                  <a:pt x="694" y="214"/>
                  <a:pt x="682" y="229"/>
                  <a:pt x="693" y="229"/>
                </a:cubicBezTo>
                <a:cubicBezTo>
                  <a:pt x="693" y="228"/>
                  <a:pt x="695" y="227"/>
                  <a:pt x="696" y="227"/>
                </a:cubicBezTo>
                <a:cubicBezTo>
                  <a:pt x="697" y="234"/>
                  <a:pt x="716" y="232"/>
                  <a:pt x="710" y="237"/>
                </a:cubicBezTo>
                <a:cubicBezTo>
                  <a:pt x="710" y="237"/>
                  <a:pt x="711" y="237"/>
                  <a:pt x="713" y="238"/>
                </a:cubicBezTo>
                <a:cubicBezTo>
                  <a:pt x="713" y="249"/>
                  <a:pt x="717" y="229"/>
                  <a:pt x="720" y="238"/>
                </a:cubicBezTo>
                <a:cubicBezTo>
                  <a:pt x="723" y="239"/>
                  <a:pt x="719" y="241"/>
                  <a:pt x="723" y="241"/>
                </a:cubicBezTo>
                <a:cubicBezTo>
                  <a:pt x="725" y="239"/>
                  <a:pt x="730" y="236"/>
                  <a:pt x="726" y="234"/>
                </a:cubicBezTo>
                <a:cubicBezTo>
                  <a:pt x="726" y="233"/>
                  <a:pt x="727" y="233"/>
                  <a:pt x="729" y="232"/>
                </a:cubicBezTo>
                <a:cubicBezTo>
                  <a:pt x="733" y="236"/>
                  <a:pt x="727" y="243"/>
                  <a:pt x="733" y="245"/>
                </a:cubicBezTo>
                <a:cubicBezTo>
                  <a:pt x="734" y="254"/>
                  <a:pt x="740" y="249"/>
                  <a:pt x="745" y="255"/>
                </a:cubicBezTo>
                <a:cubicBezTo>
                  <a:pt x="749" y="255"/>
                  <a:pt x="746" y="258"/>
                  <a:pt x="741" y="254"/>
                </a:cubicBezTo>
                <a:cubicBezTo>
                  <a:pt x="739" y="256"/>
                  <a:pt x="739" y="255"/>
                  <a:pt x="739" y="258"/>
                </a:cubicBezTo>
                <a:cubicBezTo>
                  <a:pt x="723" y="258"/>
                  <a:pt x="731" y="267"/>
                  <a:pt x="722" y="269"/>
                </a:cubicBezTo>
                <a:cubicBezTo>
                  <a:pt x="716" y="277"/>
                  <a:pt x="708" y="273"/>
                  <a:pt x="719" y="281"/>
                </a:cubicBezTo>
                <a:cubicBezTo>
                  <a:pt x="722" y="282"/>
                  <a:pt x="728" y="287"/>
                  <a:pt x="722" y="287"/>
                </a:cubicBezTo>
                <a:cubicBezTo>
                  <a:pt x="719" y="278"/>
                  <a:pt x="719" y="289"/>
                  <a:pt x="715" y="284"/>
                </a:cubicBezTo>
                <a:cubicBezTo>
                  <a:pt x="714" y="284"/>
                  <a:pt x="688" y="281"/>
                  <a:pt x="702" y="286"/>
                </a:cubicBezTo>
                <a:cubicBezTo>
                  <a:pt x="703" y="289"/>
                  <a:pt x="703" y="288"/>
                  <a:pt x="701" y="289"/>
                </a:cubicBezTo>
                <a:cubicBezTo>
                  <a:pt x="705" y="298"/>
                  <a:pt x="694" y="290"/>
                  <a:pt x="701" y="297"/>
                </a:cubicBezTo>
                <a:cubicBezTo>
                  <a:pt x="701" y="299"/>
                  <a:pt x="702" y="300"/>
                  <a:pt x="700" y="302"/>
                </a:cubicBezTo>
                <a:cubicBezTo>
                  <a:pt x="691" y="302"/>
                  <a:pt x="713" y="324"/>
                  <a:pt x="721" y="318"/>
                </a:cubicBezTo>
                <a:cubicBezTo>
                  <a:pt x="723" y="315"/>
                  <a:pt x="730" y="314"/>
                  <a:pt x="733" y="310"/>
                </a:cubicBezTo>
                <a:cubicBezTo>
                  <a:pt x="737" y="320"/>
                  <a:pt x="740" y="310"/>
                  <a:pt x="739" y="323"/>
                </a:cubicBezTo>
                <a:cubicBezTo>
                  <a:pt x="733" y="326"/>
                  <a:pt x="746" y="331"/>
                  <a:pt x="750" y="331"/>
                </a:cubicBezTo>
                <a:cubicBezTo>
                  <a:pt x="756" y="325"/>
                  <a:pt x="748" y="339"/>
                  <a:pt x="749" y="342"/>
                </a:cubicBezTo>
                <a:cubicBezTo>
                  <a:pt x="749" y="342"/>
                  <a:pt x="730" y="347"/>
                  <a:pt x="739" y="350"/>
                </a:cubicBezTo>
                <a:cubicBezTo>
                  <a:pt x="736" y="356"/>
                  <a:pt x="721" y="347"/>
                  <a:pt x="731" y="360"/>
                </a:cubicBezTo>
                <a:cubicBezTo>
                  <a:pt x="735" y="361"/>
                  <a:pt x="747" y="365"/>
                  <a:pt x="742" y="369"/>
                </a:cubicBezTo>
                <a:cubicBezTo>
                  <a:pt x="742" y="371"/>
                  <a:pt x="751" y="370"/>
                  <a:pt x="743" y="376"/>
                </a:cubicBezTo>
                <a:cubicBezTo>
                  <a:pt x="743" y="382"/>
                  <a:pt x="744" y="378"/>
                  <a:pt x="747" y="376"/>
                </a:cubicBezTo>
                <a:cubicBezTo>
                  <a:pt x="749" y="382"/>
                  <a:pt x="748" y="375"/>
                  <a:pt x="753" y="378"/>
                </a:cubicBezTo>
                <a:cubicBezTo>
                  <a:pt x="757" y="378"/>
                  <a:pt x="757" y="374"/>
                  <a:pt x="757" y="382"/>
                </a:cubicBezTo>
                <a:cubicBezTo>
                  <a:pt x="758" y="383"/>
                  <a:pt x="758" y="384"/>
                  <a:pt x="758" y="386"/>
                </a:cubicBezTo>
                <a:cubicBezTo>
                  <a:pt x="763" y="396"/>
                  <a:pt x="728" y="398"/>
                  <a:pt x="728" y="400"/>
                </a:cubicBezTo>
                <a:cubicBezTo>
                  <a:pt x="734" y="403"/>
                  <a:pt x="714" y="396"/>
                  <a:pt x="713" y="396"/>
                </a:cubicBezTo>
                <a:cubicBezTo>
                  <a:pt x="713" y="404"/>
                  <a:pt x="725" y="397"/>
                  <a:pt x="727" y="406"/>
                </a:cubicBezTo>
                <a:cubicBezTo>
                  <a:pt x="733" y="406"/>
                  <a:pt x="731" y="397"/>
                  <a:pt x="733" y="407"/>
                </a:cubicBezTo>
                <a:cubicBezTo>
                  <a:pt x="744" y="405"/>
                  <a:pt x="734" y="410"/>
                  <a:pt x="740" y="410"/>
                </a:cubicBezTo>
                <a:cubicBezTo>
                  <a:pt x="743" y="399"/>
                  <a:pt x="745" y="409"/>
                  <a:pt x="741" y="410"/>
                </a:cubicBezTo>
                <a:cubicBezTo>
                  <a:pt x="740" y="412"/>
                  <a:pt x="726" y="424"/>
                  <a:pt x="725" y="425"/>
                </a:cubicBezTo>
                <a:cubicBezTo>
                  <a:pt x="723" y="425"/>
                  <a:pt x="706" y="427"/>
                  <a:pt x="711" y="430"/>
                </a:cubicBezTo>
                <a:cubicBezTo>
                  <a:pt x="715" y="427"/>
                  <a:pt x="719" y="432"/>
                  <a:pt x="717" y="433"/>
                </a:cubicBezTo>
                <a:cubicBezTo>
                  <a:pt x="702" y="433"/>
                  <a:pt x="733" y="448"/>
                  <a:pt x="720" y="448"/>
                </a:cubicBezTo>
                <a:cubicBezTo>
                  <a:pt x="714" y="442"/>
                  <a:pt x="718" y="440"/>
                  <a:pt x="708" y="440"/>
                </a:cubicBezTo>
                <a:cubicBezTo>
                  <a:pt x="703" y="437"/>
                  <a:pt x="702" y="444"/>
                  <a:pt x="702" y="439"/>
                </a:cubicBezTo>
                <a:cubicBezTo>
                  <a:pt x="700" y="436"/>
                  <a:pt x="691" y="436"/>
                  <a:pt x="691" y="431"/>
                </a:cubicBezTo>
                <a:cubicBezTo>
                  <a:pt x="686" y="429"/>
                  <a:pt x="673" y="413"/>
                  <a:pt x="673" y="409"/>
                </a:cubicBezTo>
                <a:cubicBezTo>
                  <a:pt x="675" y="409"/>
                  <a:pt x="677" y="406"/>
                  <a:pt x="678" y="410"/>
                </a:cubicBezTo>
                <a:cubicBezTo>
                  <a:pt x="676" y="412"/>
                  <a:pt x="688" y="431"/>
                  <a:pt x="688" y="416"/>
                </a:cubicBezTo>
                <a:cubicBezTo>
                  <a:pt x="687" y="415"/>
                  <a:pt x="678" y="400"/>
                  <a:pt x="675" y="407"/>
                </a:cubicBezTo>
                <a:cubicBezTo>
                  <a:pt x="668" y="407"/>
                  <a:pt x="673" y="399"/>
                  <a:pt x="669" y="394"/>
                </a:cubicBezTo>
                <a:cubicBezTo>
                  <a:pt x="667" y="387"/>
                  <a:pt x="667" y="382"/>
                  <a:pt x="662" y="375"/>
                </a:cubicBezTo>
                <a:cubicBezTo>
                  <a:pt x="659" y="363"/>
                  <a:pt x="656" y="393"/>
                  <a:pt x="656" y="394"/>
                </a:cubicBezTo>
                <a:cubicBezTo>
                  <a:pt x="654" y="397"/>
                  <a:pt x="653" y="426"/>
                  <a:pt x="655" y="429"/>
                </a:cubicBezTo>
                <a:cubicBezTo>
                  <a:pt x="655" y="440"/>
                  <a:pt x="656" y="484"/>
                  <a:pt x="646" y="471"/>
                </a:cubicBezTo>
                <a:cubicBezTo>
                  <a:pt x="640" y="472"/>
                  <a:pt x="645" y="462"/>
                  <a:pt x="642" y="461"/>
                </a:cubicBezTo>
                <a:cubicBezTo>
                  <a:pt x="639" y="464"/>
                  <a:pt x="642" y="468"/>
                  <a:pt x="639" y="470"/>
                </a:cubicBezTo>
                <a:cubicBezTo>
                  <a:pt x="636" y="465"/>
                  <a:pt x="635" y="473"/>
                  <a:pt x="632" y="466"/>
                </a:cubicBezTo>
                <a:cubicBezTo>
                  <a:pt x="624" y="469"/>
                  <a:pt x="636" y="475"/>
                  <a:pt x="629" y="477"/>
                </a:cubicBezTo>
                <a:cubicBezTo>
                  <a:pt x="626" y="471"/>
                  <a:pt x="630" y="471"/>
                  <a:pt x="624" y="475"/>
                </a:cubicBezTo>
                <a:cubicBezTo>
                  <a:pt x="618" y="475"/>
                  <a:pt x="622" y="481"/>
                  <a:pt x="618" y="483"/>
                </a:cubicBezTo>
                <a:cubicBezTo>
                  <a:pt x="616" y="474"/>
                  <a:pt x="615" y="485"/>
                  <a:pt x="612" y="479"/>
                </a:cubicBezTo>
                <a:cubicBezTo>
                  <a:pt x="601" y="479"/>
                  <a:pt x="606" y="471"/>
                  <a:pt x="599" y="470"/>
                </a:cubicBezTo>
                <a:cubicBezTo>
                  <a:pt x="594" y="466"/>
                  <a:pt x="600" y="463"/>
                  <a:pt x="595" y="465"/>
                </a:cubicBezTo>
                <a:cubicBezTo>
                  <a:pt x="588" y="458"/>
                  <a:pt x="589" y="459"/>
                  <a:pt x="596" y="463"/>
                </a:cubicBezTo>
                <a:cubicBezTo>
                  <a:pt x="602" y="457"/>
                  <a:pt x="593" y="428"/>
                  <a:pt x="592" y="418"/>
                </a:cubicBezTo>
                <a:cubicBezTo>
                  <a:pt x="588" y="414"/>
                  <a:pt x="590" y="410"/>
                  <a:pt x="587" y="406"/>
                </a:cubicBezTo>
                <a:cubicBezTo>
                  <a:pt x="576" y="404"/>
                  <a:pt x="588" y="409"/>
                  <a:pt x="583" y="412"/>
                </a:cubicBezTo>
                <a:cubicBezTo>
                  <a:pt x="588" y="415"/>
                  <a:pt x="584" y="441"/>
                  <a:pt x="580" y="444"/>
                </a:cubicBezTo>
                <a:cubicBezTo>
                  <a:pt x="580" y="446"/>
                  <a:pt x="586" y="454"/>
                  <a:pt x="588" y="454"/>
                </a:cubicBezTo>
                <a:cubicBezTo>
                  <a:pt x="588" y="466"/>
                  <a:pt x="581" y="441"/>
                  <a:pt x="575" y="451"/>
                </a:cubicBezTo>
                <a:cubicBezTo>
                  <a:pt x="569" y="451"/>
                  <a:pt x="572" y="454"/>
                  <a:pt x="570" y="454"/>
                </a:cubicBezTo>
                <a:cubicBezTo>
                  <a:pt x="564" y="444"/>
                  <a:pt x="568" y="457"/>
                  <a:pt x="562" y="451"/>
                </a:cubicBezTo>
                <a:cubicBezTo>
                  <a:pt x="553" y="448"/>
                  <a:pt x="554" y="444"/>
                  <a:pt x="554" y="435"/>
                </a:cubicBezTo>
                <a:cubicBezTo>
                  <a:pt x="549" y="432"/>
                  <a:pt x="547" y="418"/>
                  <a:pt x="545" y="427"/>
                </a:cubicBezTo>
                <a:cubicBezTo>
                  <a:pt x="545" y="427"/>
                  <a:pt x="543" y="422"/>
                  <a:pt x="542" y="427"/>
                </a:cubicBezTo>
                <a:cubicBezTo>
                  <a:pt x="541" y="425"/>
                  <a:pt x="540" y="422"/>
                  <a:pt x="540" y="420"/>
                </a:cubicBezTo>
                <a:cubicBezTo>
                  <a:pt x="532" y="419"/>
                  <a:pt x="531" y="403"/>
                  <a:pt x="530" y="418"/>
                </a:cubicBezTo>
                <a:cubicBezTo>
                  <a:pt x="521" y="419"/>
                  <a:pt x="534" y="433"/>
                  <a:pt x="534" y="433"/>
                </a:cubicBezTo>
                <a:cubicBezTo>
                  <a:pt x="536" y="428"/>
                  <a:pt x="542" y="440"/>
                  <a:pt x="542" y="443"/>
                </a:cubicBezTo>
                <a:cubicBezTo>
                  <a:pt x="548" y="450"/>
                  <a:pt x="571" y="456"/>
                  <a:pt x="571" y="466"/>
                </a:cubicBezTo>
                <a:cubicBezTo>
                  <a:pt x="557" y="468"/>
                  <a:pt x="571" y="474"/>
                  <a:pt x="572" y="478"/>
                </a:cubicBezTo>
                <a:cubicBezTo>
                  <a:pt x="576" y="481"/>
                  <a:pt x="566" y="477"/>
                  <a:pt x="569" y="484"/>
                </a:cubicBezTo>
                <a:cubicBezTo>
                  <a:pt x="562" y="488"/>
                  <a:pt x="578" y="482"/>
                  <a:pt x="572" y="492"/>
                </a:cubicBezTo>
                <a:cubicBezTo>
                  <a:pt x="576" y="492"/>
                  <a:pt x="577" y="501"/>
                  <a:pt x="573" y="503"/>
                </a:cubicBezTo>
                <a:cubicBezTo>
                  <a:pt x="583" y="506"/>
                  <a:pt x="560" y="508"/>
                  <a:pt x="572" y="502"/>
                </a:cubicBezTo>
                <a:cubicBezTo>
                  <a:pt x="571" y="493"/>
                  <a:pt x="566" y="508"/>
                  <a:pt x="567" y="501"/>
                </a:cubicBezTo>
                <a:cubicBezTo>
                  <a:pt x="572" y="496"/>
                  <a:pt x="563" y="496"/>
                  <a:pt x="569" y="492"/>
                </a:cubicBezTo>
                <a:cubicBezTo>
                  <a:pt x="567" y="490"/>
                  <a:pt x="567" y="493"/>
                  <a:pt x="566" y="488"/>
                </a:cubicBezTo>
                <a:cubicBezTo>
                  <a:pt x="563" y="488"/>
                  <a:pt x="567" y="495"/>
                  <a:pt x="564" y="495"/>
                </a:cubicBezTo>
                <a:cubicBezTo>
                  <a:pt x="563" y="492"/>
                  <a:pt x="564" y="490"/>
                  <a:pt x="564" y="486"/>
                </a:cubicBezTo>
                <a:cubicBezTo>
                  <a:pt x="552" y="484"/>
                  <a:pt x="551" y="470"/>
                  <a:pt x="542" y="465"/>
                </a:cubicBezTo>
                <a:cubicBezTo>
                  <a:pt x="541" y="462"/>
                  <a:pt x="541" y="459"/>
                  <a:pt x="542" y="462"/>
                </a:cubicBezTo>
                <a:cubicBezTo>
                  <a:pt x="546" y="461"/>
                  <a:pt x="540" y="452"/>
                  <a:pt x="539" y="450"/>
                </a:cubicBezTo>
                <a:cubicBezTo>
                  <a:pt x="537" y="449"/>
                  <a:pt x="521" y="431"/>
                  <a:pt x="525" y="431"/>
                </a:cubicBezTo>
                <a:cubicBezTo>
                  <a:pt x="534" y="442"/>
                  <a:pt x="527" y="428"/>
                  <a:pt x="524" y="425"/>
                </a:cubicBezTo>
                <a:cubicBezTo>
                  <a:pt x="525" y="422"/>
                  <a:pt x="526" y="420"/>
                  <a:pt x="522" y="419"/>
                </a:cubicBezTo>
                <a:cubicBezTo>
                  <a:pt x="518" y="415"/>
                  <a:pt x="518" y="392"/>
                  <a:pt x="510" y="398"/>
                </a:cubicBezTo>
                <a:cubicBezTo>
                  <a:pt x="510" y="401"/>
                  <a:pt x="511" y="411"/>
                  <a:pt x="512" y="414"/>
                </a:cubicBezTo>
                <a:cubicBezTo>
                  <a:pt x="519" y="409"/>
                  <a:pt x="513" y="418"/>
                  <a:pt x="510" y="418"/>
                </a:cubicBezTo>
                <a:cubicBezTo>
                  <a:pt x="509" y="415"/>
                  <a:pt x="509" y="414"/>
                  <a:pt x="506" y="414"/>
                </a:cubicBezTo>
                <a:cubicBezTo>
                  <a:pt x="505" y="412"/>
                  <a:pt x="507" y="385"/>
                  <a:pt x="501" y="388"/>
                </a:cubicBezTo>
                <a:cubicBezTo>
                  <a:pt x="495" y="387"/>
                  <a:pt x="499" y="398"/>
                  <a:pt x="499" y="404"/>
                </a:cubicBezTo>
                <a:cubicBezTo>
                  <a:pt x="496" y="404"/>
                  <a:pt x="495" y="391"/>
                  <a:pt x="494" y="403"/>
                </a:cubicBezTo>
                <a:cubicBezTo>
                  <a:pt x="487" y="410"/>
                  <a:pt x="488" y="421"/>
                  <a:pt x="488" y="432"/>
                </a:cubicBezTo>
                <a:cubicBezTo>
                  <a:pt x="486" y="433"/>
                  <a:pt x="483" y="445"/>
                  <a:pt x="483" y="447"/>
                </a:cubicBezTo>
                <a:cubicBezTo>
                  <a:pt x="490" y="447"/>
                  <a:pt x="481" y="453"/>
                  <a:pt x="484" y="457"/>
                </a:cubicBezTo>
                <a:cubicBezTo>
                  <a:pt x="491" y="455"/>
                  <a:pt x="486" y="459"/>
                  <a:pt x="489" y="461"/>
                </a:cubicBezTo>
                <a:cubicBezTo>
                  <a:pt x="492" y="469"/>
                  <a:pt x="502" y="462"/>
                  <a:pt x="502" y="466"/>
                </a:cubicBezTo>
                <a:cubicBezTo>
                  <a:pt x="498" y="466"/>
                  <a:pt x="492" y="467"/>
                  <a:pt x="490" y="465"/>
                </a:cubicBezTo>
                <a:cubicBezTo>
                  <a:pt x="481" y="464"/>
                  <a:pt x="487" y="457"/>
                  <a:pt x="480" y="468"/>
                </a:cubicBezTo>
                <a:cubicBezTo>
                  <a:pt x="471" y="465"/>
                  <a:pt x="472" y="477"/>
                  <a:pt x="471" y="483"/>
                </a:cubicBezTo>
                <a:cubicBezTo>
                  <a:pt x="460" y="485"/>
                  <a:pt x="480" y="494"/>
                  <a:pt x="476" y="498"/>
                </a:cubicBezTo>
                <a:cubicBezTo>
                  <a:pt x="477" y="499"/>
                  <a:pt x="470" y="506"/>
                  <a:pt x="478" y="506"/>
                </a:cubicBezTo>
                <a:cubicBezTo>
                  <a:pt x="481" y="503"/>
                  <a:pt x="478" y="495"/>
                  <a:pt x="480" y="492"/>
                </a:cubicBezTo>
                <a:cubicBezTo>
                  <a:pt x="482" y="492"/>
                  <a:pt x="483" y="515"/>
                  <a:pt x="485" y="518"/>
                </a:cubicBezTo>
                <a:cubicBezTo>
                  <a:pt x="485" y="526"/>
                  <a:pt x="497" y="527"/>
                  <a:pt x="499" y="528"/>
                </a:cubicBezTo>
                <a:cubicBezTo>
                  <a:pt x="502" y="524"/>
                  <a:pt x="503" y="522"/>
                  <a:pt x="502" y="518"/>
                </a:cubicBezTo>
                <a:cubicBezTo>
                  <a:pt x="499" y="513"/>
                  <a:pt x="505" y="505"/>
                  <a:pt x="498" y="501"/>
                </a:cubicBezTo>
                <a:cubicBezTo>
                  <a:pt x="498" y="499"/>
                  <a:pt x="504" y="484"/>
                  <a:pt x="498" y="483"/>
                </a:cubicBezTo>
                <a:cubicBezTo>
                  <a:pt x="498" y="478"/>
                  <a:pt x="510" y="452"/>
                  <a:pt x="515" y="463"/>
                </a:cubicBezTo>
                <a:cubicBezTo>
                  <a:pt x="527" y="473"/>
                  <a:pt x="525" y="473"/>
                  <a:pt x="525" y="487"/>
                </a:cubicBezTo>
                <a:cubicBezTo>
                  <a:pt x="519" y="494"/>
                  <a:pt x="521" y="507"/>
                  <a:pt x="529" y="513"/>
                </a:cubicBezTo>
                <a:cubicBezTo>
                  <a:pt x="524" y="517"/>
                  <a:pt x="535" y="515"/>
                  <a:pt x="536" y="521"/>
                </a:cubicBezTo>
                <a:cubicBezTo>
                  <a:pt x="538" y="525"/>
                  <a:pt x="540" y="525"/>
                  <a:pt x="542" y="528"/>
                </a:cubicBezTo>
                <a:cubicBezTo>
                  <a:pt x="542" y="528"/>
                  <a:pt x="541" y="539"/>
                  <a:pt x="545" y="536"/>
                </a:cubicBezTo>
                <a:cubicBezTo>
                  <a:pt x="548" y="528"/>
                  <a:pt x="551" y="545"/>
                  <a:pt x="550" y="544"/>
                </a:cubicBezTo>
                <a:cubicBezTo>
                  <a:pt x="543" y="542"/>
                  <a:pt x="550" y="554"/>
                  <a:pt x="553" y="545"/>
                </a:cubicBezTo>
                <a:cubicBezTo>
                  <a:pt x="557" y="545"/>
                  <a:pt x="555" y="548"/>
                  <a:pt x="558" y="549"/>
                </a:cubicBezTo>
                <a:cubicBezTo>
                  <a:pt x="559" y="545"/>
                  <a:pt x="566" y="541"/>
                  <a:pt x="563" y="538"/>
                </a:cubicBezTo>
                <a:cubicBezTo>
                  <a:pt x="563" y="534"/>
                  <a:pt x="564" y="537"/>
                  <a:pt x="567" y="535"/>
                </a:cubicBezTo>
                <a:cubicBezTo>
                  <a:pt x="569" y="526"/>
                  <a:pt x="573" y="534"/>
                  <a:pt x="574" y="522"/>
                </a:cubicBezTo>
                <a:cubicBezTo>
                  <a:pt x="569" y="518"/>
                  <a:pt x="578" y="511"/>
                  <a:pt x="576" y="525"/>
                </a:cubicBezTo>
                <a:cubicBezTo>
                  <a:pt x="576" y="529"/>
                  <a:pt x="583" y="533"/>
                  <a:pt x="583" y="537"/>
                </a:cubicBezTo>
                <a:cubicBezTo>
                  <a:pt x="579" y="543"/>
                  <a:pt x="584" y="548"/>
                  <a:pt x="580" y="552"/>
                </a:cubicBezTo>
                <a:cubicBezTo>
                  <a:pt x="568" y="552"/>
                  <a:pt x="581" y="576"/>
                  <a:pt x="567" y="573"/>
                </a:cubicBezTo>
                <a:cubicBezTo>
                  <a:pt x="562" y="579"/>
                  <a:pt x="573" y="589"/>
                  <a:pt x="567" y="586"/>
                </a:cubicBezTo>
                <a:cubicBezTo>
                  <a:pt x="561" y="594"/>
                  <a:pt x="569" y="588"/>
                  <a:pt x="570" y="588"/>
                </a:cubicBezTo>
                <a:cubicBezTo>
                  <a:pt x="572" y="590"/>
                  <a:pt x="575" y="592"/>
                  <a:pt x="576" y="594"/>
                </a:cubicBezTo>
                <a:cubicBezTo>
                  <a:pt x="573" y="600"/>
                  <a:pt x="558" y="584"/>
                  <a:pt x="567" y="600"/>
                </a:cubicBezTo>
                <a:cubicBezTo>
                  <a:pt x="570" y="595"/>
                  <a:pt x="580" y="607"/>
                  <a:pt x="580" y="601"/>
                </a:cubicBezTo>
                <a:cubicBezTo>
                  <a:pt x="574" y="595"/>
                  <a:pt x="582" y="597"/>
                  <a:pt x="584" y="597"/>
                </a:cubicBezTo>
                <a:cubicBezTo>
                  <a:pt x="593" y="585"/>
                  <a:pt x="590" y="576"/>
                  <a:pt x="605" y="569"/>
                </a:cubicBezTo>
                <a:cubicBezTo>
                  <a:pt x="606" y="566"/>
                  <a:pt x="606" y="569"/>
                  <a:pt x="607" y="569"/>
                </a:cubicBezTo>
                <a:cubicBezTo>
                  <a:pt x="609" y="563"/>
                  <a:pt x="611" y="561"/>
                  <a:pt x="617" y="561"/>
                </a:cubicBezTo>
                <a:cubicBezTo>
                  <a:pt x="620" y="557"/>
                  <a:pt x="615" y="537"/>
                  <a:pt x="624" y="549"/>
                </a:cubicBezTo>
                <a:cubicBezTo>
                  <a:pt x="625" y="547"/>
                  <a:pt x="628" y="549"/>
                  <a:pt x="624" y="550"/>
                </a:cubicBezTo>
                <a:cubicBezTo>
                  <a:pt x="623" y="552"/>
                  <a:pt x="624" y="552"/>
                  <a:pt x="626" y="552"/>
                </a:cubicBezTo>
                <a:cubicBezTo>
                  <a:pt x="628" y="555"/>
                  <a:pt x="627" y="576"/>
                  <a:pt x="628" y="577"/>
                </a:cubicBezTo>
                <a:cubicBezTo>
                  <a:pt x="630" y="575"/>
                  <a:pt x="636" y="570"/>
                  <a:pt x="637" y="575"/>
                </a:cubicBezTo>
                <a:cubicBezTo>
                  <a:pt x="647" y="572"/>
                  <a:pt x="648" y="581"/>
                  <a:pt x="640" y="578"/>
                </a:cubicBezTo>
                <a:cubicBezTo>
                  <a:pt x="640" y="580"/>
                  <a:pt x="640" y="580"/>
                  <a:pt x="643" y="582"/>
                </a:cubicBezTo>
                <a:cubicBezTo>
                  <a:pt x="639" y="585"/>
                  <a:pt x="640" y="605"/>
                  <a:pt x="637" y="612"/>
                </a:cubicBezTo>
                <a:cubicBezTo>
                  <a:pt x="636" y="620"/>
                  <a:pt x="630" y="627"/>
                  <a:pt x="630" y="633"/>
                </a:cubicBezTo>
                <a:cubicBezTo>
                  <a:pt x="628" y="634"/>
                  <a:pt x="623" y="640"/>
                  <a:pt x="623" y="642"/>
                </a:cubicBezTo>
                <a:cubicBezTo>
                  <a:pt x="629" y="648"/>
                  <a:pt x="636" y="630"/>
                  <a:pt x="638" y="630"/>
                </a:cubicBezTo>
                <a:cubicBezTo>
                  <a:pt x="640" y="641"/>
                  <a:pt x="642" y="633"/>
                  <a:pt x="641" y="628"/>
                </a:cubicBezTo>
                <a:cubicBezTo>
                  <a:pt x="638" y="625"/>
                  <a:pt x="647" y="602"/>
                  <a:pt x="650" y="611"/>
                </a:cubicBezTo>
                <a:cubicBezTo>
                  <a:pt x="651" y="611"/>
                  <a:pt x="652" y="610"/>
                  <a:pt x="653" y="609"/>
                </a:cubicBezTo>
                <a:cubicBezTo>
                  <a:pt x="660" y="608"/>
                  <a:pt x="669" y="584"/>
                  <a:pt x="662" y="581"/>
                </a:cubicBezTo>
                <a:cubicBezTo>
                  <a:pt x="660" y="574"/>
                  <a:pt x="659" y="584"/>
                  <a:pt x="658" y="584"/>
                </a:cubicBezTo>
                <a:cubicBezTo>
                  <a:pt x="654" y="580"/>
                  <a:pt x="649" y="589"/>
                  <a:pt x="648" y="584"/>
                </a:cubicBezTo>
                <a:cubicBezTo>
                  <a:pt x="637" y="580"/>
                  <a:pt x="653" y="582"/>
                  <a:pt x="646" y="577"/>
                </a:cubicBezTo>
                <a:cubicBezTo>
                  <a:pt x="649" y="575"/>
                  <a:pt x="645" y="563"/>
                  <a:pt x="648" y="562"/>
                </a:cubicBezTo>
                <a:cubicBezTo>
                  <a:pt x="641" y="559"/>
                  <a:pt x="653" y="555"/>
                  <a:pt x="647" y="554"/>
                </a:cubicBezTo>
                <a:cubicBezTo>
                  <a:pt x="647" y="549"/>
                  <a:pt x="657" y="568"/>
                  <a:pt x="657" y="558"/>
                </a:cubicBezTo>
                <a:cubicBezTo>
                  <a:pt x="655" y="556"/>
                  <a:pt x="660" y="538"/>
                  <a:pt x="655" y="539"/>
                </a:cubicBezTo>
                <a:cubicBezTo>
                  <a:pt x="651" y="550"/>
                  <a:pt x="653" y="541"/>
                  <a:pt x="650" y="538"/>
                </a:cubicBezTo>
                <a:cubicBezTo>
                  <a:pt x="650" y="536"/>
                  <a:pt x="652" y="530"/>
                  <a:pt x="647" y="533"/>
                </a:cubicBezTo>
                <a:cubicBezTo>
                  <a:pt x="647" y="531"/>
                  <a:pt x="648" y="526"/>
                  <a:pt x="650" y="525"/>
                </a:cubicBezTo>
                <a:cubicBezTo>
                  <a:pt x="644" y="522"/>
                  <a:pt x="654" y="513"/>
                  <a:pt x="643" y="518"/>
                </a:cubicBezTo>
                <a:cubicBezTo>
                  <a:pt x="642" y="514"/>
                  <a:pt x="643" y="515"/>
                  <a:pt x="646" y="514"/>
                </a:cubicBezTo>
                <a:cubicBezTo>
                  <a:pt x="648" y="511"/>
                  <a:pt x="638" y="509"/>
                  <a:pt x="645" y="508"/>
                </a:cubicBezTo>
                <a:cubicBezTo>
                  <a:pt x="647" y="512"/>
                  <a:pt x="646" y="503"/>
                  <a:pt x="641" y="502"/>
                </a:cubicBezTo>
                <a:cubicBezTo>
                  <a:pt x="641" y="499"/>
                  <a:pt x="646" y="500"/>
                  <a:pt x="642" y="498"/>
                </a:cubicBezTo>
                <a:cubicBezTo>
                  <a:pt x="643" y="488"/>
                  <a:pt x="655" y="489"/>
                  <a:pt x="649" y="499"/>
                </a:cubicBezTo>
                <a:cubicBezTo>
                  <a:pt x="649" y="501"/>
                  <a:pt x="650" y="502"/>
                  <a:pt x="652" y="500"/>
                </a:cubicBezTo>
                <a:cubicBezTo>
                  <a:pt x="652" y="497"/>
                  <a:pt x="657" y="493"/>
                  <a:pt x="654" y="491"/>
                </a:cubicBezTo>
                <a:cubicBezTo>
                  <a:pt x="654" y="490"/>
                  <a:pt x="659" y="475"/>
                  <a:pt x="659" y="483"/>
                </a:cubicBezTo>
                <a:cubicBezTo>
                  <a:pt x="662" y="488"/>
                  <a:pt x="663" y="476"/>
                  <a:pt x="664" y="475"/>
                </a:cubicBezTo>
                <a:cubicBezTo>
                  <a:pt x="666" y="475"/>
                  <a:pt x="664" y="483"/>
                  <a:pt x="662" y="484"/>
                </a:cubicBezTo>
                <a:cubicBezTo>
                  <a:pt x="658" y="494"/>
                  <a:pt x="666" y="487"/>
                  <a:pt x="670" y="487"/>
                </a:cubicBezTo>
                <a:cubicBezTo>
                  <a:pt x="672" y="489"/>
                  <a:pt x="673" y="494"/>
                  <a:pt x="675" y="494"/>
                </a:cubicBezTo>
                <a:cubicBezTo>
                  <a:pt x="679" y="490"/>
                  <a:pt x="673" y="482"/>
                  <a:pt x="675" y="478"/>
                </a:cubicBezTo>
                <a:cubicBezTo>
                  <a:pt x="675" y="474"/>
                  <a:pt x="670" y="475"/>
                  <a:pt x="674" y="471"/>
                </a:cubicBezTo>
                <a:cubicBezTo>
                  <a:pt x="671" y="463"/>
                  <a:pt x="671" y="472"/>
                  <a:pt x="672" y="464"/>
                </a:cubicBezTo>
                <a:cubicBezTo>
                  <a:pt x="665" y="464"/>
                  <a:pt x="669" y="458"/>
                  <a:pt x="669" y="452"/>
                </a:cubicBezTo>
                <a:cubicBezTo>
                  <a:pt x="671" y="449"/>
                  <a:pt x="667" y="444"/>
                  <a:pt x="667" y="441"/>
                </a:cubicBezTo>
                <a:cubicBezTo>
                  <a:pt x="669" y="439"/>
                  <a:pt x="668" y="436"/>
                  <a:pt x="670" y="433"/>
                </a:cubicBezTo>
                <a:cubicBezTo>
                  <a:pt x="670" y="428"/>
                  <a:pt x="677" y="423"/>
                  <a:pt x="679" y="430"/>
                </a:cubicBezTo>
                <a:cubicBezTo>
                  <a:pt x="689" y="443"/>
                  <a:pt x="694" y="439"/>
                  <a:pt x="696" y="458"/>
                </a:cubicBezTo>
                <a:cubicBezTo>
                  <a:pt x="699" y="462"/>
                  <a:pt x="695" y="468"/>
                  <a:pt x="703" y="468"/>
                </a:cubicBezTo>
                <a:cubicBezTo>
                  <a:pt x="709" y="460"/>
                  <a:pt x="710" y="490"/>
                  <a:pt x="702" y="497"/>
                </a:cubicBezTo>
                <a:cubicBezTo>
                  <a:pt x="698" y="506"/>
                  <a:pt x="684" y="517"/>
                  <a:pt x="684" y="526"/>
                </a:cubicBezTo>
                <a:cubicBezTo>
                  <a:pt x="680" y="530"/>
                  <a:pt x="683" y="533"/>
                  <a:pt x="676" y="534"/>
                </a:cubicBezTo>
                <a:cubicBezTo>
                  <a:pt x="676" y="543"/>
                  <a:pt x="682" y="563"/>
                  <a:pt x="673" y="569"/>
                </a:cubicBezTo>
                <a:cubicBezTo>
                  <a:pt x="672" y="572"/>
                  <a:pt x="668" y="588"/>
                  <a:pt x="669" y="589"/>
                </a:cubicBezTo>
                <a:cubicBezTo>
                  <a:pt x="672" y="589"/>
                  <a:pt x="675" y="572"/>
                  <a:pt x="674" y="590"/>
                </a:cubicBezTo>
                <a:cubicBezTo>
                  <a:pt x="673" y="590"/>
                  <a:pt x="664" y="605"/>
                  <a:pt x="664" y="608"/>
                </a:cubicBezTo>
                <a:cubicBezTo>
                  <a:pt x="670" y="611"/>
                  <a:pt x="676" y="630"/>
                  <a:pt x="670" y="634"/>
                </a:cubicBezTo>
                <a:cubicBezTo>
                  <a:pt x="670" y="637"/>
                  <a:pt x="668" y="657"/>
                  <a:pt x="668" y="659"/>
                </a:cubicBezTo>
                <a:cubicBezTo>
                  <a:pt x="664" y="671"/>
                  <a:pt x="666" y="685"/>
                  <a:pt x="661" y="697"/>
                </a:cubicBezTo>
                <a:cubicBezTo>
                  <a:pt x="661" y="706"/>
                  <a:pt x="657" y="711"/>
                  <a:pt x="657" y="719"/>
                </a:cubicBezTo>
                <a:cubicBezTo>
                  <a:pt x="652" y="720"/>
                  <a:pt x="655" y="737"/>
                  <a:pt x="651" y="740"/>
                </a:cubicBezTo>
                <a:cubicBezTo>
                  <a:pt x="650" y="745"/>
                  <a:pt x="637" y="763"/>
                  <a:pt x="638" y="765"/>
                </a:cubicBezTo>
                <a:cubicBezTo>
                  <a:pt x="638" y="767"/>
                  <a:pt x="633" y="780"/>
                  <a:pt x="630" y="780"/>
                </a:cubicBezTo>
                <a:cubicBezTo>
                  <a:pt x="627" y="779"/>
                  <a:pt x="622" y="787"/>
                  <a:pt x="626" y="790"/>
                </a:cubicBezTo>
                <a:cubicBezTo>
                  <a:pt x="626" y="795"/>
                  <a:pt x="615" y="793"/>
                  <a:pt x="620" y="805"/>
                </a:cubicBezTo>
                <a:cubicBezTo>
                  <a:pt x="620" y="811"/>
                  <a:pt x="622" y="809"/>
                  <a:pt x="626" y="812"/>
                </a:cubicBezTo>
                <a:cubicBezTo>
                  <a:pt x="626" y="816"/>
                  <a:pt x="626" y="845"/>
                  <a:pt x="622" y="847"/>
                </a:cubicBezTo>
                <a:cubicBezTo>
                  <a:pt x="621" y="849"/>
                  <a:pt x="619" y="850"/>
                  <a:pt x="618" y="851"/>
                </a:cubicBezTo>
                <a:cubicBezTo>
                  <a:pt x="617" y="859"/>
                  <a:pt x="614" y="867"/>
                  <a:pt x="612" y="874"/>
                </a:cubicBezTo>
                <a:cubicBezTo>
                  <a:pt x="606" y="877"/>
                  <a:pt x="604" y="918"/>
                  <a:pt x="600" y="926"/>
                </a:cubicBezTo>
                <a:cubicBezTo>
                  <a:pt x="599" y="939"/>
                  <a:pt x="599" y="950"/>
                  <a:pt x="599" y="963"/>
                </a:cubicBezTo>
                <a:cubicBezTo>
                  <a:pt x="593" y="970"/>
                  <a:pt x="595" y="984"/>
                  <a:pt x="583" y="971"/>
                </a:cubicBezTo>
                <a:cubicBezTo>
                  <a:pt x="570" y="971"/>
                  <a:pt x="568" y="959"/>
                  <a:pt x="575" y="950"/>
                </a:cubicBezTo>
                <a:cubicBezTo>
                  <a:pt x="575" y="945"/>
                  <a:pt x="582" y="908"/>
                  <a:pt x="577" y="908"/>
                </a:cubicBezTo>
                <a:cubicBezTo>
                  <a:pt x="575" y="910"/>
                  <a:pt x="576" y="950"/>
                  <a:pt x="567" y="945"/>
                </a:cubicBezTo>
                <a:cubicBezTo>
                  <a:pt x="566" y="943"/>
                  <a:pt x="570" y="924"/>
                  <a:pt x="571" y="923"/>
                </a:cubicBezTo>
                <a:cubicBezTo>
                  <a:pt x="574" y="906"/>
                  <a:pt x="576" y="890"/>
                  <a:pt x="578" y="873"/>
                </a:cubicBezTo>
                <a:cubicBezTo>
                  <a:pt x="578" y="868"/>
                  <a:pt x="576" y="857"/>
                  <a:pt x="582" y="854"/>
                </a:cubicBezTo>
                <a:cubicBezTo>
                  <a:pt x="587" y="846"/>
                  <a:pt x="587" y="855"/>
                  <a:pt x="586" y="846"/>
                </a:cubicBezTo>
                <a:cubicBezTo>
                  <a:pt x="579" y="843"/>
                  <a:pt x="577" y="825"/>
                  <a:pt x="587" y="822"/>
                </a:cubicBezTo>
                <a:cubicBezTo>
                  <a:pt x="596" y="812"/>
                  <a:pt x="592" y="794"/>
                  <a:pt x="598" y="781"/>
                </a:cubicBezTo>
                <a:cubicBezTo>
                  <a:pt x="598" y="762"/>
                  <a:pt x="604" y="745"/>
                  <a:pt x="604" y="726"/>
                </a:cubicBezTo>
                <a:cubicBezTo>
                  <a:pt x="610" y="720"/>
                  <a:pt x="608" y="728"/>
                  <a:pt x="610" y="732"/>
                </a:cubicBezTo>
                <a:cubicBezTo>
                  <a:pt x="612" y="732"/>
                  <a:pt x="613" y="731"/>
                  <a:pt x="616" y="732"/>
                </a:cubicBezTo>
                <a:cubicBezTo>
                  <a:pt x="616" y="736"/>
                  <a:pt x="616" y="736"/>
                  <a:pt x="617" y="738"/>
                </a:cubicBezTo>
                <a:cubicBezTo>
                  <a:pt x="619" y="738"/>
                  <a:pt x="619" y="710"/>
                  <a:pt x="627" y="709"/>
                </a:cubicBezTo>
                <a:cubicBezTo>
                  <a:pt x="629" y="698"/>
                  <a:pt x="621" y="711"/>
                  <a:pt x="628" y="703"/>
                </a:cubicBezTo>
                <a:cubicBezTo>
                  <a:pt x="628" y="697"/>
                  <a:pt x="630" y="683"/>
                  <a:pt x="636" y="683"/>
                </a:cubicBezTo>
                <a:cubicBezTo>
                  <a:pt x="638" y="681"/>
                  <a:pt x="636" y="675"/>
                  <a:pt x="641" y="672"/>
                </a:cubicBezTo>
                <a:cubicBezTo>
                  <a:pt x="641" y="669"/>
                  <a:pt x="638" y="664"/>
                  <a:pt x="642" y="664"/>
                </a:cubicBezTo>
                <a:cubicBezTo>
                  <a:pt x="645" y="661"/>
                  <a:pt x="652" y="639"/>
                  <a:pt x="648" y="637"/>
                </a:cubicBezTo>
                <a:cubicBezTo>
                  <a:pt x="647" y="629"/>
                  <a:pt x="649" y="629"/>
                  <a:pt x="644" y="632"/>
                </a:cubicBezTo>
                <a:cubicBezTo>
                  <a:pt x="643" y="636"/>
                  <a:pt x="620" y="661"/>
                  <a:pt x="620" y="661"/>
                </a:cubicBezTo>
                <a:cubicBezTo>
                  <a:pt x="617" y="667"/>
                  <a:pt x="613" y="660"/>
                  <a:pt x="613" y="660"/>
                </a:cubicBezTo>
                <a:cubicBezTo>
                  <a:pt x="609" y="662"/>
                  <a:pt x="609" y="675"/>
                  <a:pt x="612" y="674"/>
                </a:cubicBezTo>
                <a:cubicBezTo>
                  <a:pt x="613" y="669"/>
                  <a:pt x="623" y="658"/>
                  <a:pt x="622" y="672"/>
                </a:cubicBezTo>
                <a:cubicBezTo>
                  <a:pt x="624" y="683"/>
                  <a:pt x="626" y="688"/>
                  <a:pt x="616" y="692"/>
                </a:cubicBezTo>
                <a:cubicBezTo>
                  <a:pt x="615" y="703"/>
                  <a:pt x="616" y="703"/>
                  <a:pt x="609" y="710"/>
                </a:cubicBezTo>
                <a:cubicBezTo>
                  <a:pt x="609" y="720"/>
                  <a:pt x="602" y="728"/>
                  <a:pt x="607" y="710"/>
                </a:cubicBezTo>
                <a:cubicBezTo>
                  <a:pt x="611" y="701"/>
                  <a:pt x="603" y="699"/>
                  <a:pt x="604" y="691"/>
                </a:cubicBezTo>
                <a:cubicBezTo>
                  <a:pt x="612" y="691"/>
                  <a:pt x="610" y="679"/>
                  <a:pt x="605" y="684"/>
                </a:cubicBezTo>
                <a:cubicBezTo>
                  <a:pt x="600" y="682"/>
                  <a:pt x="601" y="667"/>
                  <a:pt x="606" y="665"/>
                </a:cubicBezTo>
                <a:cubicBezTo>
                  <a:pt x="604" y="660"/>
                  <a:pt x="596" y="666"/>
                  <a:pt x="593" y="666"/>
                </a:cubicBezTo>
                <a:cubicBezTo>
                  <a:pt x="591" y="661"/>
                  <a:pt x="579" y="668"/>
                  <a:pt x="576" y="671"/>
                </a:cubicBezTo>
                <a:cubicBezTo>
                  <a:pt x="563" y="671"/>
                  <a:pt x="557" y="678"/>
                  <a:pt x="545" y="678"/>
                </a:cubicBezTo>
                <a:cubicBezTo>
                  <a:pt x="539" y="684"/>
                  <a:pt x="542" y="658"/>
                  <a:pt x="537" y="663"/>
                </a:cubicBezTo>
                <a:cubicBezTo>
                  <a:pt x="533" y="656"/>
                  <a:pt x="543" y="657"/>
                  <a:pt x="541" y="650"/>
                </a:cubicBezTo>
                <a:cubicBezTo>
                  <a:pt x="538" y="648"/>
                  <a:pt x="542" y="628"/>
                  <a:pt x="535" y="628"/>
                </a:cubicBezTo>
                <a:cubicBezTo>
                  <a:pt x="533" y="632"/>
                  <a:pt x="536" y="651"/>
                  <a:pt x="529" y="649"/>
                </a:cubicBezTo>
                <a:cubicBezTo>
                  <a:pt x="527" y="652"/>
                  <a:pt x="513" y="664"/>
                  <a:pt x="513" y="664"/>
                </a:cubicBezTo>
                <a:cubicBezTo>
                  <a:pt x="515" y="664"/>
                  <a:pt x="512" y="668"/>
                  <a:pt x="510" y="665"/>
                </a:cubicBezTo>
                <a:cubicBezTo>
                  <a:pt x="509" y="659"/>
                  <a:pt x="509" y="660"/>
                  <a:pt x="505" y="660"/>
                </a:cubicBezTo>
                <a:cubicBezTo>
                  <a:pt x="503" y="644"/>
                  <a:pt x="492" y="669"/>
                  <a:pt x="503" y="671"/>
                </a:cubicBezTo>
                <a:cubicBezTo>
                  <a:pt x="505" y="668"/>
                  <a:pt x="503" y="666"/>
                  <a:pt x="508" y="669"/>
                </a:cubicBezTo>
                <a:cubicBezTo>
                  <a:pt x="509" y="669"/>
                  <a:pt x="511" y="670"/>
                  <a:pt x="511" y="673"/>
                </a:cubicBezTo>
                <a:cubicBezTo>
                  <a:pt x="508" y="675"/>
                  <a:pt x="519" y="706"/>
                  <a:pt x="515" y="712"/>
                </a:cubicBezTo>
                <a:cubicBezTo>
                  <a:pt x="513" y="713"/>
                  <a:pt x="517" y="723"/>
                  <a:pt x="519" y="724"/>
                </a:cubicBezTo>
                <a:cubicBezTo>
                  <a:pt x="521" y="723"/>
                  <a:pt x="523" y="723"/>
                  <a:pt x="524" y="726"/>
                </a:cubicBezTo>
                <a:cubicBezTo>
                  <a:pt x="536" y="726"/>
                  <a:pt x="536" y="700"/>
                  <a:pt x="536" y="691"/>
                </a:cubicBezTo>
                <a:cubicBezTo>
                  <a:pt x="536" y="690"/>
                  <a:pt x="536" y="690"/>
                  <a:pt x="531" y="690"/>
                </a:cubicBezTo>
                <a:cubicBezTo>
                  <a:pt x="531" y="685"/>
                  <a:pt x="534" y="675"/>
                  <a:pt x="540" y="678"/>
                </a:cubicBezTo>
                <a:cubicBezTo>
                  <a:pt x="541" y="680"/>
                  <a:pt x="545" y="684"/>
                  <a:pt x="543" y="688"/>
                </a:cubicBezTo>
                <a:cubicBezTo>
                  <a:pt x="543" y="691"/>
                  <a:pt x="545" y="717"/>
                  <a:pt x="543" y="720"/>
                </a:cubicBezTo>
                <a:cubicBezTo>
                  <a:pt x="543" y="736"/>
                  <a:pt x="543" y="751"/>
                  <a:pt x="541" y="767"/>
                </a:cubicBezTo>
                <a:cubicBezTo>
                  <a:pt x="533" y="775"/>
                  <a:pt x="537" y="784"/>
                  <a:pt x="537" y="794"/>
                </a:cubicBezTo>
                <a:cubicBezTo>
                  <a:pt x="536" y="796"/>
                  <a:pt x="539" y="798"/>
                  <a:pt x="535" y="801"/>
                </a:cubicBezTo>
                <a:cubicBezTo>
                  <a:pt x="535" y="805"/>
                  <a:pt x="540" y="800"/>
                  <a:pt x="539" y="807"/>
                </a:cubicBezTo>
                <a:cubicBezTo>
                  <a:pt x="538" y="809"/>
                  <a:pt x="542" y="815"/>
                  <a:pt x="538" y="817"/>
                </a:cubicBezTo>
                <a:cubicBezTo>
                  <a:pt x="537" y="824"/>
                  <a:pt x="543" y="825"/>
                  <a:pt x="543" y="832"/>
                </a:cubicBezTo>
                <a:cubicBezTo>
                  <a:pt x="537" y="832"/>
                  <a:pt x="543" y="834"/>
                  <a:pt x="544" y="835"/>
                </a:cubicBezTo>
                <a:cubicBezTo>
                  <a:pt x="543" y="839"/>
                  <a:pt x="554" y="854"/>
                  <a:pt x="555" y="855"/>
                </a:cubicBezTo>
                <a:cubicBezTo>
                  <a:pt x="555" y="867"/>
                  <a:pt x="550" y="880"/>
                  <a:pt x="556" y="891"/>
                </a:cubicBezTo>
                <a:cubicBezTo>
                  <a:pt x="555" y="898"/>
                  <a:pt x="551" y="911"/>
                  <a:pt x="555" y="915"/>
                </a:cubicBezTo>
                <a:cubicBezTo>
                  <a:pt x="555" y="925"/>
                  <a:pt x="555" y="939"/>
                  <a:pt x="560" y="948"/>
                </a:cubicBezTo>
                <a:cubicBezTo>
                  <a:pt x="560" y="952"/>
                  <a:pt x="561" y="957"/>
                  <a:pt x="564" y="960"/>
                </a:cubicBezTo>
                <a:cubicBezTo>
                  <a:pt x="563" y="971"/>
                  <a:pt x="565" y="981"/>
                  <a:pt x="567" y="992"/>
                </a:cubicBezTo>
                <a:cubicBezTo>
                  <a:pt x="573" y="998"/>
                  <a:pt x="575" y="1010"/>
                  <a:pt x="579" y="1013"/>
                </a:cubicBezTo>
                <a:cubicBezTo>
                  <a:pt x="579" y="1019"/>
                  <a:pt x="586" y="1022"/>
                  <a:pt x="582" y="1027"/>
                </a:cubicBezTo>
                <a:cubicBezTo>
                  <a:pt x="583" y="1032"/>
                  <a:pt x="584" y="1039"/>
                  <a:pt x="585" y="1044"/>
                </a:cubicBezTo>
                <a:cubicBezTo>
                  <a:pt x="593" y="1055"/>
                  <a:pt x="603" y="1065"/>
                  <a:pt x="610" y="1076"/>
                </a:cubicBezTo>
                <a:cubicBezTo>
                  <a:pt x="617" y="1077"/>
                  <a:pt x="618" y="1075"/>
                  <a:pt x="617" y="1085"/>
                </a:cubicBezTo>
                <a:cubicBezTo>
                  <a:pt x="616" y="1086"/>
                  <a:pt x="615" y="1086"/>
                  <a:pt x="614" y="1086"/>
                </a:cubicBezTo>
                <a:cubicBezTo>
                  <a:pt x="607" y="1075"/>
                  <a:pt x="588" y="1100"/>
                  <a:pt x="577" y="1087"/>
                </a:cubicBezTo>
                <a:cubicBezTo>
                  <a:pt x="577" y="1087"/>
                  <a:pt x="564" y="1094"/>
                  <a:pt x="563" y="1096"/>
                </a:cubicBezTo>
                <a:close/>
                <a:moveTo>
                  <a:pt x="636" y="465"/>
                </a:moveTo>
                <a:cubicBezTo>
                  <a:pt x="635" y="462"/>
                  <a:pt x="636" y="460"/>
                  <a:pt x="634" y="459"/>
                </a:cubicBezTo>
                <a:cubicBezTo>
                  <a:pt x="634" y="459"/>
                  <a:pt x="634" y="459"/>
                  <a:pt x="634" y="459"/>
                </a:cubicBezTo>
                <a:cubicBezTo>
                  <a:pt x="638" y="457"/>
                  <a:pt x="633" y="449"/>
                  <a:pt x="632" y="448"/>
                </a:cubicBezTo>
                <a:cubicBezTo>
                  <a:pt x="632" y="447"/>
                  <a:pt x="631" y="447"/>
                  <a:pt x="630" y="447"/>
                </a:cubicBezTo>
                <a:cubicBezTo>
                  <a:pt x="630" y="446"/>
                  <a:pt x="630" y="446"/>
                  <a:pt x="630" y="445"/>
                </a:cubicBezTo>
                <a:cubicBezTo>
                  <a:pt x="628" y="446"/>
                  <a:pt x="627" y="446"/>
                  <a:pt x="626" y="446"/>
                </a:cubicBezTo>
                <a:cubicBezTo>
                  <a:pt x="626" y="441"/>
                  <a:pt x="626" y="437"/>
                  <a:pt x="626" y="433"/>
                </a:cubicBezTo>
                <a:cubicBezTo>
                  <a:pt x="628" y="431"/>
                  <a:pt x="627" y="430"/>
                  <a:pt x="626" y="429"/>
                </a:cubicBezTo>
                <a:cubicBezTo>
                  <a:pt x="626" y="427"/>
                  <a:pt x="626" y="425"/>
                  <a:pt x="626" y="423"/>
                </a:cubicBezTo>
                <a:cubicBezTo>
                  <a:pt x="625" y="422"/>
                  <a:pt x="624" y="421"/>
                  <a:pt x="623" y="420"/>
                </a:cubicBezTo>
                <a:cubicBezTo>
                  <a:pt x="625" y="418"/>
                  <a:pt x="625" y="413"/>
                  <a:pt x="622" y="413"/>
                </a:cubicBezTo>
                <a:cubicBezTo>
                  <a:pt x="621" y="413"/>
                  <a:pt x="621" y="414"/>
                  <a:pt x="621" y="414"/>
                </a:cubicBezTo>
                <a:cubicBezTo>
                  <a:pt x="621" y="412"/>
                  <a:pt x="620" y="411"/>
                  <a:pt x="620" y="410"/>
                </a:cubicBezTo>
                <a:cubicBezTo>
                  <a:pt x="619" y="409"/>
                  <a:pt x="620" y="409"/>
                  <a:pt x="620" y="408"/>
                </a:cubicBezTo>
                <a:cubicBezTo>
                  <a:pt x="619" y="406"/>
                  <a:pt x="617" y="405"/>
                  <a:pt x="616" y="404"/>
                </a:cubicBezTo>
                <a:cubicBezTo>
                  <a:pt x="616" y="401"/>
                  <a:pt x="616" y="399"/>
                  <a:pt x="617" y="397"/>
                </a:cubicBezTo>
                <a:cubicBezTo>
                  <a:pt x="615" y="395"/>
                  <a:pt x="615" y="394"/>
                  <a:pt x="615" y="392"/>
                </a:cubicBezTo>
                <a:cubicBezTo>
                  <a:pt x="615" y="392"/>
                  <a:pt x="615" y="392"/>
                  <a:pt x="616" y="392"/>
                </a:cubicBezTo>
                <a:cubicBezTo>
                  <a:pt x="616" y="391"/>
                  <a:pt x="616" y="391"/>
                  <a:pt x="616" y="390"/>
                </a:cubicBezTo>
                <a:cubicBezTo>
                  <a:pt x="615" y="389"/>
                  <a:pt x="615" y="390"/>
                  <a:pt x="614" y="390"/>
                </a:cubicBezTo>
                <a:cubicBezTo>
                  <a:pt x="614" y="388"/>
                  <a:pt x="614" y="388"/>
                  <a:pt x="614" y="387"/>
                </a:cubicBezTo>
                <a:cubicBezTo>
                  <a:pt x="615" y="385"/>
                  <a:pt x="614" y="382"/>
                  <a:pt x="613" y="381"/>
                </a:cubicBezTo>
                <a:cubicBezTo>
                  <a:pt x="613" y="381"/>
                  <a:pt x="612" y="381"/>
                  <a:pt x="612" y="380"/>
                </a:cubicBezTo>
                <a:cubicBezTo>
                  <a:pt x="611" y="380"/>
                  <a:pt x="611" y="379"/>
                  <a:pt x="611" y="378"/>
                </a:cubicBezTo>
                <a:cubicBezTo>
                  <a:pt x="612" y="378"/>
                  <a:pt x="612" y="378"/>
                  <a:pt x="613" y="378"/>
                </a:cubicBezTo>
                <a:cubicBezTo>
                  <a:pt x="613" y="376"/>
                  <a:pt x="612" y="376"/>
                  <a:pt x="612" y="375"/>
                </a:cubicBezTo>
                <a:cubicBezTo>
                  <a:pt x="612" y="373"/>
                  <a:pt x="612" y="372"/>
                  <a:pt x="611" y="371"/>
                </a:cubicBezTo>
                <a:cubicBezTo>
                  <a:pt x="611" y="367"/>
                  <a:pt x="611" y="363"/>
                  <a:pt x="610" y="359"/>
                </a:cubicBezTo>
                <a:cubicBezTo>
                  <a:pt x="610" y="359"/>
                  <a:pt x="609" y="358"/>
                  <a:pt x="609" y="358"/>
                </a:cubicBezTo>
                <a:cubicBezTo>
                  <a:pt x="609" y="357"/>
                  <a:pt x="609" y="357"/>
                  <a:pt x="609" y="356"/>
                </a:cubicBezTo>
                <a:cubicBezTo>
                  <a:pt x="608" y="356"/>
                  <a:pt x="608" y="355"/>
                  <a:pt x="607" y="355"/>
                </a:cubicBezTo>
                <a:cubicBezTo>
                  <a:pt x="606" y="353"/>
                  <a:pt x="604" y="350"/>
                  <a:pt x="603" y="349"/>
                </a:cubicBezTo>
                <a:cubicBezTo>
                  <a:pt x="602" y="347"/>
                  <a:pt x="602" y="346"/>
                  <a:pt x="602" y="344"/>
                </a:cubicBezTo>
                <a:cubicBezTo>
                  <a:pt x="600" y="342"/>
                  <a:pt x="600" y="340"/>
                  <a:pt x="600" y="339"/>
                </a:cubicBezTo>
                <a:cubicBezTo>
                  <a:pt x="599" y="338"/>
                  <a:pt x="598" y="338"/>
                  <a:pt x="597" y="338"/>
                </a:cubicBezTo>
                <a:cubicBezTo>
                  <a:pt x="597" y="337"/>
                  <a:pt x="596" y="337"/>
                  <a:pt x="596" y="337"/>
                </a:cubicBezTo>
                <a:cubicBezTo>
                  <a:pt x="596" y="335"/>
                  <a:pt x="596" y="335"/>
                  <a:pt x="595" y="321"/>
                </a:cubicBezTo>
                <a:cubicBezTo>
                  <a:pt x="595" y="320"/>
                  <a:pt x="595" y="320"/>
                  <a:pt x="593" y="320"/>
                </a:cubicBezTo>
                <a:cubicBezTo>
                  <a:pt x="593" y="316"/>
                  <a:pt x="592" y="313"/>
                  <a:pt x="590" y="313"/>
                </a:cubicBezTo>
                <a:cubicBezTo>
                  <a:pt x="589" y="311"/>
                  <a:pt x="589" y="311"/>
                  <a:pt x="588" y="311"/>
                </a:cubicBezTo>
                <a:cubicBezTo>
                  <a:pt x="588" y="311"/>
                  <a:pt x="588" y="311"/>
                  <a:pt x="587" y="314"/>
                </a:cubicBezTo>
                <a:cubicBezTo>
                  <a:pt x="585" y="314"/>
                  <a:pt x="585" y="313"/>
                  <a:pt x="584" y="313"/>
                </a:cubicBezTo>
                <a:cubicBezTo>
                  <a:pt x="585" y="307"/>
                  <a:pt x="584" y="310"/>
                  <a:pt x="582" y="308"/>
                </a:cubicBezTo>
                <a:cubicBezTo>
                  <a:pt x="582" y="308"/>
                  <a:pt x="582" y="307"/>
                  <a:pt x="582" y="307"/>
                </a:cubicBezTo>
                <a:cubicBezTo>
                  <a:pt x="580" y="306"/>
                  <a:pt x="580" y="304"/>
                  <a:pt x="580" y="303"/>
                </a:cubicBezTo>
                <a:cubicBezTo>
                  <a:pt x="578" y="301"/>
                  <a:pt x="579" y="301"/>
                  <a:pt x="579" y="300"/>
                </a:cubicBezTo>
                <a:cubicBezTo>
                  <a:pt x="574" y="296"/>
                  <a:pt x="575" y="295"/>
                  <a:pt x="575" y="290"/>
                </a:cubicBezTo>
                <a:cubicBezTo>
                  <a:pt x="571" y="287"/>
                  <a:pt x="570" y="286"/>
                  <a:pt x="569" y="282"/>
                </a:cubicBezTo>
                <a:cubicBezTo>
                  <a:pt x="568" y="282"/>
                  <a:pt x="567" y="282"/>
                  <a:pt x="567" y="281"/>
                </a:cubicBezTo>
                <a:cubicBezTo>
                  <a:pt x="567" y="279"/>
                  <a:pt x="563" y="274"/>
                  <a:pt x="563" y="273"/>
                </a:cubicBezTo>
                <a:cubicBezTo>
                  <a:pt x="562" y="270"/>
                  <a:pt x="560" y="266"/>
                  <a:pt x="558" y="265"/>
                </a:cubicBezTo>
                <a:cubicBezTo>
                  <a:pt x="558" y="263"/>
                  <a:pt x="555" y="259"/>
                  <a:pt x="554" y="259"/>
                </a:cubicBezTo>
                <a:cubicBezTo>
                  <a:pt x="554" y="257"/>
                  <a:pt x="554" y="256"/>
                  <a:pt x="554" y="254"/>
                </a:cubicBezTo>
                <a:cubicBezTo>
                  <a:pt x="552" y="253"/>
                  <a:pt x="547" y="246"/>
                  <a:pt x="547" y="245"/>
                </a:cubicBezTo>
                <a:cubicBezTo>
                  <a:pt x="545" y="242"/>
                  <a:pt x="542" y="239"/>
                  <a:pt x="542" y="237"/>
                </a:cubicBezTo>
                <a:cubicBezTo>
                  <a:pt x="539" y="234"/>
                  <a:pt x="538" y="233"/>
                  <a:pt x="537" y="231"/>
                </a:cubicBezTo>
                <a:cubicBezTo>
                  <a:pt x="537" y="231"/>
                  <a:pt x="536" y="229"/>
                  <a:pt x="532" y="226"/>
                </a:cubicBezTo>
                <a:cubicBezTo>
                  <a:pt x="531" y="224"/>
                  <a:pt x="530" y="221"/>
                  <a:pt x="528" y="221"/>
                </a:cubicBezTo>
                <a:cubicBezTo>
                  <a:pt x="528" y="220"/>
                  <a:pt x="528" y="218"/>
                  <a:pt x="528" y="217"/>
                </a:cubicBezTo>
                <a:cubicBezTo>
                  <a:pt x="527" y="215"/>
                  <a:pt x="527" y="215"/>
                  <a:pt x="527" y="213"/>
                </a:cubicBezTo>
                <a:cubicBezTo>
                  <a:pt x="525" y="213"/>
                  <a:pt x="526" y="212"/>
                  <a:pt x="526" y="211"/>
                </a:cubicBezTo>
                <a:cubicBezTo>
                  <a:pt x="524" y="210"/>
                  <a:pt x="525" y="210"/>
                  <a:pt x="525" y="209"/>
                </a:cubicBezTo>
                <a:cubicBezTo>
                  <a:pt x="523" y="207"/>
                  <a:pt x="524" y="206"/>
                  <a:pt x="525" y="205"/>
                </a:cubicBezTo>
                <a:cubicBezTo>
                  <a:pt x="524" y="203"/>
                  <a:pt x="524" y="203"/>
                  <a:pt x="524" y="202"/>
                </a:cubicBezTo>
                <a:cubicBezTo>
                  <a:pt x="523" y="202"/>
                  <a:pt x="522" y="201"/>
                  <a:pt x="521" y="201"/>
                </a:cubicBezTo>
                <a:cubicBezTo>
                  <a:pt x="521" y="200"/>
                  <a:pt x="521" y="199"/>
                  <a:pt x="520" y="198"/>
                </a:cubicBezTo>
                <a:cubicBezTo>
                  <a:pt x="520" y="198"/>
                  <a:pt x="519" y="198"/>
                  <a:pt x="519" y="198"/>
                </a:cubicBezTo>
                <a:cubicBezTo>
                  <a:pt x="518" y="195"/>
                  <a:pt x="518" y="196"/>
                  <a:pt x="520" y="194"/>
                </a:cubicBezTo>
                <a:cubicBezTo>
                  <a:pt x="520" y="194"/>
                  <a:pt x="520" y="194"/>
                  <a:pt x="520" y="193"/>
                </a:cubicBezTo>
                <a:cubicBezTo>
                  <a:pt x="519" y="193"/>
                  <a:pt x="519" y="193"/>
                  <a:pt x="519" y="193"/>
                </a:cubicBezTo>
                <a:cubicBezTo>
                  <a:pt x="519" y="192"/>
                  <a:pt x="520" y="192"/>
                  <a:pt x="521" y="191"/>
                </a:cubicBezTo>
                <a:cubicBezTo>
                  <a:pt x="519" y="191"/>
                  <a:pt x="518" y="191"/>
                  <a:pt x="518" y="190"/>
                </a:cubicBezTo>
                <a:cubicBezTo>
                  <a:pt x="519" y="188"/>
                  <a:pt x="519" y="188"/>
                  <a:pt x="521" y="188"/>
                </a:cubicBezTo>
                <a:cubicBezTo>
                  <a:pt x="522" y="185"/>
                  <a:pt x="523" y="186"/>
                  <a:pt x="526" y="187"/>
                </a:cubicBezTo>
                <a:cubicBezTo>
                  <a:pt x="528" y="186"/>
                  <a:pt x="528" y="185"/>
                  <a:pt x="530" y="185"/>
                </a:cubicBezTo>
                <a:cubicBezTo>
                  <a:pt x="530" y="184"/>
                  <a:pt x="531" y="183"/>
                  <a:pt x="531" y="183"/>
                </a:cubicBezTo>
                <a:cubicBezTo>
                  <a:pt x="535" y="182"/>
                  <a:pt x="536" y="181"/>
                  <a:pt x="537" y="178"/>
                </a:cubicBezTo>
                <a:cubicBezTo>
                  <a:pt x="538" y="175"/>
                  <a:pt x="540" y="173"/>
                  <a:pt x="541" y="171"/>
                </a:cubicBezTo>
                <a:cubicBezTo>
                  <a:pt x="541" y="170"/>
                  <a:pt x="541" y="169"/>
                  <a:pt x="541" y="168"/>
                </a:cubicBezTo>
                <a:cubicBezTo>
                  <a:pt x="543" y="167"/>
                  <a:pt x="544" y="167"/>
                  <a:pt x="546" y="168"/>
                </a:cubicBezTo>
                <a:cubicBezTo>
                  <a:pt x="547" y="167"/>
                  <a:pt x="547" y="166"/>
                  <a:pt x="548" y="166"/>
                </a:cubicBezTo>
                <a:cubicBezTo>
                  <a:pt x="548" y="166"/>
                  <a:pt x="550" y="169"/>
                  <a:pt x="549" y="170"/>
                </a:cubicBezTo>
                <a:cubicBezTo>
                  <a:pt x="549" y="171"/>
                  <a:pt x="549" y="171"/>
                  <a:pt x="549" y="172"/>
                </a:cubicBezTo>
                <a:cubicBezTo>
                  <a:pt x="550" y="173"/>
                  <a:pt x="550" y="173"/>
                  <a:pt x="550" y="174"/>
                </a:cubicBezTo>
                <a:cubicBezTo>
                  <a:pt x="552" y="174"/>
                  <a:pt x="553" y="174"/>
                  <a:pt x="555" y="176"/>
                </a:cubicBezTo>
                <a:cubicBezTo>
                  <a:pt x="556" y="176"/>
                  <a:pt x="557" y="176"/>
                  <a:pt x="558" y="177"/>
                </a:cubicBezTo>
                <a:cubicBezTo>
                  <a:pt x="559" y="177"/>
                  <a:pt x="559" y="178"/>
                  <a:pt x="559" y="179"/>
                </a:cubicBezTo>
                <a:cubicBezTo>
                  <a:pt x="559" y="178"/>
                  <a:pt x="560" y="178"/>
                  <a:pt x="560" y="178"/>
                </a:cubicBezTo>
                <a:cubicBezTo>
                  <a:pt x="558" y="175"/>
                  <a:pt x="557" y="175"/>
                  <a:pt x="558" y="173"/>
                </a:cubicBezTo>
                <a:cubicBezTo>
                  <a:pt x="559" y="173"/>
                  <a:pt x="559" y="173"/>
                  <a:pt x="561" y="173"/>
                </a:cubicBezTo>
                <a:cubicBezTo>
                  <a:pt x="561" y="173"/>
                  <a:pt x="561" y="174"/>
                  <a:pt x="562" y="174"/>
                </a:cubicBezTo>
                <a:cubicBezTo>
                  <a:pt x="562" y="174"/>
                  <a:pt x="563" y="174"/>
                  <a:pt x="564" y="173"/>
                </a:cubicBezTo>
                <a:cubicBezTo>
                  <a:pt x="564" y="171"/>
                  <a:pt x="565" y="171"/>
                  <a:pt x="566" y="170"/>
                </a:cubicBezTo>
                <a:cubicBezTo>
                  <a:pt x="568" y="169"/>
                  <a:pt x="572" y="168"/>
                  <a:pt x="573" y="165"/>
                </a:cubicBezTo>
                <a:cubicBezTo>
                  <a:pt x="571" y="164"/>
                  <a:pt x="571" y="164"/>
                  <a:pt x="570" y="164"/>
                </a:cubicBezTo>
                <a:cubicBezTo>
                  <a:pt x="571" y="162"/>
                  <a:pt x="571" y="162"/>
                  <a:pt x="574" y="162"/>
                </a:cubicBezTo>
                <a:cubicBezTo>
                  <a:pt x="575" y="161"/>
                  <a:pt x="575" y="161"/>
                  <a:pt x="575" y="161"/>
                </a:cubicBezTo>
                <a:cubicBezTo>
                  <a:pt x="573" y="160"/>
                  <a:pt x="571" y="160"/>
                  <a:pt x="570" y="160"/>
                </a:cubicBezTo>
                <a:cubicBezTo>
                  <a:pt x="570" y="158"/>
                  <a:pt x="570" y="158"/>
                  <a:pt x="571" y="157"/>
                </a:cubicBezTo>
                <a:cubicBezTo>
                  <a:pt x="569" y="154"/>
                  <a:pt x="568" y="154"/>
                  <a:pt x="567" y="153"/>
                </a:cubicBezTo>
                <a:cubicBezTo>
                  <a:pt x="567" y="152"/>
                  <a:pt x="567" y="149"/>
                  <a:pt x="569" y="151"/>
                </a:cubicBezTo>
                <a:cubicBezTo>
                  <a:pt x="571" y="153"/>
                  <a:pt x="571" y="154"/>
                  <a:pt x="575" y="155"/>
                </a:cubicBezTo>
                <a:cubicBezTo>
                  <a:pt x="577" y="154"/>
                  <a:pt x="577" y="153"/>
                  <a:pt x="580" y="155"/>
                </a:cubicBezTo>
                <a:cubicBezTo>
                  <a:pt x="580" y="156"/>
                  <a:pt x="581" y="157"/>
                  <a:pt x="581" y="157"/>
                </a:cubicBezTo>
                <a:cubicBezTo>
                  <a:pt x="583" y="158"/>
                  <a:pt x="583" y="158"/>
                  <a:pt x="584" y="161"/>
                </a:cubicBezTo>
                <a:cubicBezTo>
                  <a:pt x="584" y="161"/>
                  <a:pt x="584" y="161"/>
                  <a:pt x="584" y="161"/>
                </a:cubicBezTo>
                <a:cubicBezTo>
                  <a:pt x="584" y="161"/>
                  <a:pt x="584" y="160"/>
                  <a:pt x="585" y="160"/>
                </a:cubicBezTo>
                <a:cubicBezTo>
                  <a:pt x="585" y="160"/>
                  <a:pt x="586" y="159"/>
                  <a:pt x="586" y="159"/>
                </a:cubicBezTo>
                <a:cubicBezTo>
                  <a:pt x="587" y="160"/>
                  <a:pt x="587" y="160"/>
                  <a:pt x="587" y="161"/>
                </a:cubicBezTo>
                <a:cubicBezTo>
                  <a:pt x="586" y="162"/>
                  <a:pt x="586" y="162"/>
                  <a:pt x="585" y="164"/>
                </a:cubicBezTo>
                <a:cubicBezTo>
                  <a:pt x="585" y="164"/>
                  <a:pt x="584" y="165"/>
                  <a:pt x="584" y="165"/>
                </a:cubicBezTo>
                <a:cubicBezTo>
                  <a:pt x="584" y="165"/>
                  <a:pt x="584" y="166"/>
                  <a:pt x="584" y="166"/>
                </a:cubicBezTo>
                <a:cubicBezTo>
                  <a:pt x="584" y="166"/>
                  <a:pt x="584" y="167"/>
                  <a:pt x="584" y="167"/>
                </a:cubicBezTo>
                <a:cubicBezTo>
                  <a:pt x="585" y="166"/>
                  <a:pt x="585" y="165"/>
                  <a:pt x="586" y="165"/>
                </a:cubicBezTo>
                <a:cubicBezTo>
                  <a:pt x="586" y="165"/>
                  <a:pt x="587" y="165"/>
                  <a:pt x="587" y="165"/>
                </a:cubicBezTo>
                <a:cubicBezTo>
                  <a:pt x="588" y="167"/>
                  <a:pt x="593" y="169"/>
                  <a:pt x="595" y="172"/>
                </a:cubicBezTo>
                <a:cubicBezTo>
                  <a:pt x="596" y="172"/>
                  <a:pt x="597" y="173"/>
                  <a:pt x="598" y="173"/>
                </a:cubicBezTo>
                <a:cubicBezTo>
                  <a:pt x="598" y="174"/>
                  <a:pt x="598" y="175"/>
                  <a:pt x="599" y="176"/>
                </a:cubicBezTo>
                <a:cubicBezTo>
                  <a:pt x="599" y="176"/>
                  <a:pt x="601" y="188"/>
                  <a:pt x="601" y="191"/>
                </a:cubicBezTo>
                <a:cubicBezTo>
                  <a:pt x="603" y="193"/>
                  <a:pt x="605" y="196"/>
                  <a:pt x="608" y="198"/>
                </a:cubicBezTo>
                <a:cubicBezTo>
                  <a:pt x="609" y="199"/>
                  <a:pt x="609" y="199"/>
                  <a:pt x="610" y="200"/>
                </a:cubicBezTo>
                <a:cubicBezTo>
                  <a:pt x="613" y="201"/>
                  <a:pt x="613" y="206"/>
                  <a:pt x="617" y="205"/>
                </a:cubicBezTo>
                <a:cubicBezTo>
                  <a:pt x="618" y="207"/>
                  <a:pt x="618" y="207"/>
                  <a:pt x="619" y="208"/>
                </a:cubicBezTo>
                <a:cubicBezTo>
                  <a:pt x="621" y="208"/>
                  <a:pt x="622" y="208"/>
                  <a:pt x="624" y="208"/>
                </a:cubicBezTo>
                <a:cubicBezTo>
                  <a:pt x="624" y="208"/>
                  <a:pt x="624" y="209"/>
                  <a:pt x="624" y="209"/>
                </a:cubicBezTo>
                <a:cubicBezTo>
                  <a:pt x="623" y="210"/>
                  <a:pt x="623" y="211"/>
                  <a:pt x="622" y="212"/>
                </a:cubicBezTo>
                <a:cubicBezTo>
                  <a:pt x="622" y="214"/>
                  <a:pt x="624" y="217"/>
                  <a:pt x="625" y="221"/>
                </a:cubicBezTo>
                <a:cubicBezTo>
                  <a:pt x="626" y="221"/>
                  <a:pt x="626" y="222"/>
                  <a:pt x="627" y="223"/>
                </a:cubicBezTo>
                <a:cubicBezTo>
                  <a:pt x="627" y="223"/>
                  <a:pt x="627" y="223"/>
                  <a:pt x="627" y="224"/>
                </a:cubicBezTo>
                <a:cubicBezTo>
                  <a:pt x="626" y="224"/>
                  <a:pt x="625" y="224"/>
                  <a:pt x="624" y="224"/>
                </a:cubicBezTo>
                <a:cubicBezTo>
                  <a:pt x="622" y="222"/>
                  <a:pt x="623" y="221"/>
                  <a:pt x="623" y="221"/>
                </a:cubicBezTo>
                <a:cubicBezTo>
                  <a:pt x="622" y="220"/>
                  <a:pt x="622" y="220"/>
                  <a:pt x="621" y="218"/>
                </a:cubicBezTo>
                <a:cubicBezTo>
                  <a:pt x="621" y="218"/>
                  <a:pt x="621" y="218"/>
                  <a:pt x="621" y="218"/>
                </a:cubicBezTo>
                <a:cubicBezTo>
                  <a:pt x="620" y="219"/>
                  <a:pt x="620" y="220"/>
                  <a:pt x="620" y="220"/>
                </a:cubicBezTo>
                <a:cubicBezTo>
                  <a:pt x="621" y="221"/>
                  <a:pt x="621" y="221"/>
                  <a:pt x="622" y="221"/>
                </a:cubicBezTo>
                <a:cubicBezTo>
                  <a:pt x="622" y="223"/>
                  <a:pt x="622" y="225"/>
                  <a:pt x="622" y="227"/>
                </a:cubicBezTo>
                <a:cubicBezTo>
                  <a:pt x="623" y="228"/>
                  <a:pt x="623" y="228"/>
                  <a:pt x="623" y="230"/>
                </a:cubicBezTo>
                <a:cubicBezTo>
                  <a:pt x="620" y="230"/>
                  <a:pt x="618" y="228"/>
                  <a:pt x="617" y="227"/>
                </a:cubicBezTo>
                <a:cubicBezTo>
                  <a:pt x="617" y="227"/>
                  <a:pt x="616" y="227"/>
                  <a:pt x="616" y="227"/>
                </a:cubicBezTo>
                <a:cubicBezTo>
                  <a:pt x="616" y="228"/>
                  <a:pt x="616" y="230"/>
                  <a:pt x="619" y="231"/>
                </a:cubicBezTo>
                <a:cubicBezTo>
                  <a:pt x="619" y="232"/>
                  <a:pt x="618" y="233"/>
                  <a:pt x="620" y="235"/>
                </a:cubicBezTo>
                <a:cubicBezTo>
                  <a:pt x="620" y="237"/>
                  <a:pt x="620" y="238"/>
                  <a:pt x="622" y="241"/>
                </a:cubicBezTo>
                <a:cubicBezTo>
                  <a:pt x="622" y="242"/>
                  <a:pt x="623" y="244"/>
                  <a:pt x="624" y="246"/>
                </a:cubicBezTo>
                <a:cubicBezTo>
                  <a:pt x="624" y="248"/>
                  <a:pt x="624" y="251"/>
                  <a:pt x="626" y="253"/>
                </a:cubicBezTo>
                <a:cubicBezTo>
                  <a:pt x="626" y="253"/>
                  <a:pt x="626" y="257"/>
                  <a:pt x="629" y="256"/>
                </a:cubicBezTo>
                <a:cubicBezTo>
                  <a:pt x="629" y="256"/>
                  <a:pt x="628" y="255"/>
                  <a:pt x="628" y="255"/>
                </a:cubicBezTo>
                <a:cubicBezTo>
                  <a:pt x="627" y="254"/>
                  <a:pt x="627" y="254"/>
                  <a:pt x="627" y="249"/>
                </a:cubicBezTo>
                <a:cubicBezTo>
                  <a:pt x="626" y="248"/>
                  <a:pt x="626" y="246"/>
                  <a:pt x="629" y="246"/>
                </a:cubicBezTo>
                <a:cubicBezTo>
                  <a:pt x="629" y="247"/>
                  <a:pt x="629" y="249"/>
                  <a:pt x="628" y="250"/>
                </a:cubicBezTo>
                <a:cubicBezTo>
                  <a:pt x="629" y="251"/>
                  <a:pt x="630" y="252"/>
                  <a:pt x="630" y="252"/>
                </a:cubicBezTo>
                <a:cubicBezTo>
                  <a:pt x="634" y="253"/>
                  <a:pt x="634" y="253"/>
                  <a:pt x="634" y="253"/>
                </a:cubicBezTo>
                <a:cubicBezTo>
                  <a:pt x="635" y="255"/>
                  <a:pt x="635" y="255"/>
                  <a:pt x="636" y="258"/>
                </a:cubicBezTo>
                <a:cubicBezTo>
                  <a:pt x="637" y="258"/>
                  <a:pt x="637" y="260"/>
                  <a:pt x="637" y="260"/>
                </a:cubicBezTo>
                <a:cubicBezTo>
                  <a:pt x="639" y="262"/>
                  <a:pt x="640" y="263"/>
                  <a:pt x="640" y="263"/>
                </a:cubicBezTo>
                <a:cubicBezTo>
                  <a:pt x="639" y="263"/>
                  <a:pt x="638" y="263"/>
                  <a:pt x="637" y="264"/>
                </a:cubicBezTo>
                <a:cubicBezTo>
                  <a:pt x="637" y="265"/>
                  <a:pt x="637" y="265"/>
                  <a:pt x="639" y="265"/>
                </a:cubicBezTo>
                <a:cubicBezTo>
                  <a:pt x="640" y="266"/>
                  <a:pt x="640" y="267"/>
                  <a:pt x="640" y="268"/>
                </a:cubicBezTo>
                <a:cubicBezTo>
                  <a:pt x="640" y="268"/>
                  <a:pt x="641" y="268"/>
                  <a:pt x="641" y="268"/>
                </a:cubicBezTo>
                <a:cubicBezTo>
                  <a:pt x="642" y="270"/>
                  <a:pt x="642" y="270"/>
                  <a:pt x="642" y="270"/>
                </a:cubicBezTo>
                <a:cubicBezTo>
                  <a:pt x="643" y="269"/>
                  <a:pt x="643" y="269"/>
                  <a:pt x="644" y="269"/>
                </a:cubicBezTo>
                <a:cubicBezTo>
                  <a:pt x="644" y="268"/>
                  <a:pt x="644" y="268"/>
                  <a:pt x="644" y="268"/>
                </a:cubicBezTo>
                <a:cubicBezTo>
                  <a:pt x="645" y="268"/>
                  <a:pt x="645" y="268"/>
                  <a:pt x="646" y="268"/>
                </a:cubicBezTo>
                <a:cubicBezTo>
                  <a:pt x="646" y="268"/>
                  <a:pt x="646" y="267"/>
                  <a:pt x="647" y="267"/>
                </a:cubicBezTo>
                <a:cubicBezTo>
                  <a:pt x="647" y="268"/>
                  <a:pt x="648" y="269"/>
                  <a:pt x="648" y="270"/>
                </a:cubicBezTo>
                <a:cubicBezTo>
                  <a:pt x="647" y="270"/>
                  <a:pt x="647" y="270"/>
                  <a:pt x="647" y="270"/>
                </a:cubicBezTo>
                <a:cubicBezTo>
                  <a:pt x="646" y="269"/>
                  <a:pt x="646" y="269"/>
                  <a:pt x="645" y="269"/>
                </a:cubicBezTo>
                <a:cubicBezTo>
                  <a:pt x="645" y="270"/>
                  <a:pt x="645" y="270"/>
                  <a:pt x="646" y="272"/>
                </a:cubicBezTo>
                <a:cubicBezTo>
                  <a:pt x="646" y="272"/>
                  <a:pt x="647" y="272"/>
                  <a:pt x="648" y="272"/>
                </a:cubicBezTo>
                <a:cubicBezTo>
                  <a:pt x="648" y="273"/>
                  <a:pt x="648" y="274"/>
                  <a:pt x="648" y="276"/>
                </a:cubicBezTo>
                <a:cubicBezTo>
                  <a:pt x="649" y="277"/>
                  <a:pt x="650" y="278"/>
                  <a:pt x="649" y="280"/>
                </a:cubicBezTo>
                <a:cubicBezTo>
                  <a:pt x="649" y="280"/>
                  <a:pt x="650" y="280"/>
                  <a:pt x="650" y="281"/>
                </a:cubicBezTo>
                <a:cubicBezTo>
                  <a:pt x="650" y="281"/>
                  <a:pt x="649" y="282"/>
                  <a:pt x="648" y="282"/>
                </a:cubicBezTo>
                <a:cubicBezTo>
                  <a:pt x="648" y="284"/>
                  <a:pt x="648" y="285"/>
                  <a:pt x="648" y="287"/>
                </a:cubicBezTo>
                <a:cubicBezTo>
                  <a:pt x="648" y="289"/>
                  <a:pt x="649" y="295"/>
                  <a:pt x="647" y="297"/>
                </a:cubicBezTo>
                <a:cubicBezTo>
                  <a:pt x="647" y="298"/>
                  <a:pt x="648" y="302"/>
                  <a:pt x="649" y="303"/>
                </a:cubicBezTo>
                <a:cubicBezTo>
                  <a:pt x="649" y="304"/>
                  <a:pt x="648" y="304"/>
                  <a:pt x="648" y="305"/>
                </a:cubicBezTo>
                <a:cubicBezTo>
                  <a:pt x="648" y="310"/>
                  <a:pt x="649" y="315"/>
                  <a:pt x="650" y="320"/>
                </a:cubicBezTo>
                <a:cubicBezTo>
                  <a:pt x="650" y="321"/>
                  <a:pt x="651" y="323"/>
                  <a:pt x="650" y="324"/>
                </a:cubicBezTo>
                <a:cubicBezTo>
                  <a:pt x="649" y="324"/>
                  <a:pt x="648" y="324"/>
                  <a:pt x="647" y="324"/>
                </a:cubicBezTo>
                <a:cubicBezTo>
                  <a:pt x="647" y="322"/>
                  <a:pt x="646" y="322"/>
                  <a:pt x="645" y="321"/>
                </a:cubicBezTo>
                <a:cubicBezTo>
                  <a:pt x="645" y="320"/>
                  <a:pt x="645" y="319"/>
                  <a:pt x="645" y="318"/>
                </a:cubicBezTo>
                <a:cubicBezTo>
                  <a:pt x="645" y="318"/>
                  <a:pt x="644" y="317"/>
                  <a:pt x="644" y="317"/>
                </a:cubicBezTo>
                <a:cubicBezTo>
                  <a:pt x="644" y="315"/>
                  <a:pt x="644" y="313"/>
                  <a:pt x="644" y="312"/>
                </a:cubicBezTo>
                <a:cubicBezTo>
                  <a:pt x="643" y="311"/>
                  <a:pt x="643" y="310"/>
                  <a:pt x="643" y="310"/>
                </a:cubicBezTo>
                <a:cubicBezTo>
                  <a:pt x="642" y="305"/>
                  <a:pt x="642" y="301"/>
                  <a:pt x="642" y="296"/>
                </a:cubicBezTo>
                <a:cubicBezTo>
                  <a:pt x="641" y="294"/>
                  <a:pt x="641" y="292"/>
                  <a:pt x="641" y="290"/>
                </a:cubicBezTo>
                <a:cubicBezTo>
                  <a:pt x="640" y="290"/>
                  <a:pt x="640" y="290"/>
                  <a:pt x="640" y="288"/>
                </a:cubicBezTo>
                <a:cubicBezTo>
                  <a:pt x="640" y="283"/>
                  <a:pt x="640" y="278"/>
                  <a:pt x="640" y="273"/>
                </a:cubicBezTo>
                <a:cubicBezTo>
                  <a:pt x="639" y="272"/>
                  <a:pt x="639" y="271"/>
                  <a:pt x="638" y="270"/>
                </a:cubicBezTo>
                <a:cubicBezTo>
                  <a:pt x="638" y="270"/>
                  <a:pt x="638" y="269"/>
                  <a:pt x="637" y="269"/>
                </a:cubicBezTo>
                <a:cubicBezTo>
                  <a:pt x="637" y="270"/>
                  <a:pt x="637" y="270"/>
                  <a:pt x="637" y="271"/>
                </a:cubicBezTo>
                <a:cubicBezTo>
                  <a:pt x="636" y="272"/>
                  <a:pt x="635" y="272"/>
                  <a:pt x="634" y="272"/>
                </a:cubicBezTo>
                <a:cubicBezTo>
                  <a:pt x="634" y="274"/>
                  <a:pt x="634" y="276"/>
                  <a:pt x="634" y="278"/>
                </a:cubicBezTo>
                <a:cubicBezTo>
                  <a:pt x="635" y="279"/>
                  <a:pt x="635" y="279"/>
                  <a:pt x="635" y="279"/>
                </a:cubicBezTo>
                <a:cubicBezTo>
                  <a:pt x="635" y="282"/>
                  <a:pt x="636" y="284"/>
                  <a:pt x="636" y="287"/>
                </a:cubicBezTo>
                <a:cubicBezTo>
                  <a:pt x="636" y="288"/>
                  <a:pt x="636" y="288"/>
                  <a:pt x="638" y="289"/>
                </a:cubicBezTo>
                <a:cubicBezTo>
                  <a:pt x="638" y="291"/>
                  <a:pt x="636" y="295"/>
                  <a:pt x="638" y="298"/>
                </a:cubicBezTo>
                <a:cubicBezTo>
                  <a:pt x="638" y="299"/>
                  <a:pt x="638" y="300"/>
                  <a:pt x="638" y="301"/>
                </a:cubicBezTo>
                <a:cubicBezTo>
                  <a:pt x="637" y="301"/>
                  <a:pt x="637" y="301"/>
                  <a:pt x="636" y="301"/>
                </a:cubicBezTo>
                <a:cubicBezTo>
                  <a:pt x="636" y="300"/>
                  <a:pt x="635" y="300"/>
                  <a:pt x="635" y="299"/>
                </a:cubicBezTo>
                <a:cubicBezTo>
                  <a:pt x="634" y="300"/>
                  <a:pt x="634" y="301"/>
                  <a:pt x="635" y="303"/>
                </a:cubicBezTo>
                <a:cubicBezTo>
                  <a:pt x="636" y="303"/>
                  <a:pt x="635" y="311"/>
                  <a:pt x="636" y="314"/>
                </a:cubicBezTo>
                <a:cubicBezTo>
                  <a:pt x="638" y="315"/>
                  <a:pt x="638" y="314"/>
                  <a:pt x="639" y="317"/>
                </a:cubicBezTo>
                <a:cubicBezTo>
                  <a:pt x="639" y="319"/>
                  <a:pt x="640" y="320"/>
                  <a:pt x="641" y="322"/>
                </a:cubicBezTo>
                <a:cubicBezTo>
                  <a:pt x="641" y="323"/>
                  <a:pt x="641" y="325"/>
                  <a:pt x="642" y="326"/>
                </a:cubicBezTo>
                <a:cubicBezTo>
                  <a:pt x="643" y="332"/>
                  <a:pt x="643" y="332"/>
                  <a:pt x="643" y="333"/>
                </a:cubicBezTo>
                <a:cubicBezTo>
                  <a:pt x="644" y="334"/>
                  <a:pt x="643" y="338"/>
                  <a:pt x="646" y="340"/>
                </a:cubicBezTo>
                <a:cubicBezTo>
                  <a:pt x="647" y="341"/>
                  <a:pt x="647" y="341"/>
                  <a:pt x="647" y="342"/>
                </a:cubicBezTo>
                <a:cubicBezTo>
                  <a:pt x="648" y="342"/>
                  <a:pt x="649" y="345"/>
                  <a:pt x="649" y="347"/>
                </a:cubicBezTo>
                <a:cubicBezTo>
                  <a:pt x="650" y="348"/>
                  <a:pt x="651" y="349"/>
                  <a:pt x="652" y="350"/>
                </a:cubicBezTo>
                <a:cubicBezTo>
                  <a:pt x="652" y="350"/>
                  <a:pt x="653" y="354"/>
                  <a:pt x="655" y="355"/>
                </a:cubicBezTo>
                <a:cubicBezTo>
                  <a:pt x="655" y="358"/>
                  <a:pt x="655" y="358"/>
                  <a:pt x="657" y="361"/>
                </a:cubicBezTo>
                <a:cubicBezTo>
                  <a:pt x="656" y="362"/>
                  <a:pt x="656" y="362"/>
                  <a:pt x="656" y="363"/>
                </a:cubicBezTo>
                <a:cubicBezTo>
                  <a:pt x="656" y="363"/>
                  <a:pt x="655" y="363"/>
                  <a:pt x="655" y="363"/>
                </a:cubicBezTo>
                <a:cubicBezTo>
                  <a:pt x="653" y="361"/>
                  <a:pt x="653" y="360"/>
                  <a:pt x="653" y="359"/>
                </a:cubicBezTo>
                <a:cubicBezTo>
                  <a:pt x="650" y="358"/>
                  <a:pt x="652" y="360"/>
                  <a:pt x="649" y="362"/>
                </a:cubicBezTo>
                <a:cubicBezTo>
                  <a:pt x="649" y="363"/>
                  <a:pt x="649" y="364"/>
                  <a:pt x="649" y="365"/>
                </a:cubicBezTo>
                <a:cubicBezTo>
                  <a:pt x="647" y="367"/>
                  <a:pt x="648" y="370"/>
                  <a:pt x="648" y="373"/>
                </a:cubicBezTo>
                <a:cubicBezTo>
                  <a:pt x="647" y="374"/>
                  <a:pt x="647" y="375"/>
                  <a:pt x="647" y="376"/>
                </a:cubicBezTo>
                <a:cubicBezTo>
                  <a:pt x="647" y="378"/>
                  <a:pt x="646" y="380"/>
                  <a:pt x="646" y="382"/>
                </a:cubicBezTo>
                <a:cubicBezTo>
                  <a:pt x="645" y="385"/>
                  <a:pt x="644" y="392"/>
                  <a:pt x="646" y="395"/>
                </a:cubicBezTo>
                <a:cubicBezTo>
                  <a:pt x="646" y="396"/>
                  <a:pt x="646" y="397"/>
                  <a:pt x="645" y="398"/>
                </a:cubicBezTo>
                <a:cubicBezTo>
                  <a:pt x="645" y="404"/>
                  <a:pt x="645" y="409"/>
                  <a:pt x="645" y="415"/>
                </a:cubicBezTo>
                <a:cubicBezTo>
                  <a:pt x="645" y="415"/>
                  <a:pt x="645" y="415"/>
                  <a:pt x="643" y="416"/>
                </a:cubicBezTo>
                <a:cubicBezTo>
                  <a:pt x="643" y="416"/>
                  <a:pt x="642" y="416"/>
                  <a:pt x="642" y="415"/>
                </a:cubicBezTo>
                <a:cubicBezTo>
                  <a:pt x="642" y="415"/>
                  <a:pt x="641" y="415"/>
                  <a:pt x="641" y="416"/>
                </a:cubicBezTo>
                <a:cubicBezTo>
                  <a:pt x="641" y="418"/>
                  <a:pt x="640" y="421"/>
                  <a:pt x="642" y="424"/>
                </a:cubicBezTo>
                <a:cubicBezTo>
                  <a:pt x="642" y="425"/>
                  <a:pt x="642" y="425"/>
                  <a:pt x="642" y="426"/>
                </a:cubicBezTo>
                <a:cubicBezTo>
                  <a:pt x="638" y="429"/>
                  <a:pt x="643" y="437"/>
                  <a:pt x="640" y="442"/>
                </a:cubicBezTo>
                <a:cubicBezTo>
                  <a:pt x="640" y="443"/>
                  <a:pt x="641" y="444"/>
                  <a:pt x="641" y="446"/>
                </a:cubicBezTo>
                <a:cubicBezTo>
                  <a:pt x="640" y="446"/>
                  <a:pt x="640" y="446"/>
                  <a:pt x="640" y="446"/>
                </a:cubicBezTo>
                <a:cubicBezTo>
                  <a:pt x="640" y="448"/>
                  <a:pt x="641" y="449"/>
                  <a:pt x="640" y="452"/>
                </a:cubicBezTo>
                <a:cubicBezTo>
                  <a:pt x="640" y="452"/>
                  <a:pt x="641" y="453"/>
                  <a:pt x="641" y="453"/>
                </a:cubicBezTo>
                <a:cubicBezTo>
                  <a:pt x="640" y="454"/>
                  <a:pt x="640" y="454"/>
                  <a:pt x="640" y="455"/>
                </a:cubicBezTo>
                <a:cubicBezTo>
                  <a:pt x="640" y="457"/>
                  <a:pt x="639" y="460"/>
                  <a:pt x="637" y="461"/>
                </a:cubicBezTo>
                <a:cubicBezTo>
                  <a:pt x="637" y="462"/>
                  <a:pt x="637" y="463"/>
                  <a:pt x="637" y="464"/>
                </a:cubicBezTo>
                <a:cubicBezTo>
                  <a:pt x="637" y="465"/>
                  <a:pt x="636" y="465"/>
                  <a:pt x="636" y="465"/>
                </a:cubicBezTo>
                <a:close/>
                <a:moveTo>
                  <a:pt x="691" y="389"/>
                </a:moveTo>
                <a:cubicBezTo>
                  <a:pt x="689" y="387"/>
                  <a:pt x="689" y="387"/>
                  <a:pt x="690" y="386"/>
                </a:cubicBezTo>
                <a:cubicBezTo>
                  <a:pt x="691" y="386"/>
                  <a:pt x="691" y="386"/>
                  <a:pt x="692" y="387"/>
                </a:cubicBezTo>
                <a:cubicBezTo>
                  <a:pt x="692" y="387"/>
                  <a:pt x="692" y="388"/>
                  <a:pt x="692" y="389"/>
                </a:cubicBezTo>
                <a:cubicBezTo>
                  <a:pt x="691" y="389"/>
                  <a:pt x="691" y="389"/>
                  <a:pt x="691" y="389"/>
                </a:cubicBezTo>
                <a:close/>
                <a:moveTo>
                  <a:pt x="681" y="387"/>
                </a:moveTo>
                <a:cubicBezTo>
                  <a:pt x="681" y="387"/>
                  <a:pt x="681" y="387"/>
                  <a:pt x="681" y="387"/>
                </a:cubicBezTo>
                <a:cubicBezTo>
                  <a:pt x="681" y="387"/>
                  <a:pt x="681" y="387"/>
                  <a:pt x="682" y="386"/>
                </a:cubicBezTo>
                <a:cubicBezTo>
                  <a:pt x="682" y="387"/>
                  <a:pt x="682" y="387"/>
                  <a:pt x="682" y="387"/>
                </a:cubicBezTo>
                <a:cubicBezTo>
                  <a:pt x="682" y="387"/>
                  <a:pt x="681" y="387"/>
                  <a:pt x="681" y="387"/>
                </a:cubicBezTo>
                <a:close/>
                <a:moveTo>
                  <a:pt x="749" y="386"/>
                </a:moveTo>
                <a:cubicBezTo>
                  <a:pt x="749" y="386"/>
                  <a:pt x="749" y="385"/>
                  <a:pt x="749" y="385"/>
                </a:cubicBezTo>
                <a:cubicBezTo>
                  <a:pt x="749" y="385"/>
                  <a:pt x="749" y="385"/>
                  <a:pt x="750" y="385"/>
                </a:cubicBezTo>
                <a:cubicBezTo>
                  <a:pt x="750" y="385"/>
                  <a:pt x="750" y="385"/>
                  <a:pt x="750" y="386"/>
                </a:cubicBezTo>
                <a:cubicBezTo>
                  <a:pt x="749" y="386"/>
                  <a:pt x="749" y="386"/>
                  <a:pt x="749" y="386"/>
                </a:cubicBezTo>
                <a:close/>
                <a:moveTo>
                  <a:pt x="690" y="385"/>
                </a:moveTo>
                <a:cubicBezTo>
                  <a:pt x="688" y="385"/>
                  <a:pt x="686" y="384"/>
                  <a:pt x="686" y="383"/>
                </a:cubicBezTo>
                <a:cubicBezTo>
                  <a:pt x="686" y="382"/>
                  <a:pt x="686" y="382"/>
                  <a:pt x="686" y="382"/>
                </a:cubicBezTo>
                <a:cubicBezTo>
                  <a:pt x="687" y="382"/>
                  <a:pt x="688" y="383"/>
                  <a:pt x="690" y="384"/>
                </a:cubicBezTo>
                <a:cubicBezTo>
                  <a:pt x="690" y="385"/>
                  <a:pt x="690" y="385"/>
                  <a:pt x="690" y="385"/>
                </a:cubicBezTo>
                <a:close/>
                <a:moveTo>
                  <a:pt x="526" y="385"/>
                </a:moveTo>
                <a:cubicBezTo>
                  <a:pt x="525" y="384"/>
                  <a:pt x="525" y="383"/>
                  <a:pt x="526" y="382"/>
                </a:cubicBezTo>
                <a:cubicBezTo>
                  <a:pt x="526" y="383"/>
                  <a:pt x="526" y="383"/>
                  <a:pt x="526" y="383"/>
                </a:cubicBezTo>
                <a:cubicBezTo>
                  <a:pt x="526" y="384"/>
                  <a:pt x="526" y="385"/>
                  <a:pt x="526" y="385"/>
                </a:cubicBezTo>
                <a:close/>
                <a:moveTo>
                  <a:pt x="497" y="385"/>
                </a:moveTo>
                <a:cubicBezTo>
                  <a:pt x="495" y="383"/>
                  <a:pt x="496" y="382"/>
                  <a:pt x="496" y="381"/>
                </a:cubicBezTo>
                <a:cubicBezTo>
                  <a:pt x="496" y="378"/>
                  <a:pt x="496" y="377"/>
                  <a:pt x="497" y="375"/>
                </a:cubicBezTo>
                <a:cubicBezTo>
                  <a:pt x="498" y="375"/>
                  <a:pt x="498" y="378"/>
                  <a:pt x="499" y="379"/>
                </a:cubicBezTo>
                <a:cubicBezTo>
                  <a:pt x="499" y="380"/>
                  <a:pt x="498" y="381"/>
                  <a:pt x="498" y="381"/>
                </a:cubicBezTo>
                <a:cubicBezTo>
                  <a:pt x="498" y="381"/>
                  <a:pt x="498" y="381"/>
                  <a:pt x="498" y="382"/>
                </a:cubicBezTo>
                <a:cubicBezTo>
                  <a:pt x="498" y="383"/>
                  <a:pt x="498" y="384"/>
                  <a:pt x="497" y="385"/>
                </a:cubicBezTo>
                <a:cubicBezTo>
                  <a:pt x="497" y="385"/>
                  <a:pt x="497" y="385"/>
                  <a:pt x="497" y="385"/>
                </a:cubicBezTo>
                <a:close/>
                <a:moveTo>
                  <a:pt x="754" y="385"/>
                </a:moveTo>
                <a:cubicBezTo>
                  <a:pt x="753" y="385"/>
                  <a:pt x="753" y="384"/>
                  <a:pt x="753" y="384"/>
                </a:cubicBezTo>
                <a:cubicBezTo>
                  <a:pt x="753" y="383"/>
                  <a:pt x="753" y="382"/>
                  <a:pt x="753" y="381"/>
                </a:cubicBezTo>
                <a:cubicBezTo>
                  <a:pt x="754" y="381"/>
                  <a:pt x="754" y="382"/>
                  <a:pt x="755" y="382"/>
                </a:cubicBezTo>
                <a:cubicBezTo>
                  <a:pt x="756" y="383"/>
                  <a:pt x="756" y="384"/>
                  <a:pt x="754" y="385"/>
                </a:cubicBezTo>
                <a:close/>
                <a:moveTo>
                  <a:pt x="739" y="380"/>
                </a:moveTo>
                <a:cubicBezTo>
                  <a:pt x="739" y="380"/>
                  <a:pt x="738" y="379"/>
                  <a:pt x="738" y="379"/>
                </a:cubicBezTo>
                <a:cubicBezTo>
                  <a:pt x="738" y="378"/>
                  <a:pt x="739" y="377"/>
                  <a:pt x="739" y="376"/>
                </a:cubicBezTo>
                <a:cubicBezTo>
                  <a:pt x="742" y="376"/>
                  <a:pt x="742" y="376"/>
                  <a:pt x="742" y="376"/>
                </a:cubicBezTo>
                <a:cubicBezTo>
                  <a:pt x="742" y="378"/>
                  <a:pt x="741" y="379"/>
                  <a:pt x="739" y="380"/>
                </a:cubicBezTo>
                <a:close/>
                <a:moveTo>
                  <a:pt x="733" y="378"/>
                </a:moveTo>
                <a:cubicBezTo>
                  <a:pt x="732" y="378"/>
                  <a:pt x="732" y="378"/>
                  <a:pt x="732" y="378"/>
                </a:cubicBezTo>
                <a:cubicBezTo>
                  <a:pt x="732" y="377"/>
                  <a:pt x="732" y="376"/>
                  <a:pt x="732" y="376"/>
                </a:cubicBezTo>
                <a:cubicBezTo>
                  <a:pt x="733" y="376"/>
                  <a:pt x="734" y="375"/>
                  <a:pt x="735" y="376"/>
                </a:cubicBezTo>
                <a:cubicBezTo>
                  <a:pt x="735" y="376"/>
                  <a:pt x="735" y="377"/>
                  <a:pt x="735" y="378"/>
                </a:cubicBezTo>
                <a:cubicBezTo>
                  <a:pt x="734" y="378"/>
                  <a:pt x="733" y="378"/>
                  <a:pt x="733" y="378"/>
                </a:cubicBezTo>
                <a:close/>
                <a:moveTo>
                  <a:pt x="673" y="377"/>
                </a:moveTo>
                <a:cubicBezTo>
                  <a:pt x="673" y="377"/>
                  <a:pt x="673" y="377"/>
                  <a:pt x="672" y="376"/>
                </a:cubicBezTo>
                <a:cubicBezTo>
                  <a:pt x="673" y="376"/>
                  <a:pt x="673" y="376"/>
                  <a:pt x="674" y="376"/>
                </a:cubicBezTo>
                <a:cubicBezTo>
                  <a:pt x="674" y="376"/>
                  <a:pt x="674" y="377"/>
                  <a:pt x="673" y="377"/>
                </a:cubicBezTo>
                <a:close/>
                <a:moveTo>
                  <a:pt x="760" y="377"/>
                </a:moveTo>
                <a:cubicBezTo>
                  <a:pt x="760" y="376"/>
                  <a:pt x="760" y="376"/>
                  <a:pt x="760" y="376"/>
                </a:cubicBezTo>
                <a:cubicBezTo>
                  <a:pt x="760" y="376"/>
                  <a:pt x="760" y="376"/>
                  <a:pt x="760" y="376"/>
                </a:cubicBezTo>
                <a:cubicBezTo>
                  <a:pt x="761" y="376"/>
                  <a:pt x="761" y="376"/>
                  <a:pt x="761" y="376"/>
                </a:cubicBezTo>
                <a:cubicBezTo>
                  <a:pt x="761" y="376"/>
                  <a:pt x="760" y="377"/>
                  <a:pt x="760" y="377"/>
                </a:cubicBezTo>
                <a:close/>
                <a:moveTo>
                  <a:pt x="679" y="376"/>
                </a:moveTo>
                <a:cubicBezTo>
                  <a:pt x="676" y="375"/>
                  <a:pt x="677" y="373"/>
                  <a:pt x="677" y="372"/>
                </a:cubicBezTo>
                <a:cubicBezTo>
                  <a:pt x="678" y="372"/>
                  <a:pt x="678" y="371"/>
                  <a:pt x="679" y="372"/>
                </a:cubicBezTo>
                <a:cubicBezTo>
                  <a:pt x="680" y="372"/>
                  <a:pt x="679" y="374"/>
                  <a:pt x="679" y="376"/>
                </a:cubicBezTo>
                <a:close/>
                <a:moveTo>
                  <a:pt x="748" y="375"/>
                </a:moveTo>
                <a:cubicBezTo>
                  <a:pt x="748" y="374"/>
                  <a:pt x="747" y="374"/>
                  <a:pt x="748" y="373"/>
                </a:cubicBezTo>
                <a:cubicBezTo>
                  <a:pt x="748" y="374"/>
                  <a:pt x="749" y="375"/>
                  <a:pt x="748" y="375"/>
                </a:cubicBezTo>
                <a:cubicBezTo>
                  <a:pt x="748" y="375"/>
                  <a:pt x="748" y="375"/>
                  <a:pt x="748" y="375"/>
                </a:cubicBezTo>
                <a:close/>
                <a:moveTo>
                  <a:pt x="462" y="373"/>
                </a:moveTo>
                <a:cubicBezTo>
                  <a:pt x="462" y="372"/>
                  <a:pt x="462" y="372"/>
                  <a:pt x="462" y="372"/>
                </a:cubicBezTo>
                <a:cubicBezTo>
                  <a:pt x="462" y="372"/>
                  <a:pt x="462" y="372"/>
                  <a:pt x="462" y="373"/>
                </a:cubicBezTo>
                <a:close/>
                <a:moveTo>
                  <a:pt x="725" y="373"/>
                </a:moveTo>
                <a:cubicBezTo>
                  <a:pt x="723" y="372"/>
                  <a:pt x="723" y="368"/>
                  <a:pt x="723" y="367"/>
                </a:cubicBezTo>
                <a:cubicBezTo>
                  <a:pt x="724" y="366"/>
                  <a:pt x="724" y="366"/>
                  <a:pt x="726" y="366"/>
                </a:cubicBezTo>
                <a:cubicBezTo>
                  <a:pt x="727" y="366"/>
                  <a:pt x="727" y="366"/>
                  <a:pt x="727" y="367"/>
                </a:cubicBezTo>
                <a:cubicBezTo>
                  <a:pt x="731" y="367"/>
                  <a:pt x="736" y="368"/>
                  <a:pt x="740" y="368"/>
                </a:cubicBezTo>
                <a:cubicBezTo>
                  <a:pt x="740" y="368"/>
                  <a:pt x="740" y="369"/>
                  <a:pt x="740" y="369"/>
                </a:cubicBezTo>
                <a:cubicBezTo>
                  <a:pt x="739" y="370"/>
                  <a:pt x="738" y="371"/>
                  <a:pt x="737" y="372"/>
                </a:cubicBezTo>
                <a:cubicBezTo>
                  <a:pt x="736" y="373"/>
                  <a:pt x="727" y="373"/>
                  <a:pt x="725" y="373"/>
                </a:cubicBezTo>
                <a:close/>
                <a:moveTo>
                  <a:pt x="500" y="369"/>
                </a:moveTo>
                <a:cubicBezTo>
                  <a:pt x="499" y="368"/>
                  <a:pt x="499" y="368"/>
                  <a:pt x="499" y="368"/>
                </a:cubicBezTo>
                <a:cubicBezTo>
                  <a:pt x="499" y="368"/>
                  <a:pt x="499" y="367"/>
                  <a:pt x="499" y="366"/>
                </a:cubicBezTo>
                <a:cubicBezTo>
                  <a:pt x="500" y="366"/>
                  <a:pt x="501" y="365"/>
                  <a:pt x="502" y="364"/>
                </a:cubicBezTo>
                <a:cubicBezTo>
                  <a:pt x="502" y="362"/>
                  <a:pt x="502" y="360"/>
                  <a:pt x="502" y="359"/>
                </a:cubicBezTo>
                <a:cubicBezTo>
                  <a:pt x="503" y="359"/>
                  <a:pt x="504" y="356"/>
                  <a:pt x="504" y="355"/>
                </a:cubicBezTo>
                <a:cubicBezTo>
                  <a:pt x="504" y="355"/>
                  <a:pt x="505" y="355"/>
                  <a:pt x="505" y="355"/>
                </a:cubicBezTo>
                <a:cubicBezTo>
                  <a:pt x="507" y="355"/>
                  <a:pt x="505" y="357"/>
                  <a:pt x="506" y="359"/>
                </a:cubicBezTo>
                <a:cubicBezTo>
                  <a:pt x="509" y="359"/>
                  <a:pt x="508" y="359"/>
                  <a:pt x="508" y="362"/>
                </a:cubicBezTo>
                <a:cubicBezTo>
                  <a:pt x="506" y="365"/>
                  <a:pt x="505" y="365"/>
                  <a:pt x="504" y="368"/>
                </a:cubicBezTo>
                <a:cubicBezTo>
                  <a:pt x="504" y="368"/>
                  <a:pt x="504" y="368"/>
                  <a:pt x="503" y="368"/>
                </a:cubicBezTo>
                <a:cubicBezTo>
                  <a:pt x="503" y="368"/>
                  <a:pt x="503" y="367"/>
                  <a:pt x="502" y="366"/>
                </a:cubicBezTo>
                <a:cubicBezTo>
                  <a:pt x="501" y="367"/>
                  <a:pt x="501" y="368"/>
                  <a:pt x="500" y="369"/>
                </a:cubicBezTo>
                <a:close/>
                <a:moveTo>
                  <a:pt x="512" y="360"/>
                </a:moveTo>
                <a:cubicBezTo>
                  <a:pt x="511" y="360"/>
                  <a:pt x="511" y="360"/>
                  <a:pt x="511" y="358"/>
                </a:cubicBezTo>
                <a:cubicBezTo>
                  <a:pt x="512" y="358"/>
                  <a:pt x="512" y="358"/>
                  <a:pt x="513" y="358"/>
                </a:cubicBezTo>
                <a:cubicBezTo>
                  <a:pt x="513" y="358"/>
                  <a:pt x="513" y="359"/>
                  <a:pt x="514" y="360"/>
                </a:cubicBezTo>
                <a:cubicBezTo>
                  <a:pt x="513" y="360"/>
                  <a:pt x="512" y="360"/>
                  <a:pt x="512" y="360"/>
                </a:cubicBezTo>
                <a:close/>
                <a:moveTo>
                  <a:pt x="756" y="350"/>
                </a:moveTo>
                <a:cubicBezTo>
                  <a:pt x="756" y="350"/>
                  <a:pt x="756" y="350"/>
                  <a:pt x="756" y="350"/>
                </a:cubicBezTo>
                <a:cubicBezTo>
                  <a:pt x="756" y="350"/>
                  <a:pt x="756" y="350"/>
                  <a:pt x="756" y="350"/>
                </a:cubicBezTo>
                <a:cubicBezTo>
                  <a:pt x="756" y="350"/>
                  <a:pt x="756" y="350"/>
                  <a:pt x="756" y="350"/>
                </a:cubicBezTo>
                <a:close/>
                <a:moveTo>
                  <a:pt x="735" y="350"/>
                </a:moveTo>
                <a:cubicBezTo>
                  <a:pt x="735" y="350"/>
                  <a:pt x="735" y="350"/>
                  <a:pt x="735" y="350"/>
                </a:cubicBezTo>
                <a:cubicBezTo>
                  <a:pt x="736" y="349"/>
                  <a:pt x="736" y="349"/>
                  <a:pt x="736" y="350"/>
                </a:cubicBezTo>
                <a:cubicBezTo>
                  <a:pt x="736" y="350"/>
                  <a:pt x="735" y="350"/>
                  <a:pt x="735" y="350"/>
                </a:cubicBezTo>
                <a:close/>
                <a:moveTo>
                  <a:pt x="555" y="347"/>
                </a:moveTo>
                <a:cubicBezTo>
                  <a:pt x="554" y="345"/>
                  <a:pt x="552" y="345"/>
                  <a:pt x="553" y="342"/>
                </a:cubicBezTo>
                <a:cubicBezTo>
                  <a:pt x="554" y="343"/>
                  <a:pt x="554" y="344"/>
                  <a:pt x="555" y="345"/>
                </a:cubicBezTo>
                <a:cubicBezTo>
                  <a:pt x="555" y="346"/>
                  <a:pt x="555" y="347"/>
                  <a:pt x="555" y="347"/>
                </a:cubicBezTo>
                <a:cubicBezTo>
                  <a:pt x="555" y="347"/>
                  <a:pt x="555" y="347"/>
                  <a:pt x="555" y="347"/>
                </a:cubicBezTo>
                <a:close/>
                <a:moveTo>
                  <a:pt x="757" y="346"/>
                </a:moveTo>
                <a:cubicBezTo>
                  <a:pt x="756" y="346"/>
                  <a:pt x="756" y="346"/>
                  <a:pt x="756" y="345"/>
                </a:cubicBezTo>
                <a:cubicBezTo>
                  <a:pt x="756" y="345"/>
                  <a:pt x="758" y="344"/>
                  <a:pt x="758" y="346"/>
                </a:cubicBezTo>
                <a:cubicBezTo>
                  <a:pt x="758" y="346"/>
                  <a:pt x="757" y="346"/>
                  <a:pt x="757" y="346"/>
                </a:cubicBezTo>
                <a:close/>
                <a:moveTo>
                  <a:pt x="772" y="345"/>
                </a:moveTo>
                <a:cubicBezTo>
                  <a:pt x="771" y="345"/>
                  <a:pt x="770" y="345"/>
                  <a:pt x="770" y="345"/>
                </a:cubicBezTo>
                <a:cubicBezTo>
                  <a:pt x="770" y="343"/>
                  <a:pt x="772" y="342"/>
                  <a:pt x="773" y="341"/>
                </a:cubicBezTo>
                <a:cubicBezTo>
                  <a:pt x="773" y="340"/>
                  <a:pt x="774" y="339"/>
                  <a:pt x="774" y="338"/>
                </a:cubicBezTo>
                <a:cubicBezTo>
                  <a:pt x="774" y="338"/>
                  <a:pt x="774" y="338"/>
                  <a:pt x="775" y="338"/>
                </a:cubicBezTo>
                <a:cubicBezTo>
                  <a:pt x="775" y="339"/>
                  <a:pt x="777" y="341"/>
                  <a:pt x="776" y="343"/>
                </a:cubicBezTo>
                <a:cubicBezTo>
                  <a:pt x="775" y="344"/>
                  <a:pt x="774" y="344"/>
                  <a:pt x="773" y="345"/>
                </a:cubicBezTo>
                <a:cubicBezTo>
                  <a:pt x="773" y="345"/>
                  <a:pt x="772" y="345"/>
                  <a:pt x="772" y="345"/>
                </a:cubicBezTo>
                <a:close/>
                <a:moveTo>
                  <a:pt x="762" y="344"/>
                </a:moveTo>
                <a:cubicBezTo>
                  <a:pt x="761" y="343"/>
                  <a:pt x="761" y="343"/>
                  <a:pt x="761" y="343"/>
                </a:cubicBezTo>
                <a:cubicBezTo>
                  <a:pt x="761" y="343"/>
                  <a:pt x="761" y="343"/>
                  <a:pt x="762" y="343"/>
                </a:cubicBezTo>
                <a:cubicBezTo>
                  <a:pt x="762" y="343"/>
                  <a:pt x="762" y="343"/>
                  <a:pt x="762" y="343"/>
                </a:cubicBezTo>
                <a:cubicBezTo>
                  <a:pt x="762" y="343"/>
                  <a:pt x="762" y="344"/>
                  <a:pt x="762" y="344"/>
                </a:cubicBezTo>
                <a:close/>
                <a:moveTo>
                  <a:pt x="764" y="341"/>
                </a:moveTo>
                <a:cubicBezTo>
                  <a:pt x="762" y="340"/>
                  <a:pt x="764" y="338"/>
                  <a:pt x="764" y="337"/>
                </a:cubicBezTo>
                <a:cubicBezTo>
                  <a:pt x="765" y="338"/>
                  <a:pt x="765" y="338"/>
                  <a:pt x="765" y="340"/>
                </a:cubicBezTo>
                <a:cubicBezTo>
                  <a:pt x="765" y="341"/>
                  <a:pt x="765" y="341"/>
                  <a:pt x="764" y="341"/>
                </a:cubicBezTo>
                <a:close/>
                <a:moveTo>
                  <a:pt x="500" y="330"/>
                </a:moveTo>
                <a:cubicBezTo>
                  <a:pt x="499" y="329"/>
                  <a:pt x="499" y="329"/>
                  <a:pt x="499" y="329"/>
                </a:cubicBezTo>
                <a:cubicBezTo>
                  <a:pt x="499" y="329"/>
                  <a:pt x="499" y="329"/>
                  <a:pt x="499" y="328"/>
                </a:cubicBezTo>
                <a:cubicBezTo>
                  <a:pt x="500" y="328"/>
                  <a:pt x="500" y="329"/>
                  <a:pt x="500" y="329"/>
                </a:cubicBezTo>
                <a:cubicBezTo>
                  <a:pt x="500" y="329"/>
                  <a:pt x="500" y="329"/>
                  <a:pt x="500" y="329"/>
                </a:cubicBezTo>
                <a:cubicBezTo>
                  <a:pt x="500" y="329"/>
                  <a:pt x="500" y="330"/>
                  <a:pt x="500" y="330"/>
                </a:cubicBezTo>
                <a:close/>
                <a:moveTo>
                  <a:pt x="752" y="329"/>
                </a:moveTo>
                <a:cubicBezTo>
                  <a:pt x="751" y="327"/>
                  <a:pt x="751" y="324"/>
                  <a:pt x="752" y="323"/>
                </a:cubicBezTo>
                <a:cubicBezTo>
                  <a:pt x="753" y="323"/>
                  <a:pt x="753" y="323"/>
                  <a:pt x="754" y="323"/>
                </a:cubicBezTo>
                <a:cubicBezTo>
                  <a:pt x="754" y="324"/>
                  <a:pt x="754" y="325"/>
                  <a:pt x="754" y="325"/>
                </a:cubicBezTo>
                <a:cubicBezTo>
                  <a:pt x="752" y="327"/>
                  <a:pt x="753" y="328"/>
                  <a:pt x="752" y="329"/>
                </a:cubicBezTo>
                <a:close/>
                <a:moveTo>
                  <a:pt x="756" y="328"/>
                </a:moveTo>
                <a:cubicBezTo>
                  <a:pt x="755" y="327"/>
                  <a:pt x="756" y="326"/>
                  <a:pt x="756" y="325"/>
                </a:cubicBezTo>
                <a:cubicBezTo>
                  <a:pt x="756" y="325"/>
                  <a:pt x="756" y="325"/>
                  <a:pt x="757" y="324"/>
                </a:cubicBezTo>
                <a:cubicBezTo>
                  <a:pt x="757" y="325"/>
                  <a:pt x="757" y="325"/>
                  <a:pt x="757" y="325"/>
                </a:cubicBezTo>
                <a:cubicBezTo>
                  <a:pt x="757" y="326"/>
                  <a:pt x="757" y="327"/>
                  <a:pt x="756" y="328"/>
                </a:cubicBezTo>
                <a:close/>
                <a:moveTo>
                  <a:pt x="498" y="324"/>
                </a:moveTo>
                <a:cubicBezTo>
                  <a:pt x="498" y="324"/>
                  <a:pt x="497" y="323"/>
                  <a:pt x="496" y="322"/>
                </a:cubicBezTo>
                <a:cubicBezTo>
                  <a:pt x="496" y="320"/>
                  <a:pt x="496" y="319"/>
                  <a:pt x="495" y="318"/>
                </a:cubicBezTo>
                <a:cubicBezTo>
                  <a:pt x="495" y="316"/>
                  <a:pt x="494" y="315"/>
                  <a:pt x="494" y="313"/>
                </a:cubicBezTo>
                <a:cubicBezTo>
                  <a:pt x="494" y="309"/>
                  <a:pt x="494" y="305"/>
                  <a:pt x="494" y="301"/>
                </a:cubicBezTo>
                <a:cubicBezTo>
                  <a:pt x="495" y="299"/>
                  <a:pt x="496" y="295"/>
                  <a:pt x="497" y="293"/>
                </a:cubicBezTo>
                <a:cubicBezTo>
                  <a:pt x="498" y="291"/>
                  <a:pt x="498" y="289"/>
                  <a:pt x="498" y="288"/>
                </a:cubicBezTo>
                <a:cubicBezTo>
                  <a:pt x="498" y="287"/>
                  <a:pt x="498" y="287"/>
                  <a:pt x="499" y="286"/>
                </a:cubicBezTo>
                <a:cubicBezTo>
                  <a:pt x="499" y="283"/>
                  <a:pt x="501" y="282"/>
                  <a:pt x="502" y="279"/>
                </a:cubicBezTo>
                <a:cubicBezTo>
                  <a:pt x="504" y="279"/>
                  <a:pt x="504" y="279"/>
                  <a:pt x="504" y="279"/>
                </a:cubicBezTo>
                <a:cubicBezTo>
                  <a:pt x="504" y="280"/>
                  <a:pt x="505" y="285"/>
                  <a:pt x="503" y="286"/>
                </a:cubicBezTo>
                <a:cubicBezTo>
                  <a:pt x="503" y="287"/>
                  <a:pt x="503" y="288"/>
                  <a:pt x="503" y="289"/>
                </a:cubicBezTo>
                <a:cubicBezTo>
                  <a:pt x="503" y="291"/>
                  <a:pt x="503" y="294"/>
                  <a:pt x="502" y="297"/>
                </a:cubicBezTo>
                <a:cubicBezTo>
                  <a:pt x="502" y="298"/>
                  <a:pt x="502" y="300"/>
                  <a:pt x="501" y="300"/>
                </a:cubicBezTo>
                <a:cubicBezTo>
                  <a:pt x="500" y="305"/>
                  <a:pt x="500" y="309"/>
                  <a:pt x="500" y="313"/>
                </a:cubicBezTo>
                <a:cubicBezTo>
                  <a:pt x="499" y="314"/>
                  <a:pt x="499" y="315"/>
                  <a:pt x="500" y="318"/>
                </a:cubicBezTo>
                <a:cubicBezTo>
                  <a:pt x="500" y="319"/>
                  <a:pt x="499" y="324"/>
                  <a:pt x="498" y="324"/>
                </a:cubicBezTo>
                <a:close/>
                <a:moveTo>
                  <a:pt x="741" y="317"/>
                </a:moveTo>
                <a:cubicBezTo>
                  <a:pt x="741" y="317"/>
                  <a:pt x="740" y="316"/>
                  <a:pt x="740" y="315"/>
                </a:cubicBezTo>
                <a:cubicBezTo>
                  <a:pt x="741" y="314"/>
                  <a:pt x="742" y="313"/>
                  <a:pt x="742" y="312"/>
                </a:cubicBezTo>
                <a:cubicBezTo>
                  <a:pt x="742" y="312"/>
                  <a:pt x="743" y="312"/>
                  <a:pt x="743" y="312"/>
                </a:cubicBezTo>
                <a:cubicBezTo>
                  <a:pt x="743" y="313"/>
                  <a:pt x="743" y="314"/>
                  <a:pt x="743" y="316"/>
                </a:cubicBezTo>
                <a:cubicBezTo>
                  <a:pt x="742" y="316"/>
                  <a:pt x="741" y="317"/>
                  <a:pt x="741" y="317"/>
                </a:cubicBezTo>
                <a:close/>
                <a:moveTo>
                  <a:pt x="752" y="316"/>
                </a:moveTo>
                <a:cubicBezTo>
                  <a:pt x="751" y="315"/>
                  <a:pt x="752" y="314"/>
                  <a:pt x="752" y="313"/>
                </a:cubicBezTo>
                <a:cubicBezTo>
                  <a:pt x="752" y="313"/>
                  <a:pt x="752" y="313"/>
                  <a:pt x="752" y="313"/>
                </a:cubicBezTo>
                <a:cubicBezTo>
                  <a:pt x="753" y="314"/>
                  <a:pt x="753" y="315"/>
                  <a:pt x="753" y="315"/>
                </a:cubicBezTo>
                <a:cubicBezTo>
                  <a:pt x="752" y="316"/>
                  <a:pt x="752" y="316"/>
                  <a:pt x="752" y="316"/>
                </a:cubicBezTo>
                <a:close/>
                <a:moveTo>
                  <a:pt x="646" y="295"/>
                </a:moveTo>
                <a:cubicBezTo>
                  <a:pt x="646" y="295"/>
                  <a:pt x="646" y="294"/>
                  <a:pt x="646" y="294"/>
                </a:cubicBezTo>
                <a:cubicBezTo>
                  <a:pt x="646" y="294"/>
                  <a:pt x="646" y="294"/>
                  <a:pt x="646" y="294"/>
                </a:cubicBezTo>
                <a:cubicBezTo>
                  <a:pt x="646" y="295"/>
                  <a:pt x="646" y="295"/>
                  <a:pt x="646" y="295"/>
                </a:cubicBezTo>
                <a:close/>
                <a:moveTo>
                  <a:pt x="651" y="294"/>
                </a:moveTo>
                <a:cubicBezTo>
                  <a:pt x="651" y="294"/>
                  <a:pt x="651" y="294"/>
                  <a:pt x="651" y="293"/>
                </a:cubicBezTo>
                <a:cubicBezTo>
                  <a:pt x="651" y="293"/>
                  <a:pt x="652" y="293"/>
                  <a:pt x="652" y="293"/>
                </a:cubicBezTo>
                <a:cubicBezTo>
                  <a:pt x="652" y="294"/>
                  <a:pt x="652" y="294"/>
                  <a:pt x="651" y="294"/>
                </a:cubicBezTo>
                <a:close/>
                <a:moveTo>
                  <a:pt x="695" y="283"/>
                </a:moveTo>
                <a:cubicBezTo>
                  <a:pt x="695" y="281"/>
                  <a:pt x="695" y="281"/>
                  <a:pt x="695" y="280"/>
                </a:cubicBezTo>
                <a:cubicBezTo>
                  <a:pt x="697" y="280"/>
                  <a:pt x="697" y="281"/>
                  <a:pt x="697" y="282"/>
                </a:cubicBezTo>
                <a:cubicBezTo>
                  <a:pt x="696" y="283"/>
                  <a:pt x="696" y="283"/>
                  <a:pt x="695" y="283"/>
                </a:cubicBezTo>
                <a:close/>
                <a:moveTo>
                  <a:pt x="653" y="281"/>
                </a:moveTo>
                <a:cubicBezTo>
                  <a:pt x="652" y="280"/>
                  <a:pt x="652" y="280"/>
                  <a:pt x="652" y="279"/>
                </a:cubicBezTo>
                <a:cubicBezTo>
                  <a:pt x="651" y="279"/>
                  <a:pt x="651" y="279"/>
                  <a:pt x="650" y="278"/>
                </a:cubicBezTo>
                <a:cubicBezTo>
                  <a:pt x="650" y="277"/>
                  <a:pt x="650" y="277"/>
                  <a:pt x="651" y="276"/>
                </a:cubicBezTo>
                <a:cubicBezTo>
                  <a:pt x="652" y="276"/>
                  <a:pt x="652" y="276"/>
                  <a:pt x="653" y="276"/>
                </a:cubicBezTo>
                <a:cubicBezTo>
                  <a:pt x="653" y="277"/>
                  <a:pt x="654" y="280"/>
                  <a:pt x="653" y="281"/>
                </a:cubicBezTo>
                <a:close/>
                <a:moveTo>
                  <a:pt x="636" y="277"/>
                </a:moveTo>
                <a:cubicBezTo>
                  <a:pt x="636" y="276"/>
                  <a:pt x="636" y="276"/>
                  <a:pt x="636" y="275"/>
                </a:cubicBezTo>
                <a:cubicBezTo>
                  <a:pt x="636" y="275"/>
                  <a:pt x="637" y="275"/>
                  <a:pt x="637" y="275"/>
                </a:cubicBezTo>
                <a:cubicBezTo>
                  <a:pt x="638" y="276"/>
                  <a:pt x="638" y="276"/>
                  <a:pt x="638" y="277"/>
                </a:cubicBezTo>
                <a:cubicBezTo>
                  <a:pt x="637" y="277"/>
                  <a:pt x="637" y="277"/>
                  <a:pt x="636" y="277"/>
                </a:cubicBezTo>
                <a:close/>
                <a:moveTo>
                  <a:pt x="503" y="276"/>
                </a:moveTo>
                <a:cubicBezTo>
                  <a:pt x="503" y="275"/>
                  <a:pt x="503" y="274"/>
                  <a:pt x="503" y="274"/>
                </a:cubicBezTo>
                <a:cubicBezTo>
                  <a:pt x="504" y="274"/>
                  <a:pt x="504" y="274"/>
                  <a:pt x="504" y="274"/>
                </a:cubicBezTo>
                <a:cubicBezTo>
                  <a:pt x="504" y="274"/>
                  <a:pt x="504" y="275"/>
                  <a:pt x="504" y="276"/>
                </a:cubicBezTo>
                <a:cubicBezTo>
                  <a:pt x="504" y="276"/>
                  <a:pt x="504" y="276"/>
                  <a:pt x="503" y="276"/>
                </a:cubicBezTo>
                <a:close/>
                <a:moveTo>
                  <a:pt x="635" y="271"/>
                </a:moveTo>
                <a:cubicBezTo>
                  <a:pt x="634" y="269"/>
                  <a:pt x="634" y="268"/>
                  <a:pt x="635" y="267"/>
                </a:cubicBezTo>
                <a:cubicBezTo>
                  <a:pt x="635" y="267"/>
                  <a:pt x="635" y="267"/>
                  <a:pt x="635" y="267"/>
                </a:cubicBezTo>
                <a:cubicBezTo>
                  <a:pt x="635" y="267"/>
                  <a:pt x="636" y="270"/>
                  <a:pt x="635" y="271"/>
                </a:cubicBezTo>
                <a:close/>
                <a:moveTo>
                  <a:pt x="519" y="266"/>
                </a:moveTo>
                <a:cubicBezTo>
                  <a:pt x="518" y="265"/>
                  <a:pt x="519" y="265"/>
                  <a:pt x="519" y="264"/>
                </a:cubicBezTo>
                <a:cubicBezTo>
                  <a:pt x="519" y="264"/>
                  <a:pt x="519" y="264"/>
                  <a:pt x="519" y="264"/>
                </a:cubicBezTo>
                <a:cubicBezTo>
                  <a:pt x="519" y="265"/>
                  <a:pt x="519" y="265"/>
                  <a:pt x="519" y="266"/>
                </a:cubicBezTo>
                <a:close/>
                <a:moveTo>
                  <a:pt x="641" y="265"/>
                </a:moveTo>
                <a:cubicBezTo>
                  <a:pt x="641" y="265"/>
                  <a:pt x="641" y="265"/>
                  <a:pt x="640" y="265"/>
                </a:cubicBezTo>
                <a:cubicBezTo>
                  <a:pt x="640" y="264"/>
                  <a:pt x="640" y="264"/>
                  <a:pt x="640" y="264"/>
                </a:cubicBezTo>
                <a:cubicBezTo>
                  <a:pt x="641" y="264"/>
                  <a:pt x="641" y="264"/>
                  <a:pt x="642" y="264"/>
                </a:cubicBezTo>
                <a:cubicBezTo>
                  <a:pt x="642" y="264"/>
                  <a:pt x="642" y="264"/>
                  <a:pt x="642" y="265"/>
                </a:cubicBezTo>
                <a:cubicBezTo>
                  <a:pt x="642" y="265"/>
                  <a:pt x="641" y="265"/>
                  <a:pt x="641" y="265"/>
                </a:cubicBezTo>
                <a:close/>
                <a:moveTo>
                  <a:pt x="635" y="263"/>
                </a:moveTo>
                <a:cubicBezTo>
                  <a:pt x="634" y="262"/>
                  <a:pt x="633" y="262"/>
                  <a:pt x="633" y="262"/>
                </a:cubicBezTo>
                <a:cubicBezTo>
                  <a:pt x="632" y="259"/>
                  <a:pt x="628" y="258"/>
                  <a:pt x="631" y="256"/>
                </a:cubicBezTo>
                <a:cubicBezTo>
                  <a:pt x="632" y="257"/>
                  <a:pt x="632" y="257"/>
                  <a:pt x="633" y="260"/>
                </a:cubicBezTo>
                <a:cubicBezTo>
                  <a:pt x="634" y="260"/>
                  <a:pt x="634" y="261"/>
                  <a:pt x="635" y="261"/>
                </a:cubicBezTo>
                <a:cubicBezTo>
                  <a:pt x="635" y="262"/>
                  <a:pt x="635" y="262"/>
                  <a:pt x="635" y="262"/>
                </a:cubicBezTo>
                <a:cubicBezTo>
                  <a:pt x="635" y="262"/>
                  <a:pt x="635" y="263"/>
                  <a:pt x="635" y="263"/>
                </a:cubicBezTo>
                <a:close/>
                <a:moveTo>
                  <a:pt x="382" y="261"/>
                </a:moveTo>
                <a:cubicBezTo>
                  <a:pt x="381" y="261"/>
                  <a:pt x="381" y="260"/>
                  <a:pt x="380" y="260"/>
                </a:cubicBezTo>
                <a:cubicBezTo>
                  <a:pt x="382" y="259"/>
                  <a:pt x="383" y="256"/>
                  <a:pt x="386" y="255"/>
                </a:cubicBezTo>
                <a:cubicBezTo>
                  <a:pt x="386" y="254"/>
                  <a:pt x="387" y="253"/>
                  <a:pt x="388" y="252"/>
                </a:cubicBezTo>
                <a:cubicBezTo>
                  <a:pt x="388" y="252"/>
                  <a:pt x="389" y="252"/>
                  <a:pt x="390" y="252"/>
                </a:cubicBezTo>
                <a:cubicBezTo>
                  <a:pt x="390" y="254"/>
                  <a:pt x="392" y="257"/>
                  <a:pt x="392" y="261"/>
                </a:cubicBezTo>
                <a:cubicBezTo>
                  <a:pt x="388" y="261"/>
                  <a:pt x="385" y="260"/>
                  <a:pt x="382" y="261"/>
                </a:cubicBezTo>
                <a:close/>
                <a:moveTo>
                  <a:pt x="564" y="255"/>
                </a:moveTo>
                <a:cubicBezTo>
                  <a:pt x="564" y="254"/>
                  <a:pt x="564" y="254"/>
                  <a:pt x="564" y="253"/>
                </a:cubicBezTo>
                <a:cubicBezTo>
                  <a:pt x="565" y="254"/>
                  <a:pt x="565" y="254"/>
                  <a:pt x="566" y="255"/>
                </a:cubicBezTo>
                <a:cubicBezTo>
                  <a:pt x="565" y="255"/>
                  <a:pt x="565" y="255"/>
                  <a:pt x="564" y="255"/>
                </a:cubicBezTo>
                <a:close/>
                <a:moveTo>
                  <a:pt x="701" y="254"/>
                </a:moveTo>
                <a:cubicBezTo>
                  <a:pt x="700" y="253"/>
                  <a:pt x="700" y="253"/>
                  <a:pt x="700" y="252"/>
                </a:cubicBezTo>
                <a:cubicBezTo>
                  <a:pt x="701" y="251"/>
                  <a:pt x="702" y="251"/>
                  <a:pt x="703" y="252"/>
                </a:cubicBezTo>
                <a:cubicBezTo>
                  <a:pt x="703" y="252"/>
                  <a:pt x="703" y="252"/>
                  <a:pt x="703" y="252"/>
                </a:cubicBezTo>
                <a:cubicBezTo>
                  <a:pt x="702" y="254"/>
                  <a:pt x="702" y="254"/>
                  <a:pt x="701" y="254"/>
                </a:cubicBezTo>
                <a:close/>
                <a:moveTo>
                  <a:pt x="749" y="254"/>
                </a:moveTo>
                <a:cubicBezTo>
                  <a:pt x="749" y="254"/>
                  <a:pt x="749" y="253"/>
                  <a:pt x="749" y="253"/>
                </a:cubicBezTo>
                <a:cubicBezTo>
                  <a:pt x="749" y="253"/>
                  <a:pt x="750" y="253"/>
                  <a:pt x="750" y="253"/>
                </a:cubicBezTo>
                <a:cubicBezTo>
                  <a:pt x="750" y="252"/>
                  <a:pt x="750" y="252"/>
                  <a:pt x="750" y="252"/>
                </a:cubicBezTo>
                <a:cubicBezTo>
                  <a:pt x="751" y="252"/>
                  <a:pt x="751" y="252"/>
                  <a:pt x="751" y="252"/>
                </a:cubicBezTo>
                <a:cubicBezTo>
                  <a:pt x="751" y="252"/>
                  <a:pt x="751" y="253"/>
                  <a:pt x="751" y="253"/>
                </a:cubicBezTo>
                <a:cubicBezTo>
                  <a:pt x="750" y="254"/>
                  <a:pt x="750" y="254"/>
                  <a:pt x="749" y="254"/>
                </a:cubicBezTo>
                <a:close/>
                <a:moveTo>
                  <a:pt x="567" y="250"/>
                </a:moveTo>
                <a:cubicBezTo>
                  <a:pt x="567" y="249"/>
                  <a:pt x="567" y="249"/>
                  <a:pt x="567" y="248"/>
                </a:cubicBezTo>
                <a:cubicBezTo>
                  <a:pt x="567" y="249"/>
                  <a:pt x="568" y="249"/>
                  <a:pt x="568" y="249"/>
                </a:cubicBezTo>
                <a:cubicBezTo>
                  <a:pt x="568" y="250"/>
                  <a:pt x="568" y="250"/>
                  <a:pt x="567" y="250"/>
                </a:cubicBezTo>
                <a:close/>
                <a:moveTo>
                  <a:pt x="562" y="250"/>
                </a:moveTo>
                <a:cubicBezTo>
                  <a:pt x="560" y="249"/>
                  <a:pt x="559" y="247"/>
                  <a:pt x="559" y="246"/>
                </a:cubicBezTo>
                <a:cubicBezTo>
                  <a:pt x="557" y="245"/>
                  <a:pt x="558" y="244"/>
                  <a:pt x="558" y="243"/>
                </a:cubicBezTo>
                <a:cubicBezTo>
                  <a:pt x="557" y="241"/>
                  <a:pt x="556" y="239"/>
                  <a:pt x="555" y="238"/>
                </a:cubicBezTo>
                <a:cubicBezTo>
                  <a:pt x="553" y="236"/>
                  <a:pt x="553" y="233"/>
                  <a:pt x="552" y="232"/>
                </a:cubicBezTo>
                <a:cubicBezTo>
                  <a:pt x="550" y="230"/>
                  <a:pt x="549" y="228"/>
                  <a:pt x="548" y="227"/>
                </a:cubicBezTo>
                <a:cubicBezTo>
                  <a:pt x="546" y="225"/>
                  <a:pt x="543" y="222"/>
                  <a:pt x="543" y="220"/>
                </a:cubicBezTo>
                <a:cubicBezTo>
                  <a:pt x="540" y="218"/>
                  <a:pt x="538" y="217"/>
                  <a:pt x="537" y="216"/>
                </a:cubicBezTo>
                <a:cubicBezTo>
                  <a:pt x="537" y="216"/>
                  <a:pt x="537" y="216"/>
                  <a:pt x="537" y="216"/>
                </a:cubicBezTo>
                <a:cubicBezTo>
                  <a:pt x="535" y="215"/>
                  <a:pt x="534" y="214"/>
                  <a:pt x="533" y="213"/>
                </a:cubicBezTo>
                <a:cubicBezTo>
                  <a:pt x="535" y="211"/>
                  <a:pt x="534" y="210"/>
                  <a:pt x="533" y="209"/>
                </a:cubicBezTo>
                <a:cubicBezTo>
                  <a:pt x="533" y="208"/>
                  <a:pt x="533" y="207"/>
                  <a:pt x="533" y="206"/>
                </a:cubicBezTo>
                <a:cubicBezTo>
                  <a:pt x="532" y="205"/>
                  <a:pt x="531" y="201"/>
                  <a:pt x="531" y="200"/>
                </a:cubicBezTo>
                <a:cubicBezTo>
                  <a:pt x="531" y="199"/>
                  <a:pt x="531" y="197"/>
                  <a:pt x="531" y="196"/>
                </a:cubicBezTo>
                <a:cubicBezTo>
                  <a:pt x="532" y="194"/>
                  <a:pt x="532" y="191"/>
                  <a:pt x="533" y="190"/>
                </a:cubicBezTo>
                <a:cubicBezTo>
                  <a:pt x="534" y="191"/>
                  <a:pt x="535" y="191"/>
                  <a:pt x="537" y="191"/>
                </a:cubicBezTo>
                <a:cubicBezTo>
                  <a:pt x="538" y="191"/>
                  <a:pt x="538" y="192"/>
                  <a:pt x="539" y="191"/>
                </a:cubicBezTo>
                <a:cubicBezTo>
                  <a:pt x="539" y="189"/>
                  <a:pt x="537" y="189"/>
                  <a:pt x="536" y="189"/>
                </a:cubicBezTo>
                <a:cubicBezTo>
                  <a:pt x="536" y="188"/>
                  <a:pt x="536" y="187"/>
                  <a:pt x="537" y="186"/>
                </a:cubicBezTo>
                <a:cubicBezTo>
                  <a:pt x="537" y="186"/>
                  <a:pt x="538" y="186"/>
                  <a:pt x="538" y="186"/>
                </a:cubicBezTo>
                <a:cubicBezTo>
                  <a:pt x="539" y="186"/>
                  <a:pt x="539" y="185"/>
                  <a:pt x="539" y="185"/>
                </a:cubicBezTo>
                <a:cubicBezTo>
                  <a:pt x="538" y="185"/>
                  <a:pt x="538" y="185"/>
                  <a:pt x="537" y="185"/>
                </a:cubicBezTo>
                <a:cubicBezTo>
                  <a:pt x="537" y="185"/>
                  <a:pt x="537" y="185"/>
                  <a:pt x="537" y="185"/>
                </a:cubicBezTo>
                <a:cubicBezTo>
                  <a:pt x="537" y="183"/>
                  <a:pt x="538" y="183"/>
                  <a:pt x="540" y="183"/>
                </a:cubicBezTo>
                <a:cubicBezTo>
                  <a:pt x="540" y="184"/>
                  <a:pt x="540" y="190"/>
                  <a:pt x="544" y="190"/>
                </a:cubicBezTo>
                <a:cubicBezTo>
                  <a:pt x="545" y="189"/>
                  <a:pt x="544" y="187"/>
                  <a:pt x="544" y="187"/>
                </a:cubicBezTo>
                <a:cubicBezTo>
                  <a:pt x="545" y="187"/>
                  <a:pt x="545" y="186"/>
                  <a:pt x="545" y="186"/>
                </a:cubicBezTo>
                <a:cubicBezTo>
                  <a:pt x="546" y="188"/>
                  <a:pt x="546" y="190"/>
                  <a:pt x="546" y="193"/>
                </a:cubicBezTo>
                <a:cubicBezTo>
                  <a:pt x="546" y="196"/>
                  <a:pt x="546" y="196"/>
                  <a:pt x="547" y="196"/>
                </a:cubicBezTo>
                <a:cubicBezTo>
                  <a:pt x="547" y="195"/>
                  <a:pt x="548" y="195"/>
                  <a:pt x="548" y="194"/>
                </a:cubicBezTo>
                <a:cubicBezTo>
                  <a:pt x="549" y="193"/>
                  <a:pt x="549" y="192"/>
                  <a:pt x="549" y="190"/>
                </a:cubicBezTo>
                <a:cubicBezTo>
                  <a:pt x="550" y="190"/>
                  <a:pt x="550" y="190"/>
                  <a:pt x="551" y="190"/>
                </a:cubicBezTo>
                <a:cubicBezTo>
                  <a:pt x="551" y="191"/>
                  <a:pt x="552" y="194"/>
                  <a:pt x="554" y="193"/>
                </a:cubicBezTo>
                <a:cubicBezTo>
                  <a:pt x="554" y="192"/>
                  <a:pt x="554" y="191"/>
                  <a:pt x="555" y="190"/>
                </a:cubicBezTo>
                <a:cubicBezTo>
                  <a:pt x="556" y="190"/>
                  <a:pt x="556" y="190"/>
                  <a:pt x="558" y="191"/>
                </a:cubicBezTo>
                <a:cubicBezTo>
                  <a:pt x="558" y="193"/>
                  <a:pt x="558" y="193"/>
                  <a:pt x="560" y="194"/>
                </a:cubicBezTo>
                <a:cubicBezTo>
                  <a:pt x="560" y="195"/>
                  <a:pt x="561" y="196"/>
                  <a:pt x="562" y="197"/>
                </a:cubicBezTo>
                <a:cubicBezTo>
                  <a:pt x="564" y="197"/>
                  <a:pt x="566" y="201"/>
                  <a:pt x="564" y="204"/>
                </a:cubicBezTo>
                <a:cubicBezTo>
                  <a:pt x="562" y="202"/>
                  <a:pt x="560" y="203"/>
                  <a:pt x="559" y="203"/>
                </a:cubicBezTo>
                <a:cubicBezTo>
                  <a:pt x="558" y="201"/>
                  <a:pt x="557" y="201"/>
                  <a:pt x="557" y="199"/>
                </a:cubicBezTo>
                <a:cubicBezTo>
                  <a:pt x="556" y="199"/>
                  <a:pt x="556" y="199"/>
                  <a:pt x="555" y="199"/>
                </a:cubicBezTo>
                <a:cubicBezTo>
                  <a:pt x="555" y="201"/>
                  <a:pt x="555" y="203"/>
                  <a:pt x="555" y="205"/>
                </a:cubicBezTo>
                <a:cubicBezTo>
                  <a:pt x="552" y="208"/>
                  <a:pt x="555" y="210"/>
                  <a:pt x="556" y="214"/>
                </a:cubicBezTo>
                <a:cubicBezTo>
                  <a:pt x="557" y="217"/>
                  <a:pt x="557" y="218"/>
                  <a:pt x="561" y="218"/>
                </a:cubicBezTo>
                <a:cubicBezTo>
                  <a:pt x="561" y="217"/>
                  <a:pt x="561" y="217"/>
                  <a:pt x="561" y="216"/>
                </a:cubicBezTo>
                <a:cubicBezTo>
                  <a:pt x="562" y="216"/>
                  <a:pt x="562" y="216"/>
                  <a:pt x="563" y="217"/>
                </a:cubicBezTo>
                <a:cubicBezTo>
                  <a:pt x="562" y="218"/>
                  <a:pt x="562" y="218"/>
                  <a:pt x="561" y="218"/>
                </a:cubicBezTo>
                <a:cubicBezTo>
                  <a:pt x="561" y="220"/>
                  <a:pt x="563" y="222"/>
                  <a:pt x="566" y="222"/>
                </a:cubicBezTo>
                <a:cubicBezTo>
                  <a:pt x="566" y="223"/>
                  <a:pt x="566" y="224"/>
                  <a:pt x="567" y="225"/>
                </a:cubicBezTo>
                <a:cubicBezTo>
                  <a:pt x="566" y="225"/>
                  <a:pt x="566" y="225"/>
                  <a:pt x="565" y="227"/>
                </a:cubicBezTo>
                <a:cubicBezTo>
                  <a:pt x="564" y="228"/>
                  <a:pt x="564" y="228"/>
                  <a:pt x="564" y="230"/>
                </a:cubicBezTo>
                <a:cubicBezTo>
                  <a:pt x="564" y="230"/>
                  <a:pt x="565" y="231"/>
                  <a:pt x="566" y="231"/>
                </a:cubicBezTo>
                <a:cubicBezTo>
                  <a:pt x="565" y="233"/>
                  <a:pt x="565" y="234"/>
                  <a:pt x="565" y="236"/>
                </a:cubicBezTo>
                <a:cubicBezTo>
                  <a:pt x="566" y="237"/>
                  <a:pt x="568" y="239"/>
                  <a:pt x="566" y="241"/>
                </a:cubicBezTo>
                <a:cubicBezTo>
                  <a:pt x="566" y="242"/>
                  <a:pt x="566" y="243"/>
                  <a:pt x="566" y="247"/>
                </a:cubicBezTo>
                <a:cubicBezTo>
                  <a:pt x="565" y="247"/>
                  <a:pt x="565" y="248"/>
                  <a:pt x="565" y="248"/>
                </a:cubicBezTo>
                <a:cubicBezTo>
                  <a:pt x="563" y="249"/>
                  <a:pt x="563" y="249"/>
                  <a:pt x="562" y="250"/>
                </a:cubicBezTo>
                <a:close/>
                <a:moveTo>
                  <a:pt x="763" y="249"/>
                </a:moveTo>
                <a:cubicBezTo>
                  <a:pt x="761" y="247"/>
                  <a:pt x="763" y="246"/>
                  <a:pt x="764" y="245"/>
                </a:cubicBezTo>
                <a:cubicBezTo>
                  <a:pt x="764" y="245"/>
                  <a:pt x="764" y="244"/>
                  <a:pt x="764" y="243"/>
                </a:cubicBezTo>
                <a:cubicBezTo>
                  <a:pt x="760" y="241"/>
                  <a:pt x="760" y="241"/>
                  <a:pt x="760" y="237"/>
                </a:cubicBezTo>
                <a:cubicBezTo>
                  <a:pt x="759" y="236"/>
                  <a:pt x="759" y="236"/>
                  <a:pt x="759" y="236"/>
                </a:cubicBezTo>
                <a:cubicBezTo>
                  <a:pt x="759" y="237"/>
                  <a:pt x="758" y="237"/>
                  <a:pt x="758" y="238"/>
                </a:cubicBezTo>
                <a:cubicBezTo>
                  <a:pt x="758" y="238"/>
                  <a:pt x="757" y="238"/>
                  <a:pt x="756" y="238"/>
                </a:cubicBezTo>
                <a:cubicBezTo>
                  <a:pt x="756" y="237"/>
                  <a:pt x="755" y="237"/>
                  <a:pt x="755" y="236"/>
                </a:cubicBezTo>
                <a:cubicBezTo>
                  <a:pt x="753" y="236"/>
                  <a:pt x="750" y="236"/>
                  <a:pt x="748" y="236"/>
                </a:cubicBezTo>
                <a:cubicBezTo>
                  <a:pt x="747" y="236"/>
                  <a:pt x="747" y="235"/>
                  <a:pt x="747" y="235"/>
                </a:cubicBezTo>
                <a:cubicBezTo>
                  <a:pt x="744" y="235"/>
                  <a:pt x="741" y="234"/>
                  <a:pt x="738" y="234"/>
                </a:cubicBezTo>
                <a:cubicBezTo>
                  <a:pt x="736" y="231"/>
                  <a:pt x="736" y="230"/>
                  <a:pt x="738" y="229"/>
                </a:cubicBezTo>
                <a:cubicBezTo>
                  <a:pt x="740" y="229"/>
                  <a:pt x="743" y="229"/>
                  <a:pt x="745" y="230"/>
                </a:cubicBezTo>
                <a:cubicBezTo>
                  <a:pt x="746" y="230"/>
                  <a:pt x="746" y="229"/>
                  <a:pt x="748" y="231"/>
                </a:cubicBezTo>
                <a:cubicBezTo>
                  <a:pt x="747" y="233"/>
                  <a:pt x="747" y="233"/>
                  <a:pt x="749" y="234"/>
                </a:cubicBezTo>
                <a:cubicBezTo>
                  <a:pt x="750" y="234"/>
                  <a:pt x="750" y="234"/>
                  <a:pt x="752" y="234"/>
                </a:cubicBezTo>
                <a:cubicBezTo>
                  <a:pt x="753" y="231"/>
                  <a:pt x="751" y="231"/>
                  <a:pt x="750" y="229"/>
                </a:cubicBezTo>
                <a:cubicBezTo>
                  <a:pt x="750" y="228"/>
                  <a:pt x="750" y="227"/>
                  <a:pt x="751" y="227"/>
                </a:cubicBezTo>
                <a:cubicBezTo>
                  <a:pt x="751" y="227"/>
                  <a:pt x="752" y="227"/>
                  <a:pt x="752" y="227"/>
                </a:cubicBezTo>
                <a:cubicBezTo>
                  <a:pt x="753" y="228"/>
                  <a:pt x="756" y="230"/>
                  <a:pt x="758" y="230"/>
                </a:cubicBezTo>
                <a:cubicBezTo>
                  <a:pt x="759" y="231"/>
                  <a:pt x="759" y="231"/>
                  <a:pt x="759" y="231"/>
                </a:cubicBezTo>
                <a:cubicBezTo>
                  <a:pt x="760" y="232"/>
                  <a:pt x="760" y="232"/>
                  <a:pt x="761" y="232"/>
                </a:cubicBezTo>
                <a:cubicBezTo>
                  <a:pt x="762" y="231"/>
                  <a:pt x="762" y="231"/>
                  <a:pt x="763" y="230"/>
                </a:cubicBezTo>
                <a:cubicBezTo>
                  <a:pt x="763" y="230"/>
                  <a:pt x="764" y="230"/>
                  <a:pt x="764" y="230"/>
                </a:cubicBezTo>
                <a:cubicBezTo>
                  <a:pt x="764" y="232"/>
                  <a:pt x="764" y="233"/>
                  <a:pt x="762" y="234"/>
                </a:cubicBezTo>
                <a:cubicBezTo>
                  <a:pt x="762" y="235"/>
                  <a:pt x="762" y="235"/>
                  <a:pt x="763" y="236"/>
                </a:cubicBezTo>
                <a:cubicBezTo>
                  <a:pt x="764" y="239"/>
                  <a:pt x="764" y="241"/>
                  <a:pt x="766" y="244"/>
                </a:cubicBezTo>
                <a:cubicBezTo>
                  <a:pt x="766" y="245"/>
                  <a:pt x="766" y="245"/>
                  <a:pt x="766" y="245"/>
                </a:cubicBezTo>
                <a:cubicBezTo>
                  <a:pt x="765" y="246"/>
                  <a:pt x="765" y="246"/>
                  <a:pt x="765" y="248"/>
                </a:cubicBezTo>
                <a:cubicBezTo>
                  <a:pt x="764" y="248"/>
                  <a:pt x="764" y="249"/>
                  <a:pt x="763" y="249"/>
                </a:cubicBezTo>
                <a:close/>
                <a:moveTo>
                  <a:pt x="632" y="248"/>
                </a:moveTo>
                <a:cubicBezTo>
                  <a:pt x="631" y="247"/>
                  <a:pt x="632" y="247"/>
                  <a:pt x="632" y="246"/>
                </a:cubicBezTo>
                <a:cubicBezTo>
                  <a:pt x="632" y="246"/>
                  <a:pt x="632" y="246"/>
                  <a:pt x="633" y="246"/>
                </a:cubicBezTo>
                <a:cubicBezTo>
                  <a:pt x="633" y="247"/>
                  <a:pt x="632" y="248"/>
                  <a:pt x="632" y="248"/>
                </a:cubicBezTo>
                <a:close/>
                <a:moveTo>
                  <a:pt x="349" y="248"/>
                </a:moveTo>
                <a:cubicBezTo>
                  <a:pt x="349" y="248"/>
                  <a:pt x="349" y="247"/>
                  <a:pt x="349" y="247"/>
                </a:cubicBezTo>
                <a:cubicBezTo>
                  <a:pt x="346" y="247"/>
                  <a:pt x="346" y="247"/>
                  <a:pt x="346" y="247"/>
                </a:cubicBezTo>
                <a:cubicBezTo>
                  <a:pt x="346" y="246"/>
                  <a:pt x="347" y="246"/>
                  <a:pt x="348" y="246"/>
                </a:cubicBezTo>
                <a:cubicBezTo>
                  <a:pt x="348" y="245"/>
                  <a:pt x="349" y="244"/>
                  <a:pt x="349" y="243"/>
                </a:cubicBezTo>
                <a:cubicBezTo>
                  <a:pt x="349" y="243"/>
                  <a:pt x="349" y="243"/>
                  <a:pt x="350" y="243"/>
                </a:cubicBezTo>
                <a:cubicBezTo>
                  <a:pt x="350" y="244"/>
                  <a:pt x="350" y="244"/>
                  <a:pt x="350" y="245"/>
                </a:cubicBezTo>
                <a:cubicBezTo>
                  <a:pt x="351" y="245"/>
                  <a:pt x="351" y="245"/>
                  <a:pt x="351" y="245"/>
                </a:cubicBezTo>
                <a:cubicBezTo>
                  <a:pt x="351" y="242"/>
                  <a:pt x="353" y="240"/>
                  <a:pt x="356" y="243"/>
                </a:cubicBezTo>
                <a:cubicBezTo>
                  <a:pt x="356" y="243"/>
                  <a:pt x="356" y="244"/>
                  <a:pt x="356" y="244"/>
                </a:cubicBezTo>
                <a:cubicBezTo>
                  <a:pt x="352" y="245"/>
                  <a:pt x="352" y="245"/>
                  <a:pt x="351" y="248"/>
                </a:cubicBezTo>
                <a:cubicBezTo>
                  <a:pt x="350" y="248"/>
                  <a:pt x="350" y="248"/>
                  <a:pt x="349" y="248"/>
                </a:cubicBezTo>
                <a:close/>
                <a:moveTo>
                  <a:pt x="636" y="247"/>
                </a:moveTo>
                <a:cubicBezTo>
                  <a:pt x="635" y="246"/>
                  <a:pt x="636" y="245"/>
                  <a:pt x="636" y="244"/>
                </a:cubicBezTo>
                <a:cubicBezTo>
                  <a:pt x="637" y="244"/>
                  <a:pt x="637" y="244"/>
                  <a:pt x="638" y="245"/>
                </a:cubicBezTo>
                <a:cubicBezTo>
                  <a:pt x="638" y="245"/>
                  <a:pt x="638" y="246"/>
                  <a:pt x="638" y="247"/>
                </a:cubicBezTo>
                <a:cubicBezTo>
                  <a:pt x="637" y="247"/>
                  <a:pt x="637" y="247"/>
                  <a:pt x="636" y="247"/>
                </a:cubicBezTo>
                <a:close/>
                <a:moveTo>
                  <a:pt x="356" y="247"/>
                </a:moveTo>
                <a:cubicBezTo>
                  <a:pt x="355" y="247"/>
                  <a:pt x="355" y="246"/>
                  <a:pt x="355" y="246"/>
                </a:cubicBezTo>
                <a:cubicBezTo>
                  <a:pt x="357" y="245"/>
                  <a:pt x="359" y="244"/>
                  <a:pt x="361" y="243"/>
                </a:cubicBezTo>
                <a:cubicBezTo>
                  <a:pt x="361" y="242"/>
                  <a:pt x="361" y="242"/>
                  <a:pt x="362" y="241"/>
                </a:cubicBezTo>
                <a:cubicBezTo>
                  <a:pt x="362" y="241"/>
                  <a:pt x="362" y="241"/>
                  <a:pt x="362" y="241"/>
                </a:cubicBezTo>
                <a:cubicBezTo>
                  <a:pt x="362" y="241"/>
                  <a:pt x="362" y="242"/>
                  <a:pt x="362" y="243"/>
                </a:cubicBezTo>
                <a:cubicBezTo>
                  <a:pt x="360" y="246"/>
                  <a:pt x="359" y="246"/>
                  <a:pt x="356" y="247"/>
                </a:cubicBezTo>
                <a:close/>
                <a:moveTo>
                  <a:pt x="758" y="243"/>
                </a:moveTo>
                <a:cubicBezTo>
                  <a:pt x="757" y="241"/>
                  <a:pt x="755" y="241"/>
                  <a:pt x="755" y="240"/>
                </a:cubicBezTo>
                <a:cubicBezTo>
                  <a:pt x="754" y="240"/>
                  <a:pt x="754" y="240"/>
                  <a:pt x="754" y="241"/>
                </a:cubicBezTo>
                <a:cubicBezTo>
                  <a:pt x="753" y="239"/>
                  <a:pt x="752" y="238"/>
                  <a:pt x="754" y="238"/>
                </a:cubicBezTo>
                <a:cubicBezTo>
                  <a:pt x="754" y="238"/>
                  <a:pt x="754" y="238"/>
                  <a:pt x="754" y="238"/>
                </a:cubicBezTo>
                <a:cubicBezTo>
                  <a:pt x="755" y="238"/>
                  <a:pt x="756" y="239"/>
                  <a:pt x="757" y="239"/>
                </a:cubicBezTo>
                <a:cubicBezTo>
                  <a:pt x="757" y="239"/>
                  <a:pt x="759" y="242"/>
                  <a:pt x="758" y="243"/>
                </a:cubicBezTo>
                <a:close/>
                <a:moveTo>
                  <a:pt x="635" y="242"/>
                </a:moveTo>
                <a:cubicBezTo>
                  <a:pt x="635" y="241"/>
                  <a:pt x="635" y="241"/>
                  <a:pt x="635" y="241"/>
                </a:cubicBezTo>
                <a:cubicBezTo>
                  <a:pt x="635" y="241"/>
                  <a:pt x="635" y="241"/>
                  <a:pt x="635" y="241"/>
                </a:cubicBezTo>
                <a:cubicBezTo>
                  <a:pt x="635" y="241"/>
                  <a:pt x="635" y="241"/>
                  <a:pt x="635" y="242"/>
                </a:cubicBezTo>
                <a:close/>
                <a:moveTo>
                  <a:pt x="770" y="236"/>
                </a:moveTo>
                <a:cubicBezTo>
                  <a:pt x="769" y="234"/>
                  <a:pt x="769" y="233"/>
                  <a:pt x="768" y="233"/>
                </a:cubicBezTo>
                <a:cubicBezTo>
                  <a:pt x="768" y="229"/>
                  <a:pt x="766" y="231"/>
                  <a:pt x="765" y="230"/>
                </a:cubicBezTo>
                <a:cubicBezTo>
                  <a:pt x="765" y="229"/>
                  <a:pt x="765" y="229"/>
                  <a:pt x="765" y="228"/>
                </a:cubicBezTo>
                <a:cubicBezTo>
                  <a:pt x="763" y="226"/>
                  <a:pt x="762" y="224"/>
                  <a:pt x="760" y="223"/>
                </a:cubicBezTo>
                <a:cubicBezTo>
                  <a:pt x="759" y="219"/>
                  <a:pt x="758" y="219"/>
                  <a:pt x="756" y="218"/>
                </a:cubicBezTo>
                <a:cubicBezTo>
                  <a:pt x="756" y="217"/>
                  <a:pt x="756" y="217"/>
                  <a:pt x="756" y="217"/>
                </a:cubicBezTo>
                <a:cubicBezTo>
                  <a:pt x="760" y="217"/>
                  <a:pt x="761" y="218"/>
                  <a:pt x="764" y="222"/>
                </a:cubicBezTo>
                <a:cubicBezTo>
                  <a:pt x="766" y="223"/>
                  <a:pt x="767" y="224"/>
                  <a:pt x="769" y="224"/>
                </a:cubicBezTo>
                <a:cubicBezTo>
                  <a:pt x="770" y="224"/>
                  <a:pt x="770" y="224"/>
                  <a:pt x="772" y="223"/>
                </a:cubicBezTo>
                <a:cubicBezTo>
                  <a:pt x="772" y="224"/>
                  <a:pt x="772" y="224"/>
                  <a:pt x="772" y="225"/>
                </a:cubicBezTo>
                <a:cubicBezTo>
                  <a:pt x="771" y="225"/>
                  <a:pt x="770" y="226"/>
                  <a:pt x="769" y="227"/>
                </a:cubicBezTo>
                <a:cubicBezTo>
                  <a:pt x="770" y="228"/>
                  <a:pt x="770" y="228"/>
                  <a:pt x="772" y="229"/>
                </a:cubicBezTo>
                <a:cubicBezTo>
                  <a:pt x="771" y="231"/>
                  <a:pt x="771" y="233"/>
                  <a:pt x="771" y="236"/>
                </a:cubicBezTo>
                <a:cubicBezTo>
                  <a:pt x="770" y="236"/>
                  <a:pt x="770" y="236"/>
                  <a:pt x="770" y="236"/>
                </a:cubicBezTo>
                <a:close/>
                <a:moveTo>
                  <a:pt x="729" y="228"/>
                </a:moveTo>
                <a:cubicBezTo>
                  <a:pt x="728" y="227"/>
                  <a:pt x="728" y="227"/>
                  <a:pt x="728" y="227"/>
                </a:cubicBezTo>
                <a:cubicBezTo>
                  <a:pt x="728" y="227"/>
                  <a:pt x="729" y="227"/>
                  <a:pt x="729" y="227"/>
                </a:cubicBezTo>
                <a:cubicBezTo>
                  <a:pt x="729" y="228"/>
                  <a:pt x="729" y="228"/>
                  <a:pt x="729" y="228"/>
                </a:cubicBezTo>
                <a:close/>
                <a:moveTo>
                  <a:pt x="571" y="227"/>
                </a:moveTo>
                <a:cubicBezTo>
                  <a:pt x="571" y="225"/>
                  <a:pt x="571" y="225"/>
                  <a:pt x="570" y="223"/>
                </a:cubicBezTo>
                <a:cubicBezTo>
                  <a:pt x="570" y="223"/>
                  <a:pt x="569" y="223"/>
                  <a:pt x="569" y="223"/>
                </a:cubicBezTo>
                <a:cubicBezTo>
                  <a:pt x="568" y="221"/>
                  <a:pt x="568" y="221"/>
                  <a:pt x="569" y="220"/>
                </a:cubicBezTo>
                <a:cubicBezTo>
                  <a:pt x="569" y="220"/>
                  <a:pt x="569" y="220"/>
                  <a:pt x="569" y="220"/>
                </a:cubicBezTo>
                <a:cubicBezTo>
                  <a:pt x="569" y="219"/>
                  <a:pt x="569" y="219"/>
                  <a:pt x="569" y="219"/>
                </a:cubicBezTo>
                <a:cubicBezTo>
                  <a:pt x="570" y="219"/>
                  <a:pt x="570" y="219"/>
                  <a:pt x="571" y="219"/>
                </a:cubicBezTo>
                <a:cubicBezTo>
                  <a:pt x="570" y="220"/>
                  <a:pt x="569" y="220"/>
                  <a:pt x="570" y="223"/>
                </a:cubicBezTo>
                <a:cubicBezTo>
                  <a:pt x="571" y="223"/>
                  <a:pt x="571" y="222"/>
                  <a:pt x="572" y="222"/>
                </a:cubicBezTo>
                <a:cubicBezTo>
                  <a:pt x="572" y="223"/>
                  <a:pt x="572" y="223"/>
                  <a:pt x="573" y="224"/>
                </a:cubicBezTo>
                <a:cubicBezTo>
                  <a:pt x="572" y="225"/>
                  <a:pt x="572" y="226"/>
                  <a:pt x="572" y="227"/>
                </a:cubicBezTo>
                <a:cubicBezTo>
                  <a:pt x="571" y="227"/>
                  <a:pt x="571" y="227"/>
                  <a:pt x="571" y="227"/>
                </a:cubicBezTo>
                <a:close/>
                <a:moveTo>
                  <a:pt x="628" y="225"/>
                </a:moveTo>
                <a:cubicBezTo>
                  <a:pt x="627" y="224"/>
                  <a:pt x="627" y="224"/>
                  <a:pt x="628" y="224"/>
                </a:cubicBezTo>
                <a:cubicBezTo>
                  <a:pt x="628" y="224"/>
                  <a:pt x="628" y="224"/>
                  <a:pt x="628" y="224"/>
                </a:cubicBezTo>
                <a:cubicBezTo>
                  <a:pt x="628" y="224"/>
                  <a:pt x="628" y="225"/>
                  <a:pt x="628" y="225"/>
                </a:cubicBezTo>
                <a:cubicBezTo>
                  <a:pt x="628" y="225"/>
                  <a:pt x="628" y="225"/>
                  <a:pt x="628" y="225"/>
                </a:cubicBezTo>
                <a:close/>
                <a:moveTo>
                  <a:pt x="728" y="221"/>
                </a:moveTo>
                <a:cubicBezTo>
                  <a:pt x="728" y="219"/>
                  <a:pt x="729" y="218"/>
                  <a:pt x="730" y="217"/>
                </a:cubicBezTo>
                <a:cubicBezTo>
                  <a:pt x="731" y="217"/>
                  <a:pt x="731" y="217"/>
                  <a:pt x="731" y="219"/>
                </a:cubicBezTo>
                <a:cubicBezTo>
                  <a:pt x="730" y="220"/>
                  <a:pt x="729" y="220"/>
                  <a:pt x="728" y="221"/>
                </a:cubicBezTo>
                <a:close/>
                <a:moveTo>
                  <a:pt x="529" y="219"/>
                </a:moveTo>
                <a:cubicBezTo>
                  <a:pt x="529" y="219"/>
                  <a:pt x="529" y="219"/>
                  <a:pt x="529" y="219"/>
                </a:cubicBezTo>
                <a:cubicBezTo>
                  <a:pt x="529" y="218"/>
                  <a:pt x="529" y="218"/>
                  <a:pt x="530" y="218"/>
                </a:cubicBezTo>
                <a:cubicBezTo>
                  <a:pt x="530" y="219"/>
                  <a:pt x="530" y="219"/>
                  <a:pt x="530" y="219"/>
                </a:cubicBezTo>
                <a:cubicBezTo>
                  <a:pt x="530" y="219"/>
                  <a:pt x="530" y="219"/>
                  <a:pt x="529" y="219"/>
                </a:cubicBezTo>
                <a:close/>
                <a:moveTo>
                  <a:pt x="619" y="217"/>
                </a:moveTo>
                <a:cubicBezTo>
                  <a:pt x="619" y="216"/>
                  <a:pt x="619" y="216"/>
                  <a:pt x="619" y="215"/>
                </a:cubicBezTo>
                <a:cubicBezTo>
                  <a:pt x="620" y="215"/>
                  <a:pt x="620" y="216"/>
                  <a:pt x="620" y="216"/>
                </a:cubicBezTo>
                <a:cubicBezTo>
                  <a:pt x="620" y="216"/>
                  <a:pt x="620" y="216"/>
                  <a:pt x="620" y="216"/>
                </a:cubicBezTo>
                <a:cubicBezTo>
                  <a:pt x="620" y="216"/>
                  <a:pt x="620" y="216"/>
                  <a:pt x="619" y="217"/>
                </a:cubicBezTo>
                <a:close/>
                <a:moveTo>
                  <a:pt x="568" y="215"/>
                </a:moveTo>
                <a:cubicBezTo>
                  <a:pt x="568" y="214"/>
                  <a:pt x="568" y="214"/>
                  <a:pt x="568" y="214"/>
                </a:cubicBezTo>
                <a:cubicBezTo>
                  <a:pt x="569" y="214"/>
                  <a:pt x="569" y="214"/>
                  <a:pt x="569" y="214"/>
                </a:cubicBezTo>
                <a:cubicBezTo>
                  <a:pt x="569" y="214"/>
                  <a:pt x="569" y="214"/>
                  <a:pt x="569" y="215"/>
                </a:cubicBezTo>
                <a:cubicBezTo>
                  <a:pt x="569" y="215"/>
                  <a:pt x="569" y="215"/>
                  <a:pt x="568" y="215"/>
                </a:cubicBezTo>
                <a:close/>
                <a:moveTo>
                  <a:pt x="561" y="213"/>
                </a:moveTo>
                <a:cubicBezTo>
                  <a:pt x="559" y="213"/>
                  <a:pt x="560" y="212"/>
                  <a:pt x="560" y="211"/>
                </a:cubicBezTo>
                <a:cubicBezTo>
                  <a:pt x="561" y="211"/>
                  <a:pt x="561" y="211"/>
                  <a:pt x="562" y="211"/>
                </a:cubicBezTo>
                <a:cubicBezTo>
                  <a:pt x="562" y="211"/>
                  <a:pt x="562" y="213"/>
                  <a:pt x="561" y="213"/>
                </a:cubicBezTo>
                <a:close/>
                <a:moveTo>
                  <a:pt x="617" y="210"/>
                </a:moveTo>
                <a:cubicBezTo>
                  <a:pt x="616" y="209"/>
                  <a:pt x="616" y="208"/>
                  <a:pt x="617" y="208"/>
                </a:cubicBezTo>
                <a:cubicBezTo>
                  <a:pt x="617" y="208"/>
                  <a:pt x="617" y="209"/>
                  <a:pt x="617" y="210"/>
                </a:cubicBezTo>
                <a:cubicBezTo>
                  <a:pt x="617" y="210"/>
                  <a:pt x="617" y="210"/>
                  <a:pt x="617" y="210"/>
                </a:cubicBezTo>
                <a:close/>
                <a:moveTo>
                  <a:pt x="515" y="209"/>
                </a:moveTo>
                <a:cubicBezTo>
                  <a:pt x="514" y="209"/>
                  <a:pt x="513" y="208"/>
                  <a:pt x="513" y="208"/>
                </a:cubicBezTo>
                <a:cubicBezTo>
                  <a:pt x="514" y="208"/>
                  <a:pt x="514" y="208"/>
                  <a:pt x="515" y="208"/>
                </a:cubicBezTo>
                <a:cubicBezTo>
                  <a:pt x="515" y="208"/>
                  <a:pt x="515" y="209"/>
                  <a:pt x="515" y="209"/>
                </a:cubicBezTo>
                <a:close/>
                <a:moveTo>
                  <a:pt x="705" y="209"/>
                </a:moveTo>
                <a:cubicBezTo>
                  <a:pt x="704" y="207"/>
                  <a:pt x="705" y="207"/>
                  <a:pt x="705" y="206"/>
                </a:cubicBezTo>
                <a:cubicBezTo>
                  <a:pt x="705" y="206"/>
                  <a:pt x="705" y="206"/>
                  <a:pt x="706" y="206"/>
                </a:cubicBezTo>
                <a:cubicBezTo>
                  <a:pt x="706" y="207"/>
                  <a:pt x="706" y="208"/>
                  <a:pt x="706" y="208"/>
                </a:cubicBezTo>
                <a:cubicBezTo>
                  <a:pt x="705" y="208"/>
                  <a:pt x="705" y="209"/>
                  <a:pt x="705" y="209"/>
                </a:cubicBezTo>
                <a:close/>
                <a:moveTo>
                  <a:pt x="520" y="208"/>
                </a:moveTo>
                <a:cubicBezTo>
                  <a:pt x="520" y="208"/>
                  <a:pt x="520" y="208"/>
                  <a:pt x="520" y="208"/>
                </a:cubicBezTo>
                <a:cubicBezTo>
                  <a:pt x="520" y="208"/>
                  <a:pt x="520" y="208"/>
                  <a:pt x="521" y="207"/>
                </a:cubicBezTo>
                <a:cubicBezTo>
                  <a:pt x="521" y="208"/>
                  <a:pt x="521" y="208"/>
                  <a:pt x="521" y="208"/>
                </a:cubicBezTo>
                <a:cubicBezTo>
                  <a:pt x="520" y="208"/>
                  <a:pt x="520" y="208"/>
                  <a:pt x="520" y="208"/>
                </a:cubicBezTo>
                <a:close/>
                <a:moveTo>
                  <a:pt x="512" y="207"/>
                </a:moveTo>
                <a:cubicBezTo>
                  <a:pt x="511" y="207"/>
                  <a:pt x="511" y="207"/>
                  <a:pt x="510" y="207"/>
                </a:cubicBezTo>
                <a:cubicBezTo>
                  <a:pt x="510" y="204"/>
                  <a:pt x="510" y="202"/>
                  <a:pt x="510" y="200"/>
                </a:cubicBezTo>
                <a:cubicBezTo>
                  <a:pt x="512" y="198"/>
                  <a:pt x="512" y="197"/>
                  <a:pt x="512" y="196"/>
                </a:cubicBezTo>
                <a:cubicBezTo>
                  <a:pt x="513" y="196"/>
                  <a:pt x="513" y="196"/>
                  <a:pt x="513" y="195"/>
                </a:cubicBezTo>
                <a:cubicBezTo>
                  <a:pt x="514" y="196"/>
                  <a:pt x="514" y="197"/>
                  <a:pt x="514" y="198"/>
                </a:cubicBezTo>
                <a:cubicBezTo>
                  <a:pt x="514" y="198"/>
                  <a:pt x="515" y="198"/>
                  <a:pt x="515" y="198"/>
                </a:cubicBezTo>
                <a:cubicBezTo>
                  <a:pt x="514" y="200"/>
                  <a:pt x="514" y="201"/>
                  <a:pt x="513" y="202"/>
                </a:cubicBezTo>
                <a:cubicBezTo>
                  <a:pt x="514" y="203"/>
                  <a:pt x="514" y="203"/>
                  <a:pt x="514" y="203"/>
                </a:cubicBezTo>
                <a:cubicBezTo>
                  <a:pt x="514" y="204"/>
                  <a:pt x="513" y="207"/>
                  <a:pt x="512" y="207"/>
                </a:cubicBezTo>
                <a:close/>
                <a:moveTo>
                  <a:pt x="508" y="207"/>
                </a:moveTo>
                <a:cubicBezTo>
                  <a:pt x="507" y="206"/>
                  <a:pt x="508" y="205"/>
                  <a:pt x="508" y="205"/>
                </a:cubicBezTo>
                <a:cubicBezTo>
                  <a:pt x="508" y="205"/>
                  <a:pt x="508" y="205"/>
                  <a:pt x="509" y="205"/>
                </a:cubicBezTo>
                <a:cubicBezTo>
                  <a:pt x="509" y="205"/>
                  <a:pt x="508" y="206"/>
                  <a:pt x="508" y="207"/>
                </a:cubicBezTo>
                <a:cubicBezTo>
                  <a:pt x="508" y="207"/>
                  <a:pt x="508" y="207"/>
                  <a:pt x="508" y="207"/>
                </a:cubicBezTo>
                <a:close/>
                <a:moveTo>
                  <a:pt x="526" y="194"/>
                </a:moveTo>
                <a:cubicBezTo>
                  <a:pt x="526" y="194"/>
                  <a:pt x="526" y="193"/>
                  <a:pt x="526" y="193"/>
                </a:cubicBezTo>
                <a:cubicBezTo>
                  <a:pt x="526" y="193"/>
                  <a:pt x="526" y="193"/>
                  <a:pt x="526" y="193"/>
                </a:cubicBezTo>
                <a:cubicBezTo>
                  <a:pt x="526" y="193"/>
                  <a:pt x="526" y="194"/>
                  <a:pt x="526" y="194"/>
                </a:cubicBezTo>
                <a:close/>
                <a:moveTo>
                  <a:pt x="560" y="192"/>
                </a:moveTo>
                <a:cubicBezTo>
                  <a:pt x="560" y="191"/>
                  <a:pt x="560" y="190"/>
                  <a:pt x="560" y="189"/>
                </a:cubicBezTo>
                <a:cubicBezTo>
                  <a:pt x="561" y="189"/>
                  <a:pt x="561" y="189"/>
                  <a:pt x="562" y="189"/>
                </a:cubicBezTo>
                <a:cubicBezTo>
                  <a:pt x="562" y="190"/>
                  <a:pt x="562" y="190"/>
                  <a:pt x="562" y="190"/>
                </a:cubicBezTo>
                <a:cubicBezTo>
                  <a:pt x="561" y="191"/>
                  <a:pt x="561" y="191"/>
                  <a:pt x="560" y="192"/>
                </a:cubicBezTo>
                <a:close/>
                <a:moveTo>
                  <a:pt x="357" y="191"/>
                </a:moveTo>
                <a:cubicBezTo>
                  <a:pt x="357" y="190"/>
                  <a:pt x="356" y="190"/>
                  <a:pt x="356" y="190"/>
                </a:cubicBezTo>
                <a:cubicBezTo>
                  <a:pt x="356" y="188"/>
                  <a:pt x="357" y="188"/>
                  <a:pt x="358" y="188"/>
                </a:cubicBezTo>
                <a:cubicBezTo>
                  <a:pt x="358" y="189"/>
                  <a:pt x="358" y="190"/>
                  <a:pt x="357" y="191"/>
                </a:cubicBezTo>
                <a:close/>
                <a:moveTo>
                  <a:pt x="555" y="189"/>
                </a:moveTo>
                <a:cubicBezTo>
                  <a:pt x="555" y="188"/>
                  <a:pt x="555" y="187"/>
                  <a:pt x="555" y="186"/>
                </a:cubicBezTo>
                <a:cubicBezTo>
                  <a:pt x="555" y="187"/>
                  <a:pt x="555" y="187"/>
                  <a:pt x="555" y="187"/>
                </a:cubicBezTo>
                <a:cubicBezTo>
                  <a:pt x="555" y="188"/>
                  <a:pt x="555" y="188"/>
                  <a:pt x="555" y="189"/>
                </a:cubicBezTo>
                <a:close/>
                <a:moveTo>
                  <a:pt x="568" y="189"/>
                </a:moveTo>
                <a:cubicBezTo>
                  <a:pt x="568" y="189"/>
                  <a:pt x="568" y="189"/>
                  <a:pt x="568" y="188"/>
                </a:cubicBezTo>
                <a:cubicBezTo>
                  <a:pt x="568" y="188"/>
                  <a:pt x="569" y="187"/>
                  <a:pt x="570" y="188"/>
                </a:cubicBezTo>
                <a:cubicBezTo>
                  <a:pt x="569" y="188"/>
                  <a:pt x="569" y="189"/>
                  <a:pt x="568" y="189"/>
                </a:cubicBezTo>
                <a:close/>
                <a:moveTo>
                  <a:pt x="359" y="187"/>
                </a:moveTo>
                <a:cubicBezTo>
                  <a:pt x="358" y="187"/>
                  <a:pt x="358" y="187"/>
                  <a:pt x="357" y="186"/>
                </a:cubicBezTo>
                <a:cubicBezTo>
                  <a:pt x="358" y="185"/>
                  <a:pt x="359" y="184"/>
                  <a:pt x="361" y="184"/>
                </a:cubicBezTo>
                <a:cubicBezTo>
                  <a:pt x="361" y="186"/>
                  <a:pt x="360" y="186"/>
                  <a:pt x="359" y="187"/>
                </a:cubicBezTo>
                <a:close/>
                <a:moveTo>
                  <a:pt x="570" y="187"/>
                </a:moveTo>
                <a:cubicBezTo>
                  <a:pt x="569" y="186"/>
                  <a:pt x="569" y="185"/>
                  <a:pt x="570" y="184"/>
                </a:cubicBezTo>
                <a:cubicBezTo>
                  <a:pt x="571" y="184"/>
                  <a:pt x="571" y="186"/>
                  <a:pt x="570" y="187"/>
                </a:cubicBezTo>
                <a:close/>
                <a:moveTo>
                  <a:pt x="549" y="186"/>
                </a:moveTo>
                <a:cubicBezTo>
                  <a:pt x="549" y="185"/>
                  <a:pt x="549" y="185"/>
                  <a:pt x="548" y="185"/>
                </a:cubicBezTo>
                <a:cubicBezTo>
                  <a:pt x="549" y="184"/>
                  <a:pt x="549" y="184"/>
                  <a:pt x="549" y="183"/>
                </a:cubicBezTo>
                <a:cubicBezTo>
                  <a:pt x="549" y="183"/>
                  <a:pt x="550" y="183"/>
                  <a:pt x="550" y="183"/>
                </a:cubicBezTo>
                <a:cubicBezTo>
                  <a:pt x="550" y="184"/>
                  <a:pt x="550" y="185"/>
                  <a:pt x="549" y="186"/>
                </a:cubicBezTo>
                <a:close/>
                <a:moveTo>
                  <a:pt x="368" y="185"/>
                </a:moveTo>
                <a:cubicBezTo>
                  <a:pt x="366" y="183"/>
                  <a:pt x="366" y="182"/>
                  <a:pt x="368" y="180"/>
                </a:cubicBezTo>
                <a:cubicBezTo>
                  <a:pt x="368" y="180"/>
                  <a:pt x="368" y="179"/>
                  <a:pt x="368" y="179"/>
                </a:cubicBezTo>
                <a:cubicBezTo>
                  <a:pt x="367" y="179"/>
                  <a:pt x="366" y="178"/>
                  <a:pt x="365" y="178"/>
                </a:cubicBezTo>
                <a:cubicBezTo>
                  <a:pt x="365" y="175"/>
                  <a:pt x="367" y="174"/>
                  <a:pt x="369" y="172"/>
                </a:cubicBezTo>
                <a:cubicBezTo>
                  <a:pt x="371" y="170"/>
                  <a:pt x="371" y="167"/>
                  <a:pt x="374" y="166"/>
                </a:cubicBezTo>
                <a:cubicBezTo>
                  <a:pt x="374" y="165"/>
                  <a:pt x="374" y="165"/>
                  <a:pt x="375" y="164"/>
                </a:cubicBezTo>
                <a:cubicBezTo>
                  <a:pt x="374" y="164"/>
                  <a:pt x="374" y="164"/>
                  <a:pt x="374" y="164"/>
                </a:cubicBezTo>
                <a:cubicBezTo>
                  <a:pt x="376" y="161"/>
                  <a:pt x="379" y="161"/>
                  <a:pt x="381" y="158"/>
                </a:cubicBezTo>
                <a:cubicBezTo>
                  <a:pt x="383" y="156"/>
                  <a:pt x="387" y="153"/>
                  <a:pt x="389" y="151"/>
                </a:cubicBezTo>
                <a:cubicBezTo>
                  <a:pt x="395" y="146"/>
                  <a:pt x="402" y="139"/>
                  <a:pt x="408" y="134"/>
                </a:cubicBezTo>
                <a:cubicBezTo>
                  <a:pt x="409" y="134"/>
                  <a:pt x="410" y="134"/>
                  <a:pt x="411" y="133"/>
                </a:cubicBezTo>
                <a:cubicBezTo>
                  <a:pt x="413" y="133"/>
                  <a:pt x="415" y="133"/>
                  <a:pt x="416" y="133"/>
                </a:cubicBezTo>
                <a:cubicBezTo>
                  <a:pt x="417" y="131"/>
                  <a:pt x="418" y="130"/>
                  <a:pt x="420" y="129"/>
                </a:cubicBezTo>
                <a:cubicBezTo>
                  <a:pt x="423" y="127"/>
                  <a:pt x="425" y="124"/>
                  <a:pt x="429" y="123"/>
                </a:cubicBezTo>
                <a:cubicBezTo>
                  <a:pt x="431" y="121"/>
                  <a:pt x="435" y="118"/>
                  <a:pt x="438" y="116"/>
                </a:cubicBezTo>
                <a:cubicBezTo>
                  <a:pt x="439" y="116"/>
                  <a:pt x="440" y="114"/>
                  <a:pt x="441" y="114"/>
                </a:cubicBezTo>
                <a:cubicBezTo>
                  <a:pt x="442" y="113"/>
                  <a:pt x="443" y="113"/>
                  <a:pt x="444" y="113"/>
                </a:cubicBezTo>
                <a:cubicBezTo>
                  <a:pt x="444" y="111"/>
                  <a:pt x="452" y="112"/>
                  <a:pt x="454" y="112"/>
                </a:cubicBezTo>
                <a:cubicBezTo>
                  <a:pt x="456" y="115"/>
                  <a:pt x="448" y="116"/>
                  <a:pt x="448" y="117"/>
                </a:cubicBezTo>
                <a:cubicBezTo>
                  <a:pt x="448" y="117"/>
                  <a:pt x="448" y="117"/>
                  <a:pt x="448" y="117"/>
                </a:cubicBezTo>
                <a:cubicBezTo>
                  <a:pt x="445" y="118"/>
                  <a:pt x="442" y="121"/>
                  <a:pt x="439" y="122"/>
                </a:cubicBezTo>
                <a:cubicBezTo>
                  <a:pt x="438" y="124"/>
                  <a:pt x="436" y="124"/>
                  <a:pt x="434" y="125"/>
                </a:cubicBezTo>
                <a:cubicBezTo>
                  <a:pt x="432" y="125"/>
                  <a:pt x="431" y="127"/>
                  <a:pt x="429" y="128"/>
                </a:cubicBezTo>
                <a:cubicBezTo>
                  <a:pt x="427" y="129"/>
                  <a:pt x="426" y="129"/>
                  <a:pt x="426" y="131"/>
                </a:cubicBezTo>
                <a:cubicBezTo>
                  <a:pt x="423" y="132"/>
                  <a:pt x="420" y="133"/>
                  <a:pt x="419" y="135"/>
                </a:cubicBezTo>
                <a:cubicBezTo>
                  <a:pt x="418" y="135"/>
                  <a:pt x="417" y="135"/>
                  <a:pt x="417" y="135"/>
                </a:cubicBezTo>
                <a:cubicBezTo>
                  <a:pt x="416" y="138"/>
                  <a:pt x="414" y="136"/>
                  <a:pt x="414" y="139"/>
                </a:cubicBezTo>
                <a:cubicBezTo>
                  <a:pt x="414" y="139"/>
                  <a:pt x="414" y="140"/>
                  <a:pt x="415" y="140"/>
                </a:cubicBezTo>
                <a:cubicBezTo>
                  <a:pt x="414" y="143"/>
                  <a:pt x="413" y="144"/>
                  <a:pt x="411" y="146"/>
                </a:cubicBezTo>
                <a:cubicBezTo>
                  <a:pt x="408" y="146"/>
                  <a:pt x="408" y="147"/>
                  <a:pt x="406" y="149"/>
                </a:cubicBezTo>
                <a:cubicBezTo>
                  <a:pt x="403" y="150"/>
                  <a:pt x="403" y="151"/>
                  <a:pt x="401" y="152"/>
                </a:cubicBezTo>
                <a:cubicBezTo>
                  <a:pt x="399" y="153"/>
                  <a:pt x="399" y="154"/>
                  <a:pt x="397" y="156"/>
                </a:cubicBezTo>
                <a:cubicBezTo>
                  <a:pt x="395" y="157"/>
                  <a:pt x="392" y="158"/>
                  <a:pt x="391" y="161"/>
                </a:cubicBezTo>
                <a:cubicBezTo>
                  <a:pt x="388" y="162"/>
                  <a:pt x="387" y="164"/>
                  <a:pt x="386" y="167"/>
                </a:cubicBezTo>
                <a:cubicBezTo>
                  <a:pt x="385" y="167"/>
                  <a:pt x="384" y="167"/>
                  <a:pt x="383" y="168"/>
                </a:cubicBezTo>
                <a:cubicBezTo>
                  <a:pt x="383" y="169"/>
                  <a:pt x="383" y="170"/>
                  <a:pt x="382" y="172"/>
                </a:cubicBezTo>
                <a:cubicBezTo>
                  <a:pt x="382" y="172"/>
                  <a:pt x="381" y="173"/>
                  <a:pt x="381" y="173"/>
                </a:cubicBezTo>
                <a:cubicBezTo>
                  <a:pt x="379" y="174"/>
                  <a:pt x="377" y="178"/>
                  <a:pt x="376" y="179"/>
                </a:cubicBezTo>
                <a:cubicBezTo>
                  <a:pt x="375" y="180"/>
                  <a:pt x="375" y="180"/>
                  <a:pt x="374" y="181"/>
                </a:cubicBezTo>
                <a:cubicBezTo>
                  <a:pt x="373" y="183"/>
                  <a:pt x="370" y="184"/>
                  <a:pt x="368" y="185"/>
                </a:cubicBezTo>
                <a:close/>
                <a:moveTo>
                  <a:pt x="362" y="184"/>
                </a:moveTo>
                <a:cubicBezTo>
                  <a:pt x="362" y="182"/>
                  <a:pt x="362" y="180"/>
                  <a:pt x="363" y="179"/>
                </a:cubicBezTo>
                <a:cubicBezTo>
                  <a:pt x="363" y="179"/>
                  <a:pt x="364" y="179"/>
                  <a:pt x="364" y="179"/>
                </a:cubicBezTo>
                <a:cubicBezTo>
                  <a:pt x="364" y="180"/>
                  <a:pt x="364" y="182"/>
                  <a:pt x="363" y="183"/>
                </a:cubicBezTo>
                <a:cubicBezTo>
                  <a:pt x="363" y="183"/>
                  <a:pt x="362" y="183"/>
                  <a:pt x="362" y="184"/>
                </a:cubicBezTo>
                <a:close/>
                <a:moveTo>
                  <a:pt x="695" y="183"/>
                </a:moveTo>
                <a:cubicBezTo>
                  <a:pt x="695" y="182"/>
                  <a:pt x="696" y="182"/>
                  <a:pt x="696" y="182"/>
                </a:cubicBezTo>
                <a:cubicBezTo>
                  <a:pt x="696" y="182"/>
                  <a:pt x="696" y="182"/>
                  <a:pt x="696" y="183"/>
                </a:cubicBezTo>
                <a:cubicBezTo>
                  <a:pt x="696" y="183"/>
                  <a:pt x="695" y="183"/>
                  <a:pt x="695" y="183"/>
                </a:cubicBezTo>
                <a:close/>
                <a:moveTo>
                  <a:pt x="561" y="178"/>
                </a:moveTo>
                <a:cubicBezTo>
                  <a:pt x="562" y="175"/>
                  <a:pt x="562" y="175"/>
                  <a:pt x="562" y="175"/>
                </a:cubicBezTo>
                <a:cubicBezTo>
                  <a:pt x="562" y="175"/>
                  <a:pt x="563" y="175"/>
                  <a:pt x="563" y="176"/>
                </a:cubicBezTo>
                <a:cubicBezTo>
                  <a:pt x="563" y="176"/>
                  <a:pt x="563" y="177"/>
                  <a:pt x="563" y="177"/>
                </a:cubicBezTo>
                <a:cubicBezTo>
                  <a:pt x="562" y="178"/>
                  <a:pt x="562" y="178"/>
                  <a:pt x="561" y="178"/>
                </a:cubicBezTo>
                <a:close/>
                <a:moveTo>
                  <a:pt x="435" y="173"/>
                </a:moveTo>
                <a:cubicBezTo>
                  <a:pt x="433" y="171"/>
                  <a:pt x="436" y="167"/>
                  <a:pt x="437" y="165"/>
                </a:cubicBezTo>
                <a:cubicBezTo>
                  <a:pt x="437" y="162"/>
                  <a:pt x="437" y="163"/>
                  <a:pt x="441" y="163"/>
                </a:cubicBezTo>
                <a:cubicBezTo>
                  <a:pt x="442" y="162"/>
                  <a:pt x="442" y="162"/>
                  <a:pt x="443" y="160"/>
                </a:cubicBezTo>
                <a:cubicBezTo>
                  <a:pt x="445" y="160"/>
                  <a:pt x="446" y="159"/>
                  <a:pt x="448" y="159"/>
                </a:cubicBezTo>
                <a:cubicBezTo>
                  <a:pt x="450" y="157"/>
                  <a:pt x="450" y="156"/>
                  <a:pt x="454" y="156"/>
                </a:cubicBezTo>
                <a:cubicBezTo>
                  <a:pt x="454" y="156"/>
                  <a:pt x="454" y="157"/>
                  <a:pt x="454" y="157"/>
                </a:cubicBezTo>
                <a:cubicBezTo>
                  <a:pt x="454" y="157"/>
                  <a:pt x="454" y="157"/>
                  <a:pt x="454" y="157"/>
                </a:cubicBezTo>
                <a:cubicBezTo>
                  <a:pt x="454" y="158"/>
                  <a:pt x="453" y="158"/>
                  <a:pt x="453" y="159"/>
                </a:cubicBezTo>
                <a:cubicBezTo>
                  <a:pt x="451" y="159"/>
                  <a:pt x="450" y="160"/>
                  <a:pt x="449" y="163"/>
                </a:cubicBezTo>
                <a:cubicBezTo>
                  <a:pt x="446" y="164"/>
                  <a:pt x="442" y="166"/>
                  <a:pt x="440" y="169"/>
                </a:cubicBezTo>
                <a:cubicBezTo>
                  <a:pt x="439" y="170"/>
                  <a:pt x="439" y="170"/>
                  <a:pt x="439" y="171"/>
                </a:cubicBezTo>
                <a:cubicBezTo>
                  <a:pt x="437" y="171"/>
                  <a:pt x="437" y="171"/>
                  <a:pt x="437" y="172"/>
                </a:cubicBezTo>
                <a:cubicBezTo>
                  <a:pt x="436" y="172"/>
                  <a:pt x="435" y="173"/>
                  <a:pt x="435" y="173"/>
                </a:cubicBezTo>
                <a:close/>
                <a:moveTo>
                  <a:pt x="556" y="173"/>
                </a:moveTo>
                <a:cubicBezTo>
                  <a:pt x="553" y="172"/>
                  <a:pt x="553" y="172"/>
                  <a:pt x="553" y="170"/>
                </a:cubicBezTo>
                <a:cubicBezTo>
                  <a:pt x="553" y="170"/>
                  <a:pt x="554" y="170"/>
                  <a:pt x="554" y="170"/>
                </a:cubicBezTo>
                <a:cubicBezTo>
                  <a:pt x="554" y="171"/>
                  <a:pt x="554" y="171"/>
                  <a:pt x="556" y="172"/>
                </a:cubicBezTo>
                <a:cubicBezTo>
                  <a:pt x="556" y="172"/>
                  <a:pt x="556" y="172"/>
                  <a:pt x="556" y="173"/>
                </a:cubicBezTo>
                <a:close/>
                <a:moveTo>
                  <a:pt x="657" y="170"/>
                </a:moveTo>
                <a:cubicBezTo>
                  <a:pt x="656" y="169"/>
                  <a:pt x="655" y="169"/>
                  <a:pt x="654" y="168"/>
                </a:cubicBezTo>
                <a:cubicBezTo>
                  <a:pt x="654" y="168"/>
                  <a:pt x="654" y="168"/>
                  <a:pt x="654" y="167"/>
                </a:cubicBezTo>
                <a:cubicBezTo>
                  <a:pt x="657" y="167"/>
                  <a:pt x="660" y="167"/>
                  <a:pt x="663" y="167"/>
                </a:cubicBezTo>
                <a:cubicBezTo>
                  <a:pt x="663" y="168"/>
                  <a:pt x="663" y="168"/>
                  <a:pt x="663" y="169"/>
                </a:cubicBezTo>
                <a:cubicBezTo>
                  <a:pt x="663" y="170"/>
                  <a:pt x="658" y="170"/>
                  <a:pt x="657" y="170"/>
                </a:cubicBezTo>
                <a:close/>
                <a:moveTo>
                  <a:pt x="563" y="168"/>
                </a:moveTo>
                <a:cubicBezTo>
                  <a:pt x="563" y="168"/>
                  <a:pt x="563" y="168"/>
                  <a:pt x="562" y="168"/>
                </a:cubicBezTo>
                <a:cubicBezTo>
                  <a:pt x="563" y="167"/>
                  <a:pt x="563" y="166"/>
                  <a:pt x="563" y="165"/>
                </a:cubicBezTo>
                <a:cubicBezTo>
                  <a:pt x="564" y="165"/>
                  <a:pt x="566" y="165"/>
                  <a:pt x="567" y="165"/>
                </a:cubicBezTo>
                <a:cubicBezTo>
                  <a:pt x="567" y="166"/>
                  <a:pt x="567" y="166"/>
                  <a:pt x="568" y="167"/>
                </a:cubicBezTo>
                <a:cubicBezTo>
                  <a:pt x="567" y="168"/>
                  <a:pt x="566" y="167"/>
                  <a:pt x="566" y="167"/>
                </a:cubicBezTo>
                <a:cubicBezTo>
                  <a:pt x="565" y="166"/>
                  <a:pt x="565" y="166"/>
                  <a:pt x="565" y="165"/>
                </a:cubicBezTo>
                <a:cubicBezTo>
                  <a:pt x="563" y="165"/>
                  <a:pt x="564" y="167"/>
                  <a:pt x="564" y="168"/>
                </a:cubicBezTo>
                <a:cubicBezTo>
                  <a:pt x="564" y="168"/>
                  <a:pt x="563" y="168"/>
                  <a:pt x="563" y="168"/>
                </a:cubicBezTo>
                <a:close/>
                <a:moveTo>
                  <a:pt x="728" y="168"/>
                </a:moveTo>
                <a:cubicBezTo>
                  <a:pt x="728" y="167"/>
                  <a:pt x="727" y="167"/>
                  <a:pt x="727" y="167"/>
                </a:cubicBezTo>
                <a:cubicBezTo>
                  <a:pt x="727" y="165"/>
                  <a:pt x="728" y="165"/>
                  <a:pt x="729" y="165"/>
                </a:cubicBezTo>
                <a:cubicBezTo>
                  <a:pt x="729" y="166"/>
                  <a:pt x="729" y="167"/>
                  <a:pt x="729" y="168"/>
                </a:cubicBezTo>
                <a:cubicBezTo>
                  <a:pt x="729" y="168"/>
                  <a:pt x="729" y="168"/>
                  <a:pt x="728" y="168"/>
                </a:cubicBezTo>
                <a:close/>
                <a:moveTo>
                  <a:pt x="737" y="168"/>
                </a:moveTo>
                <a:cubicBezTo>
                  <a:pt x="736" y="167"/>
                  <a:pt x="736" y="160"/>
                  <a:pt x="736" y="160"/>
                </a:cubicBezTo>
                <a:cubicBezTo>
                  <a:pt x="735" y="159"/>
                  <a:pt x="734" y="158"/>
                  <a:pt x="735" y="157"/>
                </a:cubicBezTo>
                <a:cubicBezTo>
                  <a:pt x="736" y="157"/>
                  <a:pt x="737" y="158"/>
                  <a:pt x="737" y="158"/>
                </a:cubicBezTo>
                <a:cubicBezTo>
                  <a:pt x="737" y="159"/>
                  <a:pt x="737" y="161"/>
                  <a:pt x="739" y="162"/>
                </a:cubicBezTo>
                <a:cubicBezTo>
                  <a:pt x="739" y="162"/>
                  <a:pt x="739" y="163"/>
                  <a:pt x="739" y="164"/>
                </a:cubicBezTo>
                <a:cubicBezTo>
                  <a:pt x="737" y="165"/>
                  <a:pt x="738" y="166"/>
                  <a:pt x="737" y="168"/>
                </a:cubicBezTo>
                <a:cubicBezTo>
                  <a:pt x="737" y="168"/>
                  <a:pt x="737" y="168"/>
                  <a:pt x="737" y="168"/>
                </a:cubicBezTo>
                <a:close/>
                <a:moveTo>
                  <a:pt x="596" y="167"/>
                </a:moveTo>
                <a:cubicBezTo>
                  <a:pt x="596" y="167"/>
                  <a:pt x="595" y="166"/>
                  <a:pt x="594" y="166"/>
                </a:cubicBezTo>
                <a:cubicBezTo>
                  <a:pt x="593" y="163"/>
                  <a:pt x="589" y="162"/>
                  <a:pt x="594" y="162"/>
                </a:cubicBezTo>
                <a:cubicBezTo>
                  <a:pt x="595" y="163"/>
                  <a:pt x="598" y="162"/>
                  <a:pt x="598" y="167"/>
                </a:cubicBezTo>
                <a:cubicBezTo>
                  <a:pt x="597" y="167"/>
                  <a:pt x="597" y="167"/>
                  <a:pt x="596" y="167"/>
                </a:cubicBezTo>
                <a:close/>
                <a:moveTo>
                  <a:pt x="742" y="167"/>
                </a:moveTo>
                <a:cubicBezTo>
                  <a:pt x="742" y="164"/>
                  <a:pt x="742" y="164"/>
                  <a:pt x="742" y="162"/>
                </a:cubicBezTo>
                <a:cubicBezTo>
                  <a:pt x="742" y="162"/>
                  <a:pt x="743" y="162"/>
                  <a:pt x="743" y="162"/>
                </a:cubicBezTo>
                <a:cubicBezTo>
                  <a:pt x="743" y="163"/>
                  <a:pt x="743" y="165"/>
                  <a:pt x="743" y="167"/>
                </a:cubicBezTo>
                <a:cubicBezTo>
                  <a:pt x="742" y="167"/>
                  <a:pt x="742" y="167"/>
                  <a:pt x="742" y="167"/>
                </a:cubicBezTo>
                <a:close/>
                <a:moveTo>
                  <a:pt x="581" y="164"/>
                </a:moveTo>
                <a:cubicBezTo>
                  <a:pt x="580" y="163"/>
                  <a:pt x="580" y="163"/>
                  <a:pt x="580" y="162"/>
                </a:cubicBezTo>
                <a:cubicBezTo>
                  <a:pt x="577" y="162"/>
                  <a:pt x="577" y="161"/>
                  <a:pt x="577" y="159"/>
                </a:cubicBezTo>
                <a:cubicBezTo>
                  <a:pt x="577" y="159"/>
                  <a:pt x="578" y="159"/>
                  <a:pt x="578" y="159"/>
                </a:cubicBezTo>
                <a:cubicBezTo>
                  <a:pt x="579" y="159"/>
                  <a:pt x="579" y="160"/>
                  <a:pt x="580" y="161"/>
                </a:cubicBezTo>
                <a:cubicBezTo>
                  <a:pt x="581" y="161"/>
                  <a:pt x="581" y="160"/>
                  <a:pt x="582" y="161"/>
                </a:cubicBezTo>
                <a:cubicBezTo>
                  <a:pt x="582" y="162"/>
                  <a:pt x="582" y="164"/>
                  <a:pt x="581" y="164"/>
                </a:cubicBezTo>
                <a:close/>
                <a:moveTo>
                  <a:pt x="542" y="164"/>
                </a:moveTo>
                <a:cubicBezTo>
                  <a:pt x="541" y="162"/>
                  <a:pt x="540" y="161"/>
                  <a:pt x="541" y="160"/>
                </a:cubicBezTo>
                <a:cubicBezTo>
                  <a:pt x="541" y="160"/>
                  <a:pt x="545" y="161"/>
                  <a:pt x="544" y="163"/>
                </a:cubicBezTo>
                <a:cubicBezTo>
                  <a:pt x="543" y="164"/>
                  <a:pt x="543" y="164"/>
                  <a:pt x="542" y="164"/>
                </a:cubicBezTo>
                <a:close/>
                <a:moveTo>
                  <a:pt x="731" y="160"/>
                </a:moveTo>
                <a:cubicBezTo>
                  <a:pt x="731" y="160"/>
                  <a:pt x="731" y="160"/>
                  <a:pt x="730" y="160"/>
                </a:cubicBezTo>
                <a:cubicBezTo>
                  <a:pt x="731" y="159"/>
                  <a:pt x="732" y="159"/>
                  <a:pt x="733" y="159"/>
                </a:cubicBezTo>
                <a:cubicBezTo>
                  <a:pt x="733" y="159"/>
                  <a:pt x="733" y="159"/>
                  <a:pt x="733" y="160"/>
                </a:cubicBezTo>
                <a:cubicBezTo>
                  <a:pt x="732" y="160"/>
                  <a:pt x="732" y="160"/>
                  <a:pt x="731" y="160"/>
                </a:cubicBezTo>
                <a:close/>
                <a:moveTo>
                  <a:pt x="741" y="160"/>
                </a:moveTo>
                <a:cubicBezTo>
                  <a:pt x="741" y="159"/>
                  <a:pt x="741" y="159"/>
                  <a:pt x="741" y="159"/>
                </a:cubicBezTo>
                <a:cubicBezTo>
                  <a:pt x="742" y="159"/>
                  <a:pt x="742" y="159"/>
                  <a:pt x="743" y="160"/>
                </a:cubicBezTo>
                <a:cubicBezTo>
                  <a:pt x="742" y="160"/>
                  <a:pt x="741" y="160"/>
                  <a:pt x="741" y="160"/>
                </a:cubicBezTo>
                <a:close/>
                <a:moveTo>
                  <a:pt x="719" y="159"/>
                </a:moveTo>
                <a:cubicBezTo>
                  <a:pt x="719" y="159"/>
                  <a:pt x="718" y="158"/>
                  <a:pt x="718" y="158"/>
                </a:cubicBezTo>
                <a:cubicBezTo>
                  <a:pt x="719" y="158"/>
                  <a:pt x="719" y="157"/>
                  <a:pt x="719" y="158"/>
                </a:cubicBezTo>
                <a:cubicBezTo>
                  <a:pt x="719" y="158"/>
                  <a:pt x="720" y="159"/>
                  <a:pt x="720" y="159"/>
                </a:cubicBezTo>
                <a:cubicBezTo>
                  <a:pt x="719" y="159"/>
                  <a:pt x="719" y="159"/>
                  <a:pt x="719" y="159"/>
                </a:cubicBezTo>
                <a:close/>
                <a:moveTo>
                  <a:pt x="539" y="156"/>
                </a:moveTo>
                <a:cubicBezTo>
                  <a:pt x="539" y="156"/>
                  <a:pt x="538" y="156"/>
                  <a:pt x="538" y="156"/>
                </a:cubicBezTo>
                <a:cubicBezTo>
                  <a:pt x="538" y="155"/>
                  <a:pt x="539" y="154"/>
                  <a:pt x="540" y="154"/>
                </a:cubicBezTo>
                <a:cubicBezTo>
                  <a:pt x="540" y="154"/>
                  <a:pt x="540" y="155"/>
                  <a:pt x="540" y="155"/>
                </a:cubicBezTo>
                <a:cubicBezTo>
                  <a:pt x="540" y="156"/>
                  <a:pt x="539" y="156"/>
                  <a:pt x="539" y="156"/>
                </a:cubicBezTo>
                <a:close/>
                <a:moveTo>
                  <a:pt x="733" y="155"/>
                </a:moveTo>
                <a:cubicBezTo>
                  <a:pt x="733" y="155"/>
                  <a:pt x="732" y="155"/>
                  <a:pt x="732" y="155"/>
                </a:cubicBezTo>
                <a:cubicBezTo>
                  <a:pt x="732" y="153"/>
                  <a:pt x="732" y="153"/>
                  <a:pt x="733" y="153"/>
                </a:cubicBezTo>
                <a:cubicBezTo>
                  <a:pt x="733" y="153"/>
                  <a:pt x="733" y="154"/>
                  <a:pt x="733" y="154"/>
                </a:cubicBezTo>
                <a:cubicBezTo>
                  <a:pt x="733" y="154"/>
                  <a:pt x="733" y="155"/>
                  <a:pt x="733" y="155"/>
                </a:cubicBezTo>
                <a:close/>
                <a:moveTo>
                  <a:pt x="737" y="154"/>
                </a:moveTo>
                <a:cubicBezTo>
                  <a:pt x="736" y="153"/>
                  <a:pt x="736" y="153"/>
                  <a:pt x="736" y="151"/>
                </a:cubicBezTo>
                <a:cubicBezTo>
                  <a:pt x="736" y="151"/>
                  <a:pt x="737" y="151"/>
                  <a:pt x="737" y="151"/>
                </a:cubicBezTo>
                <a:cubicBezTo>
                  <a:pt x="737" y="152"/>
                  <a:pt x="737" y="153"/>
                  <a:pt x="738" y="154"/>
                </a:cubicBezTo>
                <a:cubicBezTo>
                  <a:pt x="737" y="154"/>
                  <a:pt x="737" y="154"/>
                  <a:pt x="737" y="154"/>
                </a:cubicBezTo>
                <a:close/>
                <a:moveTo>
                  <a:pt x="455" y="153"/>
                </a:moveTo>
                <a:cubicBezTo>
                  <a:pt x="455" y="151"/>
                  <a:pt x="455" y="151"/>
                  <a:pt x="457" y="151"/>
                </a:cubicBezTo>
                <a:cubicBezTo>
                  <a:pt x="457" y="152"/>
                  <a:pt x="457" y="152"/>
                  <a:pt x="457" y="153"/>
                </a:cubicBezTo>
                <a:cubicBezTo>
                  <a:pt x="457" y="153"/>
                  <a:pt x="456" y="153"/>
                  <a:pt x="455" y="153"/>
                </a:cubicBezTo>
                <a:close/>
                <a:moveTo>
                  <a:pt x="539" y="152"/>
                </a:moveTo>
                <a:cubicBezTo>
                  <a:pt x="537" y="150"/>
                  <a:pt x="535" y="150"/>
                  <a:pt x="534" y="149"/>
                </a:cubicBezTo>
                <a:cubicBezTo>
                  <a:pt x="532" y="147"/>
                  <a:pt x="534" y="146"/>
                  <a:pt x="536" y="146"/>
                </a:cubicBezTo>
                <a:cubicBezTo>
                  <a:pt x="536" y="147"/>
                  <a:pt x="537" y="148"/>
                  <a:pt x="537" y="149"/>
                </a:cubicBezTo>
                <a:cubicBezTo>
                  <a:pt x="538" y="149"/>
                  <a:pt x="539" y="149"/>
                  <a:pt x="540" y="150"/>
                </a:cubicBezTo>
                <a:cubicBezTo>
                  <a:pt x="540" y="150"/>
                  <a:pt x="540" y="151"/>
                  <a:pt x="540" y="152"/>
                </a:cubicBezTo>
                <a:cubicBezTo>
                  <a:pt x="540" y="152"/>
                  <a:pt x="539" y="152"/>
                  <a:pt x="539" y="152"/>
                </a:cubicBezTo>
                <a:close/>
                <a:moveTo>
                  <a:pt x="719" y="152"/>
                </a:moveTo>
                <a:cubicBezTo>
                  <a:pt x="719" y="152"/>
                  <a:pt x="719" y="151"/>
                  <a:pt x="719" y="151"/>
                </a:cubicBezTo>
                <a:cubicBezTo>
                  <a:pt x="719" y="151"/>
                  <a:pt x="719" y="151"/>
                  <a:pt x="719" y="151"/>
                </a:cubicBezTo>
                <a:cubicBezTo>
                  <a:pt x="719" y="151"/>
                  <a:pt x="719" y="152"/>
                  <a:pt x="719" y="152"/>
                </a:cubicBezTo>
                <a:cubicBezTo>
                  <a:pt x="719" y="152"/>
                  <a:pt x="719" y="152"/>
                  <a:pt x="719" y="152"/>
                </a:cubicBezTo>
                <a:close/>
                <a:moveTo>
                  <a:pt x="556" y="152"/>
                </a:moveTo>
                <a:cubicBezTo>
                  <a:pt x="555" y="151"/>
                  <a:pt x="555" y="151"/>
                  <a:pt x="555" y="151"/>
                </a:cubicBezTo>
                <a:cubicBezTo>
                  <a:pt x="556" y="151"/>
                  <a:pt x="556" y="151"/>
                  <a:pt x="557" y="151"/>
                </a:cubicBezTo>
                <a:cubicBezTo>
                  <a:pt x="557" y="151"/>
                  <a:pt x="557" y="151"/>
                  <a:pt x="557" y="152"/>
                </a:cubicBezTo>
                <a:cubicBezTo>
                  <a:pt x="556" y="152"/>
                  <a:pt x="556" y="152"/>
                  <a:pt x="556" y="152"/>
                </a:cubicBezTo>
                <a:close/>
                <a:moveTo>
                  <a:pt x="552" y="149"/>
                </a:moveTo>
                <a:cubicBezTo>
                  <a:pt x="552" y="149"/>
                  <a:pt x="551" y="149"/>
                  <a:pt x="551" y="149"/>
                </a:cubicBezTo>
                <a:cubicBezTo>
                  <a:pt x="551" y="149"/>
                  <a:pt x="551" y="148"/>
                  <a:pt x="551" y="148"/>
                </a:cubicBezTo>
                <a:cubicBezTo>
                  <a:pt x="552" y="148"/>
                  <a:pt x="552" y="148"/>
                  <a:pt x="552" y="148"/>
                </a:cubicBezTo>
                <a:cubicBezTo>
                  <a:pt x="552" y="148"/>
                  <a:pt x="553" y="148"/>
                  <a:pt x="553" y="148"/>
                </a:cubicBezTo>
                <a:cubicBezTo>
                  <a:pt x="553" y="148"/>
                  <a:pt x="553" y="149"/>
                  <a:pt x="553" y="149"/>
                </a:cubicBezTo>
                <a:cubicBezTo>
                  <a:pt x="553" y="149"/>
                  <a:pt x="552" y="149"/>
                  <a:pt x="552" y="149"/>
                </a:cubicBezTo>
                <a:close/>
                <a:moveTo>
                  <a:pt x="548" y="148"/>
                </a:moveTo>
                <a:cubicBezTo>
                  <a:pt x="546" y="146"/>
                  <a:pt x="545" y="145"/>
                  <a:pt x="544" y="145"/>
                </a:cubicBezTo>
                <a:cubicBezTo>
                  <a:pt x="544" y="144"/>
                  <a:pt x="544" y="144"/>
                  <a:pt x="545" y="143"/>
                </a:cubicBezTo>
                <a:cubicBezTo>
                  <a:pt x="546" y="143"/>
                  <a:pt x="549" y="145"/>
                  <a:pt x="549" y="147"/>
                </a:cubicBezTo>
                <a:cubicBezTo>
                  <a:pt x="548" y="148"/>
                  <a:pt x="548" y="148"/>
                  <a:pt x="548" y="148"/>
                </a:cubicBezTo>
                <a:close/>
                <a:moveTo>
                  <a:pt x="726" y="146"/>
                </a:moveTo>
                <a:cubicBezTo>
                  <a:pt x="724" y="145"/>
                  <a:pt x="723" y="144"/>
                  <a:pt x="722" y="143"/>
                </a:cubicBezTo>
                <a:cubicBezTo>
                  <a:pt x="719" y="143"/>
                  <a:pt x="719" y="142"/>
                  <a:pt x="719" y="140"/>
                </a:cubicBezTo>
                <a:cubicBezTo>
                  <a:pt x="720" y="140"/>
                  <a:pt x="722" y="140"/>
                  <a:pt x="723" y="142"/>
                </a:cubicBezTo>
                <a:cubicBezTo>
                  <a:pt x="724" y="142"/>
                  <a:pt x="728" y="142"/>
                  <a:pt x="727" y="145"/>
                </a:cubicBezTo>
                <a:cubicBezTo>
                  <a:pt x="727" y="146"/>
                  <a:pt x="726" y="146"/>
                  <a:pt x="726" y="146"/>
                </a:cubicBezTo>
                <a:close/>
                <a:moveTo>
                  <a:pt x="556" y="145"/>
                </a:moveTo>
                <a:cubicBezTo>
                  <a:pt x="555" y="145"/>
                  <a:pt x="555" y="145"/>
                  <a:pt x="555" y="145"/>
                </a:cubicBezTo>
                <a:cubicBezTo>
                  <a:pt x="554" y="144"/>
                  <a:pt x="554" y="144"/>
                  <a:pt x="554" y="144"/>
                </a:cubicBezTo>
                <a:cubicBezTo>
                  <a:pt x="552" y="143"/>
                  <a:pt x="552" y="141"/>
                  <a:pt x="552" y="140"/>
                </a:cubicBezTo>
                <a:cubicBezTo>
                  <a:pt x="552" y="139"/>
                  <a:pt x="552" y="138"/>
                  <a:pt x="554" y="138"/>
                </a:cubicBezTo>
                <a:cubicBezTo>
                  <a:pt x="554" y="140"/>
                  <a:pt x="554" y="141"/>
                  <a:pt x="557" y="143"/>
                </a:cubicBezTo>
                <a:cubicBezTo>
                  <a:pt x="557" y="143"/>
                  <a:pt x="557" y="144"/>
                  <a:pt x="557" y="145"/>
                </a:cubicBezTo>
                <a:cubicBezTo>
                  <a:pt x="556" y="145"/>
                  <a:pt x="556" y="145"/>
                  <a:pt x="556" y="145"/>
                </a:cubicBezTo>
                <a:close/>
                <a:moveTo>
                  <a:pt x="386" y="144"/>
                </a:moveTo>
                <a:cubicBezTo>
                  <a:pt x="386" y="142"/>
                  <a:pt x="387" y="141"/>
                  <a:pt x="388" y="141"/>
                </a:cubicBezTo>
                <a:cubicBezTo>
                  <a:pt x="388" y="141"/>
                  <a:pt x="388" y="141"/>
                  <a:pt x="388" y="141"/>
                </a:cubicBezTo>
                <a:cubicBezTo>
                  <a:pt x="388" y="141"/>
                  <a:pt x="388" y="142"/>
                  <a:pt x="388" y="142"/>
                </a:cubicBezTo>
                <a:cubicBezTo>
                  <a:pt x="387" y="142"/>
                  <a:pt x="387" y="143"/>
                  <a:pt x="386" y="144"/>
                </a:cubicBezTo>
                <a:close/>
                <a:moveTo>
                  <a:pt x="542" y="144"/>
                </a:moveTo>
                <a:cubicBezTo>
                  <a:pt x="542" y="143"/>
                  <a:pt x="542" y="143"/>
                  <a:pt x="542" y="143"/>
                </a:cubicBezTo>
                <a:cubicBezTo>
                  <a:pt x="542" y="143"/>
                  <a:pt x="543" y="143"/>
                  <a:pt x="543" y="143"/>
                </a:cubicBezTo>
                <a:cubicBezTo>
                  <a:pt x="543" y="143"/>
                  <a:pt x="543" y="143"/>
                  <a:pt x="543" y="143"/>
                </a:cubicBezTo>
                <a:cubicBezTo>
                  <a:pt x="542" y="143"/>
                  <a:pt x="542" y="144"/>
                  <a:pt x="542" y="144"/>
                </a:cubicBezTo>
                <a:close/>
                <a:moveTo>
                  <a:pt x="436" y="143"/>
                </a:moveTo>
                <a:cubicBezTo>
                  <a:pt x="435" y="143"/>
                  <a:pt x="435" y="142"/>
                  <a:pt x="435" y="142"/>
                </a:cubicBezTo>
                <a:cubicBezTo>
                  <a:pt x="435" y="142"/>
                  <a:pt x="436" y="141"/>
                  <a:pt x="436" y="141"/>
                </a:cubicBezTo>
                <a:cubicBezTo>
                  <a:pt x="436" y="142"/>
                  <a:pt x="436" y="143"/>
                  <a:pt x="436" y="143"/>
                </a:cubicBezTo>
                <a:cubicBezTo>
                  <a:pt x="436" y="143"/>
                  <a:pt x="436" y="143"/>
                  <a:pt x="436" y="143"/>
                </a:cubicBezTo>
                <a:close/>
                <a:moveTo>
                  <a:pt x="715" y="140"/>
                </a:moveTo>
                <a:cubicBezTo>
                  <a:pt x="712" y="138"/>
                  <a:pt x="712" y="137"/>
                  <a:pt x="711" y="137"/>
                </a:cubicBezTo>
                <a:cubicBezTo>
                  <a:pt x="708" y="134"/>
                  <a:pt x="710" y="134"/>
                  <a:pt x="712" y="134"/>
                </a:cubicBezTo>
                <a:cubicBezTo>
                  <a:pt x="712" y="134"/>
                  <a:pt x="713" y="135"/>
                  <a:pt x="713" y="135"/>
                </a:cubicBezTo>
                <a:cubicBezTo>
                  <a:pt x="714" y="136"/>
                  <a:pt x="717" y="136"/>
                  <a:pt x="718" y="139"/>
                </a:cubicBezTo>
                <a:cubicBezTo>
                  <a:pt x="717" y="139"/>
                  <a:pt x="716" y="139"/>
                  <a:pt x="715" y="140"/>
                </a:cubicBezTo>
                <a:close/>
                <a:moveTo>
                  <a:pt x="392" y="138"/>
                </a:moveTo>
                <a:cubicBezTo>
                  <a:pt x="391" y="136"/>
                  <a:pt x="394" y="135"/>
                  <a:pt x="396" y="133"/>
                </a:cubicBezTo>
                <a:cubicBezTo>
                  <a:pt x="396" y="133"/>
                  <a:pt x="396" y="133"/>
                  <a:pt x="397" y="133"/>
                </a:cubicBezTo>
                <a:cubicBezTo>
                  <a:pt x="397" y="135"/>
                  <a:pt x="395" y="136"/>
                  <a:pt x="393" y="138"/>
                </a:cubicBezTo>
                <a:cubicBezTo>
                  <a:pt x="393" y="138"/>
                  <a:pt x="392" y="138"/>
                  <a:pt x="392" y="138"/>
                </a:cubicBezTo>
                <a:close/>
                <a:moveTo>
                  <a:pt x="553" y="137"/>
                </a:moveTo>
                <a:cubicBezTo>
                  <a:pt x="553" y="136"/>
                  <a:pt x="553" y="136"/>
                  <a:pt x="553" y="136"/>
                </a:cubicBezTo>
                <a:cubicBezTo>
                  <a:pt x="553" y="135"/>
                  <a:pt x="553" y="135"/>
                  <a:pt x="554" y="136"/>
                </a:cubicBezTo>
                <a:cubicBezTo>
                  <a:pt x="554" y="136"/>
                  <a:pt x="554" y="136"/>
                  <a:pt x="554" y="137"/>
                </a:cubicBezTo>
                <a:cubicBezTo>
                  <a:pt x="554" y="137"/>
                  <a:pt x="553" y="137"/>
                  <a:pt x="553" y="137"/>
                </a:cubicBezTo>
                <a:close/>
                <a:moveTo>
                  <a:pt x="720" y="136"/>
                </a:moveTo>
                <a:cubicBezTo>
                  <a:pt x="719" y="134"/>
                  <a:pt x="720" y="134"/>
                  <a:pt x="720" y="133"/>
                </a:cubicBezTo>
                <a:cubicBezTo>
                  <a:pt x="721" y="133"/>
                  <a:pt x="721" y="135"/>
                  <a:pt x="720" y="136"/>
                </a:cubicBezTo>
                <a:close/>
                <a:moveTo>
                  <a:pt x="708" y="135"/>
                </a:moveTo>
                <a:cubicBezTo>
                  <a:pt x="707" y="135"/>
                  <a:pt x="707" y="135"/>
                  <a:pt x="707" y="135"/>
                </a:cubicBezTo>
                <a:cubicBezTo>
                  <a:pt x="707" y="134"/>
                  <a:pt x="708" y="134"/>
                  <a:pt x="709" y="134"/>
                </a:cubicBezTo>
                <a:cubicBezTo>
                  <a:pt x="709" y="135"/>
                  <a:pt x="709" y="135"/>
                  <a:pt x="709" y="135"/>
                </a:cubicBezTo>
                <a:cubicBezTo>
                  <a:pt x="708" y="135"/>
                  <a:pt x="708" y="135"/>
                  <a:pt x="708" y="135"/>
                </a:cubicBezTo>
                <a:close/>
                <a:moveTo>
                  <a:pt x="694" y="134"/>
                </a:moveTo>
                <a:cubicBezTo>
                  <a:pt x="694" y="134"/>
                  <a:pt x="693" y="134"/>
                  <a:pt x="693" y="133"/>
                </a:cubicBezTo>
                <a:cubicBezTo>
                  <a:pt x="694" y="133"/>
                  <a:pt x="695" y="132"/>
                  <a:pt x="696" y="133"/>
                </a:cubicBezTo>
                <a:cubicBezTo>
                  <a:pt x="696" y="133"/>
                  <a:pt x="696" y="134"/>
                  <a:pt x="696" y="134"/>
                </a:cubicBezTo>
                <a:cubicBezTo>
                  <a:pt x="695" y="134"/>
                  <a:pt x="694" y="134"/>
                  <a:pt x="694" y="134"/>
                </a:cubicBezTo>
                <a:close/>
                <a:moveTo>
                  <a:pt x="417" y="134"/>
                </a:moveTo>
                <a:cubicBezTo>
                  <a:pt x="417" y="133"/>
                  <a:pt x="417" y="133"/>
                  <a:pt x="417" y="133"/>
                </a:cubicBezTo>
                <a:cubicBezTo>
                  <a:pt x="417" y="133"/>
                  <a:pt x="418" y="133"/>
                  <a:pt x="418" y="133"/>
                </a:cubicBezTo>
                <a:cubicBezTo>
                  <a:pt x="418" y="133"/>
                  <a:pt x="418" y="134"/>
                  <a:pt x="418" y="134"/>
                </a:cubicBezTo>
                <a:cubicBezTo>
                  <a:pt x="418" y="134"/>
                  <a:pt x="417" y="134"/>
                  <a:pt x="417" y="134"/>
                </a:cubicBezTo>
                <a:close/>
                <a:moveTo>
                  <a:pt x="397" y="133"/>
                </a:moveTo>
                <a:cubicBezTo>
                  <a:pt x="397" y="132"/>
                  <a:pt x="397" y="132"/>
                  <a:pt x="397" y="132"/>
                </a:cubicBezTo>
                <a:cubicBezTo>
                  <a:pt x="397" y="131"/>
                  <a:pt x="398" y="131"/>
                  <a:pt x="398" y="131"/>
                </a:cubicBezTo>
                <a:cubicBezTo>
                  <a:pt x="398" y="132"/>
                  <a:pt x="397" y="133"/>
                  <a:pt x="397" y="133"/>
                </a:cubicBezTo>
                <a:close/>
                <a:moveTo>
                  <a:pt x="687" y="133"/>
                </a:moveTo>
                <a:cubicBezTo>
                  <a:pt x="686" y="131"/>
                  <a:pt x="686" y="131"/>
                  <a:pt x="686" y="130"/>
                </a:cubicBezTo>
                <a:cubicBezTo>
                  <a:pt x="687" y="130"/>
                  <a:pt x="689" y="129"/>
                  <a:pt x="689" y="132"/>
                </a:cubicBezTo>
                <a:cubicBezTo>
                  <a:pt x="689" y="132"/>
                  <a:pt x="688" y="133"/>
                  <a:pt x="687" y="133"/>
                </a:cubicBezTo>
                <a:close/>
                <a:moveTo>
                  <a:pt x="398" y="131"/>
                </a:moveTo>
                <a:cubicBezTo>
                  <a:pt x="398" y="131"/>
                  <a:pt x="398" y="130"/>
                  <a:pt x="399" y="130"/>
                </a:cubicBezTo>
                <a:cubicBezTo>
                  <a:pt x="399" y="130"/>
                  <a:pt x="399" y="130"/>
                  <a:pt x="400" y="130"/>
                </a:cubicBezTo>
                <a:cubicBezTo>
                  <a:pt x="399" y="130"/>
                  <a:pt x="399" y="131"/>
                  <a:pt x="399" y="131"/>
                </a:cubicBezTo>
                <a:cubicBezTo>
                  <a:pt x="399" y="131"/>
                  <a:pt x="399" y="131"/>
                  <a:pt x="398" y="131"/>
                </a:cubicBezTo>
                <a:close/>
                <a:moveTo>
                  <a:pt x="400" y="130"/>
                </a:moveTo>
                <a:cubicBezTo>
                  <a:pt x="400" y="129"/>
                  <a:pt x="400" y="129"/>
                  <a:pt x="400" y="129"/>
                </a:cubicBezTo>
                <a:cubicBezTo>
                  <a:pt x="401" y="129"/>
                  <a:pt x="401" y="128"/>
                  <a:pt x="401" y="127"/>
                </a:cubicBezTo>
                <a:cubicBezTo>
                  <a:pt x="403" y="127"/>
                  <a:pt x="403" y="127"/>
                  <a:pt x="403" y="128"/>
                </a:cubicBezTo>
                <a:cubicBezTo>
                  <a:pt x="402" y="130"/>
                  <a:pt x="401" y="130"/>
                  <a:pt x="400" y="130"/>
                </a:cubicBezTo>
                <a:close/>
                <a:moveTo>
                  <a:pt x="406" y="124"/>
                </a:moveTo>
                <a:cubicBezTo>
                  <a:pt x="405" y="124"/>
                  <a:pt x="405" y="124"/>
                  <a:pt x="405" y="123"/>
                </a:cubicBezTo>
                <a:cubicBezTo>
                  <a:pt x="406" y="123"/>
                  <a:pt x="407" y="122"/>
                  <a:pt x="408" y="121"/>
                </a:cubicBezTo>
                <a:cubicBezTo>
                  <a:pt x="409" y="120"/>
                  <a:pt x="411" y="119"/>
                  <a:pt x="412" y="118"/>
                </a:cubicBezTo>
                <a:cubicBezTo>
                  <a:pt x="414" y="116"/>
                  <a:pt x="415" y="115"/>
                  <a:pt x="416" y="114"/>
                </a:cubicBezTo>
                <a:cubicBezTo>
                  <a:pt x="416" y="113"/>
                  <a:pt x="416" y="112"/>
                  <a:pt x="416" y="111"/>
                </a:cubicBezTo>
                <a:cubicBezTo>
                  <a:pt x="420" y="108"/>
                  <a:pt x="423" y="105"/>
                  <a:pt x="427" y="102"/>
                </a:cubicBezTo>
                <a:cubicBezTo>
                  <a:pt x="428" y="101"/>
                  <a:pt x="428" y="101"/>
                  <a:pt x="430" y="101"/>
                </a:cubicBezTo>
                <a:cubicBezTo>
                  <a:pt x="431" y="99"/>
                  <a:pt x="432" y="97"/>
                  <a:pt x="436" y="97"/>
                </a:cubicBezTo>
                <a:cubicBezTo>
                  <a:pt x="436" y="95"/>
                  <a:pt x="440" y="91"/>
                  <a:pt x="442" y="90"/>
                </a:cubicBezTo>
                <a:cubicBezTo>
                  <a:pt x="442" y="90"/>
                  <a:pt x="443" y="90"/>
                  <a:pt x="444" y="90"/>
                </a:cubicBezTo>
                <a:cubicBezTo>
                  <a:pt x="444" y="90"/>
                  <a:pt x="444" y="91"/>
                  <a:pt x="444" y="91"/>
                </a:cubicBezTo>
                <a:cubicBezTo>
                  <a:pt x="443" y="91"/>
                  <a:pt x="443" y="91"/>
                  <a:pt x="443" y="91"/>
                </a:cubicBezTo>
                <a:cubicBezTo>
                  <a:pt x="442" y="92"/>
                  <a:pt x="440" y="94"/>
                  <a:pt x="440" y="94"/>
                </a:cubicBezTo>
                <a:cubicBezTo>
                  <a:pt x="438" y="96"/>
                  <a:pt x="437" y="96"/>
                  <a:pt x="436" y="97"/>
                </a:cubicBezTo>
                <a:cubicBezTo>
                  <a:pt x="435" y="100"/>
                  <a:pt x="429" y="102"/>
                  <a:pt x="428" y="105"/>
                </a:cubicBezTo>
                <a:cubicBezTo>
                  <a:pt x="425" y="107"/>
                  <a:pt x="423" y="110"/>
                  <a:pt x="421" y="112"/>
                </a:cubicBezTo>
                <a:cubicBezTo>
                  <a:pt x="419" y="114"/>
                  <a:pt x="418" y="115"/>
                  <a:pt x="418" y="116"/>
                </a:cubicBezTo>
                <a:cubicBezTo>
                  <a:pt x="416" y="117"/>
                  <a:pt x="415" y="117"/>
                  <a:pt x="413" y="118"/>
                </a:cubicBezTo>
                <a:cubicBezTo>
                  <a:pt x="413" y="118"/>
                  <a:pt x="413" y="118"/>
                  <a:pt x="413" y="119"/>
                </a:cubicBezTo>
                <a:cubicBezTo>
                  <a:pt x="413" y="119"/>
                  <a:pt x="413" y="119"/>
                  <a:pt x="412" y="119"/>
                </a:cubicBezTo>
                <a:cubicBezTo>
                  <a:pt x="412" y="119"/>
                  <a:pt x="412" y="120"/>
                  <a:pt x="412" y="120"/>
                </a:cubicBezTo>
                <a:cubicBezTo>
                  <a:pt x="411" y="120"/>
                  <a:pt x="410" y="120"/>
                  <a:pt x="410" y="122"/>
                </a:cubicBezTo>
                <a:cubicBezTo>
                  <a:pt x="409" y="122"/>
                  <a:pt x="407" y="124"/>
                  <a:pt x="406" y="124"/>
                </a:cubicBezTo>
                <a:close/>
                <a:moveTo>
                  <a:pt x="531" y="123"/>
                </a:moveTo>
                <a:cubicBezTo>
                  <a:pt x="530" y="121"/>
                  <a:pt x="528" y="119"/>
                  <a:pt x="527" y="119"/>
                </a:cubicBezTo>
                <a:cubicBezTo>
                  <a:pt x="527" y="118"/>
                  <a:pt x="526" y="117"/>
                  <a:pt x="526" y="116"/>
                </a:cubicBezTo>
                <a:cubicBezTo>
                  <a:pt x="525" y="116"/>
                  <a:pt x="524" y="116"/>
                  <a:pt x="523" y="116"/>
                </a:cubicBezTo>
                <a:cubicBezTo>
                  <a:pt x="520" y="112"/>
                  <a:pt x="521" y="114"/>
                  <a:pt x="519" y="114"/>
                </a:cubicBezTo>
                <a:cubicBezTo>
                  <a:pt x="518" y="111"/>
                  <a:pt x="518" y="111"/>
                  <a:pt x="516" y="110"/>
                </a:cubicBezTo>
                <a:cubicBezTo>
                  <a:pt x="515" y="106"/>
                  <a:pt x="510" y="105"/>
                  <a:pt x="517" y="105"/>
                </a:cubicBezTo>
                <a:cubicBezTo>
                  <a:pt x="517" y="105"/>
                  <a:pt x="517" y="105"/>
                  <a:pt x="517" y="105"/>
                </a:cubicBezTo>
                <a:cubicBezTo>
                  <a:pt x="517" y="102"/>
                  <a:pt x="516" y="102"/>
                  <a:pt x="515" y="102"/>
                </a:cubicBezTo>
                <a:cubicBezTo>
                  <a:pt x="514" y="101"/>
                  <a:pt x="514" y="101"/>
                  <a:pt x="513" y="100"/>
                </a:cubicBezTo>
                <a:cubicBezTo>
                  <a:pt x="513" y="99"/>
                  <a:pt x="513" y="97"/>
                  <a:pt x="513" y="96"/>
                </a:cubicBezTo>
                <a:cubicBezTo>
                  <a:pt x="513" y="95"/>
                  <a:pt x="513" y="95"/>
                  <a:pt x="515" y="96"/>
                </a:cubicBezTo>
                <a:cubicBezTo>
                  <a:pt x="515" y="96"/>
                  <a:pt x="515" y="97"/>
                  <a:pt x="516" y="98"/>
                </a:cubicBezTo>
                <a:cubicBezTo>
                  <a:pt x="516" y="98"/>
                  <a:pt x="521" y="103"/>
                  <a:pt x="522" y="103"/>
                </a:cubicBezTo>
                <a:cubicBezTo>
                  <a:pt x="522" y="102"/>
                  <a:pt x="523" y="101"/>
                  <a:pt x="523" y="101"/>
                </a:cubicBezTo>
                <a:cubicBezTo>
                  <a:pt x="524" y="101"/>
                  <a:pt x="525" y="101"/>
                  <a:pt x="526" y="102"/>
                </a:cubicBezTo>
                <a:cubicBezTo>
                  <a:pt x="526" y="104"/>
                  <a:pt x="526" y="106"/>
                  <a:pt x="526" y="108"/>
                </a:cubicBezTo>
                <a:cubicBezTo>
                  <a:pt x="525" y="108"/>
                  <a:pt x="525" y="109"/>
                  <a:pt x="526" y="110"/>
                </a:cubicBezTo>
                <a:cubicBezTo>
                  <a:pt x="526" y="110"/>
                  <a:pt x="527" y="110"/>
                  <a:pt x="529" y="112"/>
                </a:cubicBezTo>
                <a:cubicBezTo>
                  <a:pt x="529" y="112"/>
                  <a:pt x="530" y="112"/>
                  <a:pt x="530" y="112"/>
                </a:cubicBezTo>
                <a:cubicBezTo>
                  <a:pt x="531" y="115"/>
                  <a:pt x="532" y="117"/>
                  <a:pt x="532" y="120"/>
                </a:cubicBezTo>
                <a:cubicBezTo>
                  <a:pt x="533" y="120"/>
                  <a:pt x="533" y="121"/>
                  <a:pt x="533" y="123"/>
                </a:cubicBezTo>
                <a:cubicBezTo>
                  <a:pt x="532" y="123"/>
                  <a:pt x="532" y="123"/>
                  <a:pt x="531" y="123"/>
                </a:cubicBezTo>
                <a:close/>
                <a:moveTo>
                  <a:pt x="520" y="122"/>
                </a:moveTo>
                <a:cubicBezTo>
                  <a:pt x="520" y="121"/>
                  <a:pt x="520" y="121"/>
                  <a:pt x="519" y="119"/>
                </a:cubicBezTo>
                <a:cubicBezTo>
                  <a:pt x="519" y="119"/>
                  <a:pt x="519" y="119"/>
                  <a:pt x="519" y="119"/>
                </a:cubicBezTo>
                <a:cubicBezTo>
                  <a:pt x="519" y="118"/>
                  <a:pt x="519" y="118"/>
                  <a:pt x="519" y="118"/>
                </a:cubicBezTo>
                <a:cubicBezTo>
                  <a:pt x="521" y="118"/>
                  <a:pt x="521" y="118"/>
                  <a:pt x="521" y="121"/>
                </a:cubicBezTo>
                <a:cubicBezTo>
                  <a:pt x="521" y="121"/>
                  <a:pt x="520" y="121"/>
                  <a:pt x="520" y="122"/>
                </a:cubicBezTo>
                <a:close/>
                <a:moveTo>
                  <a:pt x="698" y="108"/>
                </a:moveTo>
                <a:cubicBezTo>
                  <a:pt x="698" y="107"/>
                  <a:pt x="698" y="107"/>
                  <a:pt x="698" y="107"/>
                </a:cubicBezTo>
                <a:cubicBezTo>
                  <a:pt x="698" y="107"/>
                  <a:pt x="698" y="107"/>
                  <a:pt x="699" y="107"/>
                </a:cubicBezTo>
                <a:cubicBezTo>
                  <a:pt x="699" y="107"/>
                  <a:pt x="698" y="107"/>
                  <a:pt x="698" y="108"/>
                </a:cubicBezTo>
                <a:close/>
                <a:moveTo>
                  <a:pt x="574" y="106"/>
                </a:moveTo>
                <a:cubicBezTo>
                  <a:pt x="573" y="106"/>
                  <a:pt x="573" y="106"/>
                  <a:pt x="573" y="106"/>
                </a:cubicBezTo>
                <a:cubicBezTo>
                  <a:pt x="573" y="105"/>
                  <a:pt x="573" y="105"/>
                  <a:pt x="574" y="104"/>
                </a:cubicBezTo>
                <a:cubicBezTo>
                  <a:pt x="575" y="104"/>
                  <a:pt x="576" y="104"/>
                  <a:pt x="577" y="105"/>
                </a:cubicBezTo>
                <a:cubicBezTo>
                  <a:pt x="577" y="106"/>
                  <a:pt x="577" y="106"/>
                  <a:pt x="577" y="106"/>
                </a:cubicBezTo>
                <a:cubicBezTo>
                  <a:pt x="576" y="106"/>
                  <a:pt x="575" y="106"/>
                  <a:pt x="574" y="106"/>
                </a:cubicBezTo>
                <a:close/>
                <a:moveTo>
                  <a:pt x="583" y="106"/>
                </a:moveTo>
                <a:cubicBezTo>
                  <a:pt x="582" y="105"/>
                  <a:pt x="582" y="105"/>
                  <a:pt x="582" y="104"/>
                </a:cubicBezTo>
                <a:cubicBezTo>
                  <a:pt x="583" y="104"/>
                  <a:pt x="583" y="104"/>
                  <a:pt x="587" y="104"/>
                </a:cubicBezTo>
                <a:cubicBezTo>
                  <a:pt x="587" y="104"/>
                  <a:pt x="587" y="105"/>
                  <a:pt x="587" y="106"/>
                </a:cubicBezTo>
                <a:cubicBezTo>
                  <a:pt x="587" y="106"/>
                  <a:pt x="587" y="106"/>
                  <a:pt x="583" y="106"/>
                </a:cubicBezTo>
                <a:close/>
                <a:moveTo>
                  <a:pt x="630" y="104"/>
                </a:moveTo>
                <a:cubicBezTo>
                  <a:pt x="628" y="103"/>
                  <a:pt x="629" y="101"/>
                  <a:pt x="628" y="100"/>
                </a:cubicBezTo>
                <a:cubicBezTo>
                  <a:pt x="628" y="99"/>
                  <a:pt x="627" y="100"/>
                  <a:pt x="624" y="99"/>
                </a:cubicBezTo>
                <a:cubicBezTo>
                  <a:pt x="624" y="99"/>
                  <a:pt x="623" y="99"/>
                  <a:pt x="623" y="99"/>
                </a:cubicBezTo>
                <a:cubicBezTo>
                  <a:pt x="623" y="99"/>
                  <a:pt x="623" y="99"/>
                  <a:pt x="623" y="99"/>
                </a:cubicBezTo>
                <a:cubicBezTo>
                  <a:pt x="624" y="99"/>
                  <a:pt x="625" y="97"/>
                  <a:pt x="627" y="97"/>
                </a:cubicBezTo>
                <a:cubicBezTo>
                  <a:pt x="630" y="99"/>
                  <a:pt x="630" y="99"/>
                  <a:pt x="630" y="99"/>
                </a:cubicBezTo>
                <a:cubicBezTo>
                  <a:pt x="632" y="99"/>
                  <a:pt x="633" y="99"/>
                  <a:pt x="635" y="100"/>
                </a:cubicBezTo>
                <a:cubicBezTo>
                  <a:pt x="634" y="103"/>
                  <a:pt x="633" y="103"/>
                  <a:pt x="630" y="104"/>
                </a:cubicBezTo>
                <a:close/>
                <a:moveTo>
                  <a:pt x="636" y="104"/>
                </a:moveTo>
                <a:cubicBezTo>
                  <a:pt x="635" y="103"/>
                  <a:pt x="636" y="102"/>
                  <a:pt x="636" y="101"/>
                </a:cubicBezTo>
                <a:cubicBezTo>
                  <a:pt x="637" y="101"/>
                  <a:pt x="638" y="101"/>
                  <a:pt x="640" y="101"/>
                </a:cubicBezTo>
                <a:cubicBezTo>
                  <a:pt x="640" y="101"/>
                  <a:pt x="640" y="102"/>
                  <a:pt x="640" y="102"/>
                </a:cubicBezTo>
                <a:cubicBezTo>
                  <a:pt x="639" y="102"/>
                  <a:pt x="638" y="103"/>
                  <a:pt x="638" y="103"/>
                </a:cubicBezTo>
                <a:cubicBezTo>
                  <a:pt x="637" y="103"/>
                  <a:pt x="637" y="104"/>
                  <a:pt x="636" y="104"/>
                </a:cubicBezTo>
                <a:close/>
                <a:moveTo>
                  <a:pt x="509" y="102"/>
                </a:moveTo>
                <a:cubicBezTo>
                  <a:pt x="508" y="101"/>
                  <a:pt x="509" y="100"/>
                  <a:pt x="509" y="100"/>
                </a:cubicBezTo>
                <a:cubicBezTo>
                  <a:pt x="510" y="100"/>
                  <a:pt x="510" y="100"/>
                  <a:pt x="510" y="102"/>
                </a:cubicBezTo>
                <a:cubicBezTo>
                  <a:pt x="510" y="102"/>
                  <a:pt x="509" y="102"/>
                  <a:pt x="509" y="102"/>
                </a:cubicBezTo>
                <a:close/>
                <a:moveTo>
                  <a:pt x="520" y="98"/>
                </a:moveTo>
                <a:cubicBezTo>
                  <a:pt x="520" y="97"/>
                  <a:pt x="520" y="97"/>
                  <a:pt x="520" y="96"/>
                </a:cubicBezTo>
                <a:cubicBezTo>
                  <a:pt x="520" y="96"/>
                  <a:pt x="520" y="96"/>
                  <a:pt x="521" y="96"/>
                </a:cubicBezTo>
                <a:cubicBezTo>
                  <a:pt x="521" y="98"/>
                  <a:pt x="521" y="98"/>
                  <a:pt x="520" y="98"/>
                </a:cubicBezTo>
                <a:close/>
                <a:moveTo>
                  <a:pt x="499" y="95"/>
                </a:moveTo>
                <a:cubicBezTo>
                  <a:pt x="499" y="95"/>
                  <a:pt x="499" y="95"/>
                  <a:pt x="499" y="95"/>
                </a:cubicBezTo>
                <a:cubicBezTo>
                  <a:pt x="499" y="95"/>
                  <a:pt x="500" y="94"/>
                  <a:pt x="500" y="94"/>
                </a:cubicBezTo>
                <a:cubicBezTo>
                  <a:pt x="500" y="95"/>
                  <a:pt x="500" y="95"/>
                  <a:pt x="500" y="95"/>
                </a:cubicBezTo>
                <a:cubicBezTo>
                  <a:pt x="500" y="95"/>
                  <a:pt x="500" y="95"/>
                  <a:pt x="499" y="95"/>
                </a:cubicBezTo>
                <a:close/>
                <a:moveTo>
                  <a:pt x="647" y="94"/>
                </a:moveTo>
                <a:cubicBezTo>
                  <a:pt x="647" y="94"/>
                  <a:pt x="646" y="94"/>
                  <a:pt x="646" y="94"/>
                </a:cubicBezTo>
                <a:cubicBezTo>
                  <a:pt x="646" y="94"/>
                  <a:pt x="646" y="93"/>
                  <a:pt x="646" y="93"/>
                </a:cubicBezTo>
                <a:cubicBezTo>
                  <a:pt x="646" y="93"/>
                  <a:pt x="647" y="93"/>
                  <a:pt x="647" y="92"/>
                </a:cubicBezTo>
                <a:cubicBezTo>
                  <a:pt x="647" y="93"/>
                  <a:pt x="648" y="94"/>
                  <a:pt x="647" y="94"/>
                </a:cubicBezTo>
                <a:close/>
                <a:moveTo>
                  <a:pt x="651" y="94"/>
                </a:moveTo>
                <a:cubicBezTo>
                  <a:pt x="651" y="94"/>
                  <a:pt x="651" y="93"/>
                  <a:pt x="651" y="93"/>
                </a:cubicBezTo>
                <a:cubicBezTo>
                  <a:pt x="652" y="93"/>
                  <a:pt x="652" y="93"/>
                  <a:pt x="652" y="93"/>
                </a:cubicBezTo>
                <a:cubicBezTo>
                  <a:pt x="652" y="94"/>
                  <a:pt x="652" y="94"/>
                  <a:pt x="651" y="94"/>
                </a:cubicBezTo>
                <a:close/>
                <a:moveTo>
                  <a:pt x="444" y="90"/>
                </a:moveTo>
                <a:cubicBezTo>
                  <a:pt x="444" y="89"/>
                  <a:pt x="444" y="89"/>
                  <a:pt x="444" y="89"/>
                </a:cubicBezTo>
                <a:cubicBezTo>
                  <a:pt x="444" y="89"/>
                  <a:pt x="444" y="89"/>
                  <a:pt x="445" y="89"/>
                </a:cubicBezTo>
                <a:cubicBezTo>
                  <a:pt x="445" y="89"/>
                  <a:pt x="445" y="89"/>
                  <a:pt x="445" y="89"/>
                </a:cubicBezTo>
                <a:cubicBezTo>
                  <a:pt x="445" y="89"/>
                  <a:pt x="444" y="89"/>
                  <a:pt x="444" y="90"/>
                </a:cubicBezTo>
                <a:close/>
                <a:moveTo>
                  <a:pt x="450" y="88"/>
                </a:moveTo>
                <a:cubicBezTo>
                  <a:pt x="449" y="87"/>
                  <a:pt x="449" y="87"/>
                  <a:pt x="448" y="87"/>
                </a:cubicBezTo>
                <a:cubicBezTo>
                  <a:pt x="448" y="85"/>
                  <a:pt x="453" y="81"/>
                  <a:pt x="455" y="80"/>
                </a:cubicBezTo>
                <a:cubicBezTo>
                  <a:pt x="456" y="78"/>
                  <a:pt x="457" y="77"/>
                  <a:pt x="458" y="75"/>
                </a:cubicBezTo>
                <a:cubicBezTo>
                  <a:pt x="459" y="75"/>
                  <a:pt x="459" y="76"/>
                  <a:pt x="461" y="77"/>
                </a:cubicBezTo>
                <a:cubicBezTo>
                  <a:pt x="462" y="76"/>
                  <a:pt x="462" y="76"/>
                  <a:pt x="464" y="76"/>
                </a:cubicBezTo>
                <a:cubicBezTo>
                  <a:pt x="463" y="79"/>
                  <a:pt x="459" y="81"/>
                  <a:pt x="457" y="83"/>
                </a:cubicBezTo>
                <a:cubicBezTo>
                  <a:pt x="453" y="83"/>
                  <a:pt x="453" y="87"/>
                  <a:pt x="450" y="88"/>
                </a:cubicBezTo>
                <a:close/>
                <a:moveTo>
                  <a:pt x="491" y="87"/>
                </a:moveTo>
                <a:cubicBezTo>
                  <a:pt x="491" y="87"/>
                  <a:pt x="491" y="87"/>
                  <a:pt x="491" y="86"/>
                </a:cubicBezTo>
                <a:cubicBezTo>
                  <a:pt x="491" y="86"/>
                  <a:pt x="491" y="86"/>
                  <a:pt x="492" y="86"/>
                </a:cubicBezTo>
                <a:cubicBezTo>
                  <a:pt x="492" y="86"/>
                  <a:pt x="492" y="86"/>
                  <a:pt x="492" y="87"/>
                </a:cubicBezTo>
                <a:cubicBezTo>
                  <a:pt x="492" y="87"/>
                  <a:pt x="491" y="87"/>
                  <a:pt x="491" y="87"/>
                </a:cubicBezTo>
                <a:close/>
                <a:moveTo>
                  <a:pt x="539" y="84"/>
                </a:moveTo>
                <a:cubicBezTo>
                  <a:pt x="538" y="83"/>
                  <a:pt x="538" y="83"/>
                  <a:pt x="538" y="82"/>
                </a:cubicBezTo>
                <a:cubicBezTo>
                  <a:pt x="539" y="81"/>
                  <a:pt x="541" y="81"/>
                  <a:pt x="543" y="82"/>
                </a:cubicBezTo>
                <a:cubicBezTo>
                  <a:pt x="543" y="83"/>
                  <a:pt x="543" y="83"/>
                  <a:pt x="543" y="84"/>
                </a:cubicBezTo>
                <a:cubicBezTo>
                  <a:pt x="542" y="84"/>
                  <a:pt x="540" y="84"/>
                  <a:pt x="539" y="84"/>
                </a:cubicBezTo>
                <a:close/>
                <a:moveTo>
                  <a:pt x="519" y="79"/>
                </a:moveTo>
                <a:cubicBezTo>
                  <a:pt x="518" y="79"/>
                  <a:pt x="518" y="79"/>
                  <a:pt x="518" y="79"/>
                </a:cubicBezTo>
                <a:cubicBezTo>
                  <a:pt x="518" y="78"/>
                  <a:pt x="518" y="77"/>
                  <a:pt x="518" y="77"/>
                </a:cubicBezTo>
                <a:cubicBezTo>
                  <a:pt x="519" y="76"/>
                  <a:pt x="519" y="76"/>
                  <a:pt x="521" y="76"/>
                </a:cubicBezTo>
                <a:cubicBezTo>
                  <a:pt x="520" y="77"/>
                  <a:pt x="520" y="78"/>
                  <a:pt x="520" y="78"/>
                </a:cubicBezTo>
                <a:cubicBezTo>
                  <a:pt x="520" y="78"/>
                  <a:pt x="519" y="79"/>
                  <a:pt x="519" y="79"/>
                </a:cubicBezTo>
                <a:close/>
                <a:moveTo>
                  <a:pt x="506" y="77"/>
                </a:moveTo>
                <a:cubicBezTo>
                  <a:pt x="506" y="77"/>
                  <a:pt x="506" y="76"/>
                  <a:pt x="506" y="75"/>
                </a:cubicBezTo>
                <a:cubicBezTo>
                  <a:pt x="506" y="75"/>
                  <a:pt x="507" y="75"/>
                  <a:pt x="507" y="75"/>
                </a:cubicBezTo>
                <a:cubicBezTo>
                  <a:pt x="507" y="76"/>
                  <a:pt x="507" y="77"/>
                  <a:pt x="507" y="77"/>
                </a:cubicBezTo>
                <a:cubicBezTo>
                  <a:pt x="507" y="77"/>
                  <a:pt x="507" y="77"/>
                  <a:pt x="506" y="77"/>
                </a:cubicBezTo>
                <a:close/>
                <a:moveTo>
                  <a:pt x="534" y="76"/>
                </a:moveTo>
                <a:cubicBezTo>
                  <a:pt x="532" y="74"/>
                  <a:pt x="531" y="75"/>
                  <a:pt x="530" y="74"/>
                </a:cubicBezTo>
                <a:cubicBezTo>
                  <a:pt x="529" y="74"/>
                  <a:pt x="529" y="74"/>
                  <a:pt x="528" y="73"/>
                </a:cubicBezTo>
                <a:cubicBezTo>
                  <a:pt x="528" y="72"/>
                  <a:pt x="529" y="72"/>
                  <a:pt x="530" y="72"/>
                </a:cubicBezTo>
                <a:cubicBezTo>
                  <a:pt x="531" y="73"/>
                  <a:pt x="533" y="73"/>
                  <a:pt x="535" y="75"/>
                </a:cubicBezTo>
                <a:cubicBezTo>
                  <a:pt x="535" y="75"/>
                  <a:pt x="534" y="76"/>
                  <a:pt x="534" y="76"/>
                </a:cubicBezTo>
                <a:close/>
                <a:moveTo>
                  <a:pt x="515" y="75"/>
                </a:moveTo>
                <a:cubicBezTo>
                  <a:pt x="515" y="74"/>
                  <a:pt x="514" y="73"/>
                  <a:pt x="514" y="72"/>
                </a:cubicBezTo>
                <a:cubicBezTo>
                  <a:pt x="515" y="72"/>
                  <a:pt x="515" y="72"/>
                  <a:pt x="515" y="72"/>
                </a:cubicBezTo>
                <a:cubicBezTo>
                  <a:pt x="515" y="73"/>
                  <a:pt x="515" y="74"/>
                  <a:pt x="515" y="75"/>
                </a:cubicBezTo>
                <a:cubicBezTo>
                  <a:pt x="515" y="75"/>
                  <a:pt x="515" y="75"/>
                  <a:pt x="515" y="75"/>
                </a:cubicBezTo>
                <a:close/>
                <a:moveTo>
                  <a:pt x="489" y="72"/>
                </a:moveTo>
                <a:cubicBezTo>
                  <a:pt x="489" y="72"/>
                  <a:pt x="489" y="71"/>
                  <a:pt x="488" y="71"/>
                </a:cubicBezTo>
                <a:cubicBezTo>
                  <a:pt x="490" y="70"/>
                  <a:pt x="488" y="66"/>
                  <a:pt x="493" y="68"/>
                </a:cubicBezTo>
                <a:cubicBezTo>
                  <a:pt x="492" y="70"/>
                  <a:pt x="491" y="71"/>
                  <a:pt x="489" y="72"/>
                </a:cubicBezTo>
                <a:close/>
                <a:moveTo>
                  <a:pt x="570" y="72"/>
                </a:moveTo>
                <a:cubicBezTo>
                  <a:pt x="569" y="70"/>
                  <a:pt x="569" y="69"/>
                  <a:pt x="569" y="69"/>
                </a:cubicBezTo>
                <a:cubicBezTo>
                  <a:pt x="570" y="69"/>
                  <a:pt x="571" y="68"/>
                  <a:pt x="572" y="70"/>
                </a:cubicBezTo>
                <a:cubicBezTo>
                  <a:pt x="572" y="70"/>
                  <a:pt x="572" y="71"/>
                  <a:pt x="572" y="72"/>
                </a:cubicBezTo>
                <a:cubicBezTo>
                  <a:pt x="571" y="72"/>
                  <a:pt x="571" y="72"/>
                  <a:pt x="570" y="72"/>
                </a:cubicBezTo>
                <a:close/>
                <a:moveTo>
                  <a:pt x="556" y="69"/>
                </a:moveTo>
                <a:cubicBezTo>
                  <a:pt x="554" y="68"/>
                  <a:pt x="552" y="68"/>
                  <a:pt x="553" y="66"/>
                </a:cubicBezTo>
                <a:cubicBezTo>
                  <a:pt x="555" y="66"/>
                  <a:pt x="557" y="66"/>
                  <a:pt x="558" y="69"/>
                </a:cubicBezTo>
                <a:cubicBezTo>
                  <a:pt x="557" y="69"/>
                  <a:pt x="556" y="69"/>
                  <a:pt x="556" y="69"/>
                </a:cubicBezTo>
                <a:close/>
                <a:moveTo>
                  <a:pt x="546" y="67"/>
                </a:moveTo>
                <a:cubicBezTo>
                  <a:pt x="546" y="67"/>
                  <a:pt x="546" y="67"/>
                  <a:pt x="546" y="67"/>
                </a:cubicBezTo>
                <a:cubicBezTo>
                  <a:pt x="547" y="67"/>
                  <a:pt x="547" y="67"/>
                  <a:pt x="548" y="67"/>
                </a:cubicBezTo>
                <a:cubicBezTo>
                  <a:pt x="548" y="67"/>
                  <a:pt x="548" y="67"/>
                  <a:pt x="548" y="67"/>
                </a:cubicBezTo>
                <a:cubicBezTo>
                  <a:pt x="547" y="67"/>
                  <a:pt x="547" y="67"/>
                  <a:pt x="546" y="67"/>
                </a:cubicBezTo>
                <a:close/>
                <a:moveTo>
                  <a:pt x="582" y="67"/>
                </a:moveTo>
                <a:cubicBezTo>
                  <a:pt x="579" y="66"/>
                  <a:pt x="578" y="64"/>
                  <a:pt x="576" y="64"/>
                </a:cubicBezTo>
                <a:cubicBezTo>
                  <a:pt x="576" y="63"/>
                  <a:pt x="576" y="63"/>
                  <a:pt x="576" y="63"/>
                </a:cubicBezTo>
                <a:cubicBezTo>
                  <a:pt x="577" y="62"/>
                  <a:pt x="577" y="62"/>
                  <a:pt x="577" y="62"/>
                </a:cubicBezTo>
                <a:cubicBezTo>
                  <a:pt x="577" y="61"/>
                  <a:pt x="577" y="60"/>
                  <a:pt x="577" y="60"/>
                </a:cubicBezTo>
                <a:cubicBezTo>
                  <a:pt x="576" y="59"/>
                  <a:pt x="576" y="60"/>
                  <a:pt x="576" y="61"/>
                </a:cubicBezTo>
                <a:cubicBezTo>
                  <a:pt x="575" y="61"/>
                  <a:pt x="574" y="61"/>
                  <a:pt x="574" y="61"/>
                </a:cubicBezTo>
                <a:cubicBezTo>
                  <a:pt x="574" y="60"/>
                  <a:pt x="574" y="60"/>
                  <a:pt x="574" y="60"/>
                </a:cubicBezTo>
                <a:cubicBezTo>
                  <a:pt x="575" y="59"/>
                  <a:pt x="576" y="57"/>
                  <a:pt x="577" y="57"/>
                </a:cubicBezTo>
                <a:cubicBezTo>
                  <a:pt x="577" y="58"/>
                  <a:pt x="578" y="59"/>
                  <a:pt x="578" y="59"/>
                </a:cubicBezTo>
                <a:cubicBezTo>
                  <a:pt x="578" y="59"/>
                  <a:pt x="579" y="60"/>
                  <a:pt x="580" y="60"/>
                </a:cubicBezTo>
                <a:cubicBezTo>
                  <a:pt x="581" y="62"/>
                  <a:pt x="581" y="63"/>
                  <a:pt x="584" y="64"/>
                </a:cubicBezTo>
                <a:cubicBezTo>
                  <a:pt x="584" y="65"/>
                  <a:pt x="584" y="65"/>
                  <a:pt x="584" y="66"/>
                </a:cubicBezTo>
                <a:cubicBezTo>
                  <a:pt x="583" y="66"/>
                  <a:pt x="583" y="66"/>
                  <a:pt x="582" y="67"/>
                </a:cubicBezTo>
                <a:close/>
                <a:moveTo>
                  <a:pt x="614" y="65"/>
                </a:moveTo>
                <a:cubicBezTo>
                  <a:pt x="614" y="65"/>
                  <a:pt x="614" y="64"/>
                  <a:pt x="614" y="64"/>
                </a:cubicBezTo>
                <a:cubicBezTo>
                  <a:pt x="614" y="64"/>
                  <a:pt x="614" y="64"/>
                  <a:pt x="616" y="64"/>
                </a:cubicBezTo>
                <a:cubicBezTo>
                  <a:pt x="616" y="64"/>
                  <a:pt x="616" y="65"/>
                  <a:pt x="616" y="65"/>
                </a:cubicBezTo>
                <a:cubicBezTo>
                  <a:pt x="615" y="65"/>
                  <a:pt x="614" y="65"/>
                  <a:pt x="614" y="65"/>
                </a:cubicBezTo>
                <a:close/>
                <a:moveTo>
                  <a:pt x="610" y="64"/>
                </a:moveTo>
                <a:cubicBezTo>
                  <a:pt x="609" y="63"/>
                  <a:pt x="609" y="62"/>
                  <a:pt x="609" y="61"/>
                </a:cubicBezTo>
                <a:cubicBezTo>
                  <a:pt x="609" y="61"/>
                  <a:pt x="610" y="61"/>
                  <a:pt x="610" y="61"/>
                </a:cubicBezTo>
                <a:cubicBezTo>
                  <a:pt x="611" y="61"/>
                  <a:pt x="611" y="61"/>
                  <a:pt x="612" y="63"/>
                </a:cubicBezTo>
                <a:cubicBezTo>
                  <a:pt x="611" y="63"/>
                  <a:pt x="611" y="63"/>
                  <a:pt x="610" y="64"/>
                </a:cubicBezTo>
                <a:close/>
                <a:moveTo>
                  <a:pt x="603" y="63"/>
                </a:moveTo>
                <a:cubicBezTo>
                  <a:pt x="603" y="63"/>
                  <a:pt x="603" y="62"/>
                  <a:pt x="603" y="61"/>
                </a:cubicBezTo>
                <a:cubicBezTo>
                  <a:pt x="603" y="61"/>
                  <a:pt x="602" y="61"/>
                  <a:pt x="602" y="61"/>
                </a:cubicBezTo>
                <a:cubicBezTo>
                  <a:pt x="601" y="62"/>
                  <a:pt x="601" y="62"/>
                  <a:pt x="601" y="62"/>
                </a:cubicBezTo>
                <a:cubicBezTo>
                  <a:pt x="601" y="62"/>
                  <a:pt x="600" y="62"/>
                  <a:pt x="600" y="62"/>
                </a:cubicBezTo>
                <a:cubicBezTo>
                  <a:pt x="600" y="61"/>
                  <a:pt x="599" y="60"/>
                  <a:pt x="599" y="58"/>
                </a:cubicBezTo>
                <a:cubicBezTo>
                  <a:pt x="599" y="58"/>
                  <a:pt x="597" y="59"/>
                  <a:pt x="596" y="59"/>
                </a:cubicBezTo>
                <a:cubicBezTo>
                  <a:pt x="596" y="59"/>
                  <a:pt x="596" y="58"/>
                  <a:pt x="596" y="58"/>
                </a:cubicBezTo>
                <a:cubicBezTo>
                  <a:pt x="597" y="57"/>
                  <a:pt x="598" y="57"/>
                  <a:pt x="599" y="56"/>
                </a:cubicBezTo>
                <a:cubicBezTo>
                  <a:pt x="599" y="54"/>
                  <a:pt x="599" y="53"/>
                  <a:pt x="602" y="53"/>
                </a:cubicBezTo>
                <a:cubicBezTo>
                  <a:pt x="600" y="58"/>
                  <a:pt x="601" y="56"/>
                  <a:pt x="605" y="58"/>
                </a:cubicBezTo>
                <a:cubicBezTo>
                  <a:pt x="606" y="59"/>
                  <a:pt x="607" y="61"/>
                  <a:pt x="606" y="62"/>
                </a:cubicBezTo>
                <a:cubicBezTo>
                  <a:pt x="605" y="62"/>
                  <a:pt x="604" y="63"/>
                  <a:pt x="603" y="63"/>
                </a:cubicBezTo>
                <a:close/>
                <a:moveTo>
                  <a:pt x="591" y="55"/>
                </a:moveTo>
                <a:cubicBezTo>
                  <a:pt x="590" y="55"/>
                  <a:pt x="589" y="54"/>
                  <a:pt x="589" y="54"/>
                </a:cubicBezTo>
                <a:cubicBezTo>
                  <a:pt x="589" y="52"/>
                  <a:pt x="589" y="52"/>
                  <a:pt x="589" y="52"/>
                </a:cubicBezTo>
                <a:cubicBezTo>
                  <a:pt x="590" y="52"/>
                  <a:pt x="591" y="52"/>
                  <a:pt x="592" y="54"/>
                </a:cubicBezTo>
                <a:cubicBezTo>
                  <a:pt x="591" y="55"/>
                  <a:pt x="591" y="55"/>
                  <a:pt x="591" y="55"/>
                </a:cubicBezTo>
                <a:close/>
                <a:moveTo>
                  <a:pt x="499" y="54"/>
                </a:moveTo>
                <a:cubicBezTo>
                  <a:pt x="499" y="53"/>
                  <a:pt x="499" y="53"/>
                  <a:pt x="499" y="52"/>
                </a:cubicBezTo>
                <a:cubicBezTo>
                  <a:pt x="500" y="51"/>
                  <a:pt x="501" y="51"/>
                  <a:pt x="502" y="52"/>
                </a:cubicBezTo>
                <a:cubicBezTo>
                  <a:pt x="502" y="52"/>
                  <a:pt x="502" y="53"/>
                  <a:pt x="502" y="54"/>
                </a:cubicBezTo>
                <a:cubicBezTo>
                  <a:pt x="501" y="54"/>
                  <a:pt x="500" y="54"/>
                  <a:pt x="499" y="54"/>
                </a:cubicBezTo>
                <a:close/>
                <a:moveTo>
                  <a:pt x="582" y="46"/>
                </a:moveTo>
                <a:cubicBezTo>
                  <a:pt x="582" y="46"/>
                  <a:pt x="582" y="45"/>
                  <a:pt x="582" y="45"/>
                </a:cubicBezTo>
                <a:cubicBezTo>
                  <a:pt x="582" y="45"/>
                  <a:pt x="582" y="45"/>
                  <a:pt x="583" y="45"/>
                </a:cubicBezTo>
                <a:cubicBezTo>
                  <a:pt x="583" y="45"/>
                  <a:pt x="583" y="46"/>
                  <a:pt x="583" y="46"/>
                </a:cubicBezTo>
                <a:cubicBezTo>
                  <a:pt x="583" y="46"/>
                  <a:pt x="582" y="46"/>
                  <a:pt x="582" y="46"/>
                </a:cubicBezTo>
                <a:close/>
                <a:moveTo>
                  <a:pt x="589" y="46"/>
                </a:moveTo>
                <a:cubicBezTo>
                  <a:pt x="588" y="45"/>
                  <a:pt x="588" y="44"/>
                  <a:pt x="588" y="43"/>
                </a:cubicBezTo>
                <a:cubicBezTo>
                  <a:pt x="589" y="43"/>
                  <a:pt x="592" y="43"/>
                  <a:pt x="592" y="45"/>
                </a:cubicBezTo>
                <a:cubicBezTo>
                  <a:pt x="591" y="46"/>
                  <a:pt x="590" y="46"/>
                  <a:pt x="589" y="46"/>
                </a:cubicBezTo>
                <a:close/>
                <a:moveTo>
                  <a:pt x="596" y="46"/>
                </a:moveTo>
                <a:cubicBezTo>
                  <a:pt x="595" y="46"/>
                  <a:pt x="594" y="45"/>
                  <a:pt x="592" y="45"/>
                </a:cubicBezTo>
                <a:cubicBezTo>
                  <a:pt x="593" y="44"/>
                  <a:pt x="595" y="44"/>
                  <a:pt x="597" y="45"/>
                </a:cubicBezTo>
                <a:cubicBezTo>
                  <a:pt x="597" y="45"/>
                  <a:pt x="597" y="45"/>
                  <a:pt x="597" y="45"/>
                </a:cubicBezTo>
                <a:cubicBezTo>
                  <a:pt x="597" y="46"/>
                  <a:pt x="596" y="46"/>
                  <a:pt x="596" y="46"/>
                </a:cubicBezTo>
                <a:close/>
                <a:moveTo>
                  <a:pt x="574" y="43"/>
                </a:moveTo>
                <a:cubicBezTo>
                  <a:pt x="573" y="43"/>
                  <a:pt x="572" y="43"/>
                  <a:pt x="571" y="42"/>
                </a:cubicBezTo>
                <a:cubicBezTo>
                  <a:pt x="571" y="42"/>
                  <a:pt x="571" y="41"/>
                  <a:pt x="571" y="41"/>
                </a:cubicBezTo>
                <a:cubicBezTo>
                  <a:pt x="573" y="39"/>
                  <a:pt x="575" y="39"/>
                  <a:pt x="575" y="43"/>
                </a:cubicBezTo>
                <a:cubicBezTo>
                  <a:pt x="574" y="43"/>
                  <a:pt x="574" y="43"/>
                  <a:pt x="574" y="43"/>
                </a:cubicBezTo>
                <a:close/>
                <a:moveTo>
                  <a:pt x="537" y="41"/>
                </a:moveTo>
                <a:cubicBezTo>
                  <a:pt x="536" y="40"/>
                  <a:pt x="536" y="40"/>
                  <a:pt x="537" y="39"/>
                </a:cubicBezTo>
                <a:cubicBezTo>
                  <a:pt x="537" y="39"/>
                  <a:pt x="537" y="39"/>
                  <a:pt x="538" y="39"/>
                </a:cubicBezTo>
                <a:cubicBezTo>
                  <a:pt x="538" y="39"/>
                  <a:pt x="538" y="39"/>
                  <a:pt x="538" y="40"/>
                </a:cubicBezTo>
                <a:cubicBezTo>
                  <a:pt x="538" y="40"/>
                  <a:pt x="537" y="40"/>
                  <a:pt x="537" y="41"/>
                </a:cubicBezTo>
                <a:close/>
                <a:moveTo>
                  <a:pt x="530" y="39"/>
                </a:moveTo>
                <a:cubicBezTo>
                  <a:pt x="530" y="39"/>
                  <a:pt x="530" y="39"/>
                  <a:pt x="529" y="39"/>
                </a:cubicBezTo>
                <a:cubicBezTo>
                  <a:pt x="529" y="36"/>
                  <a:pt x="531" y="36"/>
                  <a:pt x="533" y="36"/>
                </a:cubicBezTo>
                <a:cubicBezTo>
                  <a:pt x="533" y="37"/>
                  <a:pt x="533" y="38"/>
                  <a:pt x="533" y="38"/>
                </a:cubicBezTo>
                <a:cubicBezTo>
                  <a:pt x="532" y="39"/>
                  <a:pt x="531" y="39"/>
                  <a:pt x="530" y="39"/>
                </a:cubicBezTo>
                <a:close/>
                <a:moveTo>
                  <a:pt x="537" y="37"/>
                </a:moveTo>
                <a:cubicBezTo>
                  <a:pt x="536" y="37"/>
                  <a:pt x="536" y="36"/>
                  <a:pt x="536" y="35"/>
                </a:cubicBezTo>
                <a:cubicBezTo>
                  <a:pt x="538" y="34"/>
                  <a:pt x="538" y="34"/>
                  <a:pt x="538" y="33"/>
                </a:cubicBezTo>
                <a:cubicBezTo>
                  <a:pt x="538" y="34"/>
                  <a:pt x="539" y="34"/>
                  <a:pt x="539" y="34"/>
                </a:cubicBezTo>
                <a:cubicBezTo>
                  <a:pt x="539" y="35"/>
                  <a:pt x="539" y="35"/>
                  <a:pt x="539" y="36"/>
                </a:cubicBezTo>
                <a:cubicBezTo>
                  <a:pt x="538" y="37"/>
                  <a:pt x="537" y="37"/>
                  <a:pt x="537" y="37"/>
                </a:cubicBezTo>
                <a:close/>
                <a:moveTo>
                  <a:pt x="497" y="35"/>
                </a:moveTo>
                <a:cubicBezTo>
                  <a:pt x="493" y="31"/>
                  <a:pt x="497" y="31"/>
                  <a:pt x="496" y="28"/>
                </a:cubicBezTo>
                <a:cubicBezTo>
                  <a:pt x="493" y="28"/>
                  <a:pt x="494" y="26"/>
                  <a:pt x="494" y="24"/>
                </a:cubicBezTo>
                <a:cubicBezTo>
                  <a:pt x="495" y="23"/>
                  <a:pt x="495" y="22"/>
                  <a:pt x="495" y="21"/>
                </a:cubicBezTo>
                <a:cubicBezTo>
                  <a:pt x="495" y="21"/>
                  <a:pt x="496" y="21"/>
                  <a:pt x="496" y="20"/>
                </a:cubicBezTo>
                <a:cubicBezTo>
                  <a:pt x="496" y="16"/>
                  <a:pt x="499" y="9"/>
                  <a:pt x="502" y="7"/>
                </a:cubicBezTo>
                <a:cubicBezTo>
                  <a:pt x="502" y="3"/>
                  <a:pt x="505" y="2"/>
                  <a:pt x="508" y="0"/>
                </a:cubicBezTo>
                <a:cubicBezTo>
                  <a:pt x="509" y="0"/>
                  <a:pt x="510" y="0"/>
                  <a:pt x="511" y="0"/>
                </a:cubicBezTo>
                <a:cubicBezTo>
                  <a:pt x="511" y="1"/>
                  <a:pt x="511" y="2"/>
                  <a:pt x="511" y="2"/>
                </a:cubicBezTo>
                <a:cubicBezTo>
                  <a:pt x="510" y="4"/>
                  <a:pt x="509" y="6"/>
                  <a:pt x="511" y="8"/>
                </a:cubicBezTo>
                <a:cubicBezTo>
                  <a:pt x="511" y="9"/>
                  <a:pt x="511" y="9"/>
                  <a:pt x="511" y="10"/>
                </a:cubicBezTo>
                <a:cubicBezTo>
                  <a:pt x="507" y="12"/>
                  <a:pt x="509" y="14"/>
                  <a:pt x="508" y="19"/>
                </a:cubicBezTo>
                <a:cubicBezTo>
                  <a:pt x="507" y="20"/>
                  <a:pt x="506" y="22"/>
                  <a:pt x="506" y="23"/>
                </a:cubicBezTo>
                <a:cubicBezTo>
                  <a:pt x="508" y="25"/>
                  <a:pt x="506" y="27"/>
                  <a:pt x="506" y="29"/>
                </a:cubicBezTo>
                <a:cubicBezTo>
                  <a:pt x="503" y="31"/>
                  <a:pt x="500" y="31"/>
                  <a:pt x="498" y="34"/>
                </a:cubicBezTo>
                <a:cubicBezTo>
                  <a:pt x="498" y="34"/>
                  <a:pt x="497" y="34"/>
                  <a:pt x="497" y="35"/>
                </a:cubicBezTo>
                <a:close/>
                <a:moveTo>
                  <a:pt x="599" y="34"/>
                </a:moveTo>
                <a:cubicBezTo>
                  <a:pt x="598" y="34"/>
                  <a:pt x="598" y="34"/>
                  <a:pt x="598" y="34"/>
                </a:cubicBezTo>
                <a:cubicBezTo>
                  <a:pt x="599" y="34"/>
                  <a:pt x="599" y="34"/>
                  <a:pt x="599" y="34"/>
                </a:cubicBezTo>
                <a:cubicBezTo>
                  <a:pt x="599" y="34"/>
                  <a:pt x="599" y="34"/>
                  <a:pt x="599" y="34"/>
                </a:cubicBezTo>
                <a:cubicBezTo>
                  <a:pt x="599" y="34"/>
                  <a:pt x="599" y="34"/>
                  <a:pt x="599" y="34"/>
                </a:cubicBezTo>
                <a:close/>
                <a:moveTo>
                  <a:pt x="541" y="32"/>
                </a:moveTo>
                <a:cubicBezTo>
                  <a:pt x="540" y="32"/>
                  <a:pt x="540" y="31"/>
                  <a:pt x="540" y="31"/>
                </a:cubicBezTo>
                <a:cubicBezTo>
                  <a:pt x="540" y="31"/>
                  <a:pt x="541" y="31"/>
                  <a:pt x="541" y="31"/>
                </a:cubicBezTo>
                <a:cubicBezTo>
                  <a:pt x="541" y="31"/>
                  <a:pt x="541" y="32"/>
                  <a:pt x="542" y="32"/>
                </a:cubicBezTo>
                <a:cubicBezTo>
                  <a:pt x="541" y="32"/>
                  <a:pt x="541" y="32"/>
                  <a:pt x="541" y="32"/>
                </a:cubicBezTo>
                <a:close/>
                <a:moveTo>
                  <a:pt x="558" y="29"/>
                </a:moveTo>
                <a:cubicBezTo>
                  <a:pt x="558" y="28"/>
                  <a:pt x="559" y="28"/>
                  <a:pt x="559" y="28"/>
                </a:cubicBezTo>
                <a:cubicBezTo>
                  <a:pt x="559" y="28"/>
                  <a:pt x="559" y="28"/>
                  <a:pt x="559" y="29"/>
                </a:cubicBezTo>
                <a:cubicBezTo>
                  <a:pt x="559" y="29"/>
                  <a:pt x="558" y="29"/>
                  <a:pt x="558" y="29"/>
                </a:cubicBezTo>
                <a:close/>
              </a:path>
            </a:pathLst>
          </a:custGeom>
          <a:gradFill>
            <a:gsLst>
              <a:gs pos="94000">
                <a:srgbClr val="740000">
                  <a:alpha val="0"/>
                </a:srgbClr>
              </a:gs>
              <a:gs pos="0">
                <a:srgbClr val="740000">
                  <a:alpha val="22000"/>
                </a:srgbClr>
              </a:gs>
            </a:gsLst>
            <a:lin ang="5400000" scaled="1"/>
          </a:gradFill>
          <a:ln>
            <a:noFill/>
          </a:ln>
          <a:effectLst>
            <a:innerShdw blurRad="114300">
              <a:prstClr val="black"/>
            </a:innerShdw>
          </a:effectLst>
        </p:spPr>
        <p:txBody>
          <a:bodyPr vert="horz" wrap="square" lIns="105299" tIns="52649" rIns="105299" bIns="52649"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505" b="0" i="0" u="none" strike="noStrike" kern="1200" cap="none" spc="0" normalizeH="0" baseline="0" noProof="0">
              <a:ln>
                <a:noFill/>
              </a:ln>
              <a:solidFill>
                <a:prstClr val="black"/>
              </a:solidFill>
              <a:effectLst/>
              <a:uLnTx/>
              <a:uFillTx/>
              <a:latin typeface="Calibri"/>
              <a:ea typeface="宋体"/>
              <a:cs typeface="+mn-cs"/>
            </a:endParaRPr>
          </a:p>
        </p:txBody>
      </p:sp>
      <p:pic>
        <p:nvPicPr>
          <p:cNvPr id="5" name="图片 4" descr="图片包含 游戏机&#10;&#10;描述已自动生成"/>
          <p:cNvPicPr>
            <a:picLocks noChangeAspect="1"/>
          </p:cNvPicPr>
          <p:nvPr/>
        </p:nvPicPr>
        <p:blipFill>
          <a:blip r:embed="rId2">
            <a:alphaModFix amt="35000"/>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1" y="5121720"/>
            <a:ext cx="12192000" cy="1754245"/>
          </a:xfrm>
          <a:prstGeom prst="rect">
            <a:avLst/>
          </a:prstGeom>
        </p:spPr>
      </p:pic>
      <p:grpSp>
        <p:nvGrpSpPr>
          <p:cNvPr id="7" name="图形 17"/>
          <p:cNvGrpSpPr/>
          <p:nvPr/>
        </p:nvGrpSpPr>
        <p:grpSpPr>
          <a:xfrm>
            <a:off x="898003" y="2566143"/>
            <a:ext cx="959323" cy="3339873"/>
            <a:chOff x="-2722782" y="4500444"/>
            <a:chExt cx="1969992" cy="6858508"/>
          </a:xfrm>
          <a:gradFill>
            <a:gsLst>
              <a:gs pos="93000">
                <a:srgbClr val="F5D6A8">
                  <a:alpha val="0"/>
                </a:srgbClr>
              </a:gs>
              <a:gs pos="0">
                <a:schemeClr val="accent4">
                  <a:lumMod val="20000"/>
                  <a:lumOff val="80000"/>
                  <a:alpha val="51000"/>
                </a:schemeClr>
              </a:gs>
            </a:gsLst>
            <a:lin ang="5400000" scaled="1"/>
          </a:gradFill>
        </p:grpSpPr>
        <p:sp>
          <p:nvSpPr>
            <p:cNvPr id="9" name="任意多边形: 形状 8"/>
            <p:cNvSpPr/>
            <p:nvPr/>
          </p:nvSpPr>
          <p:spPr>
            <a:xfrm>
              <a:off x="-2106088" y="6198930"/>
              <a:ext cx="72189" cy="199283"/>
            </a:xfrm>
            <a:custGeom>
              <a:avLst/>
              <a:gdLst>
                <a:gd name="connsiteX0" fmla="*/ 72189 w 72189"/>
                <a:gd name="connsiteY0" fmla="*/ 95575 h 199283"/>
                <a:gd name="connsiteX1" fmla="*/ 35078 w 72189"/>
                <a:gd name="connsiteY1" fmla="*/ 0 h 199283"/>
                <a:gd name="connsiteX2" fmla="*/ 0 w 72189"/>
                <a:gd name="connsiteY2" fmla="*/ 73715 h 199283"/>
                <a:gd name="connsiteX3" fmla="*/ 35586 w 72189"/>
                <a:gd name="connsiteY3" fmla="*/ 199284 h 199283"/>
                <a:gd name="connsiteX4" fmla="*/ 72189 w 72189"/>
                <a:gd name="connsiteY4" fmla="*/ 95575 h 199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89" h="199283">
                  <a:moveTo>
                    <a:pt x="72189" y="95575"/>
                  </a:moveTo>
                  <a:cubicBezTo>
                    <a:pt x="59988" y="64055"/>
                    <a:pt x="47279" y="32028"/>
                    <a:pt x="35078" y="0"/>
                  </a:cubicBezTo>
                  <a:cubicBezTo>
                    <a:pt x="23385" y="24402"/>
                    <a:pt x="11693" y="48804"/>
                    <a:pt x="0" y="73715"/>
                  </a:cubicBezTo>
                  <a:cubicBezTo>
                    <a:pt x="11184" y="115910"/>
                    <a:pt x="23385" y="157597"/>
                    <a:pt x="35586" y="199284"/>
                  </a:cubicBezTo>
                  <a:cubicBezTo>
                    <a:pt x="47787" y="164714"/>
                    <a:pt x="59988" y="130144"/>
                    <a:pt x="72189" y="95575"/>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0" name="任意多边形: 形状 9"/>
            <p:cNvSpPr/>
            <p:nvPr/>
          </p:nvSpPr>
          <p:spPr>
            <a:xfrm>
              <a:off x="-1997804" y="6539543"/>
              <a:ext cx="144378" cy="344679"/>
            </a:xfrm>
            <a:custGeom>
              <a:avLst/>
              <a:gdLst>
                <a:gd name="connsiteX0" fmla="*/ 85407 w 144378"/>
                <a:gd name="connsiteY0" fmla="*/ 344679 h 344679"/>
                <a:gd name="connsiteX1" fmla="*/ 144379 w 144378"/>
                <a:gd name="connsiteY1" fmla="*/ 221652 h 344679"/>
                <a:gd name="connsiteX2" fmla="*/ 56430 w 144378"/>
                <a:gd name="connsiteY2" fmla="*/ 0 h 344679"/>
                <a:gd name="connsiteX3" fmla="*/ 52363 w 144378"/>
                <a:gd name="connsiteY3" fmla="*/ 6609 h 344679"/>
                <a:gd name="connsiteX4" fmla="*/ 0 w 144378"/>
                <a:gd name="connsiteY4" fmla="*/ 89474 h 344679"/>
                <a:gd name="connsiteX5" fmla="*/ 85407 w 144378"/>
                <a:gd name="connsiteY5" fmla="*/ 344679 h 34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378" h="344679">
                  <a:moveTo>
                    <a:pt x="85407" y="344679"/>
                  </a:moveTo>
                  <a:cubicBezTo>
                    <a:pt x="104726" y="303501"/>
                    <a:pt x="124552" y="262322"/>
                    <a:pt x="144379" y="221652"/>
                  </a:cubicBezTo>
                  <a:cubicBezTo>
                    <a:pt x="115910" y="147429"/>
                    <a:pt x="85407" y="73715"/>
                    <a:pt x="56430" y="0"/>
                  </a:cubicBezTo>
                  <a:cubicBezTo>
                    <a:pt x="54905" y="2034"/>
                    <a:pt x="53380" y="4576"/>
                    <a:pt x="52363" y="6609"/>
                  </a:cubicBezTo>
                  <a:cubicBezTo>
                    <a:pt x="34570" y="34061"/>
                    <a:pt x="17285" y="61514"/>
                    <a:pt x="0" y="89474"/>
                  </a:cubicBezTo>
                  <a:cubicBezTo>
                    <a:pt x="27961" y="174373"/>
                    <a:pt x="56938" y="259272"/>
                    <a:pt x="85407" y="344679"/>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1" name="任意多边形: 形状 10"/>
            <p:cNvSpPr/>
            <p:nvPr/>
          </p:nvSpPr>
          <p:spPr>
            <a:xfrm>
              <a:off x="-2056267" y="6359069"/>
              <a:ext cx="98116" cy="225210"/>
            </a:xfrm>
            <a:custGeom>
              <a:avLst/>
              <a:gdLst>
                <a:gd name="connsiteX0" fmla="*/ 43720 w 98116"/>
                <a:gd name="connsiteY0" fmla="*/ 225211 h 225210"/>
                <a:gd name="connsiteX1" fmla="*/ 79307 w 98116"/>
                <a:gd name="connsiteY1" fmla="*/ 168781 h 225210"/>
                <a:gd name="connsiteX2" fmla="*/ 98117 w 98116"/>
                <a:gd name="connsiteY2" fmla="*/ 138787 h 225210"/>
                <a:gd name="connsiteX3" fmla="*/ 51346 w 98116"/>
                <a:gd name="connsiteY3" fmla="*/ 13726 h 225210"/>
                <a:gd name="connsiteX4" fmla="*/ 46262 w 98116"/>
                <a:gd name="connsiteY4" fmla="*/ 0 h 225210"/>
                <a:gd name="connsiteX5" fmla="*/ 0 w 98116"/>
                <a:gd name="connsiteY5" fmla="*/ 88458 h 225210"/>
                <a:gd name="connsiteX6" fmla="*/ 43720 w 98116"/>
                <a:gd name="connsiteY6" fmla="*/ 225211 h 22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116" h="225210">
                  <a:moveTo>
                    <a:pt x="43720" y="225211"/>
                  </a:moveTo>
                  <a:cubicBezTo>
                    <a:pt x="55413" y="206401"/>
                    <a:pt x="67614" y="187591"/>
                    <a:pt x="79307" y="168781"/>
                  </a:cubicBezTo>
                  <a:cubicBezTo>
                    <a:pt x="85916" y="159122"/>
                    <a:pt x="92016" y="148954"/>
                    <a:pt x="98117" y="138787"/>
                  </a:cubicBezTo>
                  <a:cubicBezTo>
                    <a:pt x="81849" y="97100"/>
                    <a:pt x="66089" y="55413"/>
                    <a:pt x="51346" y="13726"/>
                  </a:cubicBezTo>
                  <a:cubicBezTo>
                    <a:pt x="49821" y="9151"/>
                    <a:pt x="47787" y="4576"/>
                    <a:pt x="46262" y="0"/>
                  </a:cubicBezTo>
                  <a:cubicBezTo>
                    <a:pt x="31011" y="29486"/>
                    <a:pt x="15760" y="59480"/>
                    <a:pt x="0" y="88458"/>
                  </a:cubicBezTo>
                  <a:cubicBezTo>
                    <a:pt x="14743" y="134212"/>
                    <a:pt x="28977" y="179965"/>
                    <a:pt x="43720" y="225211"/>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 name="任意多边形: 形状 11"/>
            <p:cNvSpPr/>
            <p:nvPr/>
          </p:nvSpPr>
          <p:spPr>
            <a:xfrm>
              <a:off x="-2162010" y="6333650"/>
              <a:ext cx="62530" cy="180473"/>
            </a:xfrm>
            <a:custGeom>
              <a:avLst/>
              <a:gdLst>
                <a:gd name="connsiteX0" fmla="*/ 26944 w 62530"/>
                <a:gd name="connsiteY0" fmla="*/ 0 h 180473"/>
                <a:gd name="connsiteX1" fmla="*/ 0 w 62530"/>
                <a:gd name="connsiteY1" fmla="*/ 59480 h 180473"/>
                <a:gd name="connsiteX2" fmla="*/ 13726 w 62530"/>
                <a:gd name="connsiteY2" fmla="*/ 115402 h 180473"/>
                <a:gd name="connsiteX3" fmla="*/ 29486 w 62530"/>
                <a:gd name="connsiteY3" fmla="*/ 180474 h 180473"/>
                <a:gd name="connsiteX4" fmla="*/ 42704 w 62530"/>
                <a:gd name="connsiteY4" fmla="*/ 157088 h 180473"/>
                <a:gd name="connsiteX5" fmla="*/ 62530 w 62530"/>
                <a:gd name="connsiteY5" fmla="*/ 120485 h 180473"/>
                <a:gd name="connsiteX6" fmla="*/ 26944 w 62530"/>
                <a:gd name="connsiteY6" fmla="*/ 0 h 180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0" h="180473">
                  <a:moveTo>
                    <a:pt x="26944" y="0"/>
                  </a:moveTo>
                  <a:cubicBezTo>
                    <a:pt x="17793" y="19827"/>
                    <a:pt x="8642" y="39653"/>
                    <a:pt x="0" y="59480"/>
                  </a:cubicBezTo>
                  <a:cubicBezTo>
                    <a:pt x="4575" y="78290"/>
                    <a:pt x="9151" y="96592"/>
                    <a:pt x="13726" y="115402"/>
                  </a:cubicBezTo>
                  <a:cubicBezTo>
                    <a:pt x="18810" y="137262"/>
                    <a:pt x="24402" y="159122"/>
                    <a:pt x="29486" y="180474"/>
                  </a:cubicBezTo>
                  <a:cubicBezTo>
                    <a:pt x="34061" y="172848"/>
                    <a:pt x="38128" y="164714"/>
                    <a:pt x="42704" y="157088"/>
                  </a:cubicBezTo>
                  <a:cubicBezTo>
                    <a:pt x="49313" y="144887"/>
                    <a:pt x="55921" y="132686"/>
                    <a:pt x="62530" y="120485"/>
                  </a:cubicBezTo>
                  <a:cubicBezTo>
                    <a:pt x="49821" y="80832"/>
                    <a:pt x="38128" y="40670"/>
                    <a:pt x="26944" y="0"/>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 name="任意多边形: 形状 12"/>
            <p:cNvSpPr/>
            <p:nvPr/>
          </p:nvSpPr>
          <p:spPr>
            <a:xfrm>
              <a:off x="-2074060" y="6678838"/>
              <a:ext cx="134719" cy="395516"/>
            </a:xfrm>
            <a:custGeom>
              <a:avLst/>
              <a:gdLst>
                <a:gd name="connsiteX0" fmla="*/ 134720 w 134719"/>
                <a:gd name="connsiteY0" fmla="*/ 262322 h 395516"/>
                <a:gd name="connsiteX1" fmla="*/ 46262 w 134719"/>
                <a:gd name="connsiteY1" fmla="*/ 0 h 395516"/>
                <a:gd name="connsiteX2" fmla="*/ 0 w 134719"/>
                <a:gd name="connsiteY2" fmla="*/ 83882 h 395516"/>
                <a:gd name="connsiteX3" fmla="*/ 74223 w 134719"/>
                <a:gd name="connsiteY3" fmla="*/ 395517 h 395516"/>
                <a:gd name="connsiteX4" fmla="*/ 134720 w 134719"/>
                <a:gd name="connsiteY4" fmla="*/ 262322 h 39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19" h="395516">
                  <a:moveTo>
                    <a:pt x="134720" y="262322"/>
                  </a:moveTo>
                  <a:cubicBezTo>
                    <a:pt x="105234" y="174882"/>
                    <a:pt x="75240" y="87441"/>
                    <a:pt x="46262" y="0"/>
                  </a:cubicBezTo>
                  <a:cubicBezTo>
                    <a:pt x="29994" y="27452"/>
                    <a:pt x="14743" y="55413"/>
                    <a:pt x="0" y="83882"/>
                  </a:cubicBezTo>
                  <a:cubicBezTo>
                    <a:pt x="24402" y="187591"/>
                    <a:pt x="48804" y="291808"/>
                    <a:pt x="74223" y="395517"/>
                  </a:cubicBezTo>
                  <a:cubicBezTo>
                    <a:pt x="94050" y="351288"/>
                    <a:pt x="114385" y="307059"/>
                    <a:pt x="134720" y="262322"/>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 name="任意多边形: 形状 14"/>
            <p:cNvSpPr/>
            <p:nvPr/>
          </p:nvSpPr>
          <p:spPr>
            <a:xfrm>
              <a:off x="-1920022" y="7240085"/>
              <a:ext cx="142345" cy="364506"/>
            </a:xfrm>
            <a:custGeom>
              <a:avLst/>
              <a:gdLst>
                <a:gd name="connsiteX0" fmla="*/ 63039 w 142345"/>
                <a:gd name="connsiteY0" fmla="*/ 364506 h 364506"/>
                <a:gd name="connsiteX1" fmla="*/ 142345 w 142345"/>
                <a:gd name="connsiteY1" fmla="*/ 227753 h 364506"/>
                <a:gd name="connsiteX2" fmla="*/ 77273 w 142345"/>
                <a:gd name="connsiteY2" fmla="*/ 0 h 364506"/>
                <a:gd name="connsiteX3" fmla="*/ 0 w 142345"/>
                <a:gd name="connsiteY3" fmla="*/ 141837 h 364506"/>
                <a:gd name="connsiteX4" fmla="*/ 63039 w 142345"/>
                <a:gd name="connsiteY4" fmla="*/ 364506 h 3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45" h="364506">
                  <a:moveTo>
                    <a:pt x="63039" y="364506"/>
                  </a:moveTo>
                  <a:cubicBezTo>
                    <a:pt x="88966" y="318752"/>
                    <a:pt x="115401" y="272998"/>
                    <a:pt x="142345" y="227753"/>
                  </a:cubicBezTo>
                  <a:cubicBezTo>
                    <a:pt x="121502" y="151496"/>
                    <a:pt x="100150" y="75748"/>
                    <a:pt x="77273" y="0"/>
                  </a:cubicBezTo>
                  <a:cubicBezTo>
                    <a:pt x="50329" y="46262"/>
                    <a:pt x="24402" y="93541"/>
                    <a:pt x="0" y="141837"/>
                  </a:cubicBezTo>
                  <a:cubicBezTo>
                    <a:pt x="20843" y="216060"/>
                    <a:pt x="41687" y="290283"/>
                    <a:pt x="63039" y="364506"/>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 name="任意多边形: 形状 15"/>
            <p:cNvSpPr/>
            <p:nvPr/>
          </p:nvSpPr>
          <p:spPr>
            <a:xfrm>
              <a:off x="-1841224" y="7521726"/>
              <a:ext cx="115909" cy="240462"/>
            </a:xfrm>
            <a:custGeom>
              <a:avLst/>
              <a:gdLst>
                <a:gd name="connsiteX0" fmla="*/ 28977 w 115909"/>
                <a:gd name="connsiteY0" fmla="*/ 240462 h 240462"/>
                <a:gd name="connsiteX1" fmla="*/ 115910 w 115909"/>
                <a:gd name="connsiteY1" fmla="*/ 139295 h 240462"/>
                <a:gd name="connsiteX2" fmla="*/ 78290 w 115909"/>
                <a:gd name="connsiteY2" fmla="*/ 0 h 240462"/>
                <a:gd name="connsiteX3" fmla="*/ 0 w 115909"/>
                <a:gd name="connsiteY3" fmla="*/ 137770 h 240462"/>
                <a:gd name="connsiteX4" fmla="*/ 28977 w 115909"/>
                <a:gd name="connsiteY4" fmla="*/ 240462 h 240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09" h="240462">
                  <a:moveTo>
                    <a:pt x="28977" y="240462"/>
                  </a:moveTo>
                  <a:cubicBezTo>
                    <a:pt x="57447" y="205893"/>
                    <a:pt x="86424" y="172340"/>
                    <a:pt x="115910" y="139295"/>
                  </a:cubicBezTo>
                  <a:cubicBezTo>
                    <a:pt x="103200" y="93033"/>
                    <a:pt x="90999" y="46262"/>
                    <a:pt x="78290" y="0"/>
                  </a:cubicBezTo>
                  <a:cubicBezTo>
                    <a:pt x="51346" y="45754"/>
                    <a:pt x="25419" y="91508"/>
                    <a:pt x="0" y="137770"/>
                  </a:cubicBezTo>
                  <a:cubicBezTo>
                    <a:pt x="9151" y="171831"/>
                    <a:pt x="18810" y="205893"/>
                    <a:pt x="28977" y="240462"/>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7" name="任意多边形: 形状 16"/>
            <p:cNvSpPr/>
            <p:nvPr/>
          </p:nvSpPr>
          <p:spPr>
            <a:xfrm>
              <a:off x="-1980011" y="7016400"/>
              <a:ext cx="121501" cy="310109"/>
            </a:xfrm>
            <a:custGeom>
              <a:avLst/>
              <a:gdLst>
                <a:gd name="connsiteX0" fmla="*/ 52363 w 121501"/>
                <a:gd name="connsiteY0" fmla="*/ 27452 h 310109"/>
                <a:gd name="connsiteX1" fmla="*/ 0 w 121501"/>
                <a:gd name="connsiteY1" fmla="*/ 139295 h 310109"/>
                <a:gd name="connsiteX2" fmla="*/ 44737 w 121501"/>
                <a:gd name="connsiteY2" fmla="*/ 310110 h 310109"/>
                <a:gd name="connsiteX3" fmla="*/ 121502 w 121501"/>
                <a:gd name="connsiteY3" fmla="*/ 172848 h 310109"/>
                <a:gd name="connsiteX4" fmla="*/ 116927 w 121501"/>
                <a:gd name="connsiteY4" fmla="*/ 157597 h 310109"/>
                <a:gd name="connsiteX5" fmla="*/ 65581 w 121501"/>
                <a:gd name="connsiteY5" fmla="*/ 0 h 310109"/>
                <a:gd name="connsiteX6" fmla="*/ 52363 w 121501"/>
                <a:gd name="connsiteY6" fmla="*/ 27452 h 310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501" h="310109">
                  <a:moveTo>
                    <a:pt x="52363" y="27452"/>
                  </a:moveTo>
                  <a:cubicBezTo>
                    <a:pt x="35078" y="64564"/>
                    <a:pt x="17285" y="101675"/>
                    <a:pt x="0" y="139295"/>
                  </a:cubicBezTo>
                  <a:cubicBezTo>
                    <a:pt x="14235" y="196233"/>
                    <a:pt x="29486" y="253172"/>
                    <a:pt x="44737" y="310110"/>
                  </a:cubicBezTo>
                  <a:cubicBezTo>
                    <a:pt x="69139" y="263847"/>
                    <a:pt x="95066" y="218094"/>
                    <a:pt x="121502" y="172848"/>
                  </a:cubicBezTo>
                  <a:cubicBezTo>
                    <a:pt x="119977" y="167764"/>
                    <a:pt x="118452" y="162680"/>
                    <a:pt x="116927" y="157597"/>
                  </a:cubicBezTo>
                  <a:cubicBezTo>
                    <a:pt x="100659" y="105234"/>
                    <a:pt x="83374" y="52363"/>
                    <a:pt x="65581" y="0"/>
                  </a:cubicBezTo>
                  <a:cubicBezTo>
                    <a:pt x="61005" y="8642"/>
                    <a:pt x="56938" y="17793"/>
                    <a:pt x="52363" y="27452"/>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8" name="任意多边形: 形状 17"/>
            <p:cNvSpPr/>
            <p:nvPr/>
          </p:nvSpPr>
          <p:spPr>
            <a:xfrm>
              <a:off x="-2114731" y="6510057"/>
              <a:ext cx="71681" cy="199283"/>
            </a:xfrm>
            <a:custGeom>
              <a:avLst/>
              <a:gdLst>
                <a:gd name="connsiteX0" fmla="*/ 32028 w 71681"/>
                <a:gd name="connsiteY0" fmla="*/ 0 h 199283"/>
                <a:gd name="connsiteX1" fmla="*/ 27452 w 71681"/>
                <a:gd name="connsiteY1" fmla="*/ 12201 h 199283"/>
                <a:gd name="connsiteX2" fmla="*/ 0 w 71681"/>
                <a:gd name="connsiteY2" fmla="*/ 80323 h 199283"/>
                <a:gd name="connsiteX3" fmla="*/ 27961 w 71681"/>
                <a:gd name="connsiteY3" fmla="*/ 199284 h 199283"/>
                <a:gd name="connsiteX4" fmla="*/ 71681 w 71681"/>
                <a:gd name="connsiteY4" fmla="*/ 123027 h 199283"/>
                <a:gd name="connsiteX5" fmla="*/ 32028 w 71681"/>
                <a:gd name="connsiteY5" fmla="*/ 0 h 199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681" h="199283">
                  <a:moveTo>
                    <a:pt x="32028" y="0"/>
                  </a:moveTo>
                  <a:cubicBezTo>
                    <a:pt x="30503" y="4067"/>
                    <a:pt x="28977" y="8134"/>
                    <a:pt x="27452" y="12201"/>
                  </a:cubicBezTo>
                  <a:cubicBezTo>
                    <a:pt x="18302" y="35078"/>
                    <a:pt x="9151" y="57955"/>
                    <a:pt x="0" y="80323"/>
                  </a:cubicBezTo>
                  <a:cubicBezTo>
                    <a:pt x="9151" y="119977"/>
                    <a:pt x="18810" y="159630"/>
                    <a:pt x="27961" y="199284"/>
                  </a:cubicBezTo>
                  <a:cubicBezTo>
                    <a:pt x="42195" y="173356"/>
                    <a:pt x="56938" y="148446"/>
                    <a:pt x="71681" y="123027"/>
                  </a:cubicBezTo>
                  <a:cubicBezTo>
                    <a:pt x="58463" y="82357"/>
                    <a:pt x="44737" y="41179"/>
                    <a:pt x="32028" y="0"/>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9" name="任意多边形: 形状 18"/>
            <p:cNvSpPr/>
            <p:nvPr/>
          </p:nvSpPr>
          <p:spPr>
            <a:xfrm>
              <a:off x="-2050675" y="7216700"/>
              <a:ext cx="85407" cy="261813"/>
            </a:xfrm>
            <a:custGeom>
              <a:avLst/>
              <a:gdLst>
                <a:gd name="connsiteX0" fmla="*/ 71173 w 85407"/>
                <a:gd name="connsiteY0" fmla="*/ 114893 h 261813"/>
                <a:gd name="connsiteX1" fmla="*/ 41687 w 85407"/>
                <a:gd name="connsiteY1" fmla="*/ 0 h 261813"/>
                <a:gd name="connsiteX2" fmla="*/ 0 w 85407"/>
                <a:gd name="connsiteY2" fmla="*/ 87441 h 261813"/>
                <a:gd name="connsiteX3" fmla="*/ 41178 w 85407"/>
                <a:gd name="connsiteY3" fmla="*/ 261814 h 261813"/>
                <a:gd name="connsiteX4" fmla="*/ 85407 w 85407"/>
                <a:gd name="connsiteY4" fmla="*/ 168273 h 261813"/>
                <a:gd name="connsiteX5" fmla="*/ 71173 w 85407"/>
                <a:gd name="connsiteY5" fmla="*/ 114893 h 26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407" h="261813">
                  <a:moveTo>
                    <a:pt x="71173" y="114893"/>
                  </a:moveTo>
                  <a:cubicBezTo>
                    <a:pt x="61005" y="76765"/>
                    <a:pt x="51346" y="38128"/>
                    <a:pt x="41687" y="0"/>
                  </a:cubicBezTo>
                  <a:cubicBezTo>
                    <a:pt x="27961" y="28978"/>
                    <a:pt x="14234" y="57955"/>
                    <a:pt x="0" y="87441"/>
                  </a:cubicBezTo>
                  <a:cubicBezTo>
                    <a:pt x="13726" y="145396"/>
                    <a:pt x="27452" y="203859"/>
                    <a:pt x="41178" y="261814"/>
                  </a:cubicBezTo>
                  <a:cubicBezTo>
                    <a:pt x="55413" y="230295"/>
                    <a:pt x="70156" y="199284"/>
                    <a:pt x="85407" y="168273"/>
                  </a:cubicBezTo>
                  <a:cubicBezTo>
                    <a:pt x="80323" y="150479"/>
                    <a:pt x="75748" y="132686"/>
                    <a:pt x="71173" y="114893"/>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0" name="任意多边形: 形状 19"/>
            <p:cNvSpPr/>
            <p:nvPr/>
          </p:nvSpPr>
          <p:spPr>
            <a:xfrm>
              <a:off x="-1993737" y="7441911"/>
              <a:ext cx="105742" cy="315702"/>
            </a:xfrm>
            <a:custGeom>
              <a:avLst/>
              <a:gdLst>
                <a:gd name="connsiteX0" fmla="*/ 105742 w 105742"/>
                <a:gd name="connsiteY0" fmla="*/ 218602 h 315702"/>
                <a:gd name="connsiteX1" fmla="*/ 44229 w 105742"/>
                <a:gd name="connsiteY1" fmla="*/ 0 h 315702"/>
                <a:gd name="connsiteX2" fmla="*/ 0 w 105742"/>
                <a:gd name="connsiteY2" fmla="*/ 99133 h 315702"/>
                <a:gd name="connsiteX3" fmla="*/ 53888 w 105742"/>
                <a:gd name="connsiteY3" fmla="*/ 315702 h 315702"/>
                <a:gd name="connsiteX4" fmla="*/ 105742 w 105742"/>
                <a:gd name="connsiteY4" fmla="*/ 218602 h 315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42" h="315702">
                  <a:moveTo>
                    <a:pt x="105742" y="218602"/>
                  </a:moveTo>
                  <a:cubicBezTo>
                    <a:pt x="84899" y="145904"/>
                    <a:pt x="64055" y="73206"/>
                    <a:pt x="44229" y="0"/>
                  </a:cubicBezTo>
                  <a:cubicBezTo>
                    <a:pt x="28469" y="32536"/>
                    <a:pt x="13726" y="65581"/>
                    <a:pt x="0" y="99133"/>
                  </a:cubicBezTo>
                  <a:cubicBezTo>
                    <a:pt x="17793" y="171323"/>
                    <a:pt x="35586" y="243513"/>
                    <a:pt x="53888" y="315702"/>
                  </a:cubicBezTo>
                  <a:cubicBezTo>
                    <a:pt x="70664" y="283166"/>
                    <a:pt x="87949" y="251138"/>
                    <a:pt x="105742" y="218602"/>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1" name="任意多边形: 形状 20"/>
            <p:cNvSpPr/>
            <p:nvPr/>
          </p:nvSpPr>
          <p:spPr>
            <a:xfrm>
              <a:off x="-1925614" y="7715418"/>
              <a:ext cx="78798" cy="168272"/>
            </a:xfrm>
            <a:custGeom>
              <a:avLst/>
              <a:gdLst>
                <a:gd name="connsiteX0" fmla="*/ 0 w 78798"/>
                <a:gd name="connsiteY0" fmla="*/ 100150 h 168272"/>
                <a:gd name="connsiteX1" fmla="*/ 17793 w 78798"/>
                <a:gd name="connsiteY1" fmla="*/ 168273 h 168272"/>
                <a:gd name="connsiteX2" fmla="*/ 78798 w 78798"/>
                <a:gd name="connsiteY2" fmla="*/ 88966 h 168272"/>
                <a:gd name="connsiteX3" fmla="*/ 53380 w 78798"/>
                <a:gd name="connsiteY3" fmla="*/ 0 h 168272"/>
                <a:gd name="connsiteX4" fmla="*/ 0 w 78798"/>
                <a:gd name="connsiteY4" fmla="*/ 100150 h 168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798" h="168272">
                  <a:moveTo>
                    <a:pt x="0" y="100150"/>
                  </a:moveTo>
                  <a:cubicBezTo>
                    <a:pt x="5592" y="123027"/>
                    <a:pt x="11693" y="145904"/>
                    <a:pt x="17793" y="168273"/>
                  </a:cubicBezTo>
                  <a:cubicBezTo>
                    <a:pt x="37620" y="141329"/>
                    <a:pt x="57955" y="114893"/>
                    <a:pt x="78798" y="88966"/>
                  </a:cubicBezTo>
                  <a:cubicBezTo>
                    <a:pt x="70156" y="59480"/>
                    <a:pt x="62022" y="29486"/>
                    <a:pt x="53380" y="0"/>
                  </a:cubicBezTo>
                  <a:cubicBezTo>
                    <a:pt x="35078" y="33044"/>
                    <a:pt x="17285" y="66598"/>
                    <a:pt x="0" y="100150"/>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2" name="任意多边形: 形状 21"/>
            <p:cNvSpPr/>
            <p:nvPr/>
          </p:nvSpPr>
          <p:spPr>
            <a:xfrm>
              <a:off x="-2080669" y="10206971"/>
              <a:ext cx="120485" cy="289774"/>
            </a:xfrm>
            <a:custGeom>
              <a:avLst/>
              <a:gdLst>
                <a:gd name="connsiteX0" fmla="*/ 120485 w 120485"/>
                <a:gd name="connsiteY0" fmla="*/ 159630 h 289774"/>
                <a:gd name="connsiteX1" fmla="*/ 83374 w 120485"/>
                <a:gd name="connsiteY1" fmla="*/ 0 h 289774"/>
                <a:gd name="connsiteX2" fmla="*/ 14235 w 120485"/>
                <a:gd name="connsiteY2" fmla="*/ 99133 h 289774"/>
                <a:gd name="connsiteX3" fmla="*/ 0 w 120485"/>
                <a:gd name="connsiteY3" fmla="*/ 118960 h 289774"/>
                <a:gd name="connsiteX4" fmla="*/ 26436 w 120485"/>
                <a:gd name="connsiteY4" fmla="*/ 289775 h 289774"/>
                <a:gd name="connsiteX5" fmla="*/ 120485 w 120485"/>
                <a:gd name="connsiteY5" fmla="*/ 159630 h 289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485" h="289774">
                  <a:moveTo>
                    <a:pt x="120485" y="159630"/>
                  </a:moveTo>
                  <a:cubicBezTo>
                    <a:pt x="108284" y="106251"/>
                    <a:pt x="95575" y="53380"/>
                    <a:pt x="83374" y="0"/>
                  </a:cubicBezTo>
                  <a:cubicBezTo>
                    <a:pt x="61005" y="33553"/>
                    <a:pt x="38128" y="66598"/>
                    <a:pt x="14235" y="99133"/>
                  </a:cubicBezTo>
                  <a:cubicBezTo>
                    <a:pt x="9659" y="105743"/>
                    <a:pt x="4575" y="112352"/>
                    <a:pt x="0" y="118960"/>
                  </a:cubicBezTo>
                  <a:cubicBezTo>
                    <a:pt x="9151" y="175899"/>
                    <a:pt x="17793" y="232837"/>
                    <a:pt x="26436" y="289775"/>
                  </a:cubicBezTo>
                  <a:cubicBezTo>
                    <a:pt x="55921" y="245546"/>
                    <a:pt x="86932" y="201826"/>
                    <a:pt x="120485" y="159630"/>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3" name="任意多边形: 形状 22"/>
            <p:cNvSpPr/>
            <p:nvPr/>
          </p:nvSpPr>
          <p:spPr>
            <a:xfrm>
              <a:off x="-2046100" y="10415914"/>
              <a:ext cx="140820" cy="329935"/>
            </a:xfrm>
            <a:custGeom>
              <a:avLst/>
              <a:gdLst>
                <a:gd name="connsiteX0" fmla="*/ 24402 w 140820"/>
                <a:gd name="connsiteY0" fmla="*/ 285707 h 329935"/>
                <a:gd name="connsiteX1" fmla="*/ 32028 w 140820"/>
                <a:gd name="connsiteY1" fmla="*/ 329936 h 329935"/>
                <a:gd name="connsiteX2" fmla="*/ 140820 w 140820"/>
                <a:gd name="connsiteY2" fmla="*/ 193691 h 329935"/>
                <a:gd name="connsiteX3" fmla="*/ 112351 w 140820"/>
                <a:gd name="connsiteY3" fmla="*/ 70156 h 329935"/>
                <a:gd name="connsiteX4" fmla="*/ 96083 w 140820"/>
                <a:gd name="connsiteY4" fmla="*/ 0 h 329935"/>
                <a:gd name="connsiteX5" fmla="*/ 0 w 140820"/>
                <a:gd name="connsiteY5" fmla="*/ 139295 h 329935"/>
                <a:gd name="connsiteX6" fmla="*/ 24402 w 140820"/>
                <a:gd name="connsiteY6" fmla="*/ 285707 h 3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820" h="329935">
                  <a:moveTo>
                    <a:pt x="24402" y="285707"/>
                  </a:moveTo>
                  <a:cubicBezTo>
                    <a:pt x="26944" y="300450"/>
                    <a:pt x="29486" y="315193"/>
                    <a:pt x="32028" y="329936"/>
                  </a:cubicBezTo>
                  <a:cubicBezTo>
                    <a:pt x="67614" y="283674"/>
                    <a:pt x="103709" y="238428"/>
                    <a:pt x="140820" y="193691"/>
                  </a:cubicBezTo>
                  <a:cubicBezTo>
                    <a:pt x="131161" y="152513"/>
                    <a:pt x="121502" y="111334"/>
                    <a:pt x="112351" y="70156"/>
                  </a:cubicBezTo>
                  <a:cubicBezTo>
                    <a:pt x="107267" y="46770"/>
                    <a:pt x="101675" y="23385"/>
                    <a:pt x="96083" y="0"/>
                  </a:cubicBezTo>
                  <a:cubicBezTo>
                    <a:pt x="61514" y="44737"/>
                    <a:pt x="29994" y="91508"/>
                    <a:pt x="0" y="139295"/>
                  </a:cubicBezTo>
                  <a:cubicBezTo>
                    <a:pt x="8642" y="187590"/>
                    <a:pt x="16268" y="236903"/>
                    <a:pt x="24402" y="285707"/>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4" name="任意多边形: 形状 23"/>
            <p:cNvSpPr/>
            <p:nvPr/>
          </p:nvSpPr>
          <p:spPr>
            <a:xfrm>
              <a:off x="-2003904" y="10657393"/>
              <a:ext cx="162172" cy="354338"/>
            </a:xfrm>
            <a:custGeom>
              <a:avLst/>
              <a:gdLst>
                <a:gd name="connsiteX0" fmla="*/ 110826 w 162172"/>
                <a:gd name="connsiteY0" fmla="*/ 0 h 354338"/>
                <a:gd name="connsiteX1" fmla="*/ 0 w 162172"/>
                <a:gd name="connsiteY1" fmla="*/ 140820 h 354338"/>
                <a:gd name="connsiteX2" fmla="*/ 42195 w 162172"/>
                <a:gd name="connsiteY2" fmla="*/ 354338 h 354338"/>
                <a:gd name="connsiteX3" fmla="*/ 162172 w 162172"/>
                <a:gd name="connsiteY3" fmla="*/ 217585 h 354338"/>
                <a:gd name="connsiteX4" fmla="*/ 110826 w 162172"/>
                <a:gd name="connsiteY4" fmla="*/ 0 h 35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172" h="354338">
                  <a:moveTo>
                    <a:pt x="110826" y="0"/>
                  </a:moveTo>
                  <a:cubicBezTo>
                    <a:pt x="73206" y="46262"/>
                    <a:pt x="36095" y="93033"/>
                    <a:pt x="0" y="140820"/>
                  </a:cubicBezTo>
                  <a:cubicBezTo>
                    <a:pt x="13218" y="211993"/>
                    <a:pt x="27961" y="283166"/>
                    <a:pt x="42195" y="354338"/>
                  </a:cubicBezTo>
                  <a:cubicBezTo>
                    <a:pt x="82357" y="308584"/>
                    <a:pt x="122519" y="263339"/>
                    <a:pt x="162172" y="217585"/>
                  </a:cubicBezTo>
                  <a:cubicBezTo>
                    <a:pt x="145396" y="144887"/>
                    <a:pt x="127602" y="72697"/>
                    <a:pt x="110826" y="0"/>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5" name="任意多边形: 形状 24"/>
            <p:cNvSpPr/>
            <p:nvPr/>
          </p:nvSpPr>
          <p:spPr>
            <a:xfrm>
              <a:off x="-1952050" y="10922766"/>
              <a:ext cx="156579" cy="290791"/>
            </a:xfrm>
            <a:custGeom>
              <a:avLst/>
              <a:gdLst>
                <a:gd name="connsiteX0" fmla="*/ 0 w 156579"/>
                <a:gd name="connsiteY0" fmla="*/ 137262 h 290791"/>
                <a:gd name="connsiteX1" fmla="*/ 29486 w 156579"/>
                <a:gd name="connsiteY1" fmla="*/ 290791 h 290791"/>
                <a:gd name="connsiteX2" fmla="*/ 156580 w 156579"/>
                <a:gd name="connsiteY2" fmla="*/ 157088 h 290791"/>
                <a:gd name="connsiteX3" fmla="*/ 121502 w 156579"/>
                <a:gd name="connsiteY3" fmla="*/ 0 h 290791"/>
                <a:gd name="connsiteX4" fmla="*/ 0 w 156579"/>
                <a:gd name="connsiteY4" fmla="*/ 137262 h 290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79" h="290791">
                  <a:moveTo>
                    <a:pt x="0" y="137262"/>
                  </a:moveTo>
                  <a:cubicBezTo>
                    <a:pt x="10168" y="188099"/>
                    <a:pt x="20335" y="239445"/>
                    <a:pt x="29486" y="290791"/>
                  </a:cubicBezTo>
                  <a:cubicBezTo>
                    <a:pt x="71173" y="245546"/>
                    <a:pt x="113368" y="200809"/>
                    <a:pt x="156580" y="157088"/>
                  </a:cubicBezTo>
                  <a:cubicBezTo>
                    <a:pt x="145396" y="104725"/>
                    <a:pt x="133703" y="52363"/>
                    <a:pt x="121502" y="0"/>
                  </a:cubicBezTo>
                  <a:cubicBezTo>
                    <a:pt x="81340" y="45754"/>
                    <a:pt x="40670" y="91508"/>
                    <a:pt x="0" y="137262"/>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6" name="任意多边形: 形状 25"/>
            <p:cNvSpPr/>
            <p:nvPr/>
          </p:nvSpPr>
          <p:spPr>
            <a:xfrm>
              <a:off x="-2261651" y="10808889"/>
              <a:ext cx="78798" cy="245037"/>
            </a:xfrm>
            <a:custGeom>
              <a:avLst/>
              <a:gdLst>
                <a:gd name="connsiteX0" fmla="*/ 0 w 78798"/>
                <a:gd name="connsiteY0" fmla="*/ 97609 h 245037"/>
                <a:gd name="connsiteX1" fmla="*/ 26944 w 78798"/>
                <a:gd name="connsiteY1" fmla="*/ 245038 h 245037"/>
                <a:gd name="connsiteX2" fmla="*/ 78798 w 78798"/>
                <a:gd name="connsiteY2" fmla="*/ 169290 h 245037"/>
                <a:gd name="connsiteX3" fmla="*/ 61514 w 78798"/>
                <a:gd name="connsiteY3" fmla="*/ 0 h 245037"/>
                <a:gd name="connsiteX4" fmla="*/ 0 w 78798"/>
                <a:gd name="connsiteY4" fmla="*/ 97609 h 245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798" h="245037">
                  <a:moveTo>
                    <a:pt x="0" y="97609"/>
                  </a:moveTo>
                  <a:cubicBezTo>
                    <a:pt x="10676" y="146413"/>
                    <a:pt x="19318" y="195725"/>
                    <a:pt x="26944" y="245038"/>
                  </a:cubicBezTo>
                  <a:cubicBezTo>
                    <a:pt x="44229" y="219619"/>
                    <a:pt x="61514" y="194708"/>
                    <a:pt x="78798" y="169290"/>
                  </a:cubicBezTo>
                  <a:cubicBezTo>
                    <a:pt x="73715" y="112860"/>
                    <a:pt x="68122" y="56430"/>
                    <a:pt x="61514" y="0"/>
                  </a:cubicBezTo>
                  <a:cubicBezTo>
                    <a:pt x="42195" y="33044"/>
                    <a:pt x="21860" y="65581"/>
                    <a:pt x="0" y="97609"/>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7" name="任意多边形: 形状 26"/>
            <p:cNvSpPr/>
            <p:nvPr/>
          </p:nvSpPr>
          <p:spPr>
            <a:xfrm>
              <a:off x="-2188953" y="10383378"/>
              <a:ext cx="92524" cy="281131"/>
            </a:xfrm>
            <a:custGeom>
              <a:avLst/>
              <a:gdLst>
                <a:gd name="connsiteX0" fmla="*/ 65072 w 92524"/>
                <a:gd name="connsiteY0" fmla="*/ 0 h 281131"/>
                <a:gd name="connsiteX1" fmla="*/ 0 w 92524"/>
                <a:gd name="connsiteY1" fmla="*/ 77781 h 281131"/>
                <a:gd name="connsiteX2" fmla="*/ 20843 w 92524"/>
                <a:gd name="connsiteY2" fmla="*/ 205384 h 281131"/>
                <a:gd name="connsiteX3" fmla="*/ 30503 w 92524"/>
                <a:gd name="connsiteY3" fmla="*/ 281132 h 281131"/>
                <a:gd name="connsiteX4" fmla="*/ 92525 w 92524"/>
                <a:gd name="connsiteY4" fmla="*/ 178948 h 281131"/>
                <a:gd name="connsiteX5" fmla="*/ 65072 w 92524"/>
                <a:gd name="connsiteY5" fmla="*/ 0 h 28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524" h="281131">
                  <a:moveTo>
                    <a:pt x="65072" y="0"/>
                  </a:moveTo>
                  <a:cubicBezTo>
                    <a:pt x="44229" y="26435"/>
                    <a:pt x="22877" y="52871"/>
                    <a:pt x="0" y="77781"/>
                  </a:cubicBezTo>
                  <a:cubicBezTo>
                    <a:pt x="9151" y="119977"/>
                    <a:pt x="15760" y="163189"/>
                    <a:pt x="20843" y="205384"/>
                  </a:cubicBezTo>
                  <a:cubicBezTo>
                    <a:pt x="23894" y="230803"/>
                    <a:pt x="26944" y="255713"/>
                    <a:pt x="30503" y="281132"/>
                  </a:cubicBezTo>
                  <a:cubicBezTo>
                    <a:pt x="50838" y="247071"/>
                    <a:pt x="71681" y="213010"/>
                    <a:pt x="92525" y="178948"/>
                  </a:cubicBezTo>
                  <a:cubicBezTo>
                    <a:pt x="83374" y="118960"/>
                    <a:pt x="74731" y="59480"/>
                    <a:pt x="65072" y="0"/>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8" name="任意多边形: 形状 27"/>
            <p:cNvSpPr/>
            <p:nvPr/>
          </p:nvSpPr>
          <p:spPr>
            <a:xfrm>
              <a:off x="-2150317" y="10621807"/>
              <a:ext cx="94049" cy="284182"/>
            </a:xfrm>
            <a:custGeom>
              <a:avLst/>
              <a:gdLst>
                <a:gd name="connsiteX0" fmla="*/ 76256 w 94049"/>
                <a:gd name="connsiteY0" fmla="*/ 79307 h 284182"/>
                <a:gd name="connsiteX1" fmla="*/ 63547 w 94049"/>
                <a:gd name="connsiteY1" fmla="*/ 0 h 284182"/>
                <a:gd name="connsiteX2" fmla="*/ 0 w 94049"/>
                <a:gd name="connsiteY2" fmla="*/ 106250 h 284182"/>
                <a:gd name="connsiteX3" fmla="*/ 19318 w 94049"/>
                <a:gd name="connsiteY3" fmla="*/ 284182 h 284182"/>
                <a:gd name="connsiteX4" fmla="*/ 94050 w 94049"/>
                <a:gd name="connsiteY4" fmla="*/ 180474 h 284182"/>
                <a:gd name="connsiteX5" fmla="*/ 76256 w 94049"/>
                <a:gd name="connsiteY5" fmla="*/ 79307 h 28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49" h="284182">
                  <a:moveTo>
                    <a:pt x="76256" y="79307"/>
                  </a:moveTo>
                  <a:cubicBezTo>
                    <a:pt x="71681" y="52871"/>
                    <a:pt x="67614" y="26435"/>
                    <a:pt x="63547" y="0"/>
                  </a:cubicBezTo>
                  <a:cubicBezTo>
                    <a:pt x="42195" y="35077"/>
                    <a:pt x="20843" y="70664"/>
                    <a:pt x="0" y="106250"/>
                  </a:cubicBezTo>
                  <a:cubicBezTo>
                    <a:pt x="7117" y="165222"/>
                    <a:pt x="13726" y="224702"/>
                    <a:pt x="19318" y="284182"/>
                  </a:cubicBezTo>
                  <a:cubicBezTo>
                    <a:pt x="43720" y="249613"/>
                    <a:pt x="69139" y="215043"/>
                    <a:pt x="94050" y="180474"/>
                  </a:cubicBezTo>
                  <a:cubicBezTo>
                    <a:pt x="87441" y="146920"/>
                    <a:pt x="81849" y="113368"/>
                    <a:pt x="76256" y="79307"/>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29" name="任意多边形: 形状 28"/>
            <p:cNvSpPr/>
            <p:nvPr/>
          </p:nvSpPr>
          <p:spPr>
            <a:xfrm>
              <a:off x="-2125915" y="10854643"/>
              <a:ext cx="120993" cy="325869"/>
            </a:xfrm>
            <a:custGeom>
              <a:avLst/>
              <a:gdLst>
                <a:gd name="connsiteX0" fmla="*/ 0 w 120993"/>
                <a:gd name="connsiteY0" fmla="*/ 111843 h 325869"/>
                <a:gd name="connsiteX1" fmla="*/ 18810 w 120993"/>
                <a:gd name="connsiteY1" fmla="*/ 325869 h 325869"/>
                <a:gd name="connsiteX2" fmla="*/ 51346 w 120993"/>
                <a:gd name="connsiteY2" fmla="*/ 286725 h 325869"/>
                <a:gd name="connsiteX3" fmla="*/ 120994 w 120993"/>
                <a:gd name="connsiteY3" fmla="*/ 205893 h 325869"/>
                <a:gd name="connsiteX4" fmla="*/ 79815 w 120993"/>
                <a:gd name="connsiteY4" fmla="*/ 0 h 325869"/>
                <a:gd name="connsiteX5" fmla="*/ 0 w 120993"/>
                <a:gd name="connsiteY5" fmla="*/ 111843 h 325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993" h="325869">
                  <a:moveTo>
                    <a:pt x="0" y="111843"/>
                  </a:moveTo>
                  <a:cubicBezTo>
                    <a:pt x="6101" y="183016"/>
                    <a:pt x="12201" y="254697"/>
                    <a:pt x="18810" y="325869"/>
                  </a:cubicBezTo>
                  <a:cubicBezTo>
                    <a:pt x="29486" y="312652"/>
                    <a:pt x="40670" y="299942"/>
                    <a:pt x="51346" y="286725"/>
                  </a:cubicBezTo>
                  <a:cubicBezTo>
                    <a:pt x="74223" y="259780"/>
                    <a:pt x="97608" y="232837"/>
                    <a:pt x="120994" y="205893"/>
                  </a:cubicBezTo>
                  <a:cubicBezTo>
                    <a:pt x="107267" y="137262"/>
                    <a:pt x="93033" y="68631"/>
                    <a:pt x="79815" y="0"/>
                  </a:cubicBezTo>
                  <a:cubicBezTo>
                    <a:pt x="52871" y="37620"/>
                    <a:pt x="26436" y="74732"/>
                    <a:pt x="0" y="111843"/>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0" name="任意多边形: 形状 29"/>
            <p:cNvSpPr/>
            <p:nvPr/>
          </p:nvSpPr>
          <p:spPr>
            <a:xfrm>
              <a:off x="-1967810" y="8613211"/>
              <a:ext cx="82357" cy="205383"/>
            </a:xfrm>
            <a:custGeom>
              <a:avLst/>
              <a:gdLst>
                <a:gd name="connsiteX0" fmla="*/ 70156 w 82357"/>
                <a:gd name="connsiteY0" fmla="*/ 71681 h 205383"/>
                <a:gd name="connsiteX1" fmla="*/ 53380 w 82357"/>
                <a:gd name="connsiteY1" fmla="*/ 0 h 205383"/>
                <a:gd name="connsiteX2" fmla="*/ 0 w 82357"/>
                <a:gd name="connsiteY2" fmla="*/ 81849 h 205383"/>
                <a:gd name="connsiteX3" fmla="*/ 23385 w 82357"/>
                <a:gd name="connsiteY3" fmla="*/ 205384 h 205383"/>
                <a:gd name="connsiteX4" fmla="*/ 82357 w 82357"/>
                <a:gd name="connsiteY4" fmla="*/ 120994 h 205383"/>
                <a:gd name="connsiteX5" fmla="*/ 70156 w 82357"/>
                <a:gd name="connsiteY5" fmla="*/ 71681 h 20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57" h="205383">
                  <a:moveTo>
                    <a:pt x="70156" y="71681"/>
                  </a:moveTo>
                  <a:cubicBezTo>
                    <a:pt x="64564" y="47787"/>
                    <a:pt x="58972" y="23894"/>
                    <a:pt x="53380" y="0"/>
                  </a:cubicBezTo>
                  <a:cubicBezTo>
                    <a:pt x="35078" y="26944"/>
                    <a:pt x="17285" y="54396"/>
                    <a:pt x="0" y="81849"/>
                  </a:cubicBezTo>
                  <a:cubicBezTo>
                    <a:pt x="7626" y="123027"/>
                    <a:pt x="15251" y="164206"/>
                    <a:pt x="23385" y="205384"/>
                  </a:cubicBezTo>
                  <a:cubicBezTo>
                    <a:pt x="42704" y="176915"/>
                    <a:pt x="62022" y="148954"/>
                    <a:pt x="82357" y="120994"/>
                  </a:cubicBezTo>
                  <a:cubicBezTo>
                    <a:pt x="78290" y="104725"/>
                    <a:pt x="74223" y="88457"/>
                    <a:pt x="70156" y="71681"/>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1" name="任意多边形: 形状 30"/>
            <p:cNvSpPr/>
            <p:nvPr/>
          </p:nvSpPr>
          <p:spPr>
            <a:xfrm>
              <a:off x="-1933748" y="8784534"/>
              <a:ext cx="103708" cy="254188"/>
            </a:xfrm>
            <a:custGeom>
              <a:avLst/>
              <a:gdLst>
                <a:gd name="connsiteX0" fmla="*/ 34570 w 103708"/>
                <a:gd name="connsiteY0" fmla="*/ 254188 h 254188"/>
                <a:gd name="connsiteX1" fmla="*/ 103709 w 103708"/>
                <a:gd name="connsiteY1" fmla="*/ 155563 h 254188"/>
                <a:gd name="connsiteX2" fmla="*/ 61005 w 103708"/>
                <a:gd name="connsiteY2" fmla="*/ 0 h 254188"/>
                <a:gd name="connsiteX3" fmla="*/ 0 w 103708"/>
                <a:gd name="connsiteY3" fmla="*/ 88966 h 254188"/>
                <a:gd name="connsiteX4" fmla="*/ 34570 w 103708"/>
                <a:gd name="connsiteY4" fmla="*/ 254188 h 254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08" h="254188">
                  <a:moveTo>
                    <a:pt x="34570" y="254188"/>
                  </a:moveTo>
                  <a:cubicBezTo>
                    <a:pt x="57446" y="221144"/>
                    <a:pt x="80323" y="188608"/>
                    <a:pt x="103709" y="155563"/>
                  </a:cubicBezTo>
                  <a:cubicBezTo>
                    <a:pt x="88966" y="103709"/>
                    <a:pt x="74223" y="51854"/>
                    <a:pt x="61005" y="0"/>
                  </a:cubicBezTo>
                  <a:cubicBezTo>
                    <a:pt x="40162" y="29486"/>
                    <a:pt x="19827" y="58972"/>
                    <a:pt x="0" y="88966"/>
                  </a:cubicBezTo>
                  <a:cubicBezTo>
                    <a:pt x="11184" y="143871"/>
                    <a:pt x="22877" y="199283"/>
                    <a:pt x="34570" y="254188"/>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2" name="任意多边形: 形状 31"/>
            <p:cNvSpPr/>
            <p:nvPr/>
          </p:nvSpPr>
          <p:spPr>
            <a:xfrm>
              <a:off x="-1887995" y="8987376"/>
              <a:ext cx="155054" cy="388908"/>
            </a:xfrm>
            <a:custGeom>
              <a:avLst/>
              <a:gdLst>
                <a:gd name="connsiteX0" fmla="*/ 66597 w 155054"/>
                <a:gd name="connsiteY0" fmla="*/ 388908 h 388908"/>
                <a:gd name="connsiteX1" fmla="*/ 122519 w 155054"/>
                <a:gd name="connsiteY1" fmla="*/ 315193 h 388908"/>
                <a:gd name="connsiteX2" fmla="*/ 155055 w 155054"/>
                <a:gd name="connsiteY2" fmla="*/ 275540 h 388908"/>
                <a:gd name="connsiteX3" fmla="*/ 71681 w 155054"/>
                <a:gd name="connsiteY3" fmla="*/ 0 h 388908"/>
                <a:gd name="connsiteX4" fmla="*/ 0 w 155054"/>
                <a:gd name="connsiteY4" fmla="*/ 103200 h 388908"/>
                <a:gd name="connsiteX5" fmla="*/ 66597 w 155054"/>
                <a:gd name="connsiteY5" fmla="*/ 388908 h 388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054" h="388908">
                  <a:moveTo>
                    <a:pt x="66597" y="388908"/>
                  </a:moveTo>
                  <a:cubicBezTo>
                    <a:pt x="84390" y="363998"/>
                    <a:pt x="103200" y="339596"/>
                    <a:pt x="122519" y="315193"/>
                  </a:cubicBezTo>
                  <a:cubicBezTo>
                    <a:pt x="133195" y="301976"/>
                    <a:pt x="143871" y="288758"/>
                    <a:pt x="155055" y="275540"/>
                  </a:cubicBezTo>
                  <a:cubicBezTo>
                    <a:pt x="127094" y="184032"/>
                    <a:pt x="98625" y="92016"/>
                    <a:pt x="71681" y="0"/>
                  </a:cubicBezTo>
                  <a:cubicBezTo>
                    <a:pt x="47279" y="34061"/>
                    <a:pt x="23385" y="68631"/>
                    <a:pt x="0" y="103200"/>
                  </a:cubicBezTo>
                  <a:cubicBezTo>
                    <a:pt x="21352" y="198775"/>
                    <a:pt x="43212" y="293842"/>
                    <a:pt x="66597" y="388908"/>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3" name="任意多边形: 形状 32"/>
            <p:cNvSpPr/>
            <p:nvPr/>
          </p:nvSpPr>
          <p:spPr>
            <a:xfrm>
              <a:off x="-2006955" y="9153107"/>
              <a:ext cx="144887" cy="407209"/>
            </a:xfrm>
            <a:custGeom>
              <a:avLst/>
              <a:gdLst>
                <a:gd name="connsiteX0" fmla="*/ 133703 w 144887"/>
                <a:gd name="connsiteY0" fmla="*/ 236903 h 407209"/>
                <a:gd name="connsiteX1" fmla="*/ 76765 w 144887"/>
                <a:gd name="connsiteY1" fmla="*/ 0 h 407209"/>
                <a:gd name="connsiteX2" fmla="*/ 0 w 144887"/>
                <a:gd name="connsiteY2" fmla="*/ 116927 h 407209"/>
                <a:gd name="connsiteX3" fmla="*/ 65581 w 144887"/>
                <a:gd name="connsiteY3" fmla="*/ 407210 h 407209"/>
                <a:gd name="connsiteX4" fmla="*/ 144887 w 144887"/>
                <a:gd name="connsiteY4" fmla="*/ 280624 h 407209"/>
                <a:gd name="connsiteX5" fmla="*/ 133703 w 144887"/>
                <a:gd name="connsiteY5" fmla="*/ 236903 h 407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887" h="407209">
                  <a:moveTo>
                    <a:pt x="133703" y="236903"/>
                  </a:moveTo>
                  <a:cubicBezTo>
                    <a:pt x="113368" y="158105"/>
                    <a:pt x="94558" y="79307"/>
                    <a:pt x="76765" y="0"/>
                  </a:cubicBezTo>
                  <a:cubicBezTo>
                    <a:pt x="50838" y="38636"/>
                    <a:pt x="25419" y="77782"/>
                    <a:pt x="0" y="116927"/>
                  </a:cubicBezTo>
                  <a:cubicBezTo>
                    <a:pt x="25419" y="213010"/>
                    <a:pt x="43720" y="310618"/>
                    <a:pt x="65581" y="407210"/>
                  </a:cubicBezTo>
                  <a:cubicBezTo>
                    <a:pt x="90999" y="364506"/>
                    <a:pt x="117435" y="322311"/>
                    <a:pt x="144887" y="280624"/>
                  </a:cubicBezTo>
                  <a:cubicBezTo>
                    <a:pt x="141329" y="266389"/>
                    <a:pt x="137770" y="251646"/>
                    <a:pt x="133703" y="236903"/>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4" name="任意多边形: 形状 33"/>
            <p:cNvSpPr/>
            <p:nvPr/>
          </p:nvSpPr>
          <p:spPr>
            <a:xfrm>
              <a:off x="-1928156" y="9483552"/>
              <a:ext cx="168780" cy="435170"/>
            </a:xfrm>
            <a:custGeom>
              <a:avLst/>
              <a:gdLst>
                <a:gd name="connsiteX0" fmla="*/ 168781 w 168780"/>
                <a:gd name="connsiteY0" fmla="*/ 312652 h 435170"/>
                <a:gd name="connsiteX1" fmla="*/ 79815 w 168780"/>
                <a:gd name="connsiteY1" fmla="*/ 0 h 435170"/>
                <a:gd name="connsiteX2" fmla="*/ 0 w 168780"/>
                <a:gd name="connsiteY2" fmla="*/ 132686 h 435170"/>
                <a:gd name="connsiteX3" fmla="*/ 74731 w 168780"/>
                <a:gd name="connsiteY3" fmla="*/ 435170 h 435170"/>
                <a:gd name="connsiteX4" fmla="*/ 141329 w 168780"/>
                <a:gd name="connsiteY4" fmla="*/ 345696 h 435170"/>
                <a:gd name="connsiteX5" fmla="*/ 168781 w 168780"/>
                <a:gd name="connsiteY5" fmla="*/ 312652 h 435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80" h="435170">
                  <a:moveTo>
                    <a:pt x="168781" y="312652"/>
                  </a:moveTo>
                  <a:cubicBezTo>
                    <a:pt x="137770" y="208943"/>
                    <a:pt x="107776" y="104725"/>
                    <a:pt x="79815" y="0"/>
                  </a:cubicBezTo>
                  <a:cubicBezTo>
                    <a:pt x="51854" y="43212"/>
                    <a:pt x="25419" y="87949"/>
                    <a:pt x="0" y="132686"/>
                  </a:cubicBezTo>
                  <a:cubicBezTo>
                    <a:pt x="24402" y="233853"/>
                    <a:pt x="49313" y="334511"/>
                    <a:pt x="74731" y="435170"/>
                  </a:cubicBezTo>
                  <a:cubicBezTo>
                    <a:pt x="96083" y="404668"/>
                    <a:pt x="118452" y="375182"/>
                    <a:pt x="141329" y="345696"/>
                  </a:cubicBezTo>
                  <a:cubicBezTo>
                    <a:pt x="150479" y="334511"/>
                    <a:pt x="159630" y="323836"/>
                    <a:pt x="168781" y="312652"/>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5" name="任意多边形: 形状 34"/>
            <p:cNvSpPr/>
            <p:nvPr/>
          </p:nvSpPr>
          <p:spPr>
            <a:xfrm>
              <a:off x="-1978994" y="7979265"/>
              <a:ext cx="105742" cy="282657"/>
            </a:xfrm>
            <a:custGeom>
              <a:avLst/>
              <a:gdLst>
                <a:gd name="connsiteX0" fmla="*/ 50838 w 105742"/>
                <a:gd name="connsiteY0" fmla="*/ 0 h 282657"/>
                <a:gd name="connsiteX1" fmla="*/ 0 w 105742"/>
                <a:gd name="connsiteY1" fmla="*/ 76256 h 282657"/>
                <a:gd name="connsiteX2" fmla="*/ 41687 w 105742"/>
                <a:gd name="connsiteY2" fmla="*/ 282657 h 282657"/>
                <a:gd name="connsiteX3" fmla="*/ 105742 w 105742"/>
                <a:gd name="connsiteY3" fmla="*/ 209959 h 282657"/>
                <a:gd name="connsiteX4" fmla="*/ 50838 w 105742"/>
                <a:gd name="connsiteY4" fmla="*/ 0 h 282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42" h="282657">
                  <a:moveTo>
                    <a:pt x="50838" y="0"/>
                  </a:moveTo>
                  <a:cubicBezTo>
                    <a:pt x="33553" y="24911"/>
                    <a:pt x="16776" y="50329"/>
                    <a:pt x="0" y="76256"/>
                  </a:cubicBezTo>
                  <a:cubicBezTo>
                    <a:pt x="14235" y="144887"/>
                    <a:pt x="27961" y="214026"/>
                    <a:pt x="41687" y="282657"/>
                  </a:cubicBezTo>
                  <a:cubicBezTo>
                    <a:pt x="63039" y="258255"/>
                    <a:pt x="84391" y="233853"/>
                    <a:pt x="105742" y="209959"/>
                  </a:cubicBezTo>
                  <a:cubicBezTo>
                    <a:pt x="87441" y="139804"/>
                    <a:pt x="69139" y="70156"/>
                    <a:pt x="50838" y="0"/>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6" name="任意多边形: 形状 35"/>
            <p:cNvSpPr/>
            <p:nvPr/>
          </p:nvSpPr>
          <p:spPr>
            <a:xfrm>
              <a:off x="-1927140" y="8234979"/>
              <a:ext cx="112351" cy="268931"/>
            </a:xfrm>
            <a:custGeom>
              <a:avLst/>
              <a:gdLst>
                <a:gd name="connsiteX0" fmla="*/ 112351 w 112351"/>
                <a:gd name="connsiteY0" fmla="*/ 171831 h 268931"/>
                <a:gd name="connsiteX1" fmla="*/ 66089 w 112351"/>
                <a:gd name="connsiteY1" fmla="*/ 0 h 268931"/>
                <a:gd name="connsiteX2" fmla="*/ 0 w 112351"/>
                <a:gd name="connsiteY2" fmla="*/ 75240 h 268931"/>
                <a:gd name="connsiteX3" fmla="*/ 41179 w 112351"/>
                <a:gd name="connsiteY3" fmla="*/ 268931 h 268931"/>
                <a:gd name="connsiteX4" fmla="*/ 112351 w 112351"/>
                <a:gd name="connsiteY4" fmla="*/ 171831 h 268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51" h="268931">
                  <a:moveTo>
                    <a:pt x="112351" y="171831"/>
                  </a:moveTo>
                  <a:cubicBezTo>
                    <a:pt x="97100" y="114385"/>
                    <a:pt x="81340" y="57446"/>
                    <a:pt x="66089" y="0"/>
                  </a:cubicBezTo>
                  <a:cubicBezTo>
                    <a:pt x="43720" y="24911"/>
                    <a:pt x="21860" y="50329"/>
                    <a:pt x="0" y="75240"/>
                  </a:cubicBezTo>
                  <a:cubicBezTo>
                    <a:pt x="13218" y="139804"/>
                    <a:pt x="26944" y="204367"/>
                    <a:pt x="41179" y="268931"/>
                  </a:cubicBezTo>
                  <a:cubicBezTo>
                    <a:pt x="64564" y="236395"/>
                    <a:pt x="88458" y="203859"/>
                    <a:pt x="112351" y="171831"/>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7" name="任意多边形: 形状 36"/>
            <p:cNvSpPr/>
            <p:nvPr/>
          </p:nvSpPr>
          <p:spPr>
            <a:xfrm>
              <a:off x="-2026146" y="6300606"/>
              <a:ext cx="762" cy="1016"/>
            </a:xfrm>
            <a:custGeom>
              <a:avLst/>
              <a:gdLst>
                <a:gd name="connsiteX0" fmla="*/ 381 w 762"/>
                <a:gd name="connsiteY0" fmla="*/ 0 h 1016"/>
                <a:gd name="connsiteX1" fmla="*/ 381 w 762"/>
                <a:gd name="connsiteY1" fmla="*/ 1017 h 1016"/>
                <a:gd name="connsiteX2" fmla="*/ 381 w 762"/>
                <a:gd name="connsiteY2" fmla="*/ 0 h 1016"/>
              </a:gdLst>
              <a:ahLst/>
              <a:cxnLst>
                <a:cxn ang="0">
                  <a:pos x="connsiteX0" y="connsiteY0"/>
                </a:cxn>
                <a:cxn ang="0">
                  <a:pos x="connsiteX1" y="connsiteY1"/>
                </a:cxn>
                <a:cxn ang="0">
                  <a:pos x="connsiteX2" y="connsiteY2"/>
                </a:cxn>
              </a:cxnLst>
              <a:rect l="l" t="t" r="r" b="b"/>
              <a:pathLst>
                <a:path w="762" h="1016">
                  <a:moveTo>
                    <a:pt x="381" y="0"/>
                  </a:moveTo>
                  <a:cubicBezTo>
                    <a:pt x="-127" y="0"/>
                    <a:pt x="-127" y="1017"/>
                    <a:pt x="381" y="1017"/>
                  </a:cubicBezTo>
                  <a:cubicBezTo>
                    <a:pt x="890" y="1017"/>
                    <a:pt x="890" y="0"/>
                    <a:pt x="381" y="0"/>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8" name="任意多边形: 形状 37"/>
            <p:cNvSpPr/>
            <p:nvPr/>
          </p:nvSpPr>
          <p:spPr>
            <a:xfrm>
              <a:off x="-2722782" y="5536516"/>
              <a:ext cx="1969992" cy="5822437"/>
            </a:xfrm>
            <a:custGeom>
              <a:avLst/>
              <a:gdLst>
                <a:gd name="connsiteX0" fmla="*/ 1852557 w 1969992"/>
                <a:gd name="connsiteY0" fmla="*/ 5769058 h 5822437"/>
                <a:gd name="connsiteX1" fmla="*/ 1850015 w 1969992"/>
                <a:gd name="connsiteY1" fmla="*/ 5769058 h 5822437"/>
                <a:gd name="connsiteX2" fmla="*/ 1797652 w 1969992"/>
                <a:gd name="connsiteY2" fmla="*/ 5754823 h 5822437"/>
                <a:gd name="connsiteX3" fmla="*/ 1707670 w 1969992"/>
                <a:gd name="connsiteY3" fmla="*/ 5730930 h 5822437"/>
                <a:gd name="connsiteX4" fmla="*/ 1707162 w 1969992"/>
                <a:gd name="connsiteY4" fmla="*/ 5730930 h 5822437"/>
                <a:gd name="connsiteX5" fmla="*/ 1695469 w 1969992"/>
                <a:gd name="connsiteY5" fmla="*/ 5746181 h 5822437"/>
                <a:gd name="connsiteX6" fmla="*/ 1710212 w 1969992"/>
                <a:gd name="connsiteY6" fmla="*/ 5762449 h 5822437"/>
                <a:gd name="connsiteX7" fmla="*/ 1698519 w 1969992"/>
                <a:gd name="connsiteY7" fmla="*/ 5762449 h 5822437"/>
                <a:gd name="connsiteX8" fmla="*/ 1689368 w 1969992"/>
                <a:gd name="connsiteY8" fmla="*/ 5722795 h 5822437"/>
                <a:gd name="connsiteX9" fmla="*/ 1705636 w 1969992"/>
                <a:gd name="connsiteY9" fmla="*/ 5728388 h 5822437"/>
                <a:gd name="connsiteX10" fmla="*/ 1690385 w 1969992"/>
                <a:gd name="connsiteY10" fmla="*/ 5707036 h 5822437"/>
                <a:gd name="connsiteX11" fmla="*/ 1686826 w 1969992"/>
                <a:gd name="connsiteY11" fmla="*/ 5698902 h 5822437"/>
                <a:gd name="connsiteX12" fmla="*/ 1683776 w 1969992"/>
                <a:gd name="connsiteY12" fmla="*/ 5698393 h 5822437"/>
                <a:gd name="connsiteX13" fmla="*/ 1680217 w 1969992"/>
                <a:gd name="connsiteY13" fmla="*/ 5684159 h 5822437"/>
                <a:gd name="connsiteX14" fmla="*/ 1667508 w 1969992"/>
                <a:gd name="connsiteY14" fmla="*/ 5619087 h 5822437"/>
                <a:gd name="connsiteX15" fmla="*/ 1668525 w 1969992"/>
                <a:gd name="connsiteY15" fmla="*/ 5609936 h 5822437"/>
                <a:gd name="connsiteX16" fmla="*/ 1663441 w 1969992"/>
                <a:gd name="connsiteY16" fmla="*/ 5609936 h 5822437"/>
                <a:gd name="connsiteX17" fmla="*/ 1470766 w 1969992"/>
                <a:gd name="connsiteY17" fmla="*/ 4562172 h 5822437"/>
                <a:gd name="connsiteX18" fmla="*/ 1426029 w 1969992"/>
                <a:gd name="connsiteY18" fmla="*/ 4192073 h 5822437"/>
                <a:gd name="connsiteX19" fmla="*/ 1433146 w 1969992"/>
                <a:gd name="connsiteY19" fmla="*/ 4178856 h 5822437"/>
                <a:gd name="connsiteX20" fmla="*/ 1404677 w 1969992"/>
                <a:gd name="connsiteY20" fmla="*/ 3973980 h 5822437"/>
                <a:gd name="connsiteX21" fmla="*/ 1386376 w 1969992"/>
                <a:gd name="connsiteY21" fmla="*/ 3775204 h 5822437"/>
                <a:gd name="connsiteX22" fmla="*/ 1367566 w 1969992"/>
                <a:gd name="connsiteY22" fmla="*/ 3592697 h 5822437"/>
                <a:gd name="connsiteX23" fmla="*/ 1360957 w 1969992"/>
                <a:gd name="connsiteY23" fmla="*/ 3553552 h 5822437"/>
                <a:gd name="connsiteX24" fmla="*/ 1359432 w 1969992"/>
                <a:gd name="connsiteY24" fmla="*/ 3536267 h 5822437"/>
                <a:gd name="connsiteX25" fmla="*/ 1344689 w 1969992"/>
                <a:gd name="connsiteY25" fmla="*/ 3151427 h 5822437"/>
                <a:gd name="connsiteX26" fmla="*/ 1341639 w 1969992"/>
                <a:gd name="connsiteY26" fmla="*/ 3136175 h 5822437"/>
                <a:gd name="connsiteX27" fmla="*/ 1335538 w 1969992"/>
                <a:gd name="connsiteY27" fmla="*/ 3052801 h 5822437"/>
                <a:gd name="connsiteX28" fmla="*/ 1334013 w 1969992"/>
                <a:gd name="connsiteY28" fmla="*/ 2074685 h 5822437"/>
                <a:gd name="connsiteX29" fmla="*/ 1340114 w 1969992"/>
                <a:gd name="connsiteY29" fmla="*/ 2056892 h 5822437"/>
                <a:gd name="connsiteX30" fmla="*/ 1342147 w 1969992"/>
                <a:gd name="connsiteY30" fmla="*/ 1870318 h 5822437"/>
                <a:gd name="connsiteX31" fmla="*/ 1345197 w 1969992"/>
                <a:gd name="connsiteY31" fmla="*/ 1807279 h 5822437"/>
                <a:gd name="connsiteX32" fmla="*/ 1422979 w 1969992"/>
                <a:gd name="connsiteY32" fmla="*/ 893218 h 5822437"/>
                <a:gd name="connsiteX33" fmla="*/ 1430096 w 1969992"/>
                <a:gd name="connsiteY33" fmla="*/ 895760 h 5822437"/>
                <a:gd name="connsiteX34" fmla="*/ 1430096 w 1969992"/>
                <a:gd name="connsiteY34" fmla="*/ 887117 h 5822437"/>
                <a:gd name="connsiteX35" fmla="*/ 1423487 w 1969992"/>
                <a:gd name="connsiteY35" fmla="*/ 885084 h 5822437"/>
                <a:gd name="connsiteX36" fmla="*/ 1461616 w 1969992"/>
                <a:gd name="connsiteY36" fmla="*/ 553114 h 5822437"/>
                <a:gd name="connsiteX37" fmla="*/ 1465174 w 1969992"/>
                <a:gd name="connsiteY37" fmla="*/ 542946 h 5822437"/>
                <a:gd name="connsiteX38" fmla="*/ 1481442 w 1969992"/>
                <a:gd name="connsiteY38" fmla="*/ 470248 h 5822437"/>
                <a:gd name="connsiteX39" fmla="*/ 1468733 w 1969992"/>
                <a:gd name="connsiteY39" fmla="*/ 463640 h 5822437"/>
                <a:gd name="connsiteX40" fmla="*/ 1466191 w 1969992"/>
                <a:gd name="connsiteY40" fmla="*/ 461606 h 5822437"/>
                <a:gd name="connsiteX41" fmla="*/ 1435688 w 1969992"/>
                <a:gd name="connsiteY41" fmla="*/ 441779 h 5822437"/>
                <a:gd name="connsiteX42" fmla="*/ 1434163 w 1969992"/>
                <a:gd name="connsiteY42" fmla="*/ 432120 h 5822437"/>
                <a:gd name="connsiteX43" fmla="*/ 1425013 w 1969992"/>
                <a:gd name="connsiteY43" fmla="*/ 417377 h 5822437"/>
                <a:gd name="connsiteX44" fmla="*/ 1407728 w 1969992"/>
                <a:gd name="connsiteY44" fmla="*/ 395009 h 5822437"/>
                <a:gd name="connsiteX45" fmla="*/ 1382817 w 1969992"/>
                <a:gd name="connsiteY45" fmla="*/ 404159 h 5822437"/>
                <a:gd name="connsiteX46" fmla="*/ 1375700 w 1969992"/>
                <a:gd name="connsiteY46" fmla="*/ 407718 h 5822437"/>
                <a:gd name="connsiteX47" fmla="*/ 1323845 w 1969992"/>
                <a:gd name="connsiteY47" fmla="*/ 382299 h 5822437"/>
                <a:gd name="connsiteX48" fmla="*/ 1326387 w 1969992"/>
                <a:gd name="connsiteY48" fmla="*/ 378741 h 5822437"/>
                <a:gd name="connsiteX49" fmla="*/ 1327913 w 1969992"/>
                <a:gd name="connsiteY49" fmla="*/ 365523 h 5822437"/>
                <a:gd name="connsiteX50" fmla="*/ 1346214 w 1969992"/>
                <a:gd name="connsiteY50" fmla="*/ 347221 h 5822437"/>
                <a:gd name="connsiteX51" fmla="*/ 1321304 w 1969992"/>
                <a:gd name="connsiteY51" fmla="*/ 309093 h 5822437"/>
                <a:gd name="connsiteX52" fmla="*/ 1294868 w 1969992"/>
                <a:gd name="connsiteY52" fmla="*/ 309601 h 5822437"/>
                <a:gd name="connsiteX53" fmla="*/ 1274025 w 1969992"/>
                <a:gd name="connsiteY53" fmla="*/ 317227 h 5822437"/>
                <a:gd name="connsiteX54" fmla="*/ 1269449 w 1969992"/>
                <a:gd name="connsiteY54" fmla="*/ 359931 h 5822437"/>
                <a:gd name="connsiteX55" fmla="*/ 1176416 w 1969992"/>
                <a:gd name="connsiteY55" fmla="*/ 329428 h 5822437"/>
                <a:gd name="connsiteX56" fmla="*/ 1175908 w 1969992"/>
                <a:gd name="connsiteY56" fmla="*/ 325869 h 5822437"/>
                <a:gd name="connsiteX57" fmla="*/ 1175400 w 1969992"/>
                <a:gd name="connsiteY57" fmla="*/ 320786 h 5822437"/>
                <a:gd name="connsiteX58" fmla="*/ 1177433 w 1969992"/>
                <a:gd name="connsiteY58" fmla="*/ 316210 h 5822437"/>
                <a:gd name="connsiteX59" fmla="*/ 1177433 w 1969992"/>
                <a:gd name="connsiteY59" fmla="*/ 310110 h 5822437"/>
                <a:gd name="connsiteX60" fmla="*/ 1182008 w 1969992"/>
                <a:gd name="connsiteY60" fmla="*/ 296383 h 5822437"/>
                <a:gd name="connsiteX61" fmla="*/ 1172349 w 1969992"/>
                <a:gd name="connsiteY61" fmla="*/ 287233 h 5822437"/>
                <a:gd name="connsiteX62" fmla="*/ 1157606 w 1969992"/>
                <a:gd name="connsiteY62" fmla="*/ 283166 h 5822437"/>
                <a:gd name="connsiteX63" fmla="*/ 1154556 w 1969992"/>
                <a:gd name="connsiteY63" fmla="*/ 283674 h 5822437"/>
                <a:gd name="connsiteX64" fmla="*/ 1125579 w 1969992"/>
                <a:gd name="connsiteY64" fmla="*/ 314685 h 5822437"/>
                <a:gd name="connsiteX65" fmla="*/ 1125070 w 1969992"/>
                <a:gd name="connsiteY65" fmla="*/ 317227 h 5822437"/>
                <a:gd name="connsiteX66" fmla="*/ 1034579 w 1969992"/>
                <a:gd name="connsiteY66" fmla="*/ 301467 h 5822437"/>
                <a:gd name="connsiteX67" fmla="*/ 1034579 w 1969992"/>
                <a:gd name="connsiteY67" fmla="*/ 300959 h 5822437"/>
                <a:gd name="connsiteX68" fmla="*/ 1066099 w 1969992"/>
                <a:gd name="connsiteY68" fmla="*/ 290791 h 5822437"/>
                <a:gd name="connsiteX69" fmla="*/ 1059490 w 1969992"/>
                <a:gd name="connsiteY69" fmla="*/ 290791 h 5822437"/>
                <a:gd name="connsiteX70" fmla="*/ 1031529 w 1969992"/>
                <a:gd name="connsiteY70" fmla="*/ 287233 h 5822437"/>
                <a:gd name="connsiteX71" fmla="*/ 1031529 w 1969992"/>
                <a:gd name="connsiteY71" fmla="*/ 286724 h 5822437"/>
                <a:gd name="connsiteX72" fmla="*/ 1044747 w 1969992"/>
                <a:gd name="connsiteY72" fmla="*/ 275032 h 5822437"/>
                <a:gd name="connsiteX73" fmla="*/ 1026445 w 1969992"/>
                <a:gd name="connsiteY73" fmla="*/ 256730 h 5822437"/>
                <a:gd name="connsiteX74" fmla="*/ 1012211 w 1969992"/>
                <a:gd name="connsiteY74" fmla="*/ 266389 h 5822437"/>
                <a:gd name="connsiteX75" fmla="*/ 1009160 w 1969992"/>
                <a:gd name="connsiteY75" fmla="*/ 264864 h 5822437"/>
                <a:gd name="connsiteX76" fmla="*/ 986283 w 1969992"/>
                <a:gd name="connsiteY76" fmla="*/ 265881 h 5822437"/>
                <a:gd name="connsiteX77" fmla="*/ 976624 w 1969992"/>
                <a:gd name="connsiteY77" fmla="*/ 182507 h 5822437"/>
                <a:gd name="connsiteX78" fmla="*/ 973066 w 1969992"/>
                <a:gd name="connsiteY78" fmla="*/ 70664 h 5822437"/>
                <a:gd name="connsiteX79" fmla="*/ 991367 w 1969992"/>
                <a:gd name="connsiteY79" fmla="*/ 79307 h 5822437"/>
                <a:gd name="connsiteX80" fmla="*/ 1020345 w 1969992"/>
                <a:gd name="connsiteY80" fmla="*/ 29486 h 5822437"/>
                <a:gd name="connsiteX81" fmla="*/ 1015769 w 1969992"/>
                <a:gd name="connsiteY81" fmla="*/ 25927 h 5822437"/>
                <a:gd name="connsiteX82" fmla="*/ 1015769 w 1969992"/>
                <a:gd name="connsiteY82" fmla="*/ 23894 h 5822437"/>
                <a:gd name="connsiteX83" fmla="*/ 934429 w 1969992"/>
                <a:gd name="connsiteY83" fmla="*/ 0 h 5822437"/>
                <a:gd name="connsiteX84" fmla="*/ 838854 w 1969992"/>
                <a:gd name="connsiteY84" fmla="*/ 36095 h 5822437"/>
                <a:gd name="connsiteX85" fmla="*/ 832245 w 1969992"/>
                <a:gd name="connsiteY85" fmla="*/ 31011 h 5822437"/>
                <a:gd name="connsiteX86" fmla="*/ 871899 w 1969992"/>
                <a:gd name="connsiteY86" fmla="*/ 72698 h 5822437"/>
                <a:gd name="connsiteX87" fmla="*/ 887150 w 1969992"/>
                <a:gd name="connsiteY87" fmla="*/ 66597 h 5822437"/>
                <a:gd name="connsiteX88" fmla="*/ 885117 w 1969992"/>
                <a:gd name="connsiteY88" fmla="*/ 166748 h 5822437"/>
                <a:gd name="connsiteX89" fmla="*/ 870882 w 1969992"/>
                <a:gd name="connsiteY89" fmla="*/ 294858 h 5822437"/>
                <a:gd name="connsiteX90" fmla="*/ 868849 w 1969992"/>
                <a:gd name="connsiteY90" fmla="*/ 295875 h 5822437"/>
                <a:gd name="connsiteX91" fmla="*/ 868849 w 1969992"/>
                <a:gd name="connsiteY91" fmla="*/ 295875 h 5822437"/>
                <a:gd name="connsiteX92" fmla="*/ 869865 w 1969992"/>
                <a:gd name="connsiteY92" fmla="*/ 289266 h 5822437"/>
                <a:gd name="connsiteX93" fmla="*/ 852580 w 1969992"/>
                <a:gd name="connsiteY93" fmla="*/ 266389 h 5822437"/>
                <a:gd name="connsiteX94" fmla="*/ 821569 w 1969992"/>
                <a:gd name="connsiteY94" fmla="*/ 267406 h 5822437"/>
                <a:gd name="connsiteX95" fmla="*/ 814452 w 1969992"/>
                <a:gd name="connsiteY95" fmla="*/ 268931 h 5822437"/>
                <a:gd name="connsiteX96" fmla="*/ 814452 w 1969992"/>
                <a:gd name="connsiteY96" fmla="*/ 268931 h 5822437"/>
                <a:gd name="connsiteX97" fmla="*/ 799709 w 1969992"/>
                <a:gd name="connsiteY97" fmla="*/ 272998 h 5822437"/>
                <a:gd name="connsiteX98" fmla="*/ 793609 w 1969992"/>
                <a:gd name="connsiteY98" fmla="*/ 294858 h 5822437"/>
                <a:gd name="connsiteX99" fmla="*/ 799201 w 1969992"/>
                <a:gd name="connsiteY99" fmla="*/ 304518 h 5822437"/>
                <a:gd name="connsiteX100" fmla="*/ 766665 w 1969992"/>
                <a:gd name="connsiteY100" fmla="*/ 281641 h 5822437"/>
                <a:gd name="connsiteX101" fmla="*/ 770732 w 1969992"/>
                <a:gd name="connsiteY101" fmla="*/ 304518 h 5822437"/>
                <a:gd name="connsiteX102" fmla="*/ 771240 w 1969992"/>
                <a:gd name="connsiteY102" fmla="*/ 305534 h 5822437"/>
                <a:gd name="connsiteX103" fmla="*/ 659906 w 1969992"/>
                <a:gd name="connsiteY103" fmla="*/ 329428 h 5822437"/>
                <a:gd name="connsiteX104" fmla="*/ 659397 w 1969992"/>
                <a:gd name="connsiteY104" fmla="*/ 327903 h 5822437"/>
                <a:gd name="connsiteX105" fmla="*/ 660414 w 1969992"/>
                <a:gd name="connsiteY105" fmla="*/ 321294 h 5822437"/>
                <a:gd name="connsiteX106" fmla="*/ 658889 w 1969992"/>
                <a:gd name="connsiteY106" fmla="*/ 309093 h 5822437"/>
                <a:gd name="connsiteX107" fmla="*/ 641096 w 1969992"/>
                <a:gd name="connsiteY107" fmla="*/ 298925 h 5822437"/>
                <a:gd name="connsiteX108" fmla="*/ 632453 w 1969992"/>
                <a:gd name="connsiteY108" fmla="*/ 305534 h 5822437"/>
                <a:gd name="connsiteX109" fmla="*/ 632453 w 1969992"/>
                <a:gd name="connsiteY109" fmla="*/ 305534 h 5822437"/>
                <a:gd name="connsiteX110" fmla="*/ 632453 w 1969992"/>
                <a:gd name="connsiteY110" fmla="*/ 305534 h 5822437"/>
                <a:gd name="connsiteX111" fmla="*/ 630928 w 1969992"/>
                <a:gd name="connsiteY111" fmla="*/ 310110 h 5822437"/>
                <a:gd name="connsiteX112" fmla="*/ 628895 w 1969992"/>
                <a:gd name="connsiteY112" fmla="*/ 315193 h 5822437"/>
                <a:gd name="connsiteX113" fmla="*/ 628386 w 1969992"/>
                <a:gd name="connsiteY113" fmla="*/ 318244 h 5822437"/>
                <a:gd name="connsiteX114" fmla="*/ 621777 w 1969992"/>
                <a:gd name="connsiteY114" fmla="*/ 332987 h 5822437"/>
                <a:gd name="connsiteX115" fmla="*/ 621777 w 1969992"/>
                <a:gd name="connsiteY115" fmla="*/ 341629 h 5822437"/>
                <a:gd name="connsiteX116" fmla="*/ 500275 w 1969992"/>
                <a:gd name="connsiteY116" fmla="*/ 394500 h 5822437"/>
                <a:gd name="connsiteX117" fmla="*/ 499767 w 1969992"/>
                <a:gd name="connsiteY117" fmla="*/ 386366 h 5822437"/>
                <a:gd name="connsiteX118" fmla="*/ 499259 w 1969992"/>
                <a:gd name="connsiteY118" fmla="*/ 382299 h 5822437"/>
                <a:gd name="connsiteX119" fmla="*/ 498750 w 1969992"/>
                <a:gd name="connsiteY119" fmla="*/ 380774 h 5822437"/>
                <a:gd name="connsiteX120" fmla="*/ 498750 w 1969992"/>
                <a:gd name="connsiteY120" fmla="*/ 379757 h 5822437"/>
                <a:gd name="connsiteX121" fmla="*/ 498242 w 1969992"/>
                <a:gd name="connsiteY121" fmla="*/ 377215 h 5822437"/>
                <a:gd name="connsiteX122" fmla="*/ 498242 w 1969992"/>
                <a:gd name="connsiteY122" fmla="*/ 375182 h 5822437"/>
                <a:gd name="connsiteX123" fmla="*/ 498242 w 1969992"/>
                <a:gd name="connsiteY123" fmla="*/ 374165 h 5822437"/>
                <a:gd name="connsiteX124" fmla="*/ 498242 w 1969992"/>
                <a:gd name="connsiteY124" fmla="*/ 373148 h 5822437"/>
                <a:gd name="connsiteX125" fmla="*/ 498750 w 1969992"/>
                <a:gd name="connsiteY125" fmla="*/ 372132 h 5822437"/>
                <a:gd name="connsiteX126" fmla="*/ 488074 w 1969992"/>
                <a:gd name="connsiteY126" fmla="*/ 354847 h 5822437"/>
                <a:gd name="connsiteX127" fmla="*/ 484007 w 1969992"/>
                <a:gd name="connsiteY127" fmla="*/ 353322 h 5822437"/>
                <a:gd name="connsiteX128" fmla="*/ 465198 w 1969992"/>
                <a:gd name="connsiteY128" fmla="*/ 353830 h 5822437"/>
                <a:gd name="connsiteX129" fmla="*/ 452996 w 1969992"/>
                <a:gd name="connsiteY129" fmla="*/ 370098 h 5822437"/>
                <a:gd name="connsiteX130" fmla="*/ 460622 w 1969992"/>
                <a:gd name="connsiteY130" fmla="*/ 404159 h 5822437"/>
                <a:gd name="connsiteX131" fmla="*/ 469264 w 1969992"/>
                <a:gd name="connsiteY131" fmla="*/ 409243 h 5822437"/>
                <a:gd name="connsiteX132" fmla="*/ 454013 w 1969992"/>
                <a:gd name="connsiteY132" fmla="*/ 416360 h 5822437"/>
                <a:gd name="connsiteX133" fmla="*/ 427578 w 1969992"/>
                <a:gd name="connsiteY133" fmla="*/ 428561 h 5822437"/>
                <a:gd name="connsiteX134" fmla="*/ 404701 w 1969992"/>
                <a:gd name="connsiteY134" fmla="*/ 409752 h 5822437"/>
                <a:gd name="connsiteX135" fmla="*/ 399109 w 1969992"/>
                <a:gd name="connsiteY135" fmla="*/ 411277 h 5822437"/>
                <a:gd name="connsiteX136" fmla="*/ 390975 w 1969992"/>
                <a:gd name="connsiteY136" fmla="*/ 425511 h 5822437"/>
                <a:gd name="connsiteX137" fmla="*/ 387924 w 1969992"/>
                <a:gd name="connsiteY137" fmla="*/ 425511 h 5822437"/>
                <a:gd name="connsiteX138" fmla="*/ 382332 w 1969992"/>
                <a:gd name="connsiteY138" fmla="*/ 412802 h 5822437"/>
                <a:gd name="connsiteX139" fmla="*/ 375215 w 1969992"/>
                <a:gd name="connsiteY139" fmla="*/ 415852 h 5822437"/>
                <a:gd name="connsiteX140" fmla="*/ 377757 w 1969992"/>
                <a:gd name="connsiteY140" fmla="*/ 423986 h 5822437"/>
                <a:gd name="connsiteX141" fmla="*/ 365047 w 1969992"/>
                <a:gd name="connsiteY141" fmla="*/ 442288 h 5822437"/>
                <a:gd name="connsiteX142" fmla="*/ 369623 w 1969992"/>
                <a:gd name="connsiteY142" fmla="*/ 461098 h 5822437"/>
                <a:gd name="connsiteX143" fmla="*/ 396567 w 1969992"/>
                <a:gd name="connsiteY143" fmla="*/ 475841 h 5822437"/>
                <a:gd name="connsiteX144" fmla="*/ 398092 w 1969992"/>
                <a:gd name="connsiteY144" fmla="*/ 481433 h 5822437"/>
                <a:gd name="connsiteX145" fmla="*/ 428594 w 1969992"/>
                <a:gd name="connsiteY145" fmla="*/ 602426 h 5822437"/>
                <a:gd name="connsiteX146" fmla="*/ 430628 w 1969992"/>
                <a:gd name="connsiteY146" fmla="*/ 611577 h 5822437"/>
                <a:gd name="connsiteX147" fmla="*/ 457572 w 1969992"/>
                <a:gd name="connsiteY147" fmla="*/ 743755 h 5822437"/>
                <a:gd name="connsiteX148" fmla="*/ 554163 w 1969992"/>
                <a:gd name="connsiteY148" fmla="*/ 1271958 h 5822437"/>
                <a:gd name="connsiteX149" fmla="*/ 566364 w 1969992"/>
                <a:gd name="connsiteY149" fmla="*/ 1349231 h 5822437"/>
                <a:gd name="connsiteX150" fmla="*/ 679224 w 1969992"/>
                <a:gd name="connsiteY150" fmla="*/ 2419364 h 5822437"/>
                <a:gd name="connsiteX151" fmla="*/ 684816 w 1969992"/>
                <a:gd name="connsiteY151" fmla="*/ 2693379 h 5822437"/>
                <a:gd name="connsiteX152" fmla="*/ 685325 w 1969992"/>
                <a:gd name="connsiteY152" fmla="*/ 2836741 h 5822437"/>
                <a:gd name="connsiteX153" fmla="*/ 610085 w 1969992"/>
                <a:gd name="connsiteY153" fmla="*/ 3685222 h 5822437"/>
                <a:gd name="connsiteX154" fmla="*/ 619236 w 1969992"/>
                <a:gd name="connsiteY154" fmla="*/ 3695898 h 5822437"/>
                <a:gd name="connsiteX155" fmla="*/ 628386 w 1969992"/>
                <a:gd name="connsiteY155" fmla="*/ 3773679 h 5822437"/>
                <a:gd name="connsiteX156" fmla="*/ 625844 w 1969992"/>
                <a:gd name="connsiteY156" fmla="*/ 3877388 h 5822437"/>
                <a:gd name="connsiteX157" fmla="*/ 606018 w 1969992"/>
                <a:gd name="connsiteY157" fmla="*/ 4083789 h 5822437"/>
                <a:gd name="connsiteX158" fmla="*/ 531286 w 1969992"/>
                <a:gd name="connsiteY158" fmla="*/ 4477272 h 5822437"/>
                <a:gd name="connsiteX159" fmla="*/ 527728 w 1969992"/>
                <a:gd name="connsiteY159" fmla="*/ 4493033 h 5822437"/>
                <a:gd name="connsiteX160" fmla="*/ 489091 w 1969992"/>
                <a:gd name="connsiteY160" fmla="*/ 4798059 h 5822437"/>
                <a:gd name="connsiteX161" fmla="*/ 395550 w 1969992"/>
                <a:gd name="connsiteY161" fmla="*/ 5436579 h 5822437"/>
                <a:gd name="connsiteX162" fmla="*/ 390466 w 1969992"/>
                <a:gd name="connsiteY162" fmla="*/ 5468099 h 5822437"/>
                <a:gd name="connsiteX163" fmla="*/ 381315 w 1969992"/>
                <a:gd name="connsiteY163" fmla="*/ 5479283 h 5822437"/>
                <a:gd name="connsiteX164" fmla="*/ 325394 w 1969992"/>
                <a:gd name="connsiteY164" fmla="*/ 5748723 h 5822437"/>
                <a:gd name="connsiteX165" fmla="*/ 331494 w 1969992"/>
                <a:gd name="connsiteY165" fmla="*/ 5749739 h 5822437"/>
                <a:gd name="connsiteX166" fmla="*/ 328444 w 1969992"/>
                <a:gd name="connsiteY166" fmla="*/ 5757873 h 5822437"/>
                <a:gd name="connsiteX167" fmla="*/ 258288 w 1969992"/>
                <a:gd name="connsiteY167" fmla="*/ 5760415 h 5822437"/>
                <a:gd name="connsiteX168" fmla="*/ 129669 w 1969992"/>
                <a:gd name="connsiteY168" fmla="*/ 5770074 h 5822437"/>
                <a:gd name="connsiteX169" fmla="*/ 12234 w 1969992"/>
                <a:gd name="connsiteY169" fmla="*/ 5800069 h 5822437"/>
                <a:gd name="connsiteX170" fmla="*/ 1050 w 1969992"/>
                <a:gd name="connsiteY170" fmla="*/ 5822437 h 5822437"/>
                <a:gd name="connsiteX171" fmla="*/ 1969992 w 1969992"/>
                <a:gd name="connsiteY171" fmla="*/ 5822437 h 5822437"/>
                <a:gd name="connsiteX172" fmla="*/ 1852557 w 1969992"/>
                <a:gd name="connsiteY172" fmla="*/ 5769058 h 5822437"/>
                <a:gd name="connsiteX173" fmla="*/ 1347231 w 1969992"/>
                <a:gd name="connsiteY173" fmla="*/ 4886516 h 5822437"/>
                <a:gd name="connsiteX174" fmla="*/ 1331980 w 1969992"/>
                <a:gd name="connsiteY174" fmla="*/ 4840762 h 5822437"/>
                <a:gd name="connsiteX175" fmla="*/ 1328421 w 1969992"/>
                <a:gd name="connsiteY175" fmla="*/ 4844829 h 5822437"/>
                <a:gd name="connsiteX176" fmla="*/ 1308086 w 1969992"/>
                <a:gd name="connsiteY176" fmla="*/ 4662830 h 5822437"/>
                <a:gd name="connsiteX177" fmla="*/ 1313678 w 1969992"/>
                <a:gd name="connsiteY177" fmla="*/ 4676048 h 5822437"/>
                <a:gd name="connsiteX178" fmla="*/ 1347231 w 1969992"/>
                <a:gd name="connsiteY178" fmla="*/ 4886516 h 5822437"/>
                <a:gd name="connsiteX179" fmla="*/ 1345197 w 1969992"/>
                <a:gd name="connsiteY179" fmla="*/ 612594 h 5822437"/>
                <a:gd name="connsiteX180" fmla="*/ 1337063 w 1969992"/>
                <a:gd name="connsiteY180" fmla="*/ 607510 h 5822437"/>
                <a:gd name="connsiteX181" fmla="*/ 1331471 w 1969992"/>
                <a:gd name="connsiteY181" fmla="*/ 565315 h 5822437"/>
                <a:gd name="connsiteX182" fmla="*/ 1352823 w 1969992"/>
                <a:gd name="connsiteY182" fmla="*/ 578024 h 5822437"/>
                <a:gd name="connsiteX183" fmla="*/ 1354348 w 1969992"/>
                <a:gd name="connsiteY183" fmla="*/ 587175 h 5822437"/>
                <a:gd name="connsiteX184" fmla="*/ 1359432 w 1969992"/>
                <a:gd name="connsiteY184" fmla="*/ 582091 h 5822437"/>
                <a:gd name="connsiteX185" fmla="*/ 1375700 w 1969992"/>
                <a:gd name="connsiteY185" fmla="*/ 591242 h 5822437"/>
                <a:gd name="connsiteX186" fmla="*/ 1345197 w 1969992"/>
                <a:gd name="connsiteY186" fmla="*/ 612594 h 5822437"/>
                <a:gd name="connsiteX187" fmla="*/ 699559 w 1969992"/>
                <a:gd name="connsiteY187" fmla="*/ 319769 h 5822437"/>
                <a:gd name="connsiteX188" fmla="*/ 699559 w 1969992"/>
                <a:gd name="connsiteY188" fmla="*/ 331970 h 5822437"/>
                <a:gd name="connsiteX189" fmla="*/ 699559 w 1969992"/>
                <a:gd name="connsiteY189" fmla="*/ 319769 h 5822437"/>
                <a:gd name="connsiteX190" fmla="*/ 457063 w 1969992"/>
                <a:gd name="connsiteY190" fmla="*/ 531254 h 5822437"/>
                <a:gd name="connsiteX191" fmla="*/ 444354 w 1969992"/>
                <a:gd name="connsiteY191" fmla="*/ 482958 h 5822437"/>
                <a:gd name="connsiteX192" fmla="*/ 442321 w 1969992"/>
                <a:gd name="connsiteY192" fmla="*/ 473807 h 5822437"/>
                <a:gd name="connsiteX193" fmla="*/ 442321 w 1969992"/>
                <a:gd name="connsiteY193" fmla="*/ 473299 h 5822437"/>
                <a:gd name="connsiteX194" fmla="*/ 459097 w 1969992"/>
                <a:gd name="connsiteY194" fmla="*/ 448388 h 5822437"/>
                <a:gd name="connsiteX195" fmla="*/ 469773 w 1969992"/>
                <a:gd name="connsiteY195" fmla="*/ 439746 h 5822437"/>
                <a:gd name="connsiteX196" fmla="*/ 819536 w 1969992"/>
                <a:gd name="connsiteY196" fmla="*/ 342646 h 5822437"/>
                <a:gd name="connsiteX197" fmla="*/ 825128 w 1969992"/>
                <a:gd name="connsiteY197" fmla="*/ 336037 h 5822437"/>
                <a:gd name="connsiteX198" fmla="*/ 1067115 w 1969992"/>
                <a:gd name="connsiteY198" fmla="*/ 350780 h 5822437"/>
                <a:gd name="connsiteX199" fmla="*/ 1375700 w 1969992"/>
                <a:gd name="connsiteY199" fmla="*/ 461098 h 5822437"/>
                <a:gd name="connsiteX200" fmla="*/ 1377225 w 1969992"/>
                <a:gd name="connsiteY200" fmla="*/ 463131 h 5822437"/>
                <a:gd name="connsiteX201" fmla="*/ 1377225 w 1969992"/>
                <a:gd name="connsiteY201" fmla="*/ 468723 h 5822437"/>
                <a:gd name="connsiteX202" fmla="*/ 1423487 w 1969992"/>
                <a:gd name="connsiteY202" fmla="*/ 490583 h 5822437"/>
                <a:gd name="connsiteX203" fmla="*/ 1430605 w 1969992"/>
                <a:gd name="connsiteY203" fmla="*/ 495159 h 5822437"/>
                <a:gd name="connsiteX204" fmla="*/ 1420945 w 1969992"/>
                <a:gd name="connsiteY204" fmla="*/ 549047 h 5822437"/>
                <a:gd name="connsiteX205" fmla="*/ 1316728 w 1969992"/>
                <a:gd name="connsiteY205" fmla="*/ 490075 h 5822437"/>
                <a:gd name="connsiteX206" fmla="*/ 1314695 w 1969992"/>
                <a:gd name="connsiteY206" fmla="*/ 481433 h 5822437"/>
                <a:gd name="connsiteX207" fmla="*/ 1308594 w 1969992"/>
                <a:gd name="connsiteY207" fmla="*/ 474824 h 5822437"/>
                <a:gd name="connsiteX208" fmla="*/ 1307069 w 1969992"/>
                <a:gd name="connsiteY208" fmla="*/ 470757 h 5822437"/>
                <a:gd name="connsiteX209" fmla="*/ 1274533 w 1969992"/>
                <a:gd name="connsiteY209" fmla="*/ 466690 h 5822437"/>
                <a:gd name="connsiteX210" fmla="*/ 1250131 w 1969992"/>
                <a:gd name="connsiteY210" fmla="*/ 465165 h 5822437"/>
                <a:gd name="connsiteX211" fmla="*/ 1201835 w 1969992"/>
                <a:gd name="connsiteY211" fmla="*/ 449913 h 5822437"/>
                <a:gd name="connsiteX212" fmla="*/ 1188617 w 1969992"/>
                <a:gd name="connsiteY212" fmla="*/ 405176 h 5822437"/>
                <a:gd name="connsiteX213" fmla="*/ 1166249 w 1969992"/>
                <a:gd name="connsiteY213" fmla="*/ 408226 h 5822437"/>
                <a:gd name="connsiteX214" fmla="*/ 1164724 w 1969992"/>
                <a:gd name="connsiteY214" fmla="*/ 439237 h 5822437"/>
                <a:gd name="connsiteX215" fmla="*/ 1055931 w 1969992"/>
                <a:gd name="connsiteY215" fmla="*/ 416869 h 5822437"/>
                <a:gd name="connsiteX216" fmla="*/ 1057456 w 1969992"/>
                <a:gd name="connsiteY216" fmla="*/ 415852 h 5822437"/>
                <a:gd name="connsiteX217" fmla="*/ 1057456 w 1969992"/>
                <a:gd name="connsiteY217" fmla="*/ 387383 h 5822437"/>
                <a:gd name="connsiteX218" fmla="*/ 1025937 w 1969992"/>
                <a:gd name="connsiteY218" fmla="*/ 376707 h 5822437"/>
                <a:gd name="connsiteX219" fmla="*/ 1027462 w 1969992"/>
                <a:gd name="connsiteY219" fmla="*/ 348746 h 5822437"/>
                <a:gd name="connsiteX220" fmla="*/ 858681 w 1969992"/>
                <a:gd name="connsiteY220" fmla="*/ 348238 h 5822437"/>
                <a:gd name="connsiteX221" fmla="*/ 861731 w 1969992"/>
                <a:gd name="connsiteY221" fmla="*/ 361456 h 5822437"/>
                <a:gd name="connsiteX222" fmla="*/ 862240 w 1969992"/>
                <a:gd name="connsiteY222" fmla="*/ 389925 h 5822437"/>
                <a:gd name="connsiteX223" fmla="*/ 862240 w 1969992"/>
                <a:gd name="connsiteY223" fmla="*/ 390433 h 5822437"/>
                <a:gd name="connsiteX224" fmla="*/ 814452 w 1969992"/>
                <a:gd name="connsiteY224" fmla="*/ 398059 h 5822437"/>
                <a:gd name="connsiteX225" fmla="*/ 802760 w 1969992"/>
                <a:gd name="connsiteY225" fmla="*/ 413819 h 5822437"/>
                <a:gd name="connsiteX226" fmla="*/ 801234 w 1969992"/>
                <a:gd name="connsiteY226" fmla="*/ 413819 h 5822437"/>
                <a:gd name="connsiteX227" fmla="*/ 798693 w 1969992"/>
                <a:gd name="connsiteY227" fmla="*/ 404159 h 5822437"/>
                <a:gd name="connsiteX228" fmla="*/ 781408 w 1969992"/>
                <a:gd name="connsiteY228" fmla="*/ 406701 h 5822437"/>
                <a:gd name="connsiteX229" fmla="*/ 778866 w 1969992"/>
                <a:gd name="connsiteY229" fmla="*/ 416869 h 5822437"/>
                <a:gd name="connsiteX230" fmla="*/ 773274 w 1969992"/>
                <a:gd name="connsiteY230" fmla="*/ 417886 h 5822437"/>
                <a:gd name="connsiteX231" fmla="*/ 755481 w 1969992"/>
                <a:gd name="connsiteY231" fmla="*/ 420936 h 5822437"/>
                <a:gd name="connsiteX232" fmla="*/ 671090 w 1969992"/>
                <a:gd name="connsiteY232" fmla="*/ 441271 h 5822437"/>
                <a:gd name="connsiteX233" fmla="*/ 669057 w 1969992"/>
                <a:gd name="connsiteY233" fmla="*/ 437204 h 5822437"/>
                <a:gd name="connsiteX234" fmla="*/ 648213 w 1969992"/>
                <a:gd name="connsiteY234" fmla="*/ 445338 h 5822437"/>
                <a:gd name="connsiteX235" fmla="*/ 649230 w 1969992"/>
                <a:gd name="connsiteY235" fmla="*/ 447880 h 5822437"/>
                <a:gd name="connsiteX236" fmla="*/ 648721 w 1969992"/>
                <a:gd name="connsiteY236" fmla="*/ 447880 h 5822437"/>
                <a:gd name="connsiteX237" fmla="*/ 646180 w 1969992"/>
                <a:gd name="connsiteY237" fmla="*/ 448896 h 5822437"/>
                <a:gd name="connsiteX238" fmla="*/ 645671 w 1969992"/>
                <a:gd name="connsiteY238" fmla="*/ 446355 h 5822437"/>
                <a:gd name="connsiteX239" fmla="*/ 633470 w 1969992"/>
                <a:gd name="connsiteY239" fmla="*/ 451438 h 5822437"/>
                <a:gd name="connsiteX240" fmla="*/ 633979 w 1969992"/>
                <a:gd name="connsiteY240" fmla="*/ 452964 h 5822437"/>
                <a:gd name="connsiteX241" fmla="*/ 529253 w 1969992"/>
                <a:gd name="connsiteY241" fmla="*/ 495159 h 5822437"/>
                <a:gd name="connsiteX242" fmla="*/ 457063 w 1969992"/>
                <a:gd name="connsiteY242" fmla="*/ 531254 h 5822437"/>
                <a:gd name="connsiteX243" fmla="*/ 1271483 w 1969992"/>
                <a:gd name="connsiteY243" fmla="*/ 845939 h 5822437"/>
                <a:gd name="connsiteX244" fmla="*/ 1266399 w 1969992"/>
                <a:gd name="connsiteY244" fmla="*/ 678174 h 5822437"/>
                <a:gd name="connsiteX245" fmla="*/ 1271991 w 1969992"/>
                <a:gd name="connsiteY245" fmla="*/ 672074 h 5822437"/>
                <a:gd name="connsiteX246" fmla="*/ 1276058 w 1969992"/>
                <a:gd name="connsiteY246" fmla="*/ 721895 h 5822437"/>
                <a:gd name="connsiteX247" fmla="*/ 1275041 w 1969992"/>
                <a:gd name="connsiteY247" fmla="*/ 722912 h 5822437"/>
                <a:gd name="connsiteX248" fmla="*/ 1276567 w 1969992"/>
                <a:gd name="connsiteY248" fmla="*/ 729520 h 5822437"/>
                <a:gd name="connsiteX249" fmla="*/ 1286226 w 1969992"/>
                <a:gd name="connsiteY249" fmla="*/ 797134 h 5822437"/>
                <a:gd name="connsiteX250" fmla="*/ 1271483 w 1969992"/>
                <a:gd name="connsiteY250" fmla="*/ 845939 h 5822437"/>
                <a:gd name="connsiteX251" fmla="*/ 1277075 w 1969992"/>
                <a:gd name="connsiteY251" fmla="*/ 922195 h 5822437"/>
                <a:gd name="connsiteX252" fmla="*/ 1276058 w 1969992"/>
                <a:gd name="connsiteY252" fmla="*/ 934396 h 5822437"/>
                <a:gd name="connsiteX253" fmla="*/ 1274025 w 1969992"/>
                <a:gd name="connsiteY253" fmla="*/ 927279 h 5822437"/>
                <a:gd name="connsiteX254" fmla="*/ 1277075 w 1969992"/>
                <a:gd name="connsiteY254" fmla="*/ 922195 h 5822437"/>
                <a:gd name="connsiteX255" fmla="*/ 1284701 w 1969992"/>
                <a:gd name="connsiteY255" fmla="*/ 3912975 h 5822437"/>
                <a:gd name="connsiteX256" fmla="*/ 1290293 w 1969992"/>
                <a:gd name="connsiteY256" fmla="*/ 3964321 h 5822437"/>
                <a:gd name="connsiteX257" fmla="*/ 1288259 w 1969992"/>
                <a:gd name="connsiteY257" fmla="*/ 3966354 h 5822437"/>
                <a:gd name="connsiteX258" fmla="*/ 1280634 w 1969992"/>
                <a:gd name="connsiteY258" fmla="*/ 3916533 h 5822437"/>
                <a:gd name="connsiteX259" fmla="*/ 1284701 w 1969992"/>
                <a:gd name="connsiteY259" fmla="*/ 3912975 h 5822437"/>
                <a:gd name="connsiteX260" fmla="*/ 1247589 w 1969992"/>
                <a:gd name="connsiteY260" fmla="*/ 4095990 h 5822437"/>
                <a:gd name="connsiteX261" fmla="*/ 1204885 w 1969992"/>
                <a:gd name="connsiteY261" fmla="*/ 3952628 h 5822437"/>
                <a:gd name="connsiteX262" fmla="*/ 1204885 w 1969992"/>
                <a:gd name="connsiteY262" fmla="*/ 3949578 h 5822437"/>
                <a:gd name="connsiteX263" fmla="*/ 1207936 w 1969992"/>
                <a:gd name="connsiteY263" fmla="*/ 3810283 h 5822437"/>
                <a:gd name="connsiteX264" fmla="*/ 1214545 w 1969992"/>
                <a:gd name="connsiteY264" fmla="*/ 3834176 h 5822437"/>
                <a:gd name="connsiteX265" fmla="*/ 1217086 w 1969992"/>
                <a:gd name="connsiteY265" fmla="*/ 3849428 h 5822437"/>
                <a:gd name="connsiteX266" fmla="*/ 1263857 w 1969992"/>
                <a:gd name="connsiteY266" fmla="*/ 4144794 h 5822437"/>
                <a:gd name="connsiteX267" fmla="*/ 1262332 w 1969992"/>
                <a:gd name="connsiteY267" fmla="*/ 4144794 h 5822437"/>
                <a:gd name="connsiteX268" fmla="*/ 1247589 w 1969992"/>
                <a:gd name="connsiteY268" fmla="*/ 4095990 h 5822437"/>
                <a:gd name="connsiteX269" fmla="*/ 1253690 w 1969992"/>
                <a:gd name="connsiteY269" fmla="*/ 4629785 h 5822437"/>
                <a:gd name="connsiteX270" fmla="*/ 1244030 w 1969992"/>
                <a:gd name="connsiteY270" fmla="*/ 4594199 h 5822437"/>
                <a:gd name="connsiteX271" fmla="*/ 1250131 w 1969992"/>
                <a:gd name="connsiteY271" fmla="*/ 4587591 h 5822437"/>
                <a:gd name="connsiteX272" fmla="*/ 1253690 w 1969992"/>
                <a:gd name="connsiteY272" fmla="*/ 4629785 h 5822437"/>
                <a:gd name="connsiteX273" fmla="*/ 1187092 w 1969992"/>
                <a:gd name="connsiteY273" fmla="*/ 2551034 h 5822437"/>
                <a:gd name="connsiteX274" fmla="*/ 1188109 w 1969992"/>
                <a:gd name="connsiteY274" fmla="*/ 2501213 h 5822437"/>
                <a:gd name="connsiteX275" fmla="*/ 1191159 w 1969992"/>
                <a:gd name="connsiteY275" fmla="*/ 2521040 h 5822437"/>
                <a:gd name="connsiteX276" fmla="*/ 1193193 w 1969992"/>
                <a:gd name="connsiteY276" fmla="*/ 2535782 h 5822437"/>
                <a:gd name="connsiteX277" fmla="*/ 1192684 w 1969992"/>
                <a:gd name="connsiteY277" fmla="*/ 2543917 h 5822437"/>
                <a:gd name="connsiteX278" fmla="*/ 1187092 w 1969992"/>
                <a:gd name="connsiteY278" fmla="*/ 2551034 h 5822437"/>
                <a:gd name="connsiteX279" fmla="*/ 1191668 w 1969992"/>
                <a:gd name="connsiteY279" fmla="*/ 3748769 h 5822437"/>
                <a:gd name="connsiteX280" fmla="*/ 1191159 w 1969992"/>
                <a:gd name="connsiteY280" fmla="*/ 3772663 h 5822437"/>
                <a:gd name="connsiteX281" fmla="*/ 1188109 w 1969992"/>
                <a:gd name="connsiteY281" fmla="*/ 3896198 h 5822437"/>
                <a:gd name="connsiteX282" fmla="*/ 1186075 w 1969992"/>
                <a:gd name="connsiteY282" fmla="*/ 3890098 h 5822437"/>
                <a:gd name="connsiteX283" fmla="*/ 1185567 w 1969992"/>
                <a:gd name="connsiteY283" fmla="*/ 3725892 h 5822437"/>
                <a:gd name="connsiteX284" fmla="*/ 1191668 w 1969992"/>
                <a:gd name="connsiteY284" fmla="*/ 3748769 h 5822437"/>
                <a:gd name="connsiteX285" fmla="*/ 1192684 w 1969992"/>
                <a:gd name="connsiteY285" fmla="*/ 1975043 h 5822437"/>
                <a:gd name="connsiteX286" fmla="*/ 1187601 w 1969992"/>
                <a:gd name="connsiteY286" fmla="*/ 1924714 h 5822437"/>
                <a:gd name="connsiteX287" fmla="*/ 1199802 w 1969992"/>
                <a:gd name="connsiteY287" fmla="*/ 1912513 h 5822437"/>
                <a:gd name="connsiteX288" fmla="*/ 1179467 w 1969992"/>
                <a:gd name="connsiteY288" fmla="*/ 1837273 h 5822437"/>
                <a:gd name="connsiteX289" fmla="*/ 1177433 w 1969992"/>
                <a:gd name="connsiteY289" fmla="*/ 1830664 h 5822437"/>
                <a:gd name="connsiteX290" fmla="*/ 1176416 w 1969992"/>
                <a:gd name="connsiteY290" fmla="*/ 1821513 h 5822437"/>
                <a:gd name="connsiteX291" fmla="*/ 1152523 w 1969992"/>
                <a:gd name="connsiteY291" fmla="*/ 1619179 h 5822437"/>
                <a:gd name="connsiteX292" fmla="*/ 1185059 w 1969992"/>
                <a:gd name="connsiteY292" fmla="*/ 1576476 h 5822437"/>
                <a:gd name="connsiteX293" fmla="*/ 1191159 w 1969992"/>
                <a:gd name="connsiteY293" fmla="*/ 1632906 h 5822437"/>
                <a:gd name="connsiteX294" fmla="*/ 1166757 w 1969992"/>
                <a:gd name="connsiteY294" fmla="*/ 1665442 h 5822437"/>
                <a:gd name="connsiteX295" fmla="*/ 1206919 w 1969992"/>
                <a:gd name="connsiteY295" fmla="*/ 1784910 h 5822437"/>
                <a:gd name="connsiteX296" fmla="*/ 1218612 w 1969992"/>
                <a:gd name="connsiteY296" fmla="*/ 1896245 h 5822437"/>
                <a:gd name="connsiteX297" fmla="*/ 1214545 w 1969992"/>
                <a:gd name="connsiteY297" fmla="*/ 1967926 h 5822437"/>
                <a:gd name="connsiteX298" fmla="*/ 1211494 w 1969992"/>
                <a:gd name="connsiteY298" fmla="*/ 1955725 h 5822437"/>
                <a:gd name="connsiteX299" fmla="*/ 1192684 w 1969992"/>
                <a:gd name="connsiteY299" fmla="*/ 1975043 h 5822437"/>
                <a:gd name="connsiteX300" fmla="*/ 1165232 w 1969992"/>
                <a:gd name="connsiteY300" fmla="*/ 3586089 h 5822437"/>
                <a:gd name="connsiteX301" fmla="*/ 1151506 w 1969992"/>
                <a:gd name="connsiteY301" fmla="*/ 3600831 h 5822437"/>
                <a:gd name="connsiteX302" fmla="*/ 1161673 w 1969992"/>
                <a:gd name="connsiteY302" fmla="*/ 3638451 h 5822437"/>
                <a:gd name="connsiteX303" fmla="*/ 1159131 w 1969992"/>
                <a:gd name="connsiteY303" fmla="*/ 3691322 h 5822437"/>
                <a:gd name="connsiteX304" fmla="*/ 1156590 w 1969992"/>
                <a:gd name="connsiteY304" fmla="*/ 3775204 h 5822437"/>
                <a:gd name="connsiteX305" fmla="*/ 1129137 w 1969992"/>
                <a:gd name="connsiteY305" fmla="*/ 3644043 h 5822437"/>
                <a:gd name="connsiteX306" fmla="*/ 1139813 w 1969992"/>
                <a:gd name="connsiteY306" fmla="*/ 3554569 h 5822437"/>
                <a:gd name="connsiteX307" fmla="*/ 1162690 w 1969992"/>
                <a:gd name="connsiteY307" fmla="*/ 3530675 h 5822437"/>
                <a:gd name="connsiteX308" fmla="*/ 1167774 w 1969992"/>
                <a:gd name="connsiteY308" fmla="*/ 3561686 h 5822437"/>
                <a:gd name="connsiteX309" fmla="*/ 1165232 w 1969992"/>
                <a:gd name="connsiteY309" fmla="*/ 3586089 h 5822437"/>
                <a:gd name="connsiteX310" fmla="*/ 1166249 w 1969992"/>
                <a:gd name="connsiteY310" fmla="*/ 4042611 h 5822437"/>
                <a:gd name="connsiteX311" fmla="*/ 1163707 w 1969992"/>
                <a:gd name="connsiteY311" fmla="*/ 4033968 h 5822437"/>
                <a:gd name="connsiteX312" fmla="*/ 1165232 w 1969992"/>
                <a:gd name="connsiteY312" fmla="*/ 4032443 h 5822437"/>
                <a:gd name="connsiteX313" fmla="*/ 1166249 w 1969992"/>
                <a:gd name="connsiteY313" fmla="*/ 4042611 h 5822437"/>
                <a:gd name="connsiteX314" fmla="*/ 1055423 w 1969992"/>
                <a:gd name="connsiteY314" fmla="*/ 3249543 h 5822437"/>
                <a:gd name="connsiteX315" fmla="*/ 1127104 w 1969992"/>
                <a:gd name="connsiteY315" fmla="*/ 3512882 h 5822437"/>
                <a:gd name="connsiteX316" fmla="*/ 1116936 w 1969992"/>
                <a:gd name="connsiteY316" fmla="*/ 3584563 h 5822437"/>
                <a:gd name="connsiteX317" fmla="*/ 1104735 w 1969992"/>
                <a:gd name="connsiteY317" fmla="*/ 3522033 h 5822437"/>
                <a:gd name="connsiteX318" fmla="*/ 1055423 w 1969992"/>
                <a:gd name="connsiteY318" fmla="*/ 3249543 h 5822437"/>
                <a:gd name="connsiteX319" fmla="*/ 1079316 w 1969992"/>
                <a:gd name="connsiteY319" fmla="*/ 3681663 h 5822437"/>
                <a:gd name="connsiteX320" fmla="*/ 1071691 w 1969992"/>
                <a:gd name="connsiteY320" fmla="*/ 3690814 h 5822437"/>
                <a:gd name="connsiteX321" fmla="*/ 1059490 w 1969992"/>
                <a:gd name="connsiteY321" fmla="*/ 3644552 h 5822437"/>
                <a:gd name="connsiteX322" fmla="*/ 1066607 w 1969992"/>
                <a:gd name="connsiteY322" fmla="*/ 3636418 h 5822437"/>
                <a:gd name="connsiteX323" fmla="*/ 1079316 w 1969992"/>
                <a:gd name="connsiteY323" fmla="*/ 3681663 h 5822437"/>
                <a:gd name="connsiteX324" fmla="*/ 1103210 w 1969992"/>
                <a:gd name="connsiteY324" fmla="*/ 1810837 h 5822437"/>
                <a:gd name="connsiteX325" fmla="*/ 1112869 w 1969992"/>
                <a:gd name="connsiteY325" fmla="*/ 1908954 h 5822437"/>
                <a:gd name="connsiteX326" fmla="*/ 1073216 w 1969992"/>
                <a:gd name="connsiteY326" fmla="*/ 1718313 h 5822437"/>
                <a:gd name="connsiteX327" fmla="*/ 1071691 w 1969992"/>
                <a:gd name="connsiteY327" fmla="*/ 1710687 h 5822437"/>
                <a:gd name="connsiteX328" fmla="*/ 1076266 w 1969992"/>
                <a:gd name="connsiteY328" fmla="*/ 1725939 h 5822437"/>
                <a:gd name="connsiteX329" fmla="*/ 1095076 w 1969992"/>
                <a:gd name="connsiteY329" fmla="*/ 1698995 h 5822437"/>
                <a:gd name="connsiteX330" fmla="*/ 1099143 w 1969992"/>
                <a:gd name="connsiteY330" fmla="*/ 1762033 h 5822437"/>
                <a:gd name="connsiteX331" fmla="*/ 1091009 w 1969992"/>
                <a:gd name="connsiteY331" fmla="*/ 1773726 h 5822437"/>
                <a:gd name="connsiteX332" fmla="*/ 1103210 w 1969992"/>
                <a:gd name="connsiteY332" fmla="*/ 1810837 h 5822437"/>
                <a:gd name="connsiteX333" fmla="*/ 1098635 w 1969992"/>
                <a:gd name="connsiteY333" fmla="*/ 2014696 h 5822437"/>
                <a:gd name="connsiteX334" fmla="*/ 1101177 w 1969992"/>
                <a:gd name="connsiteY334" fmla="*/ 2011646 h 5822437"/>
                <a:gd name="connsiteX335" fmla="*/ 1110327 w 1969992"/>
                <a:gd name="connsiteY335" fmla="*/ 2059433 h 5822437"/>
                <a:gd name="connsiteX336" fmla="*/ 1060506 w 1969992"/>
                <a:gd name="connsiteY336" fmla="*/ 2113322 h 5822437"/>
                <a:gd name="connsiteX337" fmla="*/ 1052372 w 1969992"/>
                <a:gd name="connsiteY337" fmla="*/ 2063501 h 5822437"/>
                <a:gd name="connsiteX338" fmla="*/ 1098635 w 1969992"/>
                <a:gd name="connsiteY338" fmla="*/ 2014696 h 5822437"/>
                <a:gd name="connsiteX339" fmla="*/ 1114903 w 1969992"/>
                <a:gd name="connsiteY339" fmla="*/ 2367001 h 5822437"/>
                <a:gd name="connsiteX340" fmla="*/ 1113886 w 1969992"/>
                <a:gd name="connsiteY340" fmla="*/ 2440716 h 5822437"/>
                <a:gd name="connsiteX341" fmla="*/ 1092534 w 1969992"/>
                <a:gd name="connsiteY341" fmla="*/ 2308538 h 5822437"/>
                <a:gd name="connsiteX342" fmla="*/ 1110327 w 1969992"/>
                <a:gd name="connsiteY342" fmla="*/ 2371069 h 5822437"/>
                <a:gd name="connsiteX343" fmla="*/ 1114903 w 1969992"/>
                <a:gd name="connsiteY343" fmla="*/ 2367001 h 5822437"/>
                <a:gd name="connsiteX344" fmla="*/ 1080842 w 1969992"/>
                <a:gd name="connsiteY344" fmla="*/ 2459526 h 5822437"/>
                <a:gd name="connsiteX345" fmla="*/ 1025937 w 1969992"/>
                <a:gd name="connsiteY345" fmla="*/ 2518498 h 5822437"/>
                <a:gd name="connsiteX346" fmla="*/ 1022887 w 1969992"/>
                <a:gd name="connsiteY346" fmla="*/ 2501213 h 5822437"/>
                <a:gd name="connsiteX347" fmla="*/ 1017294 w 1969992"/>
                <a:gd name="connsiteY347" fmla="*/ 2469693 h 5822437"/>
                <a:gd name="connsiteX348" fmla="*/ 1073724 w 1969992"/>
                <a:gd name="connsiteY348" fmla="*/ 2409705 h 5822437"/>
                <a:gd name="connsiteX349" fmla="*/ 1080842 w 1969992"/>
                <a:gd name="connsiteY349" fmla="*/ 2459526 h 5822437"/>
                <a:gd name="connsiteX350" fmla="*/ 1101685 w 1969992"/>
                <a:gd name="connsiteY350" fmla="*/ 2602380 h 5822437"/>
                <a:gd name="connsiteX351" fmla="*/ 1109819 w 1969992"/>
                <a:gd name="connsiteY351" fmla="*/ 2658301 h 5822437"/>
                <a:gd name="connsiteX352" fmla="*/ 1063048 w 1969992"/>
                <a:gd name="connsiteY352" fmla="*/ 2723882 h 5822437"/>
                <a:gd name="connsiteX353" fmla="*/ 1053389 w 1969992"/>
                <a:gd name="connsiteY353" fmla="*/ 2669994 h 5822437"/>
                <a:gd name="connsiteX354" fmla="*/ 1101685 w 1969992"/>
                <a:gd name="connsiteY354" fmla="*/ 2602380 h 5822437"/>
                <a:gd name="connsiteX355" fmla="*/ 1115919 w 1969992"/>
                <a:gd name="connsiteY355" fmla="*/ 2854026 h 5822437"/>
                <a:gd name="connsiteX356" fmla="*/ 1115919 w 1969992"/>
                <a:gd name="connsiteY356" fmla="*/ 2875886 h 5822437"/>
                <a:gd name="connsiteX357" fmla="*/ 1114903 w 1969992"/>
                <a:gd name="connsiteY357" fmla="*/ 2913506 h 5822437"/>
                <a:gd name="connsiteX358" fmla="*/ 1100160 w 1969992"/>
                <a:gd name="connsiteY358" fmla="*/ 2929774 h 5822437"/>
                <a:gd name="connsiteX359" fmla="*/ 1112869 w 1969992"/>
                <a:gd name="connsiteY359" fmla="*/ 2978070 h 5822437"/>
                <a:gd name="connsiteX360" fmla="*/ 1112361 w 1969992"/>
                <a:gd name="connsiteY360" fmla="*/ 3000439 h 5822437"/>
                <a:gd name="connsiteX361" fmla="*/ 1091009 w 1969992"/>
                <a:gd name="connsiteY361" fmla="*/ 2880462 h 5822437"/>
                <a:gd name="connsiteX362" fmla="*/ 1115919 w 1969992"/>
                <a:gd name="connsiteY362" fmla="*/ 2854026 h 5822437"/>
                <a:gd name="connsiteX363" fmla="*/ 1094568 w 1969992"/>
                <a:gd name="connsiteY363" fmla="*/ 3127533 h 5822437"/>
                <a:gd name="connsiteX364" fmla="*/ 1103718 w 1969992"/>
                <a:gd name="connsiteY364" fmla="*/ 3180912 h 5822437"/>
                <a:gd name="connsiteX365" fmla="*/ 1055423 w 1969992"/>
                <a:gd name="connsiteY365" fmla="*/ 3245985 h 5822437"/>
                <a:gd name="connsiteX366" fmla="*/ 1046272 w 1969992"/>
                <a:gd name="connsiteY366" fmla="*/ 3192605 h 5822437"/>
                <a:gd name="connsiteX367" fmla="*/ 1094568 w 1969992"/>
                <a:gd name="connsiteY367" fmla="*/ 3127533 h 5822437"/>
                <a:gd name="connsiteX368" fmla="*/ 1119478 w 1969992"/>
                <a:gd name="connsiteY368" fmla="*/ 1643073 h 5822437"/>
                <a:gd name="connsiteX369" fmla="*/ 1112869 w 1969992"/>
                <a:gd name="connsiteY369" fmla="*/ 1634431 h 5822437"/>
                <a:gd name="connsiteX370" fmla="*/ 1061523 w 1969992"/>
                <a:gd name="connsiteY370" fmla="*/ 1485985 h 5822437"/>
                <a:gd name="connsiteX371" fmla="*/ 1046272 w 1969992"/>
                <a:gd name="connsiteY371" fmla="*/ 1439723 h 5822437"/>
                <a:gd name="connsiteX372" fmla="*/ 1024412 w 1969992"/>
                <a:gd name="connsiteY372" fmla="*/ 1472767 h 5822437"/>
                <a:gd name="connsiteX373" fmla="*/ 1013227 w 1969992"/>
                <a:gd name="connsiteY373" fmla="*/ 1418371 h 5822437"/>
                <a:gd name="connsiteX374" fmla="*/ 1016278 w 1969992"/>
                <a:gd name="connsiteY374" fmla="*/ 1414304 h 5822437"/>
                <a:gd name="connsiteX375" fmla="*/ 1031021 w 1969992"/>
                <a:gd name="connsiteY375" fmla="*/ 1392952 h 5822437"/>
                <a:gd name="connsiteX376" fmla="*/ 971032 w 1969992"/>
                <a:gd name="connsiteY376" fmla="*/ 1215020 h 5822437"/>
                <a:gd name="connsiteX377" fmla="*/ 934937 w 1969992"/>
                <a:gd name="connsiteY377" fmla="*/ 1040647 h 5822437"/>
                <a:gd name="connsiteX378" fmla="*/ 920703 w 1969992"/>
                <a:gd name="connsiteY378" fmla="*/ 1044714 h 5822437"/>
                <a:gd name="connsiteX379" fmla="*/ 929345 w 1969992"/>
                <a:gd name="connsiteY379" fmla="*/ 1089959 h 5822437"/>
                <a:gd name="connsiteX380" fmla="*/ 860714 w 1969992"/>
                <a:gd name="connsiteY380" fmla="*/ 876950 h 5822437"/>
                <a:gd name="connsiteX381" fmla="*/ 830212 w 1969992"/>
                <a:gd name="connsiteY381" fmla="*/ 926262 h 5822437"/>
                <a:gd name="connsiteX382" fmla="*/ 815469 w 1969992"/>
                <a:gd name="connsiteY382" fmla="*/ 882033 h 5822437"/>
                <a:gd name="connsiteX383" fmla="*/ 845972 w 1969992"/>
                <a:gd name="connsiteY383" fmla="*/ 832721 h 5822437"/>
                <a:gd name="connsiteX384" fmla="*/ 787508 w 1969992"/>
                <a:gd name="connsiteY384" fmla="*/ 675124 h 5822437"/>
                <a:gd name="connsiteX385" fmla="*/ 763106 w 1969992"/>
                <a:gd name="connsiteY385" fmla="*/ 724437 h 5822437"/>
                <a:gd name="connsiteX386" fmla="*/ 734129 w 1969992"/>
                <a:gd name="connsiteY386" fmla="*/ 642080 h 5822437"/>
                <a:gd name="connsiteX387" fmla="*/ 753447 w 1969992"/>
                <a:gd name="connsiteY387" fmla="*/ 596834 h 5822437"/>
                <a:gd name="connsiteX388" fmla="*/ 719386 w 1969992"/>
                <a:gd name="connsiteY388" fmla="*/ 529220 h 5822437"/>
                <a:gd name="connsiteX389" fmla="*/ 718369 w 1969992"/>
                <a:gd name="connsiteY389" fmla="*/ 527695 h 5822437"/>
                <a:gd name="connsiteX390" fmla="*/ 703118 w 1969992"/>
                <a:gd name="connsiteY390" fmla="*/ 558706 h 5822437"/>
                <a:gd name="connsiteX391" fmla="*/ 690917 w 1969992"/>
                <a:gd name="connsiteY391" fmla="*/ 528203 h 5822437"/>
                <a:gd name="connsiteX392" fmla="*/ 703626 w 1969992"/>
                <a:gd name="connsiteY392" fmla="*/ 501768 h 5822437"/>
                <a:gd name="connsiteX393" fmla="*/ 697017 w 1969992"/>
                <a:gd name="connsiteY393" fmla="*/ 490075 h 5822437"/>
                <a:gd name="connsiteX394" fmla="*/ 688375 w 1969992"/>
                <a:gd name="connsiteY394" fmla="*/ 521086 h 5822437"/>
                <a:gd name="connsiteX395" fmla="*/ 681258 w 1969992"/>
                <a:gd name="connsiteY395" fmla="*/ 503293 h 5822437"/>
                <a:gd name="connsiteX396" fmla="*/ 663464 w 1969992"/>
                <a:gd name="connsiteY396" fmla="*/ 493634 h 5822437"/>
                <a:gd name="connsiteX397" fmla="*/ 669565 w 1969992"/>
                <a:gd name="connsiteY397" fmla="*/ 479399 h 5822437"/>
                <a:gd name="connsiteX398" fmla="*/ 747855 w 1969992"/>
                <a:gd name="connsiteY398" fmla="*/ 465673 h 5822437"/>
                <a:gd name="connsiteX399" fmla="*/ 741246 w 1969992"/>
                <a:gd name="connsiteY399" fmla="*/ 479399 h 5822437"/>
                <a:gd name="connsiteX400" fmla="*/ 776832 w 1969992"/>
                <a:gd name="connsiteY400" fmla="*/ 543963 h 5822437"/>
                <a:gd name="connsiteX401" fmla="*/ 780391 w 1969992"/>
                <a:gd name="connsiteY401" fmla="*/ 536846 h 5822437"/>
                <a:gd name="connsiteX402" fmla="*/ 796151 w 1969992"/>
                <a:gd name="connsiteY402" fmla="*/ 566332 h 5822437"/>
                <a:gd name="connsiteX403" fmla="*/ 792084 w 1969992"/>
                <a:gd name="connsiteY403" fmla="*/ 573957 h 5822437"/>
                <a:gd name="connsiteX404" fmla="*/ 794625 w 1969992"/>
                <a:gd name="connsiteY404" fmla="*/ 579549 h 5822437"/>
                <a:gd name="connsiteX405" fmla="*/ 798693 w 1969992"/>
                <a:gd name="connsiteY405" fmla="*/ 571415 h 5822437"/>
                <a:gd name="connsiteX406" fmla="*/ 811910 w 1969992"/>
                <a:gd name="connsiteY406" fmla="*/ 591750 h 5822437"/>
                <a:gd name="connsiteX407" fmla="*/ 819536 w 1969992"/>
                <a:gd name="connsiteY407" fmla="*/ 609544 h 5822437"/>
                <a:gd name="connsiteX408" fmla="*/ 812419 w 1969992"/>
                <a:gd name="connsiteY408" fmla="*/ 623270 h 5822437"/>
                <a:gd name="connsiteX409" fmla="*/ 873932 w 1969992"/>
                <a:gd name="connsiteY409" fmla="*/ 786459 h 5822437"/>
                <a:gd name="connsiteX410" fmla="*/ 886642 w 1969992"/>
                <a:gd name="connsiteY410" fmla="*/ 766632 h 5822437"/>
                <a:gd name="connsiteX411" fmla="*/ 903418 w 1969992"/>
                <a:gd name="connsiteY411" fmla="*/ 806794 h 5822437"/>
                <a:gd name="connsiteX412" fmla="*/ 888675 w 1969992"/>
                <a:gd name="connsiteY412" fmla="*/ 829671 h 5822437"/>
                <a:gd name="connsiteX413" fmla="*/ 960865 w 1969992"/>
                <a:gd name="connsiteY413" fmla="*/ 1045222 h 5822437"/>
                <a:gd name="connsiteX414" fmla="*/ 983233 w 1969992"/>
                <a:gd name="connsiteY414" fmla="*/ 1004552 h 5822437"/>
                <a:gd name="connsiteX415" fmla="*/ 1009160 w 1969992"/>
                <a:gd name="connsiteY415" fmla="*/ 1072166 h 5822437"/>
                <a:gd name="connsiteX416" fmla="*/ 984250 w 1969992"/>
                <a:gd name="connsiteY416" fmla="*/ 1116395 h 5822437"/>
                <a:gd name="connsiteX417" fmla="*/ 1027970 w 1969992"/>
                <a:gd name="connsiteY417" fmla="*/ 1249081 h 5822437"/>
                <a:gd name="connsiteX418" fmla="*/ 1060506 w 1969992"/>
                <a:gd name="connsiteY418" fmla="*/ 1347198 h 5822437"/>
                <a:gd name="connsiteX419" fmla="*/ 1078300 w 1969992"/>
                <a:gd name="connsiteY419" fmla="*/ 1321779 h 5822437"/>
                <a:gd name="connsiteX420" fmla="*/ 1086942 w 1969992"/>
                <a:gd name="connsiteY420" fmla="*/ 1378209 h 5822437"/>
                <a:gd name="connsiteX421" fmla="*/ 1075758 w 1969992"/>
                <a:gd name="connsiteY421" fmla="*/ 1394477 h 5822437"/>
                <a:gd name="connsiteX422" fmla="*/ 1099651 w 1969992"/>
                <a:gd name="connsiteY422" fmla="*/ 1467683 h 5822437"/>
                <a:gd name="connsiteX423" fmla="*/ 1131679 w 1969992"/>
                <a:gd name="connsiteY423" fmla="*/ 1714246 h 5822437"/>
                <a:gd name="connsiteX424" fmla="*/ 1129646 w 1969992"/>
                <a:gd name="connsiteY424" fmla="*/ 1717296 h 5822437"/>
                <a:gd name="connsiteX425" fmla="*/ 1119478 w 1969992"/>
                <a:gd name="connsiteY425" fmla="*/ 1643073 h 5822437"/>
                <a:gd name="connsiteX426" fmla="*/ 947138 w 1969992"/>
                <a:gd name="connsiteY426" fmla="*/ 1188076 h 5822437"/>
                <a:gd name="connsiteX427" fmla="*/ 929854 w 1969992"/>
                <a:gd name="connsiteY427" fmla="*/ 1222137 h 5822437"/>
                <a:gd name="connsiteX428" fmla="*/ 905960 w 1969992"/>
                <a:gd name="connsiteY428" fmla="*/ 1151473 h 5822437"/>
                <a:gd name="connsiteX429" fmla="*/ 930870 w 1969992"/>
                <a:gd name="connsiteY429" fmla="*/ 1102669 h 5822437"/>
                <a:gd name="connsiteX430" fmla="*/ 947138 w 1969992"/>
                <a:gd name="connsiteY430" fmla="*/ 1188076 h 5822437"/>
                <a:gd name="connsiteX431" fmla="*/ 813944 w 1969992"/>
                <a:gd name="connsiteY431" fmla="*/ 458556 h 5822437"/>
                <a:gd name="connsiteX432" fmla="*/ 880033 w 1969992"/>
                <a:gd name="connsiteY432" fmla="*/ 454489 h 5822437"/>
                <a:gd name="connsiteX433" fmla="*/ 884100 w 1969992"/>
                <a:gd name="connsiteY433" fmla="*/ 467198 h 5822437"/>
                <a:gd name="connsiteX434" fmla="*/ 886642 w 1969992"/>
                <a:gd name="connsiteY434" fmla="*/ 471265 h 5822437"/>
                <a:gd name="connsiteX435" fmla="*/ 895792 w 1969992"/>
                <a:gd name="connsiteY435" fmla="*/ 471265 h 5822437"/>
                <a:gd name="connsiteX436" fmla="*/ 905452 w 1969992"/>
                <a:gd name="connsiteY436" fmla="*/ 486516 h 5822437"/>
                <a:gd name="connsiteX437" fmla="*/ 903418 w 1969992"/>
                <a:gd name="connsiteY437" fmla="*/ 452964 h 5822437"/>
                <a:gd name="connsiteX438" fmla="*/ 920703 w 1969992"/>
                <a:gd name="connsiteY438" fmla="*/ 456522 h 5822437"/>
                <a:gd name="connsiteX439" fmla="*/ 923753 w 1969992"/>
                <a:gd name="connsiteY439" fmla="*/ 510410 h 5822437"/>
                <a:gd name="connsiteX440" fmla="*/ 922736 w 1969992"/>
                <a:gd name="connsiteY440" fmla="*/ 514477 h 5822437"/>
                <a:gd name="connsiteX441" fmla="*/ 980183 w 1969992"/>
                <a:gd name="connsiteY441" fmla="*/ 617169 h 5822437"/>
                <a:gd name="connsiteX442" fmla="*/ 971032 w 1969992"/>
                <a:gd name="connsiteY442" fmla="*/ 622761 h 5822437"/>
                <a:gd name="connsiteX443" fmla="*/ 912569 w 1969992"/>
                <a:gd name="connsiteY443" fmla="*/ 518544 h 5822437"/>
                <a:gd name="connsiteX444" fmla="*/ 906468 w 1969992"/>
                <a:gd name="connsiteY444" fmla="*/ 510918 h 5822437"/>
                <a:gd name="connsiteX445" fmla="*/ 906468 w 1969992"/>
                <a:gd name="connsiteY445" fmla="*/ 508885 h 5822437"/>
                <a:gd name="connsiteX446" fmla="*/ 887658 w 1969992"/>
                <a:gd name="connsiteY446" fmla="*/ 479907 h 5822437"/>
                <a:gd name="connsiteX447" fmla="*/ 877999 w 1969992"/>
                <a:gd name="connsiteY447" fmla="*/ 496684 h 5822437"/>
                <a:gd name="connsiteX448" fmla="*/ 873424 w 1969992"/>
                <a:gd name="connsiteY448" fmla="*/ 505326 h 5822437"/>
                <a:gd name="connsiteX449" fmla="*/ 930870 w 1969992"/>
                <a:gd name="connsiteY449" fmla="*/ 664957 h 5822437"/>
                <a:gd name="connsiteX450" fmla="*/ 939513 w 1969992"/>
                <a:gd name="connsiteY450" fmla="*/ 687833 h 5822437"/>
                <a:gd name="connsiteX451" fmla="*/ 955273 w 1969992"/>
                <a:gd name="connsiteY451" fmla="*/ 665465 h 5822437"/>
                <a:gd name="connsiteX452" fmla="*/ 965440 w 1969992"/>
                <a:gd name="connsiteY452" fmla="*/ 712744 h 5822437"/>
                <a:gd name="connsiteX453" fmla="*/ 954764 w 1969992"/>
                <a:gd name="connsiteY453" fmla="*/ 728504 h 5822437"/>
                <a:gd name="connsiteX454" fmla="*/ 985775 w 1969992"/>
                <a:gd name="connsiteY454" fmla="*/ 808827 h 5822437"/>
                <a:gd name="connsiteX455" fmla="*/ 1014753 w 1969992"/>
                <a:gd name="connsiteY455" fmla="*/ 957273 h 5822437"/>
                <a:gd name="connsiteX456" fmla="*/ 991876 w 1969992"/>
                <a:gd name="connsiteY456" fmla="*/ 898810 h 5822437"/>
                <a:gd name="connsiteX457" fmla="*/ 848513 w 1969992"/>
                <a:gd name="connsiteY457" fmla="*/ 564806 h 5822437"/>
                <a:gd name="connsiteX458" fmla="*/ 845972 w 1969992"/>
                <a:gd name="connsiteY458" fmla="*/ 557181 h 5822437"/>
                <a:gd name="connsiteX459" fmla="*/ 845463 w 1969992"/>
                <a:gd name="connsiteY459" fmla="*/ 558197 h 5822437"/>
                <a:gd name="connsiteX460" fmla="*/ 826145 w 1969992"/>
                <a:gd name="connsiteY460" fmla="*/ 517527 h 5822437"/>
                <a:gd name="connsiteX461" fmla="*/ 829704 w 1969992"/>
                <a:gd name="connsiteY461" fmla="*/ 510410 h 5822437"/>
                <a:gd name="connsiteX462" fmla="*/ 827670 w 1969992"/>
                <a:gd name="connsiteY462" fmla="*/ 504310 h 5822437"/>
                <a:gd name="connsiteX463" fmla="*/ 823603 w 1969992"/>
                <a:gd name="connsiteY463" fmla="*/ 511935 h 5822437"/>
                <a:gd name="connsiteX464" fmla="*/ 808352 w 1969992"/>
                <a:gd name="connsiteY464" fmla="*/ 480924 h 5822437"/>
                <a:gd name="connsiteX465" fmla="*/ 815977 w 1969992"/>
                <a:gd name="connsiteY465" fmla="*/ 467706 h 5822437"/>
                <a:gd name="connsiteX466" fmla="*/ 813944 w 1969992"/>
                <a:gd name="connsiteY466" fmla="*/ 458556 h 5822437"/>
                <a:gd name="connsiteX467" fmla="*/ 1014244 w 1969992"/>
                <a:gd name="connsiteY467" fmla="*/ 586667 h 5822437"/>
                <a:gd name="connsiteX468" fmla="*/ 1033562 w 1969992"/>
                <a:gd name="connsiteY468" fmla="*/ 562265 h 5822437"/>
                <a:gd name="connsiteX469" fmla="*/ 1005602 w 1969992"/>
                <a:gd name="connsiteY469" fmla="*/ 481941 h 5822437"/>
                <a:gd name="connsiteX470" fmla="*/ 997468 w 1969992"/>
                <a:gd name="connsiteY470" fmla="*/ 459064 h 5822437"/>
                <a:gd name="connsiteX471" fmla="*/ 1055423 w 1969992"/>
                <a:gd name="connsiteY471" fmla="*/ 466690 h 5822437"/>
                <a:gd name="connsiteX472" fmla="*/ 1070674 w 1969992"/>
                <a:gd name="connsiteY472" fmla="*/ 511427 h 5822437"/>
                <a:gd name="connsiteX473" fmla="*/ 1072707 w 1969992"/>
                <a:gd name="connsiteY473" fmla="*/ 516511 h 5822437"/>
                <a:gd name="connsiteX474" fmla="*/ 1108294 w 1969992"/>
                <a:gd name="connsiteY474" fmla="*/ 476857 h 5822437"/>
                <a:gd name="connsiteX475" fmla="*/ 1147947 w 1969992"/>
                <a:gd name="connsiteY475" fmla="*/ 486516 h 5822437"/>
                <a:gd name="connsiteX476" fmla="*/ 1086434 w 1969992"/>
                <a:gd name="connsiteY476" fmla="*/ 555147 h 5822437"/>
                <a:gd name="connsiteX477" fmla="*/ 1091009 w 1969992"/>
                <a:gd name="connsiteY477" fmla="*/ 568873 h 5822437"/>
                <a:gd name="connsiteX478" fmla="*/ 1090501 w 1969992"/>
                <a:gd name="connsiteY478" fmla="*/ 571415 h 5822437"/>
                <a:gd name="connsiteX479" fmla="*/ 1037630 w 1969992"/>
                <a:gd name="connsiteY479" fmla="*/ 472790 h 5822437"/>
                <a:gd name="connsiteX480" fmla="*/ 1024412 w 1969992"/>
                <a:gd name="connsiteY480" fmla="*/ 478382 h 5822437"/>
                <a:gd name="connsiteX481" fmla="*/ 1086434 w 1969992"/>
                <a:gd name="connsiteY481" fmla="*/ 647163 h 5822437"/>
                <a:gd name="connsiteX482" fmla="*/ 1094568 w 1969992"/>
                <a:gd name="connsiteY482" fmla="*/ 668007 h 5822437"/>
                <a:gd name="connsiteX483" fmla="*/ 1103210 w 1969992"/>
                <a:gd name="connsiteY483" fmla="*/ 761548 h 5822437"/>
                <a:gd name="connsiteX484" fmla="*/ 1081350 w 1969992"/>
                <a:gd name="connsiteY484" fmla="*/ 698001 h 5822437"/>
                <a:gd name="connsiteX485" fmla="*/ 1047797 w 1969992"/>
                <a:gd name="connsiteY485" fmla="*/ 602426 h 5822437"/>
                <a:gd name="connsiteX486" fmla="*/ 1034071 w 1969992"/>
                <a:gd name="connsiteY486" fmla="*/ 619711 h 5822437"/>
                <a:gd name="connsiteX487" fmla="*/ 1029495 w 1969992"/>
                <a:gd name="connsiteY487" fmla="*/ 625812 h 5822437"/>
                <a:gd name="connsiteX488" fmla="*/ 1098635 w 1969992"/>
                <a:gd name="connsiteY488" fmla="*/ 813403 h 5822437"/>
                <a:gd name="connsiteX489" fmla="*/ 1107277 w 1969992"/>
                <a:gd name="connsiteY489" fmla="*/ 799676 h 5822437"/>
                <a:gd name="connsiteX490" fmla="*/ 1113378 w 1969992"/>
                <a:gd name="connsiteY490" fmla="*/ 862715 h 5822437"/>
                <a:gd name="connsiteX491" fmla="*/ 1127612 w 1969992"/>
                <a:gd name="connsiteY491" fmla="*/ 922195 h 5822437"/>
                <a:gd name="connsiteX492" fmla="*/ 1117445 w 1969992"/>
                <a:gd name="connsiteY492" fmla="*/ 925245 h 5822437"/>
                <a:gd name="connsiteX493" fmla="*/ 1111344 w 1969992"/>
                <a:gd name="connsiteY493" fmla="*/ 897285 h 5822437"/>
                <a:gd name="connsiteX494" fmla="*/ 1086942 w 1969992"/>
                <a:gd name="connsiteY494" fmla="*/ 832213 h 5822437"/>
                <a:gd name="connsiteX495" fmla="*/ 1091517 w 1969992"/>
                <a:gd name="connsiteY495" fmla="*/ 825095 h 5822437"/>
                <a:gd name="connsiteX496" fmla="*/ 1022378 w 1969992"/>
                <a:gd name="connsiteY496" fmla="*/ 635979 h 5822437"/>
                <a:gd name="connsiteX497" fmla="*/ 1017803 w 1969992"/>
                <a:gd name="connsiteY497" fmla="*/ 642080 h 5822437"/>
                <a:gd name="connsiteX498" fmla="*/ 1003568 w 1969992"/>
                <a:gd name="connsiteY498" fmla="*/ 602426 h 5822437"/>
                <a:gd name="connsiteX499" fmla="*/ 1007635 w 1969992"/>
                <a:gd name="connsiteY499" fmla="*/ 597343 h 5822437"/>
                <a:gd name="connsiteX500" fmla="*/ 956289 w 1969992"/>
                <a:gd name="connsiteY500" fmla="*/ 453980 h 5822437"/>
                <a:gd name="connsiteX501" fmla="*/ 965948 w 1969992"/>
                <a:gd name="connsiteY501" fmla="*/ 449913 h 5822437"/>
                <a:gd name="connsiteX502" fmla="*/ 1014244 w 1969992"/>
                <a:gd name="connsiteY502" fmla="*/ 586667 h 5822437"/>
                <a:gd name="connsiteX503" fmla="*/ 965440 w 1969992"/>
                <a:gd name="connsiteY503" fmla="*/ 448388 h 5822437"/>
                <a:gd name="connsiteX504" fmla="*/ 974591 w 1969992"/>
                <a:gd name="connsiteY504" fmla="*/ 442796 h 5822437"/>
                <a:gd name="connsiteX505" fmla="*/ 992892 w 1969992"/>
                <a:gd name="connsiteY505" fmla="*/ 470757 h 5822437"/>
                <a:gd name="connsiteX506" fmla="*/ 983742 w 1969992"/>
                <a:gd name="connsiteY506" fmla="*/ 476349 h 5822437"/>
                <a:gd name="connsiteX507" fmla="*/ 965440 w 1969992"/>
                <a:gd name="connsiteY507" fmla="*/ 448388 h 5822437"/>
                <a:gd name="connsiteX508" fmla="*/ 1188109 w 1969992"/>
                <a:gd name="connsiteY508" fmla="*/ 680208 h 5822437"/>
                <a:gd name="connsiteX509" fmla="*/ 1193193 w 1969992"/>
                <a:gd name="connsiteY509" fmla="*/ 734096 h 5822437"/>
                <a:gd name="connsiteX510" fmla="*/ 1166757 w 1969992"/>
                <a:gd name="connsiteY510" fmla="*/ 772224 h 5822437"/>
                <a:gd name="connsiteX511" fmla="*/ 1152014 w 1969992"/>
                <a:gd name="connsiteY511" fmla="*/ 730537 h 5822437"/>
                <a:gd name="connsiteX512" fmla="*/ 1188109 w 1969992"/>
                <a:gd name="connsiteY512" fmla="*/ 680208 h 5822437"/>
                <a:gd name="connsiteX513" fmla="*/ 1156081 w 1969992"/>
                <a:gd name="connsiteY513" fmla="*/ 488550 h 5822437"/>
                <a:gd name="connsiteX514" fmla="*/ 1166249 w 1969992"/>
                <a:gd name="connsiteY514" fmla="*/ 491600 h 5822437"/>
                <a:gd name="connsiteX515" fmla="*/ 1171333 w 1969992"/>
                <a:gd name="connsiteY515" fmla="*/ 541421 h 5822437"/>
                <a:gd name="connsiteX516" fmla="*/ 1156081 w 1969992"/>
                <a:gd name="connsiteY516" fmla="*/ 488550 h 5822437"/>
                <a:gd name="connsiteX517" fmla="*/ 1195226 w 1969992"/>
                <a:gd name="connsiteY517" fmla="*/ 755956 h 5822437"/>
                <a:gd name="connsiteX518" fmla="*/ 1199802 w 1969992"/>
                <a:gd name="connsiteY518" fmla="*/ 807302 h 5822437"/>
                <a:gd name="connsiteX519" fmla="*/ 1184042 w 1969992"/>
                <a:gd name="connsiteY519" fmla="*/ 825604 h 5822437"/>
                <a:gd name="connsiteX520" fmla="*/ 1183025 w 1969992"/>
                <a:gd name="connsiteY520" fmla="*/ 822553 h 5822437"/>
                <a:gd name="connsiteX521" fmla="*/ 1170316 w 1969992"/>
                <a:gd name="connsiteY521" fmla="*/ 783917 h 5822437"/>
                <a:gd name="connsiteX522" fmla="*/ 1195226 w 1969992"/>
                <a:gd name="connsiteY522" fmla="*/ 755956 h 5822437"/>
                <a:gd name="connsiteX523" fmla="*/ 1153031 w 1969992"/>
                <a:gd name="connsiteY523" fmla="*/ 830687 h 5822437"/>
                <a:gd name="connsiteX524" fmla="*/ 1210478 w 1969992"/>
                <a:gd name="connsiteY524" fmla="*/ 1029463 h 5822437"/>
                <a:gd name="connsiteX525" fmla="*/ 1209461 w 1969992"/>
                <a:gd name="connsiteY525" fmla="*/ 1038613 h 5822437"/>
                <a:gd name="connsiteX526" fmla="*/ 1210986 w 1969992"/>
                <a:gd name="connsiteY526" fmla="*/ 1087418 h 5822437"/>
                <a:gd name="connsiteX527" fmla="*/ 1163199 w 1969992"/>
                <a:gd name="connsiteY527" fmla="*/ 935413 h 5822437"/>
                <a:gd name="connsiteX528" fmla="*/ 1149472 w 1969992"/>
                <a:gd name="connsiteY528" fmla="*/ 816961 h 5822437"/>
                <a:gd name="connsiteX529" fmla="*/ 1153031 w 1969992"/>
                <a:gd name="connsiteY529" fmla="*/ 830687 h 5822437"/>
                <a:gd name="connsiteX530" fmla="*/ 1213528 w 1969992"/>
                <a:gd name="connsiteY530" fmla="*/ 1202819 h 5822437"/>
                <a:gd name="connsiteX531" fmla="*/ 1195735 w 1969992"/>
                <a:gd name="connsiteY531" fmla="*/ 1226713 h 5822437"/>
                <a:gd name="connsiteX532" fmla="*/ 1194210 w 1969992"/>
                <a:gd name="connsiteY532" fmla="*/ 1206886 h 5822437"/>
                <a:gd name="connsiteX533" fmla="*/ 1202344 w 1969992"/>
                <a:gd name="connsiteY533" fmla="*/ 1195193 h 5822437"/>
                <a:gd name="connsiteX534" fmla="*/ 1195226 w 1969992"/>
                <a:gd name="connsiteY534" fmla="*/ 1162149 h 5822437"/>
                <a:gd name="connsiteX535" fmla="*/ 1211494 w 1969992"/>
                <a:gd name="connsiteY535" fmla="*/ 1140289 h 5822437"/>
                <a:gd name="connsiteX536" fmla="*/ 1213528 w 1969992"/>
                <a:gd name="connsiteY536" fmla="*/ 1202819 h 5822437"/>
                <a:gd name="connsiteX537" fmla="*/ 1212511 w 1969992"/>
                <a:gd name="connsiteY537" fmla="*/ 507360 h 5822437"/>
                <a:gd name="connsiteX538" fmla="*/ 1216578 w 1969992"/>
                <a:gd name="connsiteY538" fmla="*/ 508885 h 5822437"/>
                <a:gd name="connsiteX539" fmla="*/ 1241997 w 1969992"/>
                <a:gd name="connsiteY539" fmla="*/ 599376 h 5822437"/>
                <a:gd name="connsiteX540" fmla="*/ 1229796 w 1969992"/>
                <a:gd name="connsiteY540" fmla="*/ 615136 h 5822437"/>
                <a:gd name="connsiteX541" fmla="*/ 1229287 w 1969992"/>
                <a:gd name="connsiteY541" fmla="*/ 664448 h 5822437"/>
                <a:gd name="connsiteX542" fmla="*/ 1228779 w 1969992"/>
                <a:gd name="connsiteY542" fmla="*/ 661398 h 5822437"/>
                <a:gd name="connsiteX543" fmla="*/ 1212511 w 1969992"/>
                <a:gd name="connsiteY543" fmla="*/ 507360 h 5822437"/>
                <a:gd name="connsiteX544" fmla="*/ 1148456 w 1969992"/>
                <a:gd name="connsiteY544" fmla="*/ 1225696 h 5822437"/>
                <a:gd name="connsiteX545" fmla="*/ 1171333 w 1969992"/>
                <a:gd name="connsiteY545" fmla="*/ 1441248 h 5822437"/>
                <a:gd name="connsiteX546" fmla="*/ 1148964 w 1969992"/>
                <a:gd name="connsiteY546" fmla="*/ 1377192 h 5822437"/>
                <a:gd name="connsiteX547" fmla="*/ 1125579 w 1969992"/>
                <a:gd name="connsiteY547" fmla="*/ 1273992 h 5822437"/>
                <a:gd name="connsiteX548" fmla="*/ 1083383 w 1969992"/>
                <a:gd name="connsiteY548" fmla="*/ 1142322 h 5822437"/>
                <a:gd name="connsiteX549" fmla="*/ 1069149 w 1969992"/>
                <a:gd name="connsiteY549" fmla="*/ 1100635 h 5822437"/>
                <a:gd name="connsiteX550" fmla="*/ 1031529 w 1969992"/>
                <a:gd name="connsiteY550" fmla="*/ 920670 h 5822437"/>
                <a:gd name="connsiteX551" fmla="*/ 1052881 w 1969992"/>
                <a:gd name="connsiteY551" fmla="*/ 884575 h 5822437"/>
                <a:gd name="connsiteX552" fmla="*/ 1079825 w 1969992"/>
                <a:gd name="connsiteY552" fmla="*/ 960832 h 5822437"/>
                <a:gd name="connsiteX553" fmla="*/ 1057456 w 1969992"/>
                <a:gd name="connsiteY553" fmla="*/ 993368 h 5822437"/>
                <a:gd name="connsiteX554" fmla="*/ 1115919 w 1969992"/>
                <a:gd name="connsiteY554" fmla="*/ 1153506 h 5822437"/>
                <a:gd name="connsiteX555" fmla="*/ 1143372 w 1969992"/>
                <a:gd name="connsiteY555" fmla="*/ 1231796 h 5822437"/>
                <a:gd name="connsiteX556" fmla="*/ 1148456 w 1969992"/>
                <a:gd name="connsiteY556" fmla="*/ 1225696 h 5822437"/>
                <a:gd name="connsiteX557" fmla="*/ 1157098 w 1969992"/>
                <a:gd name="connsiteY557" fmla="*/ 3149393 h 5822437"/>
                <a:gd name="connsiteX558" fmla="*/ 1150489 w 1969992"/>
                <a:gd name="connsiteY558" fmla="*/ 3148885 h 5822437"/>
                <a:gd name="connsiteX559" fmla="*/ 1151506 w 1969992"/>
                <a:gd name="connsiteY559" fmla="*/ 3122449 h 5822437"/>
                <a:gd name="connsiteX560" fmla="*/ 1162690 w 1969992"/>
                <a:gd name="connsiteY560" fmla="*/ 3164644 h 5822437"/>
                <a:gd name="connsiteX561" fmla="*/ 1163199 w 1969992"/>
                <a:gd name="connsiteY561" fmla="*/ 3170745 h 5822437"/>
                <a:gd name="connsiteX562" fmla="*/ 1157098 w 1969992"/>
                <a:gd name="connsiteY562" fmla="*/ 3149393 h 5822437"/>
                <a:gd name="connsiteX563" fmla="*/ 1164724 w 1969992"/>
                <a:gd name="connsiteY563" fmla="*/ 3298856 h 5822437"/>
                <a:gd name="connsiteX564" fmla="*/ 1166757 w 1969992"/>
                <a:gd name="connsiteY564" fmla="*/ 3314615 h 5822437"/>
                <a:gd name="connsiteX565" fmla="*/ 1166249 w 1969992"/>
                <a:gd name="connsiteY565" fmla="*/ 3312582 h 5822437"/>
                <a:gd name="connsiteX566" fmla="*/ 1146422 w 1969992"/>
                <a:gd name="connsiteY566" fmla="*/ 3200231 h 5822437"/>
                <a:gd name="connsiteX567" fmla="*/ 1149981 w 1969992"/>
                <a:gd name="connsiteY567" fmla="*/ 3150918 h 5822437"/>
                <a:gd name="connsiteX568" fmla="*/ 1154048 w 1969992"/>
                <a:gd name="connsiteY568" fmla="*/ 3221074 h 5822437"/>
                <a:gd name="connsiteX569" fmla="*/ 1164724 w 1969992"/>
                <a:gd name="connsiteY569" fmla="*/ 3298856 h 5822437"/>
                <a:gd name="connsiteX570" fmla="*/ 1151506 w 1969992"/>
                <a:gd name="connsiteY570" fmla="*/ 3117365 h 5822437"/>
                <a:gd name="connsiteX571" fmla="*/ 1151506 w 1969992"/>
                <a:gd name="connsiteY571" fmla="*/ 3051785 h 5822437"/>
                <a:gd name="connsiteX572" fmla="*/ 1158623 w 1969992"/>
                <a:gd name="connsiteY572" fmla="*/ 3042634 h 5822437"/>
                <a:gd name="connsiteX573" fmla="*/ 1158623 w 1969992"/>
                <a:gd name="connsiteY573" fmla="*/ 3055343 h 5822437"/>
                <a:gd name="connsiteX574" fmla="*/ 1160148 w 1969992"/>
                <a:gd name="connsiteY574" fmla="*/ 3106181 h 5822437"/>
                <a:gd name="connsiteX575" fmla="*/ 1151506 w 1969992"/>
                <a:gd name="connsiteY575" fmla="*/ 3117365 h 5822437"/>
                <a:gd name="connsiteX576" fmla="*/ 982216 w 1969992"/>
                <a:gd name="connsiteY576" fmla="*/ 688342 h 5822437"/>
                <a:gd name="connsiteX577" fmla="*/ 978658 w 1969992"/>
                <a:gd name="connsiteY577" fmla="*/ 693426 h 5822437"/>
                <a:gd name="connsiteX578" fmla="*/ 966965 w 1969992"/>
                <a:gd name="connsiteY578" fmla="*/ 648180 h 5822437"/>
                <a:gd name="connsiteX579" fmla="*/ 967474 w 1969992"/>
                <a:gd name="connsiteY579" fmla="*/ 647672 h 5822437"/>
                <a:gd name="connsiteX580" fmla="*/ 982216 w 1969992"/>
                <a:gd name="connsiteY580" fmla="*/ 688342 h 5822437"/>
                <a:gd name="connsiteX581" fmla="*/ 1152523 w 1969992"/>
                <a:gd name="connsiteY581" fmla="*/ 2662877 h 5822437"/>
                <a:gd name="connsiteX582" fmla="*/ 1153539 w 1969992"/>
                <a:gd name="connsiteY582" fmla="*/ 2550017 h 5822437"/>
                <a:gd name="connsiteX583" fmla="*/ 1154048 w 1969992"/>
                <a:gd name="connsiteY583" fmla="*/ 2519006 h 5822437"/>
                <a:gd name="connsiteX584" fmla="*/ 1156590 w 1969992"/>
                <a:gd name="connsiteY584" fmla="*/ 2526632 h 5822437"/>
                <a:gd name="connsiteX585" fmla="*/ 1165740 w 1969992"/>
                <a:gd name="connsiteY585" fmla="*/ 2514431 h 5822437"/>
                <a:gd name="connsiteX586" fmla="*/ 1170824 w 1969992"/>
                <a:gd name="connsiteY586" fmla="*/ 2573402 h 5822437"/>
                <a:gd name="connsiteX587" fmla="*/ 1170824 w 1969992"/>
                <a:gd name="connsiteY587" fmla="*/ 2573402 h 5822437"/>
                <a:gd name="connsiteX588" fmla="*/ 1171333 w 1969992"/>
                <a:gd name="connsiteY588" fmla="*/ 2574419 h 5822437"/>
                <a:gd name="connsiteX589" fmla="*/ 1178450 w 1969992"/>
                <a:gd name="connsiteY589" fmla="*/ 2622715 h 5822437"/>
                <a:gd name="connsiteX590" fmla="*/ 1182517 w 1969992"/>
                <a:gd name="connsiteY590" fmla="*/ 2626782 h 5822437"/>
                <a:gd name="connsiteX591" fmla="*/ 1174383 w 1969992"/>
                <a:gd name="connsiteY591" fmla="*/ 2693379 h 5822437"/>
                <a:gd name="connsiteX592" fmla="*/ 1171333 w 1969992"/>
                <a:gd name="connsiteY592" fmla="*/ 2723374 h 5822437"/>
                <a:gd name="connsiteX593" fmla="*/ 1152523 w 1969992"/>
                <a:gd name="connsiteY593" fmla="*/ 2662877 h 5822437"/>
                <a:gd name="connsiteX594" fmla="*/ 1152523 w 1969992"/>
                <a:gd name="connsiteY594" fmla="*/ 2328365 h 5822437"/>
                <a:gd name="connsiteX595" fmla="*/ 1162182 w 1969992"/>
                <a:gd name="connsiteY595" fmla="*/ 2318706 h 5822437"/>
                <a:gd name="connsiteX596" fmla="*/ 1168791 w 1969992"/>
                <a:gd name="connsiteY596" fmla="*/ 2367510 h 5822437"/>
                <a:gd name="connsiteX597" fmla="*/ 1154048 w 1969992"/>
                <a:gd name="connsiteY597" fmla="*/ 2383269 h 5822437"/>
                <a:gd name="connsiteX598" fmla="*/ 1152523 w 1969992"/>
                <a:gd name="connsiteY598" fmla="*/ 2328365 h 5822437"/>
                <a:gd name="connsiteX599" fmla="*/ 1219120 w 1969992"/>
                <a:gd name="connsiteY599" fmla="*/ 3028908 h 5822437"/>
                <a:gd name="connsiteX600" fmla="*/ 1215053 w 1969992"/>
                <a:gd name="connsiteY600" fmla="*/ 3034500 h 5822437"/>
                <a:gd name="connsiteX601" fmla="*/ 1213528 w 1969992"/>
                <a:gd name="connsiteY601" fmla="*/ 2971969 h 5822437"/>
                <a:gd name="connsiteX602" fmla="*/ 1218103 w 1969992"/>
                <a:gd name="connsiteY602" fmla="*/ 2965869 h 5822437"/>
                <a:gd name="connsiteX603" fmla="*/ 1219120 w 1969992"/>
                <a:gd name="connsiteY603" fmla="*/ 3028908 h 5822437"/>
                <a:gd name="connsiteX604" fmla="*/ 1205394 w 1969992"/>
                <a:gd name="connsiteY604" fmla="*/ 2129081 h 5822437"/>
                <a:gd name="connsiteX605" fmla="*/ 1203869 w 1969992"/>
                <a:gd name="connsiteY605" fmla="*/ 2153483 h 5822437"/>
                <a:gd name="connsiteX606" fmla="*/ 1201835 w 1969992"/>
                <a:gd name="connsiteY606" fmla="*/ 2153992 h 5822437"/>
                <a:gd name="connsiteX607" fmla="*/ 1201327 w 1969992"/>
                <a:gd name="connsiteY607" fmla="*/ 2116880 h 5822437"/>
                <a:gd name="connsiteX608" fmla="*/ 1205394 w 1969992"/>
                <a:gd name="connsiteY608" fmla="*/ 2129081 h 5822437"/>
                <a:gd name="connsiteX609" fmla="*/ 1243014 w 1969992"/>
                <a:gd name="connsiteY609" fmla="*/ 2846909 h 5822437"/>
                <a:gd name="connsiteX610" fmla="*/ 1253181 w 1969992"/>
                <a:gd name="connsiteY610" fmla="*/ 2905372 h 5822437"/>
                <a:gd name="connsiteX611" fmla="*/ 1262332 w 1969992"/>
                <a:gd name="connsiteY611" fmla="*/ 3001456 h 5822437"/>
                <a:gd name="connsiteX612" fmla="*/ 1262332 w 1969992"/>
                <a:gd name="connsiteY612" fmla="*/ 3001964 h 5822437"/>
                <a:gd name="connsiteX613" fmla="*/ 1255723 w 1969992"/>
                <a:gd name="connsiteY613" fmla="*/ 2982137 h 5822437"/>
                <a:gd name="connsiteX614" fmla="*/ 1245556 w 1969992"/>
                <a:gd name="connsiteY614" fmla="*/ 2994846 h 5822437"/>
                <a:gd name="connsiteX615" fmla="*/ 1243014 w 1969992"/>
                <a:gd name="connsiteY615" fmla="*/ 2846909 h 5822437"/>
                <a:gd name="connsiteX616" fmla="*/ 518069 w 1969992"/>
                <a:gd name="connsiteY616" fmla="*/ 540404 h 5822437"/>
                <a:gd name="connsiteX617" fmla="*/ 496717 w 1969992"/>
                <a:gd name="connsiteY617" fmla="*/ 550064 h 5822437"/>
                <a:gd name="connsiteX618" fmla="*/ 495192 w 1969992"/>
                <a:gd name="connsiteY618" fmla="*/ 543963 h 5822437"/>
                <a:gd name="connsiteX619" fmla="*/ 515018 w 1969992"/>
                <a:gd name="connsiteY619" fmla="*/ 533287 h 5822437"/>
                <a:gd name="connsiteX620" fmla="*/ 518069 w 1969992"/>
                <a:gd name="connsiteY620" fmla="*/ 540404 h 5822437"/>
                <a:gd name="connsiteX621" fmla="*/ 669565 w 1969992"/>
                <a:gd name="connsiteY621" fmla="*/ 3463570 h 5822437"/>
                <a:gd name="connsiteX622" fmla="*/ 677191 w 1969992"/>
                <a:gd name="connsiteY622" fmla="*/ 3481363 h 5822437"/>
                <a:gd name="connsiteX623" fmla="*/ 690917 w 1969992"/>
                <a:gd name="connsiteY623" fmla="*/ 3491022 h 5822437"/>
                <a:gd name="connsiteX624" fmla="*/ 665498 w 1969992"/>
                <a:gd name="connsiteY624" fmla="*/ 3533217 h 5822437"/>
                <a:gd name="connsiteX625" fmla="*/ 669565 w 1969992"/>
                <a:gd name="connsiteY625" fmla="*/ 3463570 h 5822437"/>
                <a:gd name="connsiteX626" fmla="*/ 1079316 w 1969992"/>
                <a:gd name="connsiteY626" fmla="*/ 5729913 h 5822437"/>
                <a:gd name="connsiteX627" fmla="*/ 1058981 w 1969992"/>
                <a:gd name="connsiteY627" fmla="*/ 5752789 h 5822437"/>
                <a:gd name="connsiteX628" fmla="*/ 998485 w 1969992"/>
                <a:gd name="connsiteY628" fmla="*/ 5752789 h 5822437"/>
                <a:gd name="connsiteX629" fmla="*/ 967982 w 1969992"/>
                <a:gd name="connsiteY629" fmla="*/ 5752789 h 5822437"/>
                <a:gd name="connsiteX630" fmla="*/ 937479 w 1969992"/>
                <a:gd name="connsiteY630" fmla="*/ 5589601 h 5822437"/>
                <a:gd name="connsiteX631" fmla="*/ 809368 w 1969992"/>
                <a:gd name="connsiteY631" fmla="*/ 5725337 h 5822437"/>
                <a:gd name="connsiteX632" fmla="*/ 813944 w 1969992"/>
                <a:gd name="connsiteY632" fmla="*/ 5752789 h 5822437"/>
                <a:gd name="connsiteX633" fmla="*/ 732095 w 1969992"/>
                <a:gd name="connsiteY633" fmla="*/ 5752789 h 5822437"/>
                <a:gd name="connsiteX634" fmla="*/ 755989 w 1969992"/>
                <a:gd name="connsiteY634" fmla="*/ 5725337 h 5822437"/>
                <a:gd name="connsiteX635" fmla="*/ 727011 w 1969992"/>
                <a:gd name="connsiteY635" fmla="*/ 5572824 h 5822437"/>
                <a:gd name="connsiteX636" fmla="*/ 666006 w 1969992"/>
                <a:gd name="connsiteY636" fmla="*/ 5644506 h 5822437"/>
                <a:gd name="connsiteX637" fmla="*/ 620252 w 1969992"/>
                <a:gd name="connsiteY637" fmla="*/ 5699410 h 5822437"/>
                <a:gd name="connsiteX638" fmla="*/ 625336 w 1969992"/>
                <a:gd name="connsiteY638" fmla="*/ 5752789 h 5822437"/>
                <a:gd name="connsiteX639" fmla="*/ 536879 w 1969992"/>
                <a:gd name="connsiteY639" fmla="*/ 5752789 h 5822437"/>
                <a:gd name="connsiteX640" fmla="*/ 531795 w 1969992"/>
                <a:gd name="connsiteY640" fmla="*/ 5745672 h 5822437"/>
                <a:gd name="connsiteX641" fmla="*/ 563314 w 1969992"/>
                <a:gd name="connsiteY641" fmla="*/ 5706527 h 5822437"/>
                <a:gd name="connsiteX642" fmla="*/ 545521 w 1969992"/>
                <a:gd name="connsiteY642" fmla="*/ 5503177 h 5822437"/>
                <a:gd name="connsiteX643" fmla="*/ 496208 w 1969992"/>
                <a:gd name="connsiteY643" fmla="*/ 5575366 h 5822437"/>
                <a:gd name="connsiteX644" fmla="*/ 513493 w 1969992"/>
                <a:gd name="connsiteY644" fmla="*/ 5738555 h 5822437"/>
                <a:gd name="connsiteX645" fmla="*/ 507393 w 1969992"/>
                <a:gd name="connsiteY645" fmla="*/ 5739064 h 5822437"/>
                <a:gd name="connsiteX646" fmla="*/ 457063 w 1969992"/>
                <a:gd name="connsiteY646" fmla="*/ 5749231 h 5822437"/>
                <a:gd name="connsiteX647" fmla="*/ 447404 w 1969992"/>
                <a:gd name="connsiteY647" fmla="*/ 5648064 h 5822437"/>
                <a:gd name="connsiteX648" fmla="*/ 411310 w 1969992"/>
                <a:gd name="connsiteY648" fmla="*/ 5701952 h 5822437"/>
                <a:gd name="connsiteX649" fmla="*/ 425036 w 1969992"/>
                <a:gd name="connsiteY649" fmla="*/ 5610952 h 5822437"/>
                <a:gd name="connsiteX650" fmla="*/ 440287 w 1969992"/>
                <a:gd name="connsiteY650" fmla="*/ 5588584 h 5822437"/>
                <a:gd name="connsiteX651" fmla="*/ 434695 w 1969992"/>
                <a:gd name="connsiteY651" fmla="*/ 5547405 h 5822437"/>
                <a:gd name="connsiteX652" fmla="*/ 469773 w 1969992"/>
                <a:gd name="connsiteY652" fmla="*/ 5306435 h 5822437"/>
                <a:gd name="connsiteX653" fmla="*/ 473840 w 1969992"/>
                <a:gd name="connsiteY653" fmla="*/ 5278474 h 5822437"/>
                <a:gd name="connsiteX654" fmla="*/ 516035 w 1969992"/>
                <a:gd name="connsiteY654" fmla="*/ 5208827 h 5822437"/>
                <a:gd name="connsiteX655" fmla="*/ 501801 w 1969992"/>
                <a:gd name="connsiteY655" fmla="*/ 5087833 h 5822437"/>
                <a:gd name="connsiteX656" fmla="*/ 501292 w 1969992"/>
                <a:gd name="connsiteY656" fmla="*/ 5085291 h 5822437"/>
                <a:gd name="connsiteX657" fmla="*/ 531286 w 1969992"/>
                <a:gd name="connsiteY657" fmla="*/ 4868722 h 5822437"/>
                <a:gd name="connsiteX658" fmla="*/ 590767 w 1969992"/>
                <a:gd name="connsiteY658" fmla="*/ 4793991 h 5822437"/>
                <a:gd name="connsiteX659" fmla="*/ 562297 w 1969992"/>
                <a:gd name="connsiteY659" fmla="*/ 4627752 h 5822437"/>
                <a:gd name="connsiteX660" fmla="*/ 575007 w 1969992"/>
                <a:gd name="connsiteY660" fmla="*/ 4526077 h 5822437"/>
                <a:gd name="connsiteX661" fmla="*/ 582632 w 1969992"/>
                <a:gd name="connsiteY661" fmla="*/ 4462530 h 5822437"/>
                <a:gd name="connsiteX662" fmla="*/ 633470 w 1969992"/>
                <a:gd name="connsiteY662" fmla="*/ 4734512 h 5822437"/>
                <a:gd name="connsiteX663" fmla="*/ 655330 w 1969992"/>
                <a:gd name="connsiteY663" fmla="*/ 4703500 h 5822437"/>
                <a:gd name="connsiteX664" fmla="*/ 713285 w 1969992"/>
                <a:gd name="connsiteY664" fmla="*/ 4617585 h 5822437"/>
                <a:gd name="connsiteX665" fmla="*/ 647705 w 1969992"/>
                <a:gd name="connsiteY665" fmla="*/ 4346620 h 5822437"/>
                <a:gd name="connsiteX666" fmla="*/ 583649 w 1969992"/>
                <a:gd name="connsiteY666" fmla="*/ 4454396 h 5822437"/>
                <a:gd name="connsiteX667" fmla="*/ 594834 w 1969992"/>
                <a:gd name="connsiteY667" fmla="*/ 4356279 h 5822437"/>
                <a:gd name="connsiteX668" fmla="*/ 633470 w 1969992"/>
                <a:gd name="connsiteY668" fmla="*/ 4288157 h 5822437"/>
                <a:gd name="connsiteX669" fmla="*/ 611610 w 1969992"/>
                <a:gd name="connsiteY669" fmla="*/ 4197665 h 5822437"/>
                <a:gd name="connsiteX670" fmla="*/ 626861 w 1969992"/>
                <a:gd name="connsiteY670" fmla="*/ 4038544 h 5822437"/>
                <a:gd name="connsiteX671" fmla="*/ 670073 w 1969992"/>
                <a:gd name="connsiteY671" fmla="*/ 4221559 h 5822437"/>
                <a:gd name="connsiteX672" fmla="*/ 675157 w 1969992"/>
                <a:gd name="connsiteY672" fmla="*/ 4212408 h 5822437"/>
                <a:gd name="connsiteX673" fmla="*/ 678716 w 1969992"/>
                <a:gd name="connsiteY673" fmla="*/ 4206308 h 5822437"/>
                <a:gd name="connsiteX674" fmla="*/ 689392 w 1969992"/>
                <a:gd name="connsiteY674" fmla="*/ 4271889 h 5822437"/>
                <a:gd name="connsiteX675" fmla="*/ 684308 w 1969992"/>
                <a:gd name="connsiteY675" fmla="*/ 4281039 h 5822437"/>
                <a:gd name="connsiteX676" fmla="*/ 715827 w 1969992"/>
                <a:gd name="connsiteY676" fmla="*/ 4411184 h 5822437"/>
                <a:gd name="connsiteX677" fmla="*/ 811402 w 1969992"/>
                <a:gd name="connsiteY677" fmla="*/ 4846863 h 5822437"/>
                <a:gd name="connsiteX678" fmla="*/ 948155 w 1969992"/>
                <a:gd name="connsiteY678" fmla="*/ 5494026 h 5822437"/>
                <a:gd name="connsiteX679" fmla="*/ 990859 w 1969992"/>
                <a:gd name="connsiteY679" fmla="*/ 5488434 h 5822437"/>
                <a:gd name="connsiteX680" fmla="*/ 989842 w 1969992"/>
                <a:gd name="connsiteY680" fmla="*/ 5481316 h 5822437"/>
                <a:gd name="connsiteX681" fmla="*/ 1027970 w 1969992"/>
                <a:gd name="connsiteY681" fmla="*/ 5444205 h 5822437"/>
                <a:gd name="connsiteX682" fmla="*/ 1031529 w 1969992"/>
                <a:gd name="connsiteY682" fmla="*/ 5474199 h 5822437"/>
                <a:gd name="connsiteX683" fmla="*/ 1039663 w 1969992"/>
                <a:gd name="connsiteY683" fmla="*/ 5474199 h 5822437"/>
                <a:gd name="connsiteX684" fmla="*/ 1036613 w 1969992"/>
                <a:gd name="connsiteY684" fmla="*/ 5444713 h 5822437"/>
                <a:gd name="connsiteX685" fmla="*/ 1043222 w 1969992"/>
                <a:gd name="connsiteY685" fmla="*/ 5473182 h 5822437"/>
                <a:gd name="connsiteX686" fmla="*/ 1045255 w 1969992"/>
                <a:gd name="connsiteY686" fmla="*/ 5482333 h 5822437"/>
                <a:gd name="connsiteX687" fmla="*/ 981200 w 1969992"/>
                <a:gd name="connsiteY687" fmla="*/ 5545372 h 5822437"/>
                <a:gd name="connsiteX688" fmla="*/ 1018311 w 1969992"/>
                <a:gd name="connsiteY688" fmla="*/ 5739572 h 5822437"/>
                <a:gd name="connsiteX689" fmla="*/ 1023395 w 1969992"/>
                <a:gd name="connsiteY689" fmla="*/ 5733472 h 5822437"/>
                <a:gd name="connsiteX690" fmla="*/ 1084909 w 1969992"/>
                <a:gd name="connsiteY690" fmla="*/ 5666365 h 5822437"/>
                <a:gd name="connsiteX691" fmla="*/ 1095076 w 1969992"/>
                <a:gd name="connsiteY691" fmla="*/ 5713136 h 5822437"/>
                <a:gd name="connsiteX692" fmla="*/ 1079316 w 1969992"/>
                <a:gd name="connsiteY692" fmla="*/ 5729913 h 5822437"/>
                <a:gd name="connsiteX693" fmla="*/ 829704 w 1969992"/>
                <a:gd name="connsiteY693" fmla="*/ 4752305 h 5822437"/>
                <a:gd name="connsiteX694" fmla="*/ 833770 w 1969992"/>
                <a:gd name="connsiteY694" fmla="*/ 4747729 h 5822437"/>
                <a:gd name="connsiteX695" fmla="*/ 868340 w 1969992"/>
                <a:gd name="connsiteY695" fmla="*/ 4711126 h 5822437"/>
                <a:gd name="connsiteX696" fmla="*/ 870374 w 1969992"/>
                <a:gd name="connsiteY696" fmla="*/ 4766539 h 5822437"/>
                <a:gd name="connsiteX697" fmla="*/ 851055 w 1969992"/>
                <a:gd name="connsiteY697" fmla="*/ 4786874 h 5822437"/>
                <a:gd name="connsiteX698" fmla="*/ 839363 w 1969992"/>
                <a:gd name="connsiteY698" fmla="*/ 4799583 h 5822437"/>
                <a:gd name="connsiteX699" fmla="*/ 829704 w 1969992"/>
                <a:gd name="connsiteY699" fmla="*/ 4752305 h 5822437"/>
                <a:gd name="connsiteX700" fmla="*/ 942563 w 1969992"/>
                <a:gd name="connsiteY700" fmla="*/ 5266782 h 5822437"/>
                <a:gd name="connsiteX701" fmla="*/ 987300 w 1969992"/>
                <a:gd name="connsiteY701" fmla="*/ 5212386 h 5822437"/>
                <a:gd name="connsiteX702" fmla="*/ 996451 w 1969992"/>
                <a:gd name="connsiteY702" fmla="*/ 5263731 h 5822437"/>
                <a:gd name="connsiteX703" fmla="*/ 953239 w 1969992"/>
                <a:gd name="connsiteY703" fmla="*/ 5315586 h 5822437"/>
                <a:gd name="connsiteX704" fmla="*/ 942563 w 1969992"/>
                <a:gd name="connsiteY704" fmla="*/ 5266782 h 5822437"/>
                <a:gd name="connsiteX705" fmla="*/ 1145914 w 1969992"/>
                <a:gd name="connsiteY705" fmla="*/ 5753298 h 5822437"/>
                <a:gd name="connsiteX706" fmla="*/ 1145405 w 1969992"/>
                <a:gd name="connsiteY706" fmla="*/ 5751265 h 5822437"/>
                <a:gd name="connsiteX707" fmla="*/ 1126595 w 1969992"/>
                <a:gd name="connsiteY707" fmla="*/ 5631796 h 5822437"/>
                <a:gd name="connsiteX708" fmla="*/ 1093043 w 1969992"/>
                <a:gd name="connsiteY708" fmla="*/ 5475724 h 5822437"/>
                <a:gd name="connsiteX709" fmla="*/ 1082875 w 1969992"/>
                <a:gd name="connsiteY709" fmla="*/ 5428446 h 5822437"/>
                <a:gd name="connsiteX710" fmla="*/ 1088976 w 1969992"/>
                <a:gd name="connsiteY710" fmla="*/ 5423362 h 5822437"/>
                <a:gd name="connsiteX711" fmla="*/ 1075249 w 1969992"/>
                <a:gd name="connsiteY711" fmla="*/ 5391842 h 5822437"/>
                <a:gd name="connsiteX712" fmla="*/ 1065590 w 1969992"/>
                <a:gd name="connsiteY712" fmla="*/ 5344563 h 5822437"/>
                <a:gd name="connsiteX713" fmla="*/ 1067624 w 1969992"/>
                <a:gd name="connsiteY713" fmla="*/ 5318127 h 5822437"/>
                <a:gd name="connsiteX714" fmla="*/ 1058473 w 1969992"/>
                <a:gd name="connsiteY714" fmla="*/ 5309485 h 5822437"/>
                <a:gd name="connsiteX715" fmla="*/ 1020853 w 1969992"/>
                <a:gd name="connsiteY715" fmla="*/ 5164598 h 5822437"/>
                <a:gd name="connsiteX716" fmla="*/ 1007127 w 1969992"/>
                <a:gd name="connsiteY716" fmla="*/ 5151380 h 5822437"/>
                <a:gd name="connsiteX717" fmla="*/ 960865 w 1969992"/>
                <a:gd name="connsiteY717" fmla="*/ 4965823 h 5822437"/>
                <a:gd name="connsiteX718" fmla="*/ 894267 w 1969992"/>
                <a:gd name="connsiteY718" fmla="*/ 5043604 h 5822437"/>
                <a:gd name="connsiteX719" fmla="*/ 891217 w 1969992"/>
                <a:gd name="connsiteY719" fmla="*/ 4986158 h 5822437"/>
                <a:gd name="connsiteX720" fmla="*/ 949172 w 1969992"/>
                <a:gd name="connsiteY720" fmla="*/ 4919052 h 5822437"/>
                <a:gd name="connsiteX721" fmla="*/ 902401 w 1969992"/>
                <a:gd name="connsiteY721" fmla="*/ 4731970 h 5822437"/>
                <a:gd name="connsiteX722" fmla="*/ 876982 w 1969992"/>
                <a:gd name="connsiteY722" fmla="*/ 4758913 h 5822437"/>
                <a:gd name="connsiteX723" fmla="*/ 872407 w 1969992"/>
                <a:gd name="connsiteY723" fmla="*/ 4708584 h 5822437"/>
                <a:gd name="connsiteX724" fmla="*/ 871899 w 1969992"/>
                <a:gd name="connsiteY724" fmla="*/ 4707567 h 5822437"/>
                <a:gd name="connsiteX725" fmla="*/ 891725 w 1969992"/>
                <a:gd name="connsiteY725" fmla="*/ 4686724 h 5822437"/>
                <a:gd name="connsiteX726" fmla="*/ 866307 w 1969992"/>
                <a:gd name="connsiteY726" fmla="*/ 4582507 h 5822437"/>
                <a:gd name="connsiteX727" fmla="*/ 843938 w 1969992"/>
                <a:gd name="connsiteY727" fmla="*/ 4490999 h 5822437"/>
                <a:gd name="connsiteX728" fmla="*/ 792084 w 1969992"/>
                <a:gd name="connsiteY728" fmla="*/ 4569797 h 5822437"/>
                <a:gd name="connsiteX729" fmla="*/ 780391 w 1969992"/>
                <a:gd name="connsiteY729" fmla="*/ 4514384 h 5822437"/>
                <a:gd name="connsiteX730" fmla="*/ 830720 w 1969992"/>
                <a:gd name="connsiteY730" fmla="*/ 4438128 h 5822437"/>
                <a:gd name="connsiteX731" fmla="*/ 770732 w 1969992"/>
                <a:gd name="connsiteY731" fmla="*/ 4200207 h 5822437"/>
                <a:gd name="connsiteX732" fmla="*/ 757514 w 1969992"/>
                <a:gd name="connsiteY732" fmla="*/ 4146319 h 5822437"/>
                <a:gd name="connsiteX733" fmla="*/ 716844 w 1969992"/>
                <a:gd name="connsiteY733" fmla="*/ 4221051 h 5822437"/>
                <a:gd name="connsiteX734" fmla="*/ 701084 w 1969992"/>
                <a:gd name="connsiteY734" fmla="*/ 4188007 h 5822437"/>
                <a:gd name="connsiteX735" fmla="*/ 691933 w 1969992"/>
                <a:gd name="connsiteY735" fmla="*/ 4180889 h 5822437"/>
                <a:gd name="connsiteX736" fmla="*/ 743788 w 1969992"/>
                <a:gd name="connsiteY736" fmla="*/ 4087856 h 5822437"/>
                <a:gd name="connsiteX737" fmla="*/ 683799 w 1969992"/>
                <a:gd name="connsiteY737" fmla="*/ 3817400 h 5822437"/>
                <a:gd name="connsiteX738" fmla="*/ 677699 w 1969992"/>
                <a:gd name="connsiteY738" fmla="*/ 3793506 h 5822437"/>
                <a:gd name="connsiteX739" fmla="*/ 643129 w 1969992"/>
                <a:gd name="connsiteY739" fmla="*/ 3850444 h 5822437"/>
                <a:gd name="connsiteX740" fmla="*/ 649738 w 1969992"/>
                <a:gd name="connsiteY740" fmla="*/ 3764529 h 5822437"/>
                <a:gd name="connsiteX741" fmla="*/ 663973 w 1969992"/>
                <a:gd name="connsiteY741" fmla="*/ 3741652 h 5822437"/>
                <a:gd name="connsiteX742" fmla="*/ 653805 w 1969992"/>
                <a:gd name="connsiteY742" fmla="*/ 3706065 h 5822437"/>
                <a:gd name="connsiteX743" fmla="*/ 663973 w 1969992"/>
                <a:gd name="connsiteY743" fmla="*/ 3553044 h 5822437"/>
                <a:gd name="connsiteX744" fmla="*/ 701593 w 1969992"/>
                <a:gd name="connsiteY744" fmla="*/ 3682680 h 5822437"/>
                <a:gd name="connsiteX745" fmla="*/ 780391 w 1969992"/>
                <a:gd name="connsiteY745" fmla="*/ 3563720 h 5822437"/>
                <a:gd name="connsiteX746" fmla="*/ 761581 w 1969992"/>
                <a:gd name="connsiteY746" fmla="*/ 3475262 h 5822437"/>
                <a:gd name="connsiteX747" fmla="*/ 746838 w 1969992"/>
                <a:gd name="connsiteY747" fmla="*/ 3399514 h 5822437"/>
                <a:gd name="connsiteX748" fmla="*/ 734637 w 1969992"/>
                <a:gd name="connsiteY748" fmla="*/ 3419341 h 5822437"/>
                <a:gd name="connsiteX749" fmla="*/ 740229 w 1969992"/>
                <a:gd name="connsiteY749" fmla="*/ 3312074 h 5822437"/>
                <a:gd name="connsiteX750" fmla="*/ 747855 w 1969992"/>
                <a:gd name="connsiteY750" fmla="*/ 3105164 h 5822437"/>
                <a:gd name="connsiteX751" fmla="*/ 747855 w 1969992"/>
                <a:gd name="connsiteY751" fmla="*/ 3096013 h 5822437"/>
                <a:gd name="connsiteX752" fmla="*/ 795134 w 1969992"/>
                <a:gd name="connsiteY752" fmla="*/ 3024841 h 5822437"/>
                <a:gd name="connsiteX753" fmla="*/ 751922 w 1969992"/>
                <a:gd name="connsiteY753" fmla="*/ 2824032 h 5822437"/>
                <a:gd name="connsiteX754" fmla="*/ 748872 w 1969992"/>
                <a:gd name="connsiteY754" fmla="*/ 2827591 h 5822437"/>
                <a:gd name="connsiteX755" fmla="*/ 746330 w 1969992"/>
                <a:gd name="connsiteY755" fmla="*/ 2690837 h 5822437"/>
                <a:gd name="connsiteX756" fmla="*/ 734637 w 1969992"/>
                <a:gd name="connsiteY756" fmla="*/ 2458509 h 5822437"/>
                <a:gd name="connsiteX757" fmla="*/ 779883 w 1969992"/>
                <a:gd name="connsiteY757" fmla="*/ 2392929 h 5822437"/>
                <a:gd name="connsiteX758" fmla="*/ 765140 w 1969992"/>
                <a:gd name="connsiteY758" fmla="*/ 2337007 h 5822437"/>
                <a:gd name="connsiteX759" fmla="*/ 730570 w 1969992"/>
                <a:gd name="connsiteY759" fmla="*/ 2404113 h 5822437"/>
                <a:gd name="connsiteX760" fmla="*/ 724978 w 1969992"/>
                <a:gd name="connsiteY760" fmla="*/ 2328365 h 5822437"/>
                <a:gd name="connsiteX761" fmla="*/ 750397 w 1969992"/>
                <a:gd name="connsiteY761" fmla="*/ 2279052 h 5822437"/>
                <a:gd name="connsiteX762" fmla="*/ 704643 w 1969992"/>
                <a:gd name="connsiteY762" fmla="*/ 2097053 h 5822437"/>
                <a:gd name="connsiteX763" fmla="*/ 701593 w 1969992"/>
                <a:gd name="connsiteY763" fmla="*/ 2070110 h 5822437"/>
                <a:gd name="connsiteX764" fmla="*/ 689900 w 1969992"/>
                <a:gd name="connsiteY764" fmla="*/ 1975043 h 5822437"/>
                <a:gd name="connsiteX765" fmla="*/ 668548 w 1969992"/>
                <a:gd name="connsiteY765" fmla="*/ 1877435 h 5822437"/>
                <a:gd name="connsiteX766" fmla="*/ 652280 w 1969992"/>
                <a:gd name="connsiteY766" fmla="*/ 1871843 h 5822437"/>
                <a:gd name="connsiteX767" fmla="*/ 633979 w 1969992"/>
                <a:gd name="connsiteY767" fmla="*/ 1681710 h 5822437"/>
                <a:gd name="connsiteX768" fmla="*/ 617202 w 1969992"/>
                <a:gd name="connsiteY768" fmla="*/ 1536822 h 5822437"/>
                <a:gd name="connsiteX769" fmla="*/ 651263 w 1969992"/>
                <a:gd name="connsiteY769" fmla="*/ 1688827 h 5822437"/>
                <a:gd name="connsiteX770" fmla="*/ 691425 w 1969992"/>
                <a:gd name="connsiteY770" fmla="*/ 1601386 h 5822437"/>
                <a:gd name="connsiteX771" fmla="*/ 616185 w 1969992"/>
                <a:gd name="connsiteY771" fmla="*/ 1287718 h 5822437"/>
                <a:gd name="connsiteX772" fmla="*/ 607035 w 1969992"/>
                <a:gd name="connsiteY772" fmla="*/ 1309070 h 5822437"/>
                <a:gd name="connsiteX773" fmla="*/ 599409 w 1969992"/>
                <a:gd name="connsiteY773" fmla="*/ 1261282 h 5822437"/>
                <a:gd name="connsiteX774" fmla="*/ 597375 w 1969992"/>
                <a:gd name="connsiteY774" fmla="*/ 1245523 h 5822437"/>
                <a:gd name="connsiteX775" fmla="*/ 603476 w 1969992"/>
                <a:gd name="connsiteY775" fmla="*/ 1232813 h 5822437"/>
                <a:gd name="connsiteX776" fmla="*/ 581107 w 1969992"/>
                <a:gd name="connsiteY776" fmla="*/ 1137747 h 5822437"/>
                <a:gd name="connsiteX777" fmla="*/ 579074 w 1969992"/>
                <a:gd name="connsiteY777" fmla="*/ 1123004 h 5822437"/>
                <a:gd name="connsiteX778" fmla="*/ 531795 w 1969992"/>
                <a:gd name="connsiteY778" fmla="*/ 862715 h 5822437"/>
                <a:gd name="connsiteX779" fmla="*/ 473332 w 1969992"/>
                <a:gd name="connsiteY779" fmla="*/ 604460 h 5822437"/>
                <a:gd name="connsiteX780" fmla="*/ 462147 w 1969992"/>
                <a:gd name="connsiteY780" fmla="*/ 560739 h 5822437"/>
                <a:gd name="connsiteX781" fmla="*/ 478924 w 1969992"/>
                <a:gd name="connsiteY781" fmla="*/ 552097 h 5822437"/>
                <a:gd name="connsiteX782" fmla="*/ 483499 w 1969992"/>
                <a:gd name="connsiteY782" fmla="*/ 568365 h 5822437"/>
                <a:gd name="connsiteX783" fmla="*/ 539420 w 1969992"/>
                <a:gd name="connsiteY783" fmla="*/ 781375 h 5822437"/>
                <a:gd name="connsiteX784" fmla="*/ 564839 w 1969992"/>
                <a:gd name="connsiteY784" fmla="*/ 721895 h 5822437"/>
                <a:gd name="connsiteX785" fmla="*/ 535862 w 1969992"/>
                <a:gd name="connsiteY785" fmla="*/ 604460 h 5822437"/>
                <a:gd name="connsiteX786" fmla="*/ 518577 w 1969992"/>
                <a:gd name="connsiteY786" fmla="*/ 643096 h 5822437"/>
                <a:gd name="connsiteX787" fmla="*/ 512985 w 1969992"/>
                <a:gd name="connsiteY787" fmla="*/ 611577 h 5822437"/>
                <a:gd name="connsiteX788" fmla="*/ 517560 w 1969992"/>
                <a:gd name="connsiteY788" fmla="*/ 601918 h 5822437"/>
                <a:gd name="connsiteX789" fmla="*/ 509426 w 1969992"/>
                <a:gd name="connsiteY789" fmla="*/ 585650 h 5822437"/>
                <a:gd name="connsiteX790" fmla="*/ 530270 w 1969992"/>
                <a:gd name="connsiteY790" fmla="*/ 579549 h 5822437"/>
                <a:gd name="connsiteX791" fmla="*/ 520102 w 1969992"/>
                <a:gd name="connsiteY791" fmla="*/ 529728 h 5822437"/>
                <a:gd name="connsiteX792" fmla="*/ 560772 w 1969992"/>
                <a:gd name="connsiteY792" fmla="*/ 511427 h 5822437"/>
                <a:gd name="connsiteX793" fmla="*/ 593308 w 1969992"/>
                <a:gd name="connsiteY793" fmla="*/ 655297 h 5822437"/>
                <a:gd name="connsiteX794" fmla="*/ 621777 w 1969992"/>
                <a:gd name="connsiteY794" fmla="*/ 588700 h 5822437"/>
                <a:gd name="connsiteX795" fmla="*/ 592292 w 1969992"/>
                <a:gd name="connsiteY795" fmla="*/ 499734 h 5822437"/>
                <a:gd name="connsiteX796" fmla="*/ 636012 w 1969992"/>
                <a:gd name="connsiteY796" fmla="*/ 487025 h 5822437"/>
                <a:gd name="connsiteX797" fmla="*/ 648213 w 1969992"/>
                <a:gd name="connsiteY797" fmla="*/ 526170 h 5822437"/>
                <a:gd name="connsiteX798" fmla="*/ 652280 w 1969992"/>
                <a:gd name="connsiteY798" fmla="*/ 516511 h 5822437"/>
                <a:gd name="connsiteX799" fmla="*/ 678207 w 1969992"/>
                <a:gd name="connsiteY799" fmla="*/ 604968 h 5822437"/>
                <a:gd name="connsiteX800" fmla="*/ 676682 w 1969992"/>
                <a:gd name="connsiteY800" fmla="*/ 608527 h 5822437"/>
                <a:gd name="connsiteX801" fmla="*/ 692950 w 1969992"/>
                <a:gd name="connsiteY801" fmla="*/ 651739 h 5822437"/>
                <a:gd name="connsiteX802" fmla="*/ 818519 w 1969992"/>
                <a:gd name="connsiteY802" fmla="*/ 1019295 h 5822437"/>
                <a:gd name="connsiteX803" fmla="*/ 901893 w 1969992"/>
                <a:gd name="connsiteY803" fmla="*/ 1264333 h 5822437"/>
                <a:gd name="connsiteX804" fmla="*/ 996451 w 1969992"/>
                <a:gd name="connsiteY804" fmla="*/ 1508862 h 5822437"/>
                <a:gd name="connsiteX805" fmla="*/ 1006619 w 1969992"/>
                <a:gd name="connsiteY805" fmla="*/ 1512420 h 5822437"/>
                <a:gd name="connsiteX806" fmla="*/ 1044238 w 1969992"/>
                <a:gd name="connsiteY806" fmla="*/ 1710687 h 5822437"/>
                <a:gd name="connsiteX807" fmla="*/ 1071182 w 1969992"/>
                <a:gd name="connsiteY807" fmla="*/ 1856591 h 5822437"/>
                <a:gd name="connsiteX808" fmla="*/ 1059490 w 1969992"/>
                <a:gd name="connsiteY808" fmla="*/ 1821005 h 5822437"/>
                <a:gd name="connsiteX809" fmla="*/ 1041188 w 1969992"/>
                <a:gd name="connsiteY809" fmla="*/ 1849474 h 5822437"/>
                <a:gd name="connsiteX810" fmla="*/ 1020853 w 1969992"/>
                <a:gd name="connsiteY810" fmla="*/ 1882010 h 5822437"/>
                <a:gd name="connsiteX811" fmla="*/ 1011194 w 1969992"/>
                <a:gd name="connsiteY811" fmla="*/ 1823547 h 5822437"/>
                <a:gd name="connsiteX812" fmla="*/ 1020345 w 1969992"/>
                <a:gd name="connsiteY812" fmla="*/ 1809312 h 5822437"/>
                <a:gd name="connsiteX813" fmla="*/ 1044238 w 1969992"/>
                <a:gd name="connsiteY813" fmla="*/ 1772709 h 5822437"/>
                <a:gd name="connsiteX814" fmla="*/ 975608 w 1969992"/>
                <a:gd name="connsiteY814" fmla="*/ 1545973 h 5822437"/>
                <a:gd name="connsiteX815" fmla="*/ 945105 w 1969992"/>
                <a:gd name="connsiteY815" fmla="*/ 1594269 h 5822437"/>
                <a:gd name="connsiteX816" fmla="*/ 929854 w 1969992"/>
                <a:gd name="connsiteY816" fmla="*/ 1544448 h 5822437"/>
                <a:gd name="connsiteX817" fmla="*/ 960865 w 1969992"/>
                <a:gd name="connsiteY817" fmla="*/ 1496152 h 5822437"/>
                <a:gd name="connsiteX818" fmla="*/ 893759 w 1969992"/>
                <a:gd name="connsiteY818" fmla="*/ 1295344 h 5822437"/>
                <a:gd name="connsiteX819" fmla="*/ 885625 w 1969992"/>
                <a:gd name="connsiteY819" fmla="*/ 1313137 h 5822437"/>
                <a:gd name="connsiteX820" fmla="*/ 882066 w 1969992"/>
                <a:gd name="connsiteY820" fmla="*/ 1259757 h 5822437"/>
                <a:gd name="connsiteX821" fmla="*/ 864781 w 1969992"/>
                <a:gd name="connsiteY821" fmla="*/ 1259757 h 5822437"/>
                <a:gd name="connsiteX822" fmla="*/ 869357 w 1969992"/>
                <a:gd name="connsiteY822" fmla="*/ 1347706 h 5822437"/>
                <a:gd name="connsiteX823" fmla="*/ 833770 w 1969992"/>
                <a:gd name="connsiteY823" fmla="*/ 1424471 h 5822437"/>
                <a:gd name="connsiteX824" fmla="*/ 883083 w 1969992"/>
                <a:gd name="connsiteY824" fmla="*/ 1574951 h 5822437"/>
                <a:gd name="connsiteX825" fmla="*/ 892742 w 1969992"/>
                <a:gd name="connsiteY825" fmla="*/ 1605453 h 5822437"/>
                <a:gd name="connsiteX826" fmla="*/ 913077 w 1969992"/>
                <a:gd name="connsiteY826" fmla="*/ 1572917 h 5822437"/>
                <a:gd name="connsiteX827" fmla="*/ 929854 w 1969992"/>
                <a:gd name="connsiteY827" fmla="*/ 1621213 h 5822437"/>
                <a:gd name="connsiteX828" fmla="*/ 908502 w 1969992"/>
                <a:gd name="connsiteY828" fmla="*/ 1655783 h 5822437"/>
                <a:gd name="connsiteX829" fmla="*/ 974082 w 1969992"/>
                <a:gd name="connsiteY829" fmla="*/ 1884044 h 5822437"/>
                <a:gd name="connsiteX830" fmla="*/ 992892 w 1969992"/>
                <a:gd name="connsiteY830" fmla="*/ 1853541 h 5822437"/>
                <a:gd name="connsiteX831" fmla="*/ 1001535 w 1969992"/>
                <a:gd name="connsiteY831" fmla="*/ 1915055 h 5822437"/>
                <a:gd name="connsiteX832" fmla="*/ 988317 w 1969992"/>
                <a:gd name="connsiteY832" fmla="*/ 1936407 h 5822437"/>
                <a:gd name="connsiteX833" fmla="*/ 1021361 w 1969992"/>
                <a:gd name="connsiteY833" fmla="*/ 2057908 h 5822437"/>
                <a:gd name="connsiteX834" fmla="*/ 1068641 w 1969992"/>
                <a:gd name="connsiteY834" fmla="*/ 2388353 h 5822437"/>
                <a:gd name="connsiteX835" fmla="*/ 1058473 w 1969992"/>
                <a:gd name="connsiteY835" fmla="*/ 2352767 h 5822437"/>
                <a:gd name="connsiteX836" fmla="*/ 1008652 w 1969992"/>
                <a:gd name="connsiteY836" fmla="*/ 2172802 h 5822437"/>
                <a:gd name="connsiteX837" fmla="*/ 960356 w 1969992"/>
                <a:gd name="connsiteY837" fmla="*/ 2229231 h 5822437"/>
                <a:gd name="connsiteX838" fmla="*/ 952731 w 1969992"/>
                <a:gd name="connsiteY838" fmla="*/ 2236857 h 5822437"/>
                <a:gd name="connsiteX839" fmla="*/ 952731 w 1969992"/>
                <a:gd name="connsiteY839" fmla="*/ 2238382 h 5822437"/>
                <a:gd name="connsiteX840" fmla="*/ 922228 w 1969992"/>
                <a:gd name="connsiteY840" fmla="*/ 2274985 h 5822437"/>
                <a:gd name="connsiteX841" fmla="*/ 940530 w 1969992"/>
                <a:gd name="connsiteY841" fmla="*/ 2340057 h 5822437"/>
                <a:gd name="connsiteX842" fmla="*/ 985267 w 1969992"/>
                <a:gd name="connsiteY842" fmla="*/ 2505280 h 5822437"/>
                <a:gd name="connsiteX843" fmla="*/ 990350 w 1969992"/>
                <a:gd name="connsiteY843" fmla="*/ 2499688 h 5822437"/>
                <a:gd name="connsiteX844" fmla="*/ 998485 w 1969992"/>
                <a:gd name="connsiteY844" fmla="*/ 2549509 h 5822437"/>
                <a:gd name="connsiteX845" fmla="*/ 997468 w 1969992"/>
                <a:gd name="connsiteY845" fmla="*/ 2550525 h 5822437"/>
                <a:gd name="connsiteX846" fmla="*/ 1000010 w 1969992"/>
                <a:gd name="connsiteY846" fmla="*/ 2559676 h 5822437"/>
                <a:gd name="connsiteX847" fmla="*/ 1033562 w 1969992"/>
                <a:gd name="connsiteY847" fmla="*/ 2768111 h 5822437"/>
                <a:gd name="connsiteX848" fmla="*/ 1071182 w 1969992"/>
                <a:gd name="connsiteY848" fmla="*/ 2996372 h 5822437"/>
                <a:gd name="connsiteX849" fmla="*/ 1064574 w 1969992"/>
                <a:gd name="connsiteY849" fmla="*/ 2972478 h 5822437"/>
                <a:gd name="connsiteX850" fmla="*/ 1022378 w 1969992"/>
                <a:gd name="connsiteY850" fmla="*/ 3023316 h 5822437"/>
                <a:gd name="connsiteX851" fmla="*/ 1015769 w 1969992"/>
                <a:gd name="connsiteY851" fmla="*/ 3010098 h 5822437"/>
                <a:gd name="connsiteX852" fmla="*/ 1010686 w 1969992"/>
                <a:gd name="connsiteY852" fmla="*/ 2976037 h 5822437"/>
                <a:gd name="connsiteX853" fmla="*/ 1052372 w 1969992"/>
                <a:gd name="connsiteY853" fmla="*/ 2926724 h 5822437"/>
                <a:gd name="connsiteX854" fmla="*/ 1016278 w 1969992"/>
                <a:gd name="connsiteY854" fmla="*/ 2790479 h 5822437"/>
                <a:gd name="connsiteX855" fmla="*/ 989334 w 1969992"/>
                <a:gd name="connsiteY855" fmla="*/ 2827082 h 5822437"/>
                <a:gd name="connsiteX856" fmla="*/ 981708 w 1969992"/>
                <a:gd name="connsiteY856" fmla="*/ 2771161 h 5822437"/>
                <a:gd name="connsiteX857" fmla="*/ 1003060 w 1969992"/>
                <a:gd name="connsiteY857" fmla="*/ 2741675 h 5822437"/>
                <a:gd name="connsiteX858" fmla="*/ 962390 w 1969992"/>
                <a:gd name="connsiteY858" fmla="*/ 2589162 h 5822437"/>
                <a:gd name="connsiteX859" fmla="*/ 959340 w 1969992"/>
                <a:gd name="connsiteY859" fmla="*/ 2592212 h 5822437"/>
                <a:gd name="connsiteX860" fmla="*/ 951205 w 1969992"/>
                <a:gd name="connsiteY860" fmla="*/ 2523582 h 5822437"/>
                <a:gd name="connsiteX861" fmla="*/ 942055 w 1969992"/>
                <a:gd name="connsiteY861" fmla="*/ 2513922 h 5822437"/>
                <a:gd name="connsiteX862" fmla="*/ 887658 w 1969992"/>
                <a:gd name="connsiteY862" fmla="*/ 2318706 h 5822437"/>
                <a:gd name="connsiteX863" fmla="*/ 825636 w 1969992"/>
                <a:gd name="connsiteY863" fmla="*/ 2400554 h 5822437"/>
                <a:gd name="connsiteX864" fmla="*/ 882575 w 1969992"/>
                <a:gd name="connsiteY864" fmla="*/ 2617631 h 5822437"/>
                <a:gd name="connsiteX865" fmla="*/ 933921 w 1969992"/>
                <a:gd name="connsiteY865" fmla="*/ 2560693 h 5822437"/>
                <a:gd name="connsiteX866" fmla="*/ 939004 w 1969992"/>
                <a:gd name="connsiteY866" fmla="*/ 2614581 h 5822437"/>
                <a:gd name="connsiteX867" fmla="*/ 912569 w 1969992"/>
                <a:gd name="connsiteY867" fmla="*/ 2644067 h 5822437"/>
                <a:gd name="connsiteX868" fmla="*/ 894776 w 1969992"/>
                <a:gd name="connsiteY868" fmla="*/ 2663893 h 5822437"/>
                <a:gd name="connsiteX869" fmla="*/ 939004 w 1969992"/>
                <a:gd name="connsiteY869" fmla="*/ 2829624 h 5822437"/>
                <a:gd name="connsiteX870" fmla="*/ 958831 w 1969992"/>
                <a:gd name="connsiteY870" fmla="*/ 2802172 h 5822437"/>
                <a:gd name="connsiteX871" fmla="*/ 965440 w 1969992"/>
                <a:gd name="connsiteY871" fmla="*/ 2859110 h 5822437"/>
                <a:gd name="connsiteX872" fmla="*/ 951714 w 1969992"/>
                <a:gd name="connsiteY872" fmla="*/ 2877412 h 5822437"/>
                <a:gd name="connsiteX873" fmla="*/ 956798 w 1969992"/>
                <a:gd name="connsiteY873" fmla="*/ 2895713 h 5822437"/>
                <a:gd name="connsiteX874" fmla="*/ 925787 w 1969992"/>
                <a:gd name="connsiteY874" fmla="*/ 2835725 h 5822437"/>
                <a:gd name="connsiteX875" fmla="*/ 917144 w 1969992"/>
                <a:gd name="connsiteY875" fmla="*/ 2840808 h 5822437"/>
                <a:gd name="connsiteX876" fmla="*/ 974082 w 1969992"/>
                <a:gd name="connsiteY876" fmla="*/ 2958752 h 5822437"/>
                <a:gd name="connsiteX877" fmla="*/ 982216 w 1969992"/>
                <a:gd name="connsiteY877" fmla="*/ 2987729 h 5822437"/>
                <a:gd name="connsiteX878" fmla="*/ 1036613 w 1969992"/>
                <a:gd name="connsiteY878" fmla="*/ 3353252 h 5822437"/>
                <a:gd name="connsiteX879" fmla="*/ 1020853 w 1969992"/>
                <a:gd name="connsiteY879" fmla="*/ 3294280 h 5822437"/>
                <a:gd name="connsiteX880" fmla="*/ 991876 w 1969992"/>
                <a:gd name="connsiteY880" fmla="*/ 3333934 h 5822437"/>
                <a:gd name="connsiteX881" fmla="*/ 983233 w 1969992"/>
                <a:gd name="connsiteY881" fmla="*/ 3280046 h 5822437"/>
                <a:gd name="connsiteX882" fmla="*/ 1007635 w 1969992"/>
                <a:gd name="connsiteY882" fmla="*/ 3246493 h 5822437"/>
                <a:gd name="connsiteX883" fmla="*/ 1002552 w 1969992"/>
                <a:gd name="connsiteY883" fmla="*/ 3227683 h 5822437"/>
                <a:gd name="connsiteX884" fmla="*/ 965948 w 1969992"/>
                <a:gd name="connsiteY884" fmla="*/ 3092963 h 5822437"/>
                <a:gd name="connsiteX885" fmla="*/ 956798 w 1969992"/>
                <a:gd name="connsiteY885" fmla="*/ 3105164 h 5822437"/>
                <a:gd name="connsiteX886" fmla="*/ 949172 w 1969992"/>
                <a:gd name="connsiteY886" fmla="*/ 3051276 h 5822437"/>
                <a:gd name="connsiteX887" fmla="*/ 953239 w 1969992"/>
                <a:gd name="connsiteY887" fmla="*/ 3046193 h 5822437"/>
                <a:gd name="connsiteX888" fmla="*/ 944088 w 1969992"/>
                <a:gd name="connsiteY888" fmla="*/ 3012640 h 5822437"/>
                <a:gd name="connsiteX889" fmla="*/ 931379 w 1969992"/>
                <a:gd name="connsiteY889" fmla="*/ 2911981 h 5822437"/>
                <a:gd name="connsiteX890" fmla="*/ 905452 w 1969992"/>
                <a:gd name="connsiteY890" fmla="*/ 2911981 h 5822437"/>
                <a:gd name="connsiteX891" fmla="*/ 907485 w 1969992"/>
                <a:gd name="connsiteY891" fmla="*/ 2937908 h 5822437"/>
                <a:gd name="connsiteX892" fmla="*/ 846480 w 1969992"/>
                <a:gd name="connsiteY892" fmla="*/ 3022807 h 5822437"/>
                <a:gd name="connsiteX893" fmla="*/ 875457 w 1969992"/>
                <a:gd name="connsiteY893" fmla="*/ 3146851 h 5822437"/>
                <a:gd name="connsiteX894" fmla="*/ 922228 w 1969992"/>
                <a:gd name="connsiteY894" fmla="*/ 3085338 h 5822437"/>
                <a:gd name="connsiteX895" fmla="*/ 928837 w 1969992"/>
                <a:gd name="connsiteY895" fmla="*/ 3141259 h 5822437"/>
                <a:gd name="connsiteX896" fmla="*/ 887658 w 1969992"/>
                <a:gd name="connsiteY896" fmla="*/ 3196672 h 5822437"/>
                <a:gd name="connsiteX897" fmla="*/ 906468 w 1969992"/>
                <a:gd name="connsiteY897" fmla="*/ 3269370 h 5822437"/>
                <a:gd name="connsiteX898" fmla="*/ 929345 w 1969992"/>
                <a:gd name="connsiteY898" fmla="*/ 3353252 h 5822437"/>
                <a:gd name="connsiteX899" fmla="*/ 939004 w 1969992"/>
                <a:gd name="connsiteY899" fmla="*/ 3340034 h 5822437"/>
                <a:gd name="connsiteX900" fmla="*/ 951714 w 1969992"/>
                <a:gd name="connsiteY900" fmla="*/ 3388838 h 5822437"/>
                <a:gd name="connsiteX901" fmla="*/ 943071 w 1969992"/>
                <a:gd name="connsiteY901" fmla="*/ 3401039 h 5822437"/>
                <a:gd name="connsiteX902" fmla="*/ 1005093 w 1969992"/>
                <a:gd name="connsiteY902" fmla="*/ 3610491 h 5822437"/>
                <a:gd name="connsiteX903" fmla="*/ 1050339 w 1969992"/>
                <a:gd name="connsiteY903" fmla="*/ 3820450 h 5822437"/>
                <a:gd name="connsiteX904" fmla="*/ 1172349 w 1969992"/>
                <a:gd name="connsiteY904" fmla="*/ 4277989 h 5822437"/>
                <a:gd name="connsiteX905" fmla="*/ 1240980 w 1969992"/>
                <a:gd name="connsiteY905" fmla="*/ 4488965 h 5822437"/>
                <a:gd name="connsiteX906" fmla="*/ 1247081 w 1969992"/>
                <a:gd name="connsiteY906" fmla="*/ 4580473 h 5822437"/>
                <a:gd name="connsiteX907" fmla="*/ 1201327 w 1969992"/>
                <a:gd name="connsiteY907" fmla="*/ 4433044 h 5822437"/>
                <a:gd name="connsiteX908" fmla="*/ 1198277 w 1969992"/>
                <a:gd name="connsiteY908" fmla="*/ 4436094 h 5822437"/>
                <a:gd name="connsiteX909" fmla="*/ 1186584 w 1969992"/>
                <a:gd name="connsiteY909" fmla="*/ 4392882 h 5822437"/>
                <a:gd name="connsiteX910" fmla="*/ 1188617 w 1969992"/>
                <a:gd name="connsiteY910" fmla="*/ 4390848 h 5822437"/>
                <a:gd name="connsiteX911" fmla="*/ 1168791 w 1969992"/>
                <a:gd name="connsiteY911" fmla="*/ 4326285 h 5822437"/>
                <a:gd name="connsiteX912" fmla="*/ 1149472 w 1969992"/>
                <a:gd name="connsiteY912" fmla="*/ 4254096 h 5822437"/>
                <a:gd name="connsiteX913" fmla="*/ 1010177 w 1969992"/>
                <a:gd name="connsiteY913" fmla="*/ 3732501 h 5822437"/>
                <a:gd name="connsiteX914" fmla="*/ 990859 w 1969992"/>
                <a:gd name="connsiteY914" fmla="*/ 3738093 h 5822437"/>
                <a:gd name="connsiteX915" fmla="*/ 997976 w 1969992"/>
                <a:gd name="connsiteY915" fmla="*/ 3779780 h 5822437"/>
                <a:gd name="connsiteX916" fmla="*/ 963915 w 1969992"/>
                <a:gd name="connsiteY916" fmla="*/ 3821975 h 5822437"/>
                <a:gd name="connsiteX917" fmla="*/ 911044 w 1969992"/>
                <a:gd name="connsiteY917" fmla="*/ 3892640 h 5822437"/>
                <a:gd name="connsiteX918" fmla="*/ 917653 w 1969992"/>
                <a:gd name="connsiteY918" fmla="*/ 3919075 h 5822437"/>
                <a:gd name="connsiteX919" fmla="*/ 970524 w 1969992"/>
                <a:gd name="connsiteY919" fmla="*/ 4114800 h 5822437"/>
                <a:gd name="connsiteX920" fmla="*/ 1143372 w 1969992"/>
                <a:gd name="connsiteY920" fmla="*/ 4844321 h 5822437"/>
                <a:gd name="connsiteX921" fmla="*/ 1124054 w 1969992"/>
                <a:gd name="connsiteY921" fmla="*/ 4781790 h 5822437"/>
                <a:gd name="connsiteX922" fmla="*/ 1086434 w 1969992"/>
                <a:gd name="connsiteY922" fmla="*/ 4823986 h 5822437"/>
                <a:gd name="connsiteX923" fmla="*/ 1080842 w 1969992"/>
                <a:gd name="connsiteY923" fmla="*/ 4805684 h 5822437"/>
                <a:gd name="connsiteX924" fmla="*/ 1072707 w 1969992"/>
                <a:gd name="connsiteY924" fmla="*/ 4780265 h 5822437"/>
                <a:gd name="connsiteX925" fmla="*/ 1110327 w 1969992"/>
                <a:gd name="connsiteY925" fmla="*/ 4738578 h 5822437"/>
                <a:gd name="connsiteX926" fmla="*/ 1063048 w 1969992"/>
                <a:gd name="connsiteY926" fmla="*/ 4591149 h 5822437"/>
                <a:gd name="connsiteX927" fmla="*/ 1057965 w 1969992"/>
                <a:gd name="connsiteY927" fmla="*/ 4574373 h 5822437"/>
                <a:gd name="connsiteX928" fmla="*/ 1019836 w 1969992"/>
                <a:gd name="connsiteY928" fmla="*/ 4612501 h 5822437"/>
                <a:gd name="connsiteX929" fmla="*/ 1007127 w 1969992"/>
                <a:gd name="connsiteY929" fmla="*/ 4569797 h 5822437"/>
                <a:gd name="connsiteX930" fmla="*/ 1044238 w 1969992"/>
                <a:gd name="connsiteY930" fmla="*/ 4532177 h 5822437"/>
                <a:gd name="connsiteX931" fmla="*/ 974591 w 1969992"/>
                <a:gd name="connsiteY931" fmla="*/ 4307983 h 5822437"/>
                <a:gd name="connsiteX932" fmla="*/ 947647 w 1969992"/>
                <a:gd name="connsiteY932" fmla="*/ 4342553 h 5822437"/>
                <a:gd name="connsiteX933" fmla="*/ 880033 w 1969992"/>
                <a:gd name="connsiteY933" fmla="*/ 4437619 h 5822437"/>
                <a:gd name="connsiteX934" fmla="*/ 932396 w 1969992"/>
                <a:gd name="connsiteY934" fmla="*/ 4645546 h 5822437"/>
                <a:gd name="connsiteX935" fmla="*/ 975099 w 1969992"/>
                <a:gd name="connsiteY935" fmla="*/ 4601825 h 5822437"/>
                <a:gd name="connsiteX936" fmla="*/ 979675 w 1969992"/>
                <a:gd name="connsiteY936" fmla="*/ 4616060 h 5822437"/>
                <a:gd name="connsiteX937" fmla="*/ 988317 w 1969992"/>
                <a:gd name="connsiteY937" fmla="*/ 4645037 h 5822437"/>
                <a:gd name="connsiteX938" fmla="*/ 944088 w 1969992"/>
                <a:gd name="connsiteY938" fmla="*/ 4690791 h 5822437"/>
                <a:gd name="connsiteX939" fmla="*/ 944597 w 1969992"/>
                <a:gd name="connsiteY939" fmla="*/ 4693333 h 5822437"/>
                <a:gd name="connsiteX940" fmla="*/ 925278 w 1969992"/>
                <a:gd name="connsiteY940" fmla="*/ 4706551 h 5822437"/>
                <a:gd name="connsiteX941" fmla="*/ 937479 w 1969992"/>
                <a:gd name="connsiteY941" fmla="*/ 4762981 h 5822437"/>
                <a:gd name="connsiteX942" fmla="*/ 943580 w 1969992"/>
                <a:gd name="connsiteY942" fmla="*/ 4806193 h 5822437"/>
                <a:gd name="connsiteX943" fmla="*/ 951205 w 1969992"/>
                <a:gd name="connsiteY943" fmla="*/ 4807717 h 5822437"/>
                <a:gd name="connsiteX944" fmla="*/ 992384 w 1969992"/>
                <a:gd name="connsiteY944" fmla="*/ 4922102 h 5822437"/>
                <a:gd name="connsiteX945" fmla="*/ 1034071 w 1969992"/>
                <a:gd name="connsiteY945" fmla="*/ 5095459 h 5822437"/>
                <a:gd name="connsiteX946" fmla="*/ 1108802 w 1969992"/>
                <a:gd name="connsiteY946" fmla="*/ 5380658 h 5822437"/>
                <a:gd name="connsiteX947" fmla="*/ 1140322 w 1969992"/>
                <a:gd name="connsiteY947" fmla="*/ 5489959 h 5822437"/>
                <a:gd name="connsiteX948" fmla="*/ 1161673 w 1969992"/>
                <a:gd name="connsiteY948" fmla="*/ 5587059 h 5822437"/>
                <a:gd name="connsiteX949" fmla="*/ 1167774 w 1969992"/>
                <a:gd name="connsiteY949" fmla="*/ 5580959 h 5822437"/>
                <a:gd name="connsiteX950" fmla="*/ 1180992 w 1969992"/>
                <a:gd name="connsiteY950" fmla="*/ 5623153 h 5822437"/>
                <a:gd name="connsiteX951" fmla="*/ 1171841 w 1969992"/>
                <a:gd name="connsiteY951" fmla="*/ 5632304 h 5822437"/>
                <a:gd name="connsiteX952" fmla="*/ 1196243 w 1969992"/>
                <a:gd name="connsiteY952" fmla="*/ 5751773 h 5822437"/>
                <a:gd name="connsiteX953" fmla="*/ 1215561 w 1969992"/>
                <a:gd name="connsiteY953" fmla="*/ 5732454 h 5822437"/>
                <a:gd name="connsiteX954" fmla="*/ 1224204 w 1969992"/>
                <a:gd name="connsiteY954" fmla="*/ 5757873 h 5822437"/>
                <a:gd name="connsiteX955" fmla="*/ 1145914 w 1969992"/>
                <a:gd name="connsiteY955" fmla="*/ 5753298 h 5822437"/>
                <a:gd name="connsiteX956" fmla="*/ 1164724 w 1969992"/>
                <a:gd name="connsiteY956" fmla="*/ 4468122 h 5822437"/>
                <a:gd name="connsiteX957" fmla="*/ 1109819 w 1969992"/>
                <a:gd name="connsiteY957" fmla="*/ 4522010 h 5822437"/>
                <a:gd name="connsiteX958" fmla="*/ 1098635 w 1969992"/>
                <a:gd name="connsiteY958" fmla="*/ 4478290 h 5822437"/>
                <a:gd name="connsiteX959" fmla="*/ 1153539 w 1969992"/>
                <a:gd name="connsiteY959" fmla="*/ 4424910 h 5822437"/>
                <a:gd name="connsiteX960" fmla="*/ 1164724 w 1969992"/>
                <a:gd name="connsiteY960" fmla="*/ 4468122 h 5822437"/>
                <a:gd name="connsiteX961" fmla="*/ 1091517 w 1969992"/>
                <a:gd name="connsiteY961" fmla="*/ 4174280 h 5822437"/>
                <a:gd name="connsiteX962" fmla="*/ 1036104 w 1969992"/>
                <a:gd name="connsiteY962" fmla="*/ 4235794 h 5822437"/>
                <a:gd name="connsiteX963" fmla="*/ 1023395 w 1969992"/>
                <a:gd name="connsiteY963" fmla="*/ 4188515 h 5822437"/>
                <a:gd name="connsiteX964" fmla="*/ 1079316 w 1969992"/>
                <a:gd name="connsiteY964" fmla="*/ 4125476 h 5822437"/>
                <a:gd name="connsiteX965" fmla="*/ 1091517 w 1969992"/>
                <a:gd name="connsiteY965" fmla="*/ 4174280 h 5822437"/>
                <a:gd name="connsiteX966" fmla="*/ 1127104 w 1969992"/>
                <a:gd name="connsiteY966" fmla="*/ 5096475 h 5822437"/>
                <a:gd name="connsiteX967" fmla="*/ 1100668 w 1969992"/>
                <a:gd name="connsiteY967" fmla="*/ 5130536 h 5822437"/>
                <a:gd name="connsiteX968" fmla="*/ 1085925 w 1969992"/>
                <a:gd name="connsiteY968" fmla="*/ 5085800 h 5822437"/>
                <a:gd name="connsiteX969" fmla="*/ 1113378 w 1969992"/>
                <a:gd name="connsiteY969" fmla="*/ 5050213 h 5822437"/>
                <a:gd name="connsiteX970" fmla="*/ 1127104 w 1969992"/>
                <a:gd name="connsiteY970" fmla="*/ 5096475 h 5822437"/>
                <a:gd name="connsiteX971" fmla="*/ 1055423 w 1969992"/>
                <a:gd name="connsiteY971" fmla="*/ 4858555 h 5822437"/>
                <a:gd name="connsiteX972" fmla="*/ 1032037 w 1969992"/>
                <a:gd name="connsiteY972" fmla="*/ 4884991 h 5822437"/>
                <a:gd name="connsiteX973" fmla="*/ 1018311 w 1969992"/>
                <a:gd name="connsiteY973" fmla="*/ 4840762 h 5822437"/>
                <a:gd name="connsiteX974" fmla="*/ 1041697 w 1969992"/>
                <a:gd name="connsiteY974" fmla="*/ 4814326 h 5822437"/>
                <a:gd name="connsiteX975" fmla="*/ 1055423 w 1969992"/>
                <a:gd name="connsiteY975" fmla="*/ 4858555 h 5822437"/>
                <a:gd name="connsiteX976" fmla="*/ 1161165 w 1969992"/>
                <a:gd name="connsiteY976" fmla="*/ 5052755 h 5822437"/>
                <a:gd name="connsiteX977" fmla="*/ 1146930 w 1969992"/>
                <a:gd name="connsiteY977" fmla="*/ 5007510 h 5822437"/>
                <a:gd name="connsiteX978" fmla="*/ 1176416 w 1969992"/>
                <a:gd name="connsiteY978" fmla="*/ 4969381 h 5822437"/>
                <a:gd name="connsiteX979" fmla="*/ 1188109 w 1969992"/>
                <a:gd name="connsiteY979" fmla="*/ 5017677 h 5822437"/>
                <a:gd name="connsiteX980" fmla="*/ 1161165 w 1969992"/>
                <a:gd name="connsiteY980" fmla="*/ 5052755 h 5822437"/>
                <a:gd name="connsiteX981" fmla="*/ 1199802 w 1969992"/>
                <a:gd name="connsiteY981" fmla="*/ 5335921 h 5822437"/>
                <a:gd name="connsiteX982" fmla="*/ 1178450 w 1969992"/>
                <a:gd name="connsiteY982" fmla="*/ 5355239 h 5822437"/>
                <a:gd name="connsiteX983" fmla="*/ 1164724 w 1969992"/>
                <a:gd name="connsiteY983" fmla="*/ 5314569 h 5822437"/>
                <a:gd name="connsiteX984" fmla="*/ 1187092 w 1969992"/>
                <a:gd name="connsiteY984" fmla="*/ 5294234 h 5822437"/>
                <a:gd name="connsiteX985" fmla="*/ 1199802 w 1969992"/>
                <a:gd name="connsiteY985" fmla="*/ 5335921 h 5822437"/>
                <a:gd name="connsiteX986" fmla="*/ 1225729 w 1969992"/>
                <a:gd name="connsiteY986" fmla="*/ 5259664 h 5822437"/>
                <a:gd name="connsiteX987" fmla="*/ 1243522 w 1969992"/>
                <a:gd name="connsiteY987" fmla="*/ 5243905 h 5822437"/>
                <a:gd name="connsiteX988" fmla="*/ 1254198 w 1969992"/>
                <a:gd name="connsiteY988" fmla="*/ 5287117 h 5822437"/>
                <a:gd name="connsiteX989" fmla="*/ 1238947 w 1969992"/>
                <a:gd name="connsiteY989" fmla="*/ 5300843 h 5822437"/>
                <a:gd name="connsiteX990" fmla="*/ 1225729 w 1969992"/>
                <a:gd name="connsiteY990" fmla="*/ 5259664 h 5822437"/>
                <a:gd name="connsiteX991" fmla="*/ 1228271 w 1969992"/>
                <a:gd name="connsiteY991" fmla="*/ 5518936 h 5822437"/>
                <a:gd name="connsiteX992" fmla="*/ 1249114 w 1969992"/>
                <a:gd name="connsiteY992" fmla="*/ 5498601 h 5822437"/>
                <a:gd name="connsiteX993" fmla="*/ 1261824 w 1969992"/>
                <a:gd name="connsiteY993" fmla="*/ 5540288 h 5822437"/>
                <a:gd name="connsiteX994" fmla="*/ 1239455 w 1969992"/>
                <a:gd name="connsiteY994" fmla="*/ 5562656 h 5822437"/>
                <a:gd name="connsiteX995" fmla="*/ 1228271 w 1969992"/>
                <a:gd name="connsiteY995" fmla="*/ 5518936 h 5822437"/>
                <a:gd name="connsiteX996" fmla="*/ 1272499 w 1969992"/>
                <a:gd name="connsiteY996" fmla="*/ 5729404 h 5822437"/>
                <a:gd name="connsiteX997" fmla="*/ 1258265 w 1969992"/>
                <a:gd name="connsiteY997" fmla="*/ 5688226 h 5822437"/>
                <a:gd name="connsiteX998" fmla="*/ 1295376 w 1969992"/>
                <a:gd name="connsiteY998" fmla="*/ 5650606 h 5822437"/>
                <a:gd name="connsiteX999" fmla="*/ 1308594 w 1969992"/>
                <a:gd name="connsiteY999" fmla="*/ 5693310 h 5822437"/>
                <a:gd name="connsiteX1000" fmla="*/ 1272499 w 1969992"/>
                <a:gd name="connsiteY1000" fmla="*/ 5729404 h 5822437"/>
                <a:gd name="connsiteX1001" fmla="*/ 1288259 w 1969992"/>
                <a:gd name="connsiteY1001" fmla="*/ 5460981 h 5822437"/>
                <a:gd name="connsiteX1002" fmla="*/ 1295376 w 1969992"/>
                <a:gd name="connsiteY1002" fmla="*/ 5454373 h 5822437"/>
                <a:gd name="connsiteX1003" fmla="*/ 1305036 w 1969992"/>
                <a:gd name="connsiteY1003" fmla="*/ 5498093 h 5822437"/>
                <a:gd name="connsiteX1004" fmla="*/ 1300969 w 1969992"/>
                <a:gd name="connsiteY1004" fmla="*/ 5502160 h 5822437"/>
                <a:gd name="connsiteX1005" fmla="*/ 1288259 w 1969992"/>
                <a:gd name="connsiteY1005" fmla="*/ 5460981 h 5822437"/>
                <a:gd name="connsiteX1006" fmla="*/ 1434672 w 1969992"/>
                <a:gd name="connsiteY1006" fmla="*/ 5757365 h 5822437"/>
                <a:gd name="connsiteX1007" fmla="*/ 1424504 w 1969992"/>
                <a:gd name="connsiteY1007" fmla="*/ 5757365 h 5822437"/>
                <a:gd name="connsiteX1008" fmla="*/ 1421454 w 1969992"/>
                <a:gd name="connsiteY1008" fmla="*/ 5742114 h 5822437"/>
                <a:gd name="connsiteX1009" fmla="*/ 1409761 w 1969992"/>
                <a:gd name="connsiteY1009" fmla="*/ 5752281 h 5822437"/>
                <a:gd name="connsiteX1010" fmla="*/ 1410269 w 1969992"/>
                <a:gd name="connsiteY1010" fmla="*/ 5756857 h 5822437"/>
                <a:gd name="connsiteX1011" fmla="*/ 1379767 w 1969992"/>
                <a:gd name="connsiteY1011" fmla="*/ 5756348 h 5822437"/>
                <a:gd name="connsiteX1012" fmla="*/ 1370616 w 1969992"/>
                <a:gd name="connsiteY1012" fmla="*/ 5727879 h 5822437"/>
                <a:gd name="connsiteX1013" fmla="*/ 1342655 w 1969992"/>
                <a:gd name="connsiteY1013" fmla="*/ 5636880 h 5822437"/>
                <a:gd name="connsiteX1014" fmla="*/ 1336555 w 1969992"/>
                <a:gd name="connsiteY1014" fmla="*/ 5604852 h 5822437"/>
                <a:gd name="connsiteX1015" fmla="*/ 1334013 w 1969992"/>
                <a:gd name="connsiteY1015" fmla="*/ 5601294 h 5822437"/>
                <a:gd name="connsiteX1016" fmla="*/ 1332996 w 1969992"/>
                <a:gd name="connsiteY1016" fmla="*/ 5594684 h 5822437"/>
                <a:gd name="connsiteX1017" fmla="*/ 1351298 w 1969992"/>
                <a:gd name="connsiteY1017" fmla="*/ 5632304 h 5822437"/>
                <a:gd name="connsiteX1018" fmla="*/ 1373666 w 1969992"/>
                <a:gd name="connsiteY1018" fmla="*/ 5626204 h 5822437"/>
                <a:gd name="connsiteX1019" fmla="*/ 1341130 w 1969992"/>
                <a:gd name="connsiteY1019" fmla="*/ 5448272 h 5822437"/>
                <a:gd name="connsiteX1020" fmla="*/ 1291309 w 1969992"/>
                <a:gd name="connsiteY1020" fmla="*/ 5244921 h 5822437"/>
                <a:gd name="connsiteX1021" fmla="*/ 1189634 w 1969992"/>
                <a:gd name="connsiteY1021" fmla="*/ 4839237 h 5822437"/>
                <a:gd name="connsiteX1022" fmla="*/ 1146930 w 1969992"/>
                <a:gd name="connsiteY1022" fmla="*/ 4668931 h 5822437"/>
                <a:gd name="connsiteX1023" fmla="*/ 1153539 w 1969992"/>
                <a:gd name="connsiteY1023" fmla="*/ 4689266 h 5822437"/>
                <a:gd name="connsiteX1024" fmla="*/ 1206919 w 1969992"/>
                <a:gd name="connsiteY1024" fmla="*/ 4631819 h 5822437"/>
                <a:gd name="connsiteX1025" fmla="*/ 1218612 w 1969992"/>
                <a:gd name="connsiteY1025" fmla="*/ 4677065 h 5822437"/>
                <a:gd name="connsiteX1026" fmla="*/ 1167266 w 1969992"/>
                <a:gd name="connsiteY1026" fmla="*/ 4732478 h 5822437"/>
                <a:gd name="connsiteX1027" fmla="*/ 1222679 w 1969992"/>
                <a:gd name="connsiteY1027" fmla="*/ 4910918 h 5822437"/>
                <a:gd name="connsiteX1028" fmla="*/ 1266399 w 1969992"/>
                <a:gd name="connsiteY1028" fmla="*/ 4857538 h 5822437"/>
                <a:gd name="connsiteX1029" fmla="*/ 1278600 w 1969992"/>
                <a:gd name="connsiteY1029" fmla="*/ 4903801 h 5822437"/>
                <a:gd name="connsiteX1030" fmla="*/ 1235896 w 1969992"/>
                <a:gd name="connsiteY1030" fmla="*/ 4956164 h 5822437"/>
                <a:gd name="connsiteX1031" fmla="*/ 1300969 w 1969992"/>
                <a:gd name="connsiteY1031" fmla="*/ 5192050 h 5822437"/>
                <a:gd name="connsiteX1032" fmla="*/ 1330454 w 1969992"/>
                <a:gd name="connsiteY1032" fmla="*/ 5167140 h 5822437"/>
                <a:gd name="connsiteX1033" fmla="*/ 1339605 w 1969992"/>
                <a:gd name="connsiteY1033" fmla="*/ 5210860 h 5822437"/>
                <a:gd name="connsiteX1034" fmla="*/ 1311644 w 1969992"/>
                <a:gd name="connsiteY1034" fmla="*/ 5234754 h 5822437"/>
                <a:gd name="connsiteX1035" fmla="*/ 1345706 w 1969992"/>
                <a:gd name="connsiteY1035" fmla="*/ 5384725 h 5822437"/>
                <a:gd name="connsiteX1036" fmla="*/ 1349264 w 1969992"/>
                <a:gd name="connsiteY1036" fmla="*/ 5403027 h 5822437"/>
                <a:gd name="connsiteX1037" fmla="*/ 1377225 w 1969992"/>
                <a:gd name="connsiteY1037" fmla="*/ 5378116 h 5822437"/>
                <a:gd name="connsiteX1038" fmla="*/ 1387901 w 1969992"/>
                <a:gd name="connsiteY1038" fmla="*/ 5420820 h 5822437"/>
                <a:gd name="connsiteX1039" fmla="*/ 1358415 w 1969992"/>
                <a:gd name="connsiteY1039" fmla="*/ 5447764 h 5822437"/>
                <a:gd name="connsiteX1040" fmla="*/ 1379767 w 1969992"/>
                <a:gd name="connsiteY1040" fmla="*/ 5562148 h 5822437"/>
                <a:gd name="connsiteX1041" fmla="*/ 1415862 w 1969992"/>
                <a:gd name="connsiteY1041" fmla="*/ 5525545 h 5822437"/>
                <a:gd name="connsiteX1042" fmla="*/ 1428063 w 1969992"/>
                <a:gd name="connsiteY1042" fmla="*/ 5569774 h 5822437"/>
                <a:gd name="connsiteX1043" fmla="*/ 1387901 w 1969992"/>
                <a:gd name="connsiteY1043" fmla="*/ 5610444 h 5822437"/>
                <a:gd name="connsiteX1044" fmla="*/ 1403152 w 1969992"/>
                <a:gd name="connsiteY1044" fmla="*/ 5705002 h 5822437"/>
                <a:gd name="connsiteX1045" fmla="*/ 1455515 w 1969992"/>
                <a:gd name="connsiteY1045" fmla="*/ 5661790 h 5822437"/>
                <a:gd name="connsiteX1046" fmla="*/ 1468225 w 1969992"/>
                <a:gd name="connsiteY1046" fmla="*/ 5701952 h 5822437"/>
                <a:gd name="connsiteX1047" fmla="*/ 1428571 w 1969992"/>
                <a:gd name="connsiteY1047" fmla="*/ 5734488 h 5822437"/>
                <a:gd name="connsiteX1048" fmla="*/ 1434672 w 1969992"/>
                <a:gd name="connsiteY1048" fmla="*/ 5757365 h 5822437"/>
                <a:gd name="connsiteX1049" fmla="*/ 1539397 w 1969992"/>
                <a:gd name="connsiteY1049" fmla="*/ 5460981 h 5822437"/>
                <a:gd name="connsiteX1050" fmla="*/ 1524654 w 1969992"/>
                <a:gd name="connsiteY1050" fmla="*/ 5370491 h 5822437"/>
                <a:gd name="connsiteX1051" fmla="*/ 1497202 w 1969992"/>
                <a:gd name="connsiteY1051" fmla="*/ 5189000 h 5822437"/>
                <a:gd name="connsiteX1052" fmla="*/ 1564816 w 1969992"/>
                <a:gd name="connsiteY1052" fmla="*/ 5526054 h 5822437"/>
                <a:gd name="connsiteX1053" fmla="*/ 1542447 w 1969992"/>
                <a:gd name="connsiteY1053" fmla="*/ 5457931 h 5822437"/>
                <a:gd name="connsiteX1054" fmla="*/ 1539397 w 1969992"/>
                <a:gd name="connsiteY1054" fmla="*/ 5460981 h 5822437"/>
                <a:gd name="connsiteX1055" fmla="*/ 1568375 w 1969992"/>
                <a:gd name="connsiteY1055" fmla="*/ 5625695 h 5822437"/>
                <a:gd name="connsiteX1056" fmla="*/ 1554649 w 1969992"/>
                <a:gd name="connsiteY1056" fmla="*/ 5635863 h 5822437"/>
                <a:gd name="connsiteX1057" fmla="*/ 1543973 w 1969992"/>
                <a:gd name="connsiteY1057" fmla="*/ 5595193 h 5822437"/>
                <a:gd name="connsiteX1058" fmla="*/ 1574475 w 1969992"/>
                <a:gd name="connsiteY1058" fmla="*/ 5572824 h 5822437"/>
                <a:gd name="connsiteX1059" fmla="*/ 1583626 w 1969992"/>
                <a:gd name="connsiteY1059" fmla="*/ 5614511 h 5822437"/>
                <a:gd name="connsiteX1060" fmla="*/ 1568375 w 1969992"/>
                <a:gd name="connsiteY1060" fmla="*/ 5625695 h 582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Lst>
              <a:rect l="l" t="t" r="r" b="b"/>
              <a:pathLst>
                <a:path w="1969992" h="5822437">
                  <a:moveTo>
                    <a:pt x="1852557" y="5769058"/>
                  </a:moveTo>
                  <a:cubicBezTo>
                    <a:pt x="1851540" y="5769058"/>
                    <a:pt x="1851032" y="5769058"/>
                    <a:pt x="1850015" y="5769058"/>
                  </a:cubicBezTo>
                  <a:cubicBezTo>
                    <a:pt x="1831205" y="5769566"/>
                    <a:pt x="1812904" y="5764482"/>
                    <a:pt x="1797652" y="5754823"/>
                  </a:cubicBezTo>
                  <a:cubicBezTo>
                    <a:pt x="1767150" y="5760923"/>
                    <a:pt x="1731564" y="5752281"/>
                    <a:pt x="1707670" y="5730930"/>
                  </a:cubicBezTo>
                  <a:cubicBezTo>
                    <a:pt x="1707162" y="5730930"/>
                    <a:pt x="1707162" y="5730930"/>
                    <a:pt x="1707162" y="5730930"/>
                  </a:cubicBezTo>
                  <a:cubicBezTo>
                    <a:pt x="1699027" y="5729404"/>
                    <a:pt x="1689877" y="5737538"/>
                    <a:pt x="1695469" y="5746181"/>
                  </a:cubicBezTo>
                  <a:cubicBezTo>
                    <a:pt x="1699536" y="5752789"/>
                    <a:pt x="1704620" y="5757873"/>
                    <a:pt x="1710212" y="5762449"/>
                  </a:cubicBezTo>
                  <a:cubicBezTo>
                    <a:pt x="1706145" y="5762449"/>
                    <a:pt x="1702078" y="5762449"/>
                    <a:pt x="1698519" y="5762449"/>
                  </a:cubicBezTo>
                  <a:cubicBezTo>
                    <a:pt x="1695469" y="5749231"/>
                    <a:pt x="1692418" y="5736013"/>
                    <a:pt x="1689368" y="5722795"/>
                  </a:cubicBezTo>
                  <a:cubicBezTo>
                    <a:pt x="1694960" y="5724829"/>
                    <a:pt x="1700044" y="5726354"/>
                    <a:pt x="1705636" y="5728388"/>
                  </a:cubicBezTo>
                  <a:cubicBezTo>
                    <a:pt x="1699536" y="5722287"/>
                    <a:pt x="1693944" y="5715169"/>
                    <a:pt x="1690385" y="5707036"/>
                  </a:cubicBezTo>
                  <a:cubicBezTo>
                    <a:pt x="1689368" y="5704494"/>
                    <a:pt x="1687843" y="5701952"/>
                    <a:pt x="1686826" y="5698902"/>
                  </a:cubicBezTo>
                  <a:cubicBezTo>
                    <a:pt x="1685810" y="5698902"/>
                    <a:pt x="1684793" y="5698393"/>
                    <a:pt x="1683776" y="5698393"/>
                  </a:cubicBezTo>
                  <a:cubicBezTo>
                    <a:pt x="1682759" y="5693818"/>
                    <a:pt x="1681743" y="5688734"/>
                    <a:pt x="1680217" y="5684159"/>
                  </a:cubicBezTo>
                  <a:cubicBezTo>
                    <a:pt x="1672083" y="5663315"/>
                    <a:pt x="1665983" y="5641455"/>
                    <a:pt x="1667508" y="5619087"/>
                  </a:cubicBezTo>
                  <a:cubicBezTo>
                    <a:pt x="1667508" y="5616036"/>
                    <a:pt x="1668016" y="5612986"/>
                    <a:pt x="1668525" y="5609936"/>
                  </a:cubicBezTo>
                  <a:cubicBezTo>
                    <a:pt x="1667000" y="5609936"/>
                    <a:pt x="1664966" y="5609936"/>
                    <a:pt x="1663441" y="5609936"/>
                  </a:cubicBezTo>
                  <a:cubicBezTo>
                    <a:pt x="1585659" y="5263223"/>
                    <a:pt x="1521604" y="4913460"/>
                    <a:pt x="1470766" y="4562172"/>
                  </a:cubicBezTo>
                  <a:cubicBezTo>
                    <a:pt x="1456023" y="4438636"/>
                    <a:pt x="1440772" y="4315609"/>
                    <a:pt x="1426029" y="4192073"/>
                  </a:cubicBezTo>
                  <a:cubicBezTo>
                    <a:pt x="1429588" y="4189023"/>
                    <a:pt x="1432130" y="4184448"/>
                    <a:pt x="1433146" y="4178856"/>
                  </a:cubicBezTo>
                  <a:cubicBezTo>
                    <a:pt x="1420437" y="4111242"/>
                    <a:pt x="1411286" y="4042611"/>
                    <a:pt x="1404677" y="3973980"/>
                  </a:cubicBezTo>
                  <a:cubicBezTo>
                    <a:pt x="1397052" y="3907891"/>
                    <a:pt x="1390951" y="3841293"/>
                    <a:pt x="1386376" y="3775204"/>
                  </a:cubicBezTo>
                  <a:cubicBezTo>
                    <a:pt x="1377733" y="3714708"/>
                    <a:pt x="1369599" y="3653703"/>
                    <a:pt x="1367566" y="3592697"/>
                  </a:cubicBezTo>
                  <a:cubicBezTo>
                    <a:pt x="1365532" y="3579988"/>
                    <a:pt x="1363499" y="3566770"/>
                    <a:pt x="1360957" y="3553552"/>
                  </a:cubicBezTo>
                  <a:cubicBezTo>
                    <a:pt x="1359940" y="3547960"/>
                    <a:pt x="1359432" y="3542368"/>
                    <a:pt x="1359432" y="3536267"/>
                  </a:cubicBezTo>
                  <a:cubicBezTo>
                    <a:pt x="1336047" y="3408157"/>
                    <a:pt x="1343672" y="3280554"/>
                    <a:pt x="1344689" y="3151427"/>
                  </a:cubicBezTo>
                  <a:cubicBezTo>
                    <a:pt x="1343672" y="3146343"/>
                    <a:pt x="1342655" y="3141259"/>
                    <a:pt x="1341639" y="3136175"/>
                  </a:cubicBezTo>
                  <a:cubicBezTo>
                    <a:pt x="1339605" y="3108215"/>
                    <a:pt x="1337572" y="3080762"/>
                    <a:pt x="1335538" y="3052801"/>
                  </a:cubicBezTo>
                  <a:cubicBezTo>
                    <a:pt x="1324354" y="2726932"/>
                    <a:pt x="1323845" y="2400554"/>
                    <a:pt x="1334013" y="2074685"/>
                  </a:cubicBezTo>
                  <a:cubicBezTo>
                    <a:pt x="1337572" y="2070110"/>
                    <a:pt x="1339605" y="2064517"/>
                    <a:pt x="1340114" y="2056892"/>
                  </a:cubicBezTo>
                  <a:cubicBezTo>
                    <a:pt x="1340622" y="1994870"/>
                    <a:pt x="1341639" y="1932339"/>
                    <a:pt x="1342147" y="1870318"/>
                  </a:cubicBezTo>
                  <a:cubicBezTo>
                    <a:pt x="1343164" y="1849474"/>
                    <a:pt x="1344181" y="1828631"/>
                    <a:pt x="1345197" y="1807279"/>
                  </a:cubicBezTo>
                  <a:cubicBezTo>
                    <a:pt x="1360449" y="1501236"/>
                    <a:pt x="1388918" y="1197227"/>
                    <a:pt x="1422979" y="893218"/>
                  </a:cubicBezTo>
                  <a:cubicBezTo>
                    <a:pt x="1425521" y="893726"/>
                    <a:pt x="1427554" y="894743"/>
                    <a:pt x="1430096" y="895760"/>
                  </a:cubicBezTo>
                  <a:cubicBezTo>
                    <a:pt x="1430096" y="892709"/>
                    <a:pt x="1430096" y="890167"/>
                    <a:pt x="1430096" y="887117"/>
                  </a:cubicBezTo>
                  <a:cubicBezTo>
                    <a:pt x="1428063" y="886100"/>
                    <a:pt x="1426029" y="885592"/>
                    <a:pt x="1423487" y="885084"/>
                  </a:cubicBezTo>
                  <a:cubicBezTo>
                    <a:pt x="1435688" y="774257"/>
                    <a:pt x="1448398" y="663940"/>
                    <a:pt x="1461616" y="553114"/>
                  </a:cubicBezTo>
                  <a:cubicBezTo>
                    <a:pt x="1462632" y="549555"/>
                    <a:pt x="1463649" y="546505"/>
                    <a:pt x="1465174" y="542946"/>
                  </a:cubicBezTo>
                  <a:cubicBezTo>
                    <a:pt x="1473308" y="519053"/>
                    <a:pt x="1481951" y="495667"/>
                    <a:pt x="1481442" y="470248"/>
                  </a:cubicBezTo>
                  <a:cubicBezTo>
                    <a:pt x="1481442" y="464148"/>
                    <a:pt x="1473817" y="459572"/>
                    <a:pt x="1468733" y="463640"/>
                  </a:cubicBezTo>
                  <a:cubicBezTo>
                    <a:pt x="1467716" y="463131"/>
                    <a:pt x="1467208" y="462114"/>
                    <a:pt x="1466191" y="461606"/>
                  </a:cubicBezTo>
                  <a:cubicBezTo>
                    <a:pt x="1456023" y="454489"/>
                    <a:pt x="1445856" y="447880"/>
                    <a:pt x="1435688" y="441779"/>
                  </a:cubicBezTo>
                  <a:cubicBezTo>
                    <a:pt x="1435180" y="438729"/>
                    <a:pt x="1434672" y="435170"/>
                    <a:pt x="1434163" y="432120"/>
                  </a:cubicBezTo>
                  <a:cubicBezTo>
                    <a:pt x="1432638" y="425511"/>
                    <a:pt x="1429079" y="420936"/>
                    <a:pt x="1425013" y="417377"/>
                  </a:cubicBezTo>
                  <a:cubicBezTo>
                    <a:pt x="1424504" y="407210"/>
                    <a:pt x="1418912" y="397551"/>
                    <a:pt x="1407728" y="395009"/>
                  </a:cubicBezTo>
                  <a:cubicBezTo>
                    <a:pt x="1397052" y="391958"/>
                    <a:pt x="1388409" y="396534"/>
                    <a:pt x="1382817" y="404159"/>
                  </a:cubicBezTo>
                  <a:cubicBezTo>
                    <a:pt x="1380275" y="404668"/>
                    <a:pt x="1377733" y="405684"/>
                    <a:pt x="1375700" y="407718"/>
                  </a:cubicBezTo>
                  <a:cubicBezTo>
                    <a:pt x="1358924" y="399076"/>
                    <a:pt x="1341639" y="390433"/>
                    <a:pt x="1323845" y="382299"/>
                  </a:cubicBezTo>
                  <a:cubicBezTo>
                    <a:pt x="1324862" y="381282"/>
                    <a:pt x="1325879" y="380266"/>
                    <a:pt x="1326387" y="378741"/>
                  </a:cubicBezTo>
                  <a:cubicBezTo>
                    <a:pt x="1328929" y="374674"/>
                    <a:pt x="1328929" y="370098"/>
                    <a:pt x="1327913" y="365523"/>
                  </a:cubicBezTo>
                  <a:cubicBezTo>
                    <a:pt x="1338080" y="365523"/>
                    <a:pt x="1347739" y="359422"/>
                    <a:pt x="1346214" y="347221"/>
                  </a:cubicBezTo>
                  <a:cubicBezTo>
                    <a:pt x="1344181" y="331462"/>
                    <a:pt x="1337063" y="315702"/>
                    <a:pt x="1321304" y="309093"/>
                  </a:cubicBezTo>
                  <a:cubicBezTo>
                    <a:pt x="1312153" y="305026"/>
                    <a:pt x="1303002" y="304518"/>
                    <a:pt x="1294868" y="309601"/>
                  </a:cubicBezTo>
                  <a:cubicBezTo>
                    <a:pt x="1287751" y="305026"/>
                    <a:pt x="1277075" y="308076"/>
                    <a:pt x="1274025" y="317227"/>
                  </a:cubicBezTo>
                  <a:cubicBezTo>
                    <a:pt x="1269449" y="330953"/>
                    <a:pt x="1266399" y="345696"/>
                    <a:pt x="1269449" y="359931"/>
                  </a:cubicBezTo>
                  <a:cubicBezTo>
                    <a:pt x="1238947" y="348238"/>
                    <a:pt x="1207936" y="338070"/>
                    <a:pt x="1176416" y="329428"/>
                  </a:cubicBezTo>
                  <a:cubicBezTo>
                    <a:pt x="1176416" y="328411"/>
                    <a:pt x="1176416" y="326886"/>
                    <a:pt x="1175908" y="325869"/>
                  </a:cubicBezTo>
                  <a:cubicBezTo>
                    <a:pt x="1175908" y="324344"/>
                    <a:pt x="1175400" y="322311"/>
                    <a:pt x="1175400" y="320786"/>
                  </a:cubicBezTo>
                  <a:cubicBezTo>
                    <a:pt x="1176416" y="319260"/>
                    <a:pt x="1177433" y="317735"/>
                    <a:pt x="1177433" y="316210"/>
                  </a:cubicBezTo>
                  <a:cubicBezTo>
                    <a:pt x="1177941" y="314177"/>
                    <a:pt x="1177941" y="312143"/>
                    <a:pt x="1177433" y="310110"/>
                  </a:cubicBezTo>
                  <a:cubicBezTo>
                    <a:pt x="1181500" y="307059"/>
                    <a:pt x="1183534" y="301976"/>
                    <a:pt x="1182008" y="296383"/>
                  </a:cubicBezTo>
                  <a:cubicBezTo>
                    <a:pt x="1180483" y="291300"/>
                    <a:pt x="1176925" y="288250"/>
                    <a:pt x="1172349" y="287233"/>
                  </a:cubicBezTo>
                  <a:cubicBezTo>
                    <a:pt x="1168791" y="282657"/>
                    <a:pt x="1162690" y="280116"/>
                    <a:pt x="1157606" y="283166"/>
                  </a:cubicBezTo>
                  <a:cubicBezTo>
                    <a:pt x="1156590" y="283166"/>
                    <a:pt x="1155573" y="283674"/>
                    <a:pt x="1154556" y="283674"/>
                  </a:cubicBezTo>
                  <a:cubicBezTo>
                    <a:pt x="1139813" y="287741"/>
                    <a:pt x="1129137" y="299942"/>
                    <a:pt x="1125579" y="314685"/>
                  </a:cubicBezTo>
                  <a:cubicBezTo>
                    <a:pt x="1125579" y="315702"/>
                    <a:pt x="1125070" y="316210"/>
                    <a:pt x="1125070" y="317227"/>
                  </a:cubicBezTo>
                  <a:cubicBezTo>
                    <a:pt x="1095076" y="310618"/>
                    <a:pt x="1065082" y="305534"/>
                    <a:pt x="1034579" y="301467"/>
                  </a:cubicBezTo>
                  <a:cubicBezTo>
                    <a:pt x="1034579" y="301467"/>
                    <a:pt x="1034579" y="300959"/>
                    <a:pt x="1034579" y="300959"/>
                  </a:cubicBezTo>
                  <a:cubicBezTo>
                    <a:pt x="1045764" y="298925"/>
                    <a:pt x="1056439" y="295367"/>
                    <a:pt x="1066099" y="290791"/>
                  </a:cubicBezTo>
                  <a:cubicBezTo>
                    <a:pt x="1064065" y="290791"/>
                    <a:pt x="1061523" y="290791"/>
                    <a:pt x="1059490" y="290791"/>
                  </a:cubicBezTo>
                  <a:cubicBezTo>
                    <a:pt x="1049831" y="289775"/>
                    <a:pt x="1040171" y="288758"/>
                    <a:pt x="1031529" y="287233"/>
                  </a:cubicBezTo>
                  <a:cubicBezTo>
                    <a:pt x="1031529" y="287233"/>
                    <a:pt x="1031529" y="287233"/>
                    <a:pt x="1031529" y="286724"/>
                  </a:cubicBezTo>
                  <a:cubicBezTo>
                    <a:pt x="1036613" y="283166"/>
                    <a:pt x="1040680" y="279099"/>
                    <a:pt x="1044747" y="275032"/>
                  </a:cubicBezTo>
                  <a:cubicBezTo>
                    <a:pt x="1056439" y="262831"/>
                    <a:pt x="1038646" y="245546"/>
                    <a:pt x="1026445" y="256730"/>
                  </a:cubicBezTo>
                  <a:cubicBezTo>
                    <a:pt x="1021870" y="260797"/>
                    <a:pt x="1017294" y="263847"/>
                    <a:pt x="1012211" y="266389"/>
                  </a:cubicBezTo>
                  <a:cubicBezTo>
                    <a:pt x="1011194" y="265881"/>
                    <a:pt x="1010177" y="265373"/>
                    <a:pt x="1009160" y="264864"/>
                  </a:cubicBezTo>
                  <a:cubicBezTo>
                    <a:pt x="1002043" y="261814"/>
                    <a:pt x="993401" y="262322"/>
                    <a:pt x="986283" y="265881"/>
                  </a:cubicBezTo>
                  <a:cubicBezTo>
                    <a:pt x="982725" y="237920"/>
                    <a:pt x="979166" y="210468"/>
                    <a:pt x="976624" y="182507"/>
                  </a:cubicBezTo>
                  <a:cubicBezTo>
                    <a:pt x="973574" y="145396"/>
                    <a:pt x="973066" y="108284"/>
                    <a:pt x="973066" y="70664"/>
                  </a:cubicBezTo>
                  <a:cubicBezTo>
                    <a:pt x="978149" y="73715"/>
                    <a:pt x="984250" y="76256"/>
                    <a:pt x="991367" y="79307"/>
                  </a:cubicBezTo>
                  <a:cubicBezTo>
                    <a:pt x="1018820" y="90491"/>
                    <a:pt x="1042713" y="48296"/>
                    <a:pt x="1020345" y="29486"/>
                  </a:cubicBezTo>
                  <a:cubicBezTo>
                    <a:pt x="1018820" y="28469"/>
                    <a:pt x="1017294" y="26944"/>
                    <a:pt x="1015769" y="25927"/>
                  </a:cubicBezTo>
                  <a:cubicBezTo>
                    <a:pt x="1015769" y="25419"/>
                    <a:pt x="1015769" y="24402"/>
                    <a:pt x="1015769" y="23894"/>
                  </a:cubicBezTo>
                  <a:cubicBezTo>
                    <a:pt x="988317" y="15760"/>
                    <a:pt x="962390" y="0"/>
                    <a:pt x="934429" y="0"/>
                  </a:cubicBezTo>
                  <a:cubicBezTo>
                    <a:pt x="895792" y="0"/>
                    <a:pt x="871899" y="22369"/>
                    <a:pt x="838854" y="36095"/>
                  </a:cubicBezTo>
                  <a:cubicBezTo>
                    <a:pt x="834787" y="37620"/>
                    <a:pt x="832245" y="34570"/>
                    <a:pt x="832245" y="31011"/>
                  </a:cubicBezTo>
                  <a:cubicBezTo>
                    <a:pt x="813944" y="53380"/>
                    <a:pt x="845972" y="85407"/>
                    <a:pt x="871899" y="72698"/>
                  </a:cubicBezTo>
                  <a:cubicBezTo>
                    <a:pt x="876982" y="70156"/>
                    <a:pt x="882066" y="68122"/>
                    <a:pt x="887150" y="66597"/>
                  </a:cubicBezTo>
                  <a:cubicBezTo>
                    <a:pt x="887150" y="100150"/>
                    <a:pt x="887150" y="133195"/>
                    <a:pt x="885117" y="166748"/>
                  </a:cubicBezTo>
                  <a:cubicBezTo>
                    <a:pt x="882575" y="209451"/>
                    <a:pt x="875966" y="252155"/>
                    <a:pt x="870882" y="294858"/>
                  </a:cubicBezTo>
                  <a:cubicBezTo>
                    <a:pt x="870374" y="295367"/>
                    <a:pt x="869357" y="295367"/>
                    <a:pt x="868849" y="295875"/>
                  </a:cubicBezTo>
                  <a:cubicBezTo>
                    <a:pt x="868849" y="295875"/>
                    <a:pt x="868849" y="295875"/>
                    <a:pt x="868849" y="295875"/>
                  </a:cubicBezTo>
                  <a:cubicBezTo>
                    <a:pt x="869357" y="293842"/>
                    <a:pt x="869865" y="291300"/>
                    <a:pt x="869865" y="289266"/>
                  </a:cubicBezTo>
                  <a:cubicBezTo>
                    <a:pt x="870882" y="279607"/>
                    <a:pt x="861731" y="267915"/>
                    <a:pt x="852580" y="266389"/>
                  </a:cubicBezTo>
                  <a:cubicBezTo>
                    <a:pt x="842921" y="264864"/>
                    <a:pt x="831737" y="264864"/>
                    <a:pt x="821569" y="267406"/>
                  </a:cubicBezTo>
                  <a:cubicBezTo>
                    <a:pt x="819028" y="267406"/>
                    <a:pt x="816486" y="267915"/>
                    <a:pt x="814452" y="268931"/>
                  </a:cubicBezTo>
                  <a:cubicBezTo>
                    <a:pt x="814452" y="268931"/>
                    <a:pt x="814452" y="268931"/>
                    <a:pt x="814452" y="268931"/>
                  </a:cubicBezTo>
                  <a:cubicBezTo>
                    <a:pt x="809368" y="266898"/>
                    <a:pt x="803268" y="269440"/>
                    <a:pt x="799709" y="272998"/>
                  </a:cubicBezTo>
                  <a:cubicBezTo>
                    <a:pt x="794117" y="278590"/>
                    <a:pt x="792084" y="287233"/>
                    <a:pt x="793609" y="294858"/>
                  </a:cubicBezTo>
                  <a:cubicBezTo>
                    <a:pt x="794625" y="298925"/>
                    <a:pt x="796659" y="301976"/>
                    <a:pt x="799201" y="304518"/>
                  </a:cubicBezTo>
                  <a:cubicBezTo>
                    <a:pt x="787000" y="299942"/>
                    <a:pt x="775816" y="291808"/>
                    <a:pt x="766665" y="281641"/>
                  </a:cubicBezTo>
                  <a:cubicBezTo>
                    <a:pt x="765648" y="289266"/>
                    <a:pt x="766665" y="298417"/>
                    <a:pt x="770732" y="304518"/>
                  </a:cubicBezTo>
                  <a:cubicBezTo>
                    <a:pt x="770732" y="305026"/>
                    <a:pt x="771240" y="305026"/>
                    <a:pt x="771240" y="305534"/>
                  </a:cubicBezTo>
                  <a:cubicBezTo>
                    <a:pt x="733620" y="311127"/>
                    <a:pt x="696509" y="318752"/>
                    <a:pt x="659906" y="329428"/>
                  </a:cubicBezTo>
                  <a:cubicBezTo>
                    <a:pt x="659906" y="328920"/>
                    <a:pt x="659397" y="328411"/>
                    <a:pt x="659397" y="327903"/>
                  </a:cubicBezTo>
                  <a:cubicBezTo>
                    <a:pt x="659906" y="325869"/>
                    <a:pt x="660414" y="323328"/>
                    <a:pt x="660414" y="321294"/>
                  </a:cubicBezTo>
                  <a:cubicBezTo>
                    <a:pt x="660922" y="317227"/>
                    <a:pt x="659906" y="313160"/>
                    <a:pt x="658889" y="309093"/>
                  </a:cubicBezTo>
                  <a:cubicBezTo>
                    <a:pt x="657364" y="301467"/>
                    <a:pt x="648213" y="296892"/>
                    <a:pt x="641096" y="298925"/>
                  </a:cubicBezTo>
                  <a:cubicBezTo>
                    <a:pt x="637537" y="299942"/>
                    <a:pt x="634487" y="302484"/>
                    <a:pt x="632453" y="305534"/>
                  </a:cubicBezTo>
                  <a:cubicBezTo>
                    <a:pt x="632453" y="305534"/>
                    <a:pt x="632453" y="305534"/>
                    <a:pt x="632453" y="305534"/>
                  </a:cubicBezTo>
                  <a:cubicBezTo>
                    <a:pt x="632453" y="305534"/>
                    <a:pt x="632453" y="305534"/>
                    <a:pt x="632453" y="305534"/>
                  </a:cubicBezTo>
                  <a:cubicBezTo>
                    <a:pt x="631437" y="307059"/>
                    <a:pt x="630928" y="308585"/>
                    <a:pt x="630928" y="310110"/>
                  </a:cubicBezTo>
                  <a:cubicBezTo>
                    <a:pt x="630420" y="311635"/>
                    <a:pt x="629403" y="313160"/>
                    <a:pt x="628895" y="315193"/>
                  </a:cubicBezTo>
                  <a:cubicBezTo>
                    <a:pt x="628386" y="316210"/>
                    <a:pt x="628386" y="317227"/>
                    <a:pt x="628386" y="318244"/>
                  </a:cubicBezTo>
                  <a:cubicBezTo>
                    <a:pt x="624319" y="321802"/>
                    <a:pt x="622286" y="326886"/>
                    <a:pt x="621777" y="332987"/>
                  </a:cubicBezTo>
                  <a:cubicBezTo>
                    <a:pt x="621269" y="335529"/>
                    <a:pt x="621269" y="338579"/>
                    <a:pt x="621777" y="341629"/>
                  </a:cubicBezTo>
                  <a:cubicBezTo>
                    <a:pt x="580091" y="355864"/>
                    <a:pt x="538912" y="373148"/>
                    <a:pt x="500275" y="394500"/>
                  </a:cubicBezTo>
                  <a:cubicBezTo>
                    <a:pt x="500784" y="391958"/>
                    <a:pt x="500275" y="389417"/>
                    <a:pt x="499767" y="386366"/>
                  </a:cubicBezTo>
                  <a:cubicBezTo>
                    <a:pt x="499767" y="385349"/>
                    <a:pt x="499767" y="383824"/>
                    <a:pt x="499259" y="382299"/>
                  </a:cubicBezTo>
                  <a:cubicBezTo>
                    <a:pt x="499259" y="381791"/>
                    <a:pt x="498750" y="381282"/>
                    <a:pt x="498750" y="380774"/>
                  </a:cubicBezTo>
                  <a:cubicBezTo>
                    <a:pt x="498750" y="380774"/>
                    <a:pt x="498750" y="380266"/>
                    <a:pt x="498750" y="379757"/>
                  </a:cubicBezTo>
                  <a:cubicBezTo>
                    <a:pt x="498242" y="375182"/>
                    <a:pt x="498242" y="374674"/>
                    <a:pt x="498242" y="377215"/>
                  </a:cubicBezTo>
                  <a:cubicBezTo>
                    <a:pt x="498242" y="376707"/>
                    <a:pt x="498242" y="376199"/>
                    <a:pt x="498242" y="375182"/>
                  </a:cubicBezTo>
                  <a:cubicBezTo>
                    <a:pt x="498242" y="375182"/>
                    <a:pt x="498242" y="374674"/>
                    <a:pt x="498242" y="374165"/>
                  </a:cubicBezTo>
                  <a:cubicBezTo>
                    <a:pt x="498242" y="373657"/>
                    <a:pt x="498242" y="373657"/>
                    <a:pt x="498242" y="373148"/>
                  </a:cubicBezTo>
                  <a:cubicBezTo>
                    <a:pt x="498242" y="373148"/>
                    <a:pt x="498750" y="372640"/>
                    <a:pt x="498750" y="372132"/>
                  </a:cubicBezTo>
                  <a:cubicBezTo>
                    <a:pt x="503834" y="363489"/>
                    <a:pt x="496717" y="354847"/>
                    <a:pt x="488074" y="354847"/>
                  </a:cubicBezTo>
                  <a:cubicBezTo>
                    <a:pt x="487058" y="353830"/>
                    <a:pt x="485533" y="353322"/>
                    <a:pt x="484007" y="353322"/>
                  </a:cubicBezTo>
                  <a:cubicBezTo>
                    <a:pt x="477907" y="350271"/>
                    <a:pt x="472315" y="350271"/>
                    <a:pt x="465198" y="353830"/>
                  </a:cubicBezTo>
                  <a:cubicBezTo>
                    <a:pt x="459097" y="357389"/>
                    <a:pt x="455030" y="363489"/>
                    <a:pt x="452996" y="370098"/>
                  </a:cubicBezTo>
                  <a:cubicBezTo>
                    <a:pt x="449438" y="382299"/>
                    <a:pt x="452488" y="394500"/>
                    <a:pt x="460622" y="404159"/>
                  </a:cubicBezTo>
                  <a:cubicBezTo>
                    <a:pt x="462656" y="406701"/>
                    <a:pt x="465706" y="408226"/>
                    <a:pt x="469264" y="409243"/>
                  </a:cubicBezTo>
                  <a:cubicBezTo>
                    <a:pt x="464181" y="411785"/>
                    <a:pt x="459097" y="414327"/>
                    <a:pt x="454013" y="416360"/>
                  </a:cubicBezTo>
                  <a:cubicBezTo>
                    <a:pt x="444354" y="420428"/>
                    <a:pt x="435712" y="424494"/>
                    <a:pt x="427578" y="428561"/>
                  </a:cubicBezTo>
                  <a:cubicBezTo>
                    <a:pt x="422494" y="419919"/>
                    <a:pt x="415377" y="412802"/>
                    <a:pt x="404701" y="409752"/>
                  </a:cubicBezTo>
                  <a:cubicBezTo>
                    <a:pt x="402667" y="409243"/>
                    <a:pt x="400634" y="409752"/>
                    <a:pt x="399109" y="411277"/>
                  </a:cubicBezTo>
                  <a:cubicBezTo>
                    <a:pt x="395042" y="415852"/>
                    <a:pt x="392500" y="420428"/>
                    <a:pt x="390975" y="425511"/>
                  </a:cubicBezTo>
                  <a:cubicBezTo>
                    <a:pt x="389958" y="425003"/>
                    <a:pt x="388941" y="425003"/>
                    <a:pt x="387924" y="425511"/>
                  </a:cubicBezTo>
                  <a:cubicBezTo>
                    <a:pt x="385891" y="421444"/>
                    <a:pt x="384366" y="416869"/>
                    <a:pt x="382332" y="412802"/>
                  </a:cubicBezTo>
                  <a:cubicBezTo>
                    <a:pt x="380807" y="408735"/>
                    <a:pt x="374198" y="411785"/>
                    <a:pt x="375215" y="415852"/>
                  </a:cubicBezTo>
                  <a:cubicBezTo>
                    <a:pt x="376232" y="418394"/>
                    <a:pt x="376740" y="421444"/>
                    <a:pt x="377757" y="423986"/>
                  </a:cubicBezTo>
                  <a:cubicBezTo>
                    <a:pt x="369623" y="425003"/>
                    <a:pt x="362505" y="432120"/>
                    <a:pt x="365047" y="442288"/>
                  </a:cubicBezTo>
                  <a:cubicBezTo>
                    <a:pt x="366572" y="448388"/>
                    <a:pt x="368098" y="454489"/>
                    <a:pt x="369623" y="461098"/>
                  </a:cubicBezTo>
                  <a:cubicBezTo>
                    <a:pt x="379790" y="462623"/>
                    <a:pt x="389449" y="467198"/>
                    <a:pt x="396567" y="475841"/>
                  </a:cubicBezTo>
                  <a:cubicBezTo>
                    <a:pt x="397075" y="477874"/>
                    <a:pt x="397583" y="479907"/>
                    <a:pt x="398092" y="481433"/>
                  </a:cubicBezTo>
                  <a:cubicBezTo>
                    <a:pt x="408768" y="521594"/>
                    <a:pt x="418935" y="561756"/>
                    <a:pt x="428594" y="602426"/>
                  </a:cubicBezTo>
                  <a:cubicBezTo>
                    <a:pt x="429103" y="605477"/>
                    <a:pt x="430120" y="608527"/>
                    <a:pt x="430628" y="611577"/>
                  </a:cubicBezTo>
                  <a:cubicBezTo>
                    <a:pt x="439779" y="655806"/>
                    <a:pt x="448929" y="699526"/>
                    <a:pt x="457572" y="743755"/>
                  </a:cubicBezTo>
                  <a:cubicBezTo>
                    <a:pt x="492650" y="919145"/>
                    <a:pt x="525186" y="1095043"/>
                    <a:pt x="554163" y="1271958"/>
                  </a:cubicBezTo>
                  <a:cubicBezTo>
                    <a:pt x="556197" y="1297885"/>
                    <a:pt x="558230" y="1325338"/>
                    <a:pt x="566364" y="1349231"/>
                  </a:cubicBezTo>
                  <a:cubicBezTo>
                    <a:pt x="622794" y="1704078"/>
                    <a:pt x="663464" y="2061467"/>
                    <a:pt x="679224" y="2419364"/>
                  </a:cubicBezTo>
                  <a:cubicBezTo>
                    <a:pt x="682274" y="2510364"/>
                    <a:pt x="683291" y="2601871"/>
                    <a:pt x="684816" y="2693379"/>
                  </a:cubicBezTo>
                  <a:cubicBezTo>
                    <a:pt x="685325" y="2741167"/>
                    <a:pt x="685325" y="2788954"/>
                    <a:pt x="685325" y="2836741"/>
                  </a:cubicBezTo>
                  <a:cubicBezTo>
                    <a:pt x="680749" y="3120415"/>
                    <a:pt x="657364" y="3403581"/>
                    <a:pt x="610085" y="3685222"/>
                  </a:cubicBezTo>
                  <a:cubicBezTo>
                    <a:pt x="613643" y="3688272"/>
                    <a:pt x="616694" y="3691831"/>
                    <a:pt x="619236" y="3695898"/>
                  </a:cubicBezTo>
                  <a:cubicBezTo>
                    <a:pt x="632453" y="3717250"/>
                    <a:pt x="628386" y="3749786"/>
                    <a:pt x="628386" y="3773679"/>
                  </a:cubicBezTo>
                  <a:cubicBezTo>
                    <a:pt x="628386" y="3808249"/>
                    <a:pt x="627370" y="3842819"/>
                    <a:pt x="625844" y="3877388"/>
                  </a:cubicBezTo>
                  <a:cubicBezTo>
                    <a:pt x="622286" y="3946527"/>
                    <a:pt x="615169" y="4015158"/>
                    <a:pt x="606018" y="4083789"/>
                  </a:cubicBezTo>
                  <a:cubicBezTo>
                    <a:pt x="588225" y="4216476"/>
                    <a:pt x="561789" y="4347128"/>
                    <a:pt x="531286" y="4477272"/>
                  </a:cubicBezTo>
                  <a:cubicBezTo>
                    <a:pt x="530270" y="4482356"/>
                    <a:pt x="528745" y="4487949"/>
                    <a:pt x="527728" y="4493033"/>
                  </a:cubicBezTo>
                  <a:cubicBezTo>
                    <a:pt x="515527" y="4594708"/>
                    <a:pt x="502817" y="4696383"/>
                    <a:pt x="489091" y="4798059"/>
                  </a:cubicBezTo>
                  <a:cubicBezTo>
                    <a:pt x="460622" y="5011577"/>
                    <a:pt x="429103" y="5224078"/>
                    <a:pt x="395550" y="5436579"/>
                  </a:cubicBezTo>
                  <a:cubicBezTo>
                    <a:pt x="394025" y="5447255"/>
                    <a:pt x="391991" y="5457423"/>
                    <a:pt x="390466" y="5468099"/>
                  </a:cubicBezTo>
                  <a:cubicBezTo>
                    <a:pt x="387416" y="5471658"/>
                    <a:pt x="384366" y="5475724"/>
                    <a:pt x="381315" y="5479283"/>
                  </a:cubicBezTo>
                  <a:cubicBezTo>
                    <a:pt x="361997" y="5569266"/>
                    <a:pt x="342679" y="5658740"/>
                    <a:pt x="325394" y="5748723"/>
                  </a:cubicBezTo>
                  <a:cubicBezTo>
                    <a:pt x="327427" y="5749231"/>
                    <a:pt x="329461" y="5749231"/>
                    <a:pt x="331494" y="5749739"/>
                  </a:cubicBezTo>
                  <a:cubicBezTo>
                    <a:pt x="330478" y="5752281"/>
                    <a:pt x="329461" y="5754823"/>
                    <a:pt x="328444" y="5757873"/>
                  </a:cubicBezTo>
                  <a:cubicBezTo>
                    <a:pt x="305059" y="5758381"/>
                    <a:pt x="281674" y="5759399"/>
                    <a:pt x="258288" y="5760415"/>
                  </a:cubicBezTo>
                  <a:cubicBezTo>
                    <a:pt x="215076" y="5762957"/>
                    <a:pt x="172373" y="5765499"/>
                    <a:pt x="129669" y="5770074"/>
                  </a:cubicBezTo>
                  <a:cubicBezTo>
                    <a:pt x="87982" y="5774650"/>
                    <a:pt x="51887" y="5786342"/>
                    <a:pt x="12234" y="5800069"/>
                  </a:cubicBezTo>
                  <a:cubicBezTo>
                    <a:pt x="1558" y="5803627"/>
                    <a:pt x="-2001" y="5813795"/>
                    <a:pt x="1050" y="5822437"/>
                  </a:cubicBezTo>
                  <a:lnTo>
                    <a:pt x="1969992" y="5822437"/>
                  </a:lnTo>
                  <a:cubicBezTo>
                    <a:pt x="1930339" y="5804135"/>
                    <a:pt x="1891194" y="5787359"/>
                    <a:pt x="1852557" y="5769058"/>
                  </a:cubicBezTo>
                  <a:close/>
                  <a:moveTo>
                    <a:pt x="1347231" y="4886516"/>
                  </a:moveTo>
                  <a:cubicBezTo>
                    <a:pt x="1342147" y="4871264"/>
                    <a:pt x="1337063" y="4856013"/>
                    <a:pt x="1331980" y="4840762"/>
                  </a:cubicBezTo>
                  <a:cubicBezTo>
                    <a:pt x="1330963" y="4842287"/>
                    <a:pt x="1329438" y="4843813"/>
                    <a:pt x="1328421" y="4844829"/>
                  </a:cubicBezTo>
                  <a:cubicBezTo>
                    <a:pt x="1320287" y="4784332"/>
                    <a:pt x="1313678" y="4723835"/>
                    <a:pt x="1308086" y="4662830"/>
                  </a:cubicBezTo>
                  <a:cubicBezTo>
                    <a:pt x="1310119" y="4667405"/>
                    <a:pt x="1311644" y="4671473"/>
                    <a:pt x="1313678" y="4676048"/>
                  </a:cubicBezTo>
                  <a:cubicBezTo>
                    <a:pt x="1324862" y="4746712"/>
                    <a:pt x="1336047" y="4816868"/>
                    <a:pt x="1347231" y="4886516"/>
                  </a:cubicBezTo>
                  <a:close/>
                  <a:moveTo>
                    <a:pt x="1345197" y="612594"/>
                  </a:moveTo>
                  <a:cubicBezTo>
                    <a:pt x="1342655" y="610560"/>
                    <a:pt x="1340114" y="608527"/>
                    <a:pt x="1337063" y="607510"/>
                  </a:cubicBezTo>
                  <a:cubicBezTo>
                    <a:pt x="1335538" y="593276"/>
                    <a:pt x="1334013" y="579041"/>
                    <a:pt x="1331471" y="565315"/>
                  </a:cubicBezTo>
                  <a:cubicBezTo>
                    <a:pt x="1338589" y="569382"/>
                    <a:pt x="1345706" y="573957"/>
                    <a:pt x="1352823" y="578024"/>
                  </a:cubicBezTo>
                  <a:cubicBezTo>
                    <a:pt x="1353331" y="581074"/>
                    <a:pt x="1353840" y="584125"/>
                    <a:pt x="1354348" y="587175"/>
                  </a:cubicBezTo>
                  <a:cubicBezTo>
                    <a:pt x="1355873" y="585650"/>
                    <a:pt x="1357398" y="583616"/>
                    <a:pt x="1359432" y="582091"/>
                  </a:cubicBezTo>
                  <a:cubicBezTo>
                    <a:pt x="1365024" y="585142"/>
                    <a:pt x="1370108" y="588192"/>
                    <a:pt x="1375700" y="591242"/>
                  </a:cubicBezTo>
                  <a:cubicBezTo>
                    <a:pt x="1360957" y="591242"/>
                    <a:pt x="1348756" y="600393"/>
                    <a:pt x="1345197" y="612594"/>
                  </a:cubicBezTo>
                  <a:close/>
                  <a:moveTo>
                    <a:pt x="699559" y="319769"/>
                  </a:moveTo>
                  <a:cubicBezTo>
                    <a:pt x="707693" y="319769"/>
                    <a:pt x="707693" y="331970"/>
                    <a:pt x="699559" y="331970"/>
                  </a:cubicBezTo>
                  <a:cubicBezTo>
                    <a:pt x="691933" y="331970"/>
                    <a:pt x="691933" y="319769"/>
                    <a:pt x="699559" y="319769"/>
                  </a:cubicBezTo>
                  <a:close/>
                  <a:moveTo>
                    <a:pt x="457063" y="531254"/>
                  </a:moveTo>
                  <a:cubicBezTo>
                    <a:pt x="452996" y="514985"/>
                    <a:pt x="448421" y="499226"/>
                    <a:pt x="444354" y="482958"/>
                  </a:cubicBezTo>
                  <a:cubicBezTo>
                    <a:pt x="443337" y="479907"/>
                    <a:pt x="442829" y="476857"/>
                    <a:pt x="442321" y="473807"/>
                  </a:cubicBezTo>
                  <a:cubicBezTo>
                    <a:pt x="442321" y="473807"/>
                    <a:pt x="442321" y="473807"/>
                    <a:pt x="442321" y="473299"/>
                  </a:cubicBezTo>
                  <a:cubicBezTo>
                    <a:pt x="447913" y="465165"/>
                    <a:pt x="454013" y="457031"/>
                    <a:pt x="459097" y="448388"/>
                  </a:cubicBezTo>
                  <a:cubicBezTo>
                    <a:pt x="463164" y="445846"/>
                    <a:pt x="466723" y="442796"/>
                    <a:pt x="469773" y="439746"/>
                  </a:cubicBezTo>
                  <a:cubicBezTo>
                    <a:pt x="582124" y="387891"/>
                    <a:pt x="697526" y="353830"/>
                    <a:pt x="819536" y="342646"/>
                  </a:cubicBezTo>
                  <a:cubicBezTo>
                    <a:pt x="819028" y="339087"/>
                    <a:pt x="821061" y="335529"/>
                    <a:pt x="825128" y="336037"/>
                  </a:cubicBezTo>
                  <a:cubicBezTo>
                    <a:pt x="898334" y="342646"/>
                    <a:pt x="996959" y="316210"/>
                    <a:pt x="1067115" y="350780"/>
                  </a:cubicBezTo>
                  <a:cubicBezTo>
                    <a:pt x="1175400" y="369081"/>
                    <a:pt x="1280634" y="406193"/>
                    <a:pt x="1375700" y="461098"/>
                  </a:cubicBezTo>
                  <a:cubicBezTo>
                    <a:pt x="1376208" y="461606"/>
                    <a:pt x="1376717" y="462623"/>
                    <a:pt x="1377225" y="463131"/>
                  </a:cubicBezTo>
                  <a:cubicBezTo>
                    <a:pt x="1377225" y="465165"/>
                    <a:pt x="1377225" y="467198"/>
                    <a:pt x="1377225" y="468723"/>
                  </a:cubicBezTo>
                  <a:cubicBezTo>
                    <a:pt x="1378750" y="495667"/>
                    <a:pt x="1407219" y="502784"/>
                    <a:pt x="1423487" y="490583"/>
                  </a:cubicBezTo>
                  <a:cubicBezTo>
                    <a:pt x="1426029" y="492108"/>
                    <a:pt x="1428063" y="493634"/>
                    <a:pt x="1430605" y="495159"/>
                  </a:cubicBezTo>
                  <a:cubicBezTo>
                    <a:pt x="1427046" y="512952"/>
                    <a:pt x="1423996" y="531254"/>
                    <a:pt x="1420945" y="549047"/>
                  </a:cubicBezTo>
                  <a:cubicBezTo>
                    <a:pt x="1390951" y="524645"/>
                    <a:pt x="1354348" y="505835"/>
                    <a:pt x="1316728" y="490075"/>
                  </a:cubicBezTo>
                  <a:cubicBezTo>
                    <a:pt x="1316220" y="487025"/>
                    <a:pt x="1315203" y="484483"/>
                    <a:pt x="1314695" y="481433"/>
                  </a:cubicBezTo>
                  <a:cubicBezTo>
                    <a:pt x="1313678" y="477874"/>
                    <a:pt x="1311136" y="475841"/>
                    <a:pt x="1308594" y="474824"/>
                  </a:cubicBezTo>
                  <a:cubicBezTo>
                    <a:pt x="1308086" y="473299"/>
                    <a:pt x="1307578" y="472282"/>
                    <a:pt x="1307069" y="470757"/>
                  </a:cubicBezTo>
                  <a:cubicBezTo>
                    <a:pt x="1301477" y="454489"/>
                    <a:pt x="1281650" y="454489"/>
                    <a:pt x="1274533" y="466690"/>
                  </a:cubicBezTo>
                  <a:cubicBezTo>
                    <a:pt x="1267924" y="460589"/>
                    <a:pt x="1257757" y="460589"/>
                    <a:pt x="1250131" y="465165"/>
                  </a:cubicBezTo>
                  <a:cubicBezTo>
                    <a:pt x="1233863" y="459572"/>
                    <a:pt x="1217595" y="454489"/>
                    <a:pt x="1201835" y="449913"/>
                  </a:cubicBezTo>
                  <a:cubicBezTo>
                    <a:pt x="1198277" y="434662"/>
                    <a:pt x="1193701" y="419411"/>
                    <a:pt x="1188617" y="405176"/>
                  </a:cubicBezTo>
                  <a:cubicBezTo>
                    <a:pt x="1184042" y="392975"/>
                    <a:pt x="1167266" y="395517"/>
                    <a:pt x="1166249" y="408226"/>
                  </a:cubicBezTo>
                  <a:cubicBezTo>
                    <a:pt x="1165232" y="418394"/>
                    <a:pt x="1164724" y="429070"/>
                    <a:pt x="1164724" y="439237"/>
                  </a:cubicBezTo>
                  <a:cubicBezTo>
                    <a:pt x="1129137" y="429578"/>
                    <a:pt x="1092534" y="421953"/>
                    <a:pt x="1055931" y="416869"/>
                  </a:cubicBezTo>
                  <a:cubicBezTo>
                    <a:pt x="1056439" y="416360"/>
                    <a:pt x="1056948" y="416360"/>
                    <a:pt x="1057456" y="415852"/>
                  </a:cubicBezTo>
                  <a:cubicBezTo>
                    <a:pt x="1067115" y="409243"/>
                    <a:pt x="1069149" y="393992"/>
                    <a:pt x="1057456" y="387383"/>
                  </a:cubicBezTo>
                  <a:cubicBezTo>
                    <a:pt x="1047797" y="381791"/>
                    <a:pt x="1037121" y="378741"/>
                    <a:pt x="1025937" y="376707"/>
                  </a:cubicBezTo>
                  <a:cubicBezTo>
                    <a:pt x="1026445" y="367556"/>
                    <a:pt x="1026954" y="357897"/>
                    <a:pt x="1027462" y="348746"/>
                  </a:cubicBezTo>
                  <a:cubicBezTo>
                    <a:pt x="975099" y="337054"/>
                    <a:pt x="912061" y="347221"/>
                    <a:pt x="858681" y="348238"/>
                  </a:cubicBezTo>
                  <a:cubicBezTo>
                    <a:pt x="859698" y="352813"/>
                    <a:pt x="860714" y="356880"/>
                    <a:pt x="861731" y="361456"/>
                  </a:cubicBezTo>
                  <a:cubicBezTo>
                    <a:pt x="861731" y="370607"/>
                    <a:pt x="862240" y="380266"/>
                    <a:pt x="862240" y="389925"/>
                  </a:cubicBezTo>
                  <a:cubicBezTo>
                    <a:pt x="862240" y="389925"/>
                    <a:pt x="862240" y="390433"/>
                    <a:pt x="862240" y="390433"/>
                  </a:cubicBezTo>
                  <a:cubicBezTo>
                    <a:pt x="845972" y="392975"/>
                    <a:pt x="830212" y="395517"/>
                    <a:pt x="814452" y="398059"/>
                  </a:cubicBezTo>
                  <a:cubicBezTo>
                    <a:pt x="805301" y="399584"/>
                    <a:pt x="802251" y="406701"/>
                    <a:pt x="802760" y="413819"/>
                  </a:cubicBezTo>
                  <a:cubicBezTo>
                    <a:pt x="802251" y="413819"/>
                    <a:pt x="801743" y="413819"/>
                    <a:pt x="801234" y="413819"/>
                  </a:cubicBezTo>
                  <a:cubicBezTo>
                    <a:pt x="800218" y="410768"/>
                    <a:pt x="799201" y="407718"/>
                    <a:pt x="798693" y="404159"/>
                  </a:cubicBezTo>
                  <a:cubicBezTo>
                    <a:pt x="793100" y="404668"/>
                    <a:pt x="787000" y="405684"/>
                    <a:pt x="781408" y="406701"/>
                  </a:cubicBezTo>
                  <a:cubicBezTo>
                    <a:pt x="780391" y="410260"/>
                    <a:pt x="779374" y="413310"/>
                    <a:pt x="778866" y="416869"/>
                  </a:cubicBezTo>
                  <a:cubicBezTo>
                    <a:pt x="776832" y="417377"/>
                    <a:pt x="775307" y="417377"/>
                    <a:pt x="773274" y="417886"/>
                  </a:cubicBezTo>
                  <a:cubicBezTo>
                    <a:pt x="767173" y="415852"/>
                    <a:pt x="760564" y="417377"/>
                    <a:pt x="755481" y="420936"/>
                  </a:cubicBezTo>
                  <a:cubicBezTo>
                    <a:pt x="727011" y="426528"/>
                    <a:pt x="699051" y="433137"/>
                    <a:pt x="671090" y="441271"/>
                  </a:cubicBezTo>
                  <a:cubicBezTo>
                    <a:pt x="670582" y="439746"/>
                    <a:pt x="669565" y="438221"/>
                    <a:pt x="669057" y="437204"/>
                  </a:cubicBezTo>
                  <a:cubicBezTo>
                    <a:pt x="661939" y="439746"/>
                    <a:pt x="655330" y="442288"/>
                    <a:pt x="648213" y="445338"/>
                  </a:cubicBezTo>
                  <a:cubicBezTo>
                    <a:pt x="648721" y="446355"/>
                    <a:pt x="648721" y="447371"/>
                    <a:pt x="649230" y="447880"/>
                  </a:cubicBezTo>
                  <a:cubicBezTo>
                    <a:pt x="649230" y="447880"/>
                    <a:pt x="648721" y="447880"/>
                    <a:pt x="648721" y="447880"/>
                  </a:cubicBezTo>
                  <a:cubicBezTo>
                    <a:pt x="647705" y="448388"/>
                    <a:pt x="646688" y="448388"/>
                    <a:pt x="646180" y="448896"/>
                  </a:cubicBezTo>
                  <a:cubicBezTo>
                    <a:pt x="646180" y="447880"/>
                    <a:pt x="645671" y="447371"/>
                    <a:pt x="645671" y="446355"/>
                  </a:cubicBezTo>
                  <a:cubicBezTo>
                    <a:pt x="641604" y="447880"/>
                    <a:pt x="637537" y="449913"/>
                    <a:pt x="633470" y="451438"/>
                  </a:cubicBezTo>
                  <a:cubicBezTo>
                    <a:pt x="633470" y="451947"/>
                    <a:pt x="633979" y="452455"/>
                    <a:pt x="633979" y="452964"/>
                  </a:cubicBezTo>
                  <a:cubicBezTo>
                    <a:pt x="598392" y="465165"/>
                    <a:pt x="563314" y="479907"/>
                    <a:pt x="529253" y="495159"/>
                  </a:cubicBezTo>
                  <a:cubicBezTo>
                    <a:pt x="506884" y="505835"/>
                    <a:pt x="479940" y="516511"/>
                    <a:pt x="457063" y="531254"/>
                  </a:cubicBezTo>
                  <a:close/>
                  <a:moveTo>
                    <a:pt x="1271483" y="845939"/>
                  </a:moveTo>
                  <a:cubicBezTo>
                    <a:pt x="1269958" y="790017"/>
                    <a:pt x="1267924" y="734096"/>
                    <a:pt x="1266399" y="678174"/>
                  </a:cubicBezTo>
                  <a:cubicBezTo>
                    <a:pt x="1268432" y="676141"/>
                    <a:pt x="1269958" y="674107"/>
                    <a:pt x="1271991" y="672074"/>
                  </a:cubicBezTo>
                  <a:cubicBezTo>
                    <a:pt x="1273008" y="688850"/>
                    <a:pt x="1274533" y="705627"/>
                    <a:pt x="1276058" y="721895"/>
                  </a:cubicBezTo>
                  <a:cubicBezTo>
                    <a:pt x="1275550" y="722403"/>
                    <a:pt x="1275550" y="722403"/>
                    <a:pt x="1275041" y="722912"/>
                  </a:cubicBezTo>
                  <a:cubicBezTo>
                    <a:pt x="1275550" y="724945"/>
                    <a:pt x="1276058" y="727487"/>
                    <a:pt x="1276567" y="729520"/>
                  </a:cubicBezTo>
                  <a:cubicBezTo>
                    <a:pt x="1279108" y="752397"/>
                    <a:pt x="1282159" y="774766"/>
                    <a:pt x="1286226" y="797134"/>
                  </a:cubicBezTo>
                  <a:cubicBezTo>
                    <a:pt x="1282159" y="813911"/>
                    <a:pt x="1277075" y="830179"/>
                    <a:pt x="1271483" y="845939"/>
                  </a:cubicBezTo>
                  <a:close/>
                  <a:moveTo>
                    <a:pt x="1277075" y="922195"/>
                  </a:moveTo>
                  <a:cubicBezTo>
                    <a:pt x="1276567" y="926262"/>
                    <a:pt x="1276567" y="930329"/>
                    <a:pt x="1276058" y="934396"/>
                  </a:cubicBezTo>
                  <a:cubicBezTo>
                    <a:pt x="1275550" y="931854"/>
                    <a:pt x="1275041" y="929821"/>
                    <a:pt x="1274025" y="927279"/>
                  </a:cubicBezTo>
                  <a:cubicBezTo>
                    <a:pt x="1275041" y="925754"/>
                    <a:pt x="1276058" y="923720"/>
                    <a:pt x="1277075" y="922195"/>
                  </a:cubicBezTo>
                  <a:close/>
                  <a:moveTo>
                    <a:pt x="1284701" y="3912975"/>
                  </a:moveTo>
                  <a:cubicBezTo>
                    <a:pt x="1286734" y="3930259"/>
                    <a:pt x="1288259" y="3947036"/>
                    <a:pt x="1290293" y="3964321"/>
                  </a:cubicBezTo>
                  <a:cubicBezTo>
                    <a:pt x="1289784" y="3965337"/>
                    <a:pt x="1288768" y="3965846"/>
                    <a:pt x="1288259" y="3966354"/>
                  </a:cubicBezTo>
                  <a:cubicBezTo>
                    <a:pt x="1285717" y="3949578"/>
                    <a:pt x="1283175" y="3933310"/>
                    <a:pt x="1280634" y="3916533"/>
                  </a:cubicBezTo>
                  <a:cubicBezTo>
                    <a:pt x="1281650" y="3915517"/>
                    <a:pt x="1283175" y="3914500"/>
                    <a:pt x="1284701" y="3912975"/>
                  </a:cubicBezTo>
                  <a:close/>
                  <a:moveTo>
                    <a:pt x="1247589" y="4095990"/>
                  </a:moveTo>
                  <a:cubicBezTo>
                    <a:pt x="1233355" y="4048711"/>
                    <a:pt x="1219120" y="4000924"/>
                    <a:pt x="1204885" y="3952628"/>
                  </a:cubicBezTo>
                  <a:cubicBezTo>
                    <a:pt x="1204885" y="3951611"/>
                    <a:pt x="1204885" y="3950594"/>
                    <a:pt x="1204885" y="3949578"/>
                  </a:cubicBezTo>
                  <a:cubicBezTo>
                    <a:pt x="1205902" y="3903315"/>
                    <a:pt x="1206919" y="3856545"/>
                    <a:pt x="1207936" y="3810283"/>
                  </a:cubicBezTo>
                  <a:cubicBezTo>
                    <a:pt x="1209969" y="3818416"/>
                    <a:pt x="1212003" y="3826551"/>
                    <a:pt x="1214545" y="3834176"/>
                  </a:cubicBezTo>
                  <a:cubicBezTo>
                    <a:pt x="1215561" y="3839260"/>
                    <a:pt x="1216070" y="3844344"/>
                    <a:pt x="1217086" y="3849428"/>
                  </a:cubicBezTo>
                  <a:cubicBezTo>
                    <a:pt x="1233863" y="3947036"/>
                    <a:pt x="1247589" y="4046169"/>
                    <a:pt x="1263857" y="4144794"/>
                  </a:cubicBezTo>
                  <a:cubicBezTo>
                    <a:pt x="1263349" y="4144794"/>
                    <a:pt x="1262840" y="4144794"/>
                    <a:pt x="1262332" y="4144794"/>
                  </a:cubicBezTo>
                  <a:cubicBezTo>
                    <a:pt x="1257248" y="4128526"/>
                    <a:pt x="1252673" y="4112258"/>
                    <a:pt x="1247589" y="4095990"/>
                  </a:cubicBezTo>
                  <a:close/>
                  <a:moveTo>
                    <a:pt x="1253690" y="4629785"/>
                  </a:moveTo>
                  <a:cubicBezTo>
                    <a:pt x="1250639" y="4618093"/>
                    <a:pt x="1247081" y="4605892"/>
                    <a:pt x="1244030" y="4594199"/>
                  </a:cubicBezTo>
                  <a:cubicBezTo>
                    <a:pt x="1246064" y="4592166"/>
                    <a:pt x="1248097" y="4590132"/>
                    <a:pt x="1250131" y="4587591"/>
                  </a:cubicBezTo>
                  <a:cubicBezTo>
                    <a:pt x="1251148" y="4601825"/>
                    <a:pt x="1252164" y="4616060"/>
                    <a:pt x="1253690" y="4629785"/>
                  </a:cubicBezTo>
                  <a:close/>
                  <a:moveTo>
                    <a:pt x="1187092" y="2551034"/>
                  </a:moveTo>
                  <a:cubicBezTo>
                    <a:pt x="1187092" y="2534257"/>
                    <a:pt x="1187092" y="2517481"/>
                    <a:pt x="1188109" y="2501213"/>
                  </a:cubicBezTo>
                  <a:cubicBezTo>
                    <a:pt x="1189126" y="2507822"/>
                    <a:pt x="1190142" y="2514431"/>
                    <a:pt x="1191159" y="2521040"/>
                  </a:cubicBezTo>
                  <a:cubicBezTo>
                    <a:pt x="1191668" y="2526123"/>
                    <a:pt x="1192684" y="2530699"/>
                    <a:pt x="1193193" y="2535782"/>
                  </a:cubicBezTo>
                  <a:cubicBezTo>
                    <a:pt x="1193193" y="2538324"/>
                    <a:pt x="1192684" y="2541375"/>
                    <a:pt x="1192684" y="2543917"/>
                  </a:cubicBezTo>
                  <a:cubicBezTo>
                    <a:pt x="1190651" y="2546459"/>
                    <a:pt x="1188617" y="2549000"/>
                    <a:pt x="1187092" y="2551034"/>
                  </a:cubicBezTo>
                  <a:close/>
                  <a:moveTo>
                    <a:pt x="1191668" y="3748769"/>
                  </a:moveTo>
                  <a:cubicBezTo>
                    <a:pt x="1191668" y="3756903"/>
                    <a:pt x="1191159" y="3765037"/>
                    <a:pt x="1191159" y="3772663"/>
                  </a:cubicBezTo>
                  <a:cubicBezTo>
                    <a:pt x="1190142" y="3813841"/>
                    <a:pt x="1189126" y="3855020"/>
                    <a:pt x="1188109" y="3896198"/>
                  </a:cubicBezTo>
                  <a:cubicBezTo>
                    <a:pt x="1187601" y="3894165"/>
                    <a:pt x="1186584" y="3892131"/>
                    <a:pt x="1186075" y="3890098"/>
                  </a:cubicBezTo>
                  <a:cubicBezTo>
                    <a:pt x="1184042" y="3835193"/>
                    <a:pt x="1184042" y="3780797"/>
                    <a:pt x="1185567" y="3725892"/>
                  </a:cubicBezTo>
                  <a:cubicBezTo>
                    <a:pt x="1187092" y="3733518"/>
                    <a:pt x="1189634" y="3741143"/>
                    <a:pt x="1191668" y="3748769"/>
                  </a:cubicBezTo>
                  <a:close/>
                  <a:moveTo>
                    <a:pt x="1192684" y="1975043"/>
                  </a:moveTo>
                  <a:cubicBezTo>
                    <a:pt x="1191159" y="1958267"/>
                    <a:pt x="1189634" y="1941490"/>
                    <a:pt x="1187601" y="1924714"/>
                  </a:cubicBezTo>
                  <a:cubicBezTo>
                    <a:pt x="1191668" y="1920647"/>
                    <a:pt x="1195735" y="1916580"/>
                    <a:pt x="1199802" y="1912513"/>
                  </a:cubicBezTo>
                  <a:cubicBezTo>
                    <a:pt x="1193193" y="1887602"/>
                    <a:pt x="1186584" y="1862183"/>
                    <a:pt x="1179467" y="1837273"/>
                  </a:cubicBezTo>
                  <a:cubicBezTo>
                    <a:pt x="1178958" y="1835239"/>
                    <a:pt x="1177941" y="1833206"/>
                    <a:pt x="1177433" y="1830664"/>
                  </a:cubicBezTo>
                  <a:cubicBezTo>
                    <a:pt x="1176925" y="1827614"/>
                    <a:pt x="1176925" y="1824564"/>
                    <a:pt x="1176416" y="1821513"/>
                  </a:cubicBezTo>
                  <a:cubicBezTo>
                    <a:pt x="1169299" y="1753899"/>
                    <a:pt x="1161165" y="1686285"/>
                    <a:pt x="1152523" y="1619179"/>
                  </a:cubicBezTo>
                  <a:cubicBezTo>
                    <a:pt x="1163199" y="1604945"/>
                    <a:pt x="1173874" y="1590710"/>
                    <a:pt x="1185059" y="1576476"/>
                  </a:cubicBezTo>
                  <a:cubicBezTo>
                    <a:pt x="1187092" y="1595286"/>
                    <a:pt x="1189126" y="1614096"/>
                    <a:pt x="1191159" y="1632906"/>
                  </a:cubicBezTo>
                  <a:cubicBezTo>
                    <a:pt x="1183025" y="1643581"/>
                    <a:pt x="1174891" y="1654766"/>
                    <a:pt x="1166757" y="1665442"/>
                  </a:cubicBezTo>
                  <a:cubicBezTo>
                    <a:pt x="1180483" y="1705095"/>
                    <a:pt x="1194210" y="1745257"/>
                    <a:pt x="1206919" y="1784910"/>
                  </a:cubicBezTo>
                  <a:cubicBezTo>
                    <a:pt x="1210986" y="1822022"/>
                    <a:pt x="1214545" y="1859133"/>
                    <a:pt x="1218612" y="1896245"/>
                  </a:cubicBezTo>
                  <a:cubicBezTo>
                    <a:pt x="1217086" y="1920138"/>
                    <a:pt x="1215561" y="1944032"/>
                    <a:pt x="1214545" y="1967926"/>
                  </a:cubicBezTo>
                  <a:cubicBezTo>
                    <a:pt x="1213528" y="1963859"/>
                    <a:pt x="1212511" y="1959792"/>
                    <a:pt x="1211494" y="1955725"/>
                  </a:cubicBezTo>
                  <a:cubicBezTo>
                    <a:pt x="1205394" y="1962334"/>
                    <a:pt x="1198785" y="1968942"/>
                    <a:pt x="1192684" y="1975043"/>
                  </a:cubicBezTo>
                  <a:close/>
                  <a:moveTo>
                    <a:pt x="1165232" y="3586089"/>
                  </a:moveTo>
                  <a:cubicBezTo>
                    <a:pt x="1160657" y="3591172"/>
                    <a:pt x="1156081" y="3595748"/>
                    <a:pt x="1151506" y="3600831"/>
                  </a:cubicBezTo>
                  <a:cubicBezTo>
                    <a:pt x="1155065" y="3613541"/>
                    <a:pt x="1158115" y="3625742"/>
                    <a:pt x="1161673" y="3638451"/>
                  </a:cubicBezTo>
                  <a:cubicBezTo>
                    <a:pt x="1160657" y="3656245"/>
                    <a:pt x="1160148" y="3674038"/>
                    <a:pt x="1159131" y="3691322"/>
                  </a:cubicBezTo>
                  <a:cubicBezTo>
                    <a:pt x="1157606" y="3719283"/>
                    <a:pt x="1157098" y="3747244"/>
                    <a:pt x="1156590" y="3775204"/>
                  </a:cubicBezTo>
                  <a:cubicBezTo>
                    <a:pt x="1147439" y="3731484"/>
                    <a:pt x="1138288" y="3687764"/>
                    <a:pt x="1129137" y="3644043"/>
                  </a:cubicBezTo>
                  <a:cubicBezTo>
                    <a:pt x="1131679" y="3614049"/>
                    <a:pt x="1135238" y="3584563"/>
                    <a:pt x="1139813" y="3554569"/>
                  </a:cubicBezTo>
                  <a:cubicBezTo>
                    <a:pt x="1147439" y="3546435"/>
                    <a:pt x="1155065" y="3538301"/>
                    <a:pt x="1162690" y="3530675"/>
                  </a:cubicBezTo>
                  <a:cubicBezTo>
                    <a:pt x="1164215" y="3540843"/>
                    <a:pt x="1166249" y="3551011"/>
                    <a:pt x="1167774" y="3561686"/>
                  </a:cubicBezTo>
                  <a:cubicBezTo>
                    <a:pt x="1166757" y="3569820"/>
                    <a:pt x="1166249" y="3577954"/>
                    <a:pt x="1165232" y="3586089"/>
                  </a:cubicBezTo>
                  <a:close/>
                  <a:moveTo>
                    <a:pt x="1166249" y="4042611"/>
                  </a:moveTo>
                  <a:cubicBezTo>
                    <a:pt x="1165232" y="4039560"/>
                    <a:pt x="1164724" y="4037018"/>
                    <a:pt x="1163707" y="4033968"/>
                  </a:cubicBezTo>
                  <a:cubicBezTo>
                    <a:pt x="1164215" y="4033460"/>
                    <a:pt x="1164724" y="4032951"/>
                    <a:pt x="1165232" y="4032443"/>
                  </a:cubicBezTo>
                  <a:cubicBezTo>
                    <a:pt x="1165740" y="4036002"/>
                    <a:pt x="1166249" y="4039052"/>
                    <a:pt x="1166249" y="4042611"/>
                  </a:cubicBezTo>
                  <a:close/>
                  <a:moveTo>
                    <a:pt x="1055423" y="3249543"/>
                  </a:moveTo>
                  <a:cubicBezTo>
                    <a:pt x="1079316" y="3337492"/>
                    <a:pt x="1103210" y="3425441"/>
                    <a:pt x="1127104" y="3512882"/>
                  </a:cubicBezTo>
                  <a:cubicBezTo>
                    <a:pt x="1123037" y="3536776"/>
                    <a:pt x="1119987" y="3560670"/>
                    <a:pt x="1116936" y="3584563"/>
                  </a:cubicBezTo>
                  <a:cubicBezTo>
                    <a:pt x="1112869" y="3563720"/>
                    <a:pt x="1108802" y="3542877"/>
                    <a:pt x="1104735" y="3522033"/>
                  </a:cubicBezTo>
                  <a:cubicBezTo>
                    <a:pt x="1087450" y="3431034"/>
                    <a:pt x="1071182" y="3340542"/>
                    <a:pt x="1055423" y="3249543"/>
                  </a:cubicBezTo>
                  <a:close/>
                  <a:moveTo>
                    <a:pt x="1079316" y="3681663"/>
                  </a:moveTo>
                  <a:cubicBezTo>
                    <a:pt x="1076775" y="3684713"/>
                    <a:pt x="1074233" y="3687764"/>
                    <a:pt x="1071691" y="3690814"/>
                  </a:cubicBezTo>
                  <a:cubicBezTo>
                    <a:pt x="1067624" y="3675563"/>
                    <a:pt x="1063557" y="3659803"/>
                    <a:pt x="1059490" y="3644552"/>
                  </a:cubicBezTo>
                  <a:cubicBezTo>
                    <a:pt x="1062032" y="3642010"/>
                    <a:pt x="1064065" y="3638960"/>
                    <a:pt x="1066607" y="3636418"/>
                  </a:cubicBezTo>
                  <a:cubicBezTo>
                    <a:pt x="1070166" y="3651669"/>
                    <a:pt x="1074741" y="3666920"/>
                    <a:pt x="1079316" y="3681663"/>
                  </a:cubicBezTo>
                  <a:close/>
                  <a:moveTo>
                    <a:pt x="1103210" y="1810837"/>
                  </a:moveTo>
                  <a:cubicBezTo>
                    <a:pt x="1106260" y="1843373"/>
                    <a:pt x="1109311" y="1876418"/>
                    <a:pt x="1112869" y="1908954"/>
                  </a:cubicBezTo>
                  <a:cubicBezTo>
                    <a:pt x="1099651" y="1845407"/>
                    <a:pt x="1085925" y="1781860"/>
                    <a:pt x="1073216" y="1718313"/>
                  </a:cubicBezTo>
                  <a:cubicBezTo>
                    <a:pt x="1072707" y="1715771"/>
                    <a:pt x="1072199" y="1713229"/>
                    <a:pt x="1071691" y="1710687"/>
                  </a:cubicBezTo>
                  <a:cubicBezTo>
                    <a:pt x="1073216" y="1715771"/>
                    <a:pt x="1074741" y="1720855"/>
                    <a:pt x="1076266" y="1725939"/>
                  </a:cubicBezTo>
                  <a:cubicBezTo>
                    <a:pt x="1082367" y="1716788"/>
                    <a:pt x="1088976" y="1708145"/>
                    <a:pt x="1095076" y="1698995"/>
                  </a:cubicBezTo>
                  <a:cubicBezTo>
                    <a:pt x="1096093" y="1719838"/>
                    <a:pt x="1097618" y="1741190"/>
                    <a:pt x="1099143" y="1762033"/>
                  </a:cubicBezTo>
                  <a:cubicBezTo>
                    <a:pt x="1096601" y="1766100"/>
                    <a:pt x="1093551" y="1769659"/>
                    <a:pt x="1091009" y="1773726"/>
                  </a:cubicBezTo>
                  <a:cubicBezTo>
                    <a:pt x="1095584" y="1785927"/>
                    <a:pt x="1099651" y="1798636"/>
                    <a:pt x="1103210" y="1810837"/>
                  </a:cubicBezTo>
                  <a:close/>
                  <a:moveTo>
                    <a:pt x="1098635" y="2014696"/>
                  </a:moveTo>
                  <a:cubicBezTo>
                    <a:pt x="1099651" y="2013680"/>
                    <a:pt x="1100668" y="2012663"/>
                    <a:pt x="1101177" y="2011646"/>
                  </a:cubicBezTo>
                  <a:cubicBezTo>
                    <a:pt x="1104227" y="2027406"/>
                    <a:pt x="1107277" y="2043674"/>
                    <a:pt x="1110327" y="2059433"/>
                  </a:cubicBezTo>
                  <a:cubicBezTo>
                    <a:pt x="1093551" y="2077227"/>
                    <a:pt x="1076775" y="2095020"/>
                    <a:pt x="1060506" y="2113322"/>
                  </a:cubicBezTo>
                  <a:cubicBezTo>
                    <a:pt x="1057965" y="2096545"/>
                    <a:pt x="1054914" y="2080277"/>
                    <a:pt x="1052372" y="2063501"/>
                  </a:cubicBezTo>
                  <a:cubicBezTo>
                    <a:pt x="1068132" y="2047233"/>
                    <a:pt x="1083383" y="2030964"/>
                    <a:pt x="1098635" y="2014696"/>
                  </a:cubicBezTo>
                  <a:close/>
                  <a:moveTo>
                    <a:pt x="1114903" y="2367001"/>
                  </a:moveTo>
                  <a:cubicBezTo>
                    <a:pt x="1114394" y="2391404"/>
                    <a:pt x="1114394" y="2415806"/>
                    <a:pt x="1113886" y="2440716"/>
                  </a:cubicBezTo>
                  <a:cubicBezTo>
                    <a:pt x="1106769" y="2396487"/>
                    <a:pt x="1099651" y="2352767"/>
                    <a:pt x="1092534" y="2308538"/>
                  </a:cubicBezTo>
                  <a:cubicBezTo>
                    <a:pt x="1098635" y="2329382"/>
                    <a:pt x="1104227" y="2350225"/>
                    <a:pt x="1110327" y="2371069"/>
                  </a:cubicBezTo>
                  <a:cubicBezTo>
                    <a:pt x="1111853" y="2369543"/>
                    <a:pt x="1113378" y="2368018"/>
                    <a:pt x="1114903" y="2367001"/>
                  </a:cubicBezTo>
                  <a:close/>
                  <a:moveTo>
                    <a:pt x="1080842" y="2459526"/>
                  </a:moveTo>
                  <a:cubicBezTo>
                    <a:pt x="1062540" y="2478844"/>
                    <a:pt x="1044238" y="2498671"/>
                    <a:pt x="1025937" y="2518498"/>
                  </a:cubicBezTo>
                  <a:cubicBezTo>
                    <a:pt x="1024920" y="2512905"/>
                    <a:pt x="1023903" y="2506805"/>
                    <a:pt x="1022887" y="2501213"/>
                  </a:cubicBezTo>
                  <a:cubicBezTo>
                    <a:pt x="1020853" y="2490537"/>
                    <a:pt x="1019328" y="2479861"/>
                    <a:pt x="1017294" y="2469693"/>
                  </a:cubicBezTo>
                  <a:cubicBezTo>
                    <a:pt x="1036104" y="2449867"/>
                    <a:pt x="1054914" y="2429532"/>
                    <a:pt x="1073724" y="2409705"/>
                  </a:cubicBezTo>
                  <a:cubicBezTo>
                    <a:pt x="1075758" y="2425973"/>
                    <a:pt x="1078300" y="2442750"/>
                    <a:pt x="1080842" y="2459526"/>
                  </a:cubicBezTo>
                  <a:close/>
                  <a:moveTo>
                    <a:pt x="1101685" y="2602380"/>
                  </a:moveTo>
                  <a:cubicBezTo>
                    <a:pt x="1104227" y="2621190"/>
                    <a:pt x="1107277" y="2639491"/>
                    <a:pt x="1109819" y="2658301"/>
                  </a:cubicBezTo>
                  <a:cubicBezTo>
                    <a:pt x="1094059" y="2680161"/>
                    <a:pt x="1078300" y="2702022"/>
                    <a:pt x="1063048" y="2723882"/>
                  </a:cubicBezTo>
                  <a:cubicBezTo>
                    <a:pt x="1059998" y="2706089"/>
                    <a:pt x="1056439" y="2687787"/>
                    <a:pt x="1053389" y="2669994"/>
                  </a:cubicBezTo>
                  <a:cubicBezTo>
                    <a:pt x="1069657" y="2647117"/>
                    <a:pt x="1085925" y="2624748"/>
                    <a:pt x="1101685" y="2602380"/>
                  </a:cubicBezTo>
                  <a:close/>
                  <a:moveTo>
                    <a:pt x="1115919" y="2854026"/>
                  </a:moveTo>
                  <a:cubicBezTo>
                    <a:pt x="1115919" y="2861143"/>
                    <a:pt x="1115919" y="2868261"/>
                    <a:pt x="1115919" y="2875886"/>
                  </a:cubicBezTo>
                  <a:cubicBezTo>
                    <a:pt x="1115411" y="2888596"/>
                    <a:pt x="1115411" y="2900797"/>
                    <a:pt x="1114903" y="2913506"/>
                  </a:cubicBezTo>
                  <a:cubicBezTo>
                    <a:pt x="1109819" y="2919098"/>
                    <a:pt x="1105244" y="2924182"/>
                    <a:pt x="1100160" y="2929774"/>
                  </a:cubicBezTo>
                  <a:cubicBezTo>
                    <a:pt x="1104227" y="2946042"/>
                    <a:pt x="1108802" y="2962310"/>
                    <a:pt x="1112869" y="2978070"/>
                  </a:cubicBezTo>
                  <a:cubicBezTo>
                    <a:pt x="1112869" y="2985696"/>
                    <a:pt x="1112361" y="2993321"/>
                    <a:pt x="1112361" y="3000439"/>
                  </a:cubicBezTo>
                  <a:cubicBezTo>
                    <a:pt x="1105244" y="2960277"/>
                    <a:pt x="1098126" y="2920624"/>
                    <a:pt x="1091009" y="2880462"/>
                  </a:cubicBezTo>
                  <a:cubicBezTo>
                    <a:pt x="1099143" y="2871820"/>
                    <a:pt x="1107277" y="2863177"/>
                    <a:pt x="1115919" y="2854026"/>
                  </a:cubicBezTo>
                  <a:close/>
                  <a:moveTo>
                    <a:pt x="1094568" y="3127533"/>
                  </a:moveTo>
                  <a:cubicBezTo>
                    <a:pt x="1097618" y="3145326"/>
                    <a:pt x="1100668" y="3163119"/>
                    <a:pt x="1103718" y="3180912"/>
                  </a:cubicBezTo>
                  <a:cubicBezTo>
                    <a:pt x="1087450" y="3202773"/>
                    <a:pt x="1071182" y="3224124"/>
                    <a:pt x="1055423" y="3245985"/>
                  </a:cubicBezTo>
                  <a:cubicBezTo>
                    <a:pt x="1052372" y="3228191"/>
                    <a:pt x="1049322" y="3210398"/>
                    <a:pt x="1046272" y="3192605"/>
                  </a:cubicBezTo>
                  <a:cubicBezTo>
                    <a:pt x="1062540" y="3171253"/>
                    <a:pt x="1078300" y="3149393"/>
                    <a:pt x="1094568" y="3127533"/>
                  </a:cubicBezTo>
                  <a:close/>
                  <a:moveTo>
                    <a:pt x="1119478" y="1643073"/>
                  </a:moveTo>
                  <a:cubicBezTo>
                    <a:pt x="1118970" y="1638498"/>
                    <a:pt x="1115919" y="1635956"/>
                    <a:pt x="1112869" y="1634431"/>
                  </a:cubicBezTo>
                  <a:cubicBezTo>
                    <a:pt x="1095584" y="1585118"/>
                    <a:pt x="1077791" y="1535806"/>
                    <a:pt x="1061523" y="1485985"/>
                  </a:cubicBezTo>
                  <a:cubicBezTo>
                    <a:pt x="1056439" y="1470733"/>
                    <a:pt x="1051356" y="1454974"/>
                    <a:pt x="1046272" y="1439723"/>
                  </a:cubicBezTo>
                  <a:cubicBezTo>
                    <a:pt x="1039155" y="1450907"/>
                    <a:pt x="1031529" y="1461583"/>
                    <a:pt x="1024412" y="1472767"/>
                  </a:cubicBezTo>
                  <a:cubicBezTo>
                    <a:pt x="1020853" y="1454465"/>
                    <a:pt x="1016786" y="1436672"/>
                    <a:pt x="1013227" y="1418371"/>
                  </a:cubicBezTo>
                  <a:cubicBezTo>
                    <a:pt x="1014244" y="1416846"/>
                    <a:pt x="1015261" y="1415320"/>
                    <a:pt x="1016278" y="1414304"/>
                  </a:cubicBezTo>
                  <a:cubicBezTo>
                    <a:pt x="1021361" y="1407186"/>
                    <a:pt x="1025937" y="1400069"/>
                    <a:pt x="1031021" y="1392952"/>
                  </a:cubicBezTo>
                  <a:cubicBezTo>
                    <a:pt x="1011194" y="1333472"/>
                    <a:pt x="991367" y="1273992"/>
                    <a:pt x="971032" y="1215020"/>
                  </a:cubicBezTo>
                  <a:cubicBezTo>
                    <a:pt x="958831" y="1157065"/>
                    <a:pt x="947138" y="1099110"/>
                    <a:pt x="934937" y="1040647"/>
                  </a:cubicBezTo>
                  <a:cubicBezTo>
                    <a:pt x="932904" y="1031496"/>
                    <a:pt x="919178" y="1035563"/>
                    <a:pt x="920703" y="1044714"/>
                  </a:cubicBezTo>
                  <a:lnTo>
                    <a:pt x="929345" y="1089959"/>
                  </a:lnTo>
                  <a:cubicBezTo>
                    <a:pt x="906468" y="1019295"/>
                    <a:pt x="884608" y="948122"/>
                    <a:pt x="860714" y="876950"/>
                  </a:cubicBezTo>
                  <a:cubicBezTo>
                    <a:pt x="850547" y="893218"/>
                    <a:pt x="840379" y="909994"/>
                    <a:pt x="830212" y="926262"/>
                  </a:cubicBezTo>
                  <a:cubicBezTo>
                    <a:pt x="825128" y="911519"/>
                    <a:pt x="820553" y="896776"/>
                    <a:pt x="815469" y="882033"/>
                  </a:cubicBezTo>
                  <a:cubicBezTo>
                    <a:pt x="825636" y="865765"/>
                    <a:pt x="835804" y="849497"/>
                    <a:pt x="845972" y="832721"/>
                  </a:cubicBezTo>
                  <a:cubicBezTo>
                    <a:pt x="827670" y="779850"/>
                    <a:pt x="808860" y="726979"/>
                    <a:pt x="787508" y="675124"/>
                  </a:cubicBezTo>
                  <a:cubicBezTo>
                    <a:pt x="779374" y="691392"/>
                    <a:pt x="771240" y="708169"/>
                    <a:pt x="763106" y="724437"/>
                  </a:cubicBezTo>
                  <a:cubicBezTo>
                    <a:pt x="753447" y="696984"/>
                    <a:pt x="743788" y="669532"/>
                    <a:pt x="734129" y="642080"/>
                  </a:cubicBezTo>
                  <a:cubicBezTo>
                    <a:pt x="740229" y="626828"/>
                    <a:pt x="746838" y="612085"/>
                    <a:pt x="753447" y="596834"/>
                  </a:cubicBezTo>
                  <a:cubicBezTo>
                    <a:pt x="742771" y="573957"/>
                    <a:pt x="731587" y="551589"/>
                    <a:pt x="719386" y="529220"/>
                  </a:cubicBezTo>
                  <a:cubicBezTo>
                    <a:pt x="718877" y="528712"/>
                    <a:pt x="718877" y="528203"/>
                    <a:pt x="718369" y="527695"/>
                  </a:cubicBezTo>
                  <a:cubicBezTo>
                    <a:pt x="713285" y="537862"/>
                    <a:pt x="708201" y="548030"/>
                    <a:pt x="703118" y="558706"/>
                  </a:cubicBezTo>
                  <a:cubicBezTo>
                    <a:pt x="699051" y="548538"/>
                    <a:pt x="694984" y="538371"/>
                    <a:pt x="690917" y="528203"/>
                  </a:cubicBezTo>
                  <a:cubicBezTo>
                    <a:pt x="694984" y="519561"/>
                    <a:pt x="699559" y="510918"/>
                    <a:pt x="703626" y="501768"/>
                  </a:cubicBezTo>
                  <a:cubicBezTo>
                    <a:pt x="701593" y="497701"/>
                    <a:pt x="699051" y="493634"/>
                    <a:pt x="697017" y="490075"/>
                  </a:cubicBezTo>
                  <a:cubicBezTo>
                    <a:pt x="693967" y="500243"/>
                    <a:pt x="690917" y="510918"/>
                    <a:pt x="688375" y="521086"/>
                  </a:cubicBezTo>
                  <a:cubicBezTo>
                    <a:pt x="685833" y="515494"/>
                    <a:pt x="683799" y="509393"/>
                    <a:pt x="681258" y="503293"/>
                  </a:cubicBezTo>
                  <a:cubicBezTo>
                    <a:pt x="678207" y="495159"/>
                    <a:pt x="670073" y="492617"/>
                    <a:pt x="663464" y="493634"/>
                  </a:cubicBezTo>
                  <a:cubicBezTo>
                    <a:pt x="665498" y="489058"/>
                    <a:pt x="667531" y="483975"/>
                    <a:pt x="669565" y="479399"/>
                  </a:cubicBezTo>
                  <a:cubicBezTo>
                    <a:pt x="695492" y="474315"/>
                    <a:pt x="721928" y="469740"/>
                    <a:pt x="747855" y="465673"/>
                  </a:cubicBezTo>
                  <a:cubicBezTo>
                    <a:pt x="745821" y="470248"/>
                    <a:pt x="743280" y="474824"/>
                    <a:pt x="741246" y="479399"/>
                  </a:cubicBezTo>
                  <a:cubicBezTo>
                    <a:pt x="752939" y="500751"/>
                    <a:pt x="765140" y="522103"/>
                    <a:pt x="776832" y="543963"/>
                  </a:cubicBezTo>
                  <a:cubicBezTo>
                    <a:pt x="777849" y="541421"/>
                    <a:pt x="778866" y="539388"/>
                    <a:pt x="780391" y="536846"/>
                  </a:cubicBezTo>
                  <a:cubicBezTo>
                    <a:pt x="785475" y="547013"/>
                    <a:pt x="790558" y="556672"/>
                    <a:pt x="796151" y="566332"/>
                  </a:cubicBezTo>
                  <a:cubicBezTo>
                    <a:pt x="795134" y="568873"/>
                    <a:pt x="793609" y="571415"/>
                    <a:pt x="792084" y="573957"/>
                  </a:cubicBezTo>
                  <a:cubicBezTo>
                    <a:pt x="793100" y="575991"/>
                    <a:pt x="793609" y="577516"/>
                    <a:pt x="794625" y="579549"/>
                  </a:cubicBezTo>
                  <a:cubicBezTo>
                    <a:pt x="796151" y="577007"/>
                    <a:pt x="797167" y="573957"/>
                    <a:pt x="798693" y="571415"/>
                  </a:cubicBezTo>
                  <a:cubicBezTo>
                    <a:pt x="802760" y="578533"/>
                    <a:pt x="807335" y="585142"/>
                    <a:pt x="811910" y="591750"/>
                  </a:cubicBezTo>
                  <a:cubicBezTo>
                    <a:pt x="814452" y="597851"/>
                    <a:pt x="816994" y="603443"/>
                    <a:pt x="819536" y="609544"/>
                  </a:cubicBezTo>
                  <a:cubicBezTo>
                    <a:pt x="816994" y="614119"/>
                    <a:pt x="814961" y="618694"/>
                    <a:pt x="812419" y="623270"/>
                  </a:cubicBezTo>
                  <a:cubicBezTo>
                    <a:pt x="834279" y="677158"/>
                    <a:pt x="854614" y="731554"/>
                    <a:pt x="873932" y="786459"/>
                  </a:cubicBezTo>
                  <a:cubicBezTo>
                    <a:pt x="877999" y="779850"/>
                    <a:pt x="882575" y="773241"/>
                    <a:pt x="886642" y="766632"/>
                  </a:cubicBezTo>
                  <a:cubicBezTo>
                    <a:pt x="892234" y="779850"/>
                    <a:pt x="897826" y="793067"/>
                    <a:pt x="903418" y="806794"/>
                  </a:cubicBezTo>
                  <a:cubicBezTo>
                    <a:pt x="898334" y="814419"/>
                    <a:pt x="893759" y="822045"/>
                    <a:pt x="888675" y="829671"/>
                  </a:cubicBezTo>
                  <a:cubicBezTo>
                    <a:pt x="913586" y="901352"/>
                    <a:pt x="936971" y="973541"/>
                    <a:pt x="960865" y="1045222"/>
                  </a:cubicBezTo>
                  <a:cubicBezTo>
                    <a:pt x="967982" y="1031496"/>
                    <a:pt x="975608" y="1018278"/>
                    <a:pt x="983233" y="1004552"/>
                  </a:cubicBezTo>
                  <a:cubicBezTo>
                    <a:pt x="991876" y="1026921"/>
                    <a:pt x="1000518" y="1049289"/>
                    <a:pt x="1009160" y="1072166"/>
                  </a:cubicBezTo>
                  <a:cubicBezTo>
                    <a:pt x="1000518" y="1086909"/>
                    <a:pt x="992384" y="1101652"/>
                    <a:pt x="984250" y="1116395"/>
                  </a:cubicBezTo>
                  <a:cubicBezTo>
                    <a:pt x="998485" y="1160624"/>
                    <a:pt x="1013227" y="1204853"/>
                    <a:pt x="1027970" y="1249081"/>
                  </a:cubicBezTo>
                  <a:cubicBezTo>
                    <a:pt x="1039155" y="1281617"/>
                    <a:pt x="1049831" y="1314662"/>
                    <a:pt x="1060506" y="1347198"/>
                  </a:cubicBezTo>
                  <a:cubicBezTo>
                    <a:pt x="1066607" y="1338556"/>
                    <a:pt x="1072707" y="1330422"/>
                    <a:pt x="1078300" y="1321779"/>
                  </a:cubicBezTo>
                  <a:cubicBezTo>
                    <a:pt x="1081350" y="1340589"/>
                    <a:pt x="1083892" y="1359399"/>
                    <a:pt x="1086942" y="1378209"/>
                  </a:cubicBezTo>
                  <a:cubicBezTo>
                    <a:pt x="1083383" y="1383801"/>
                    <a:pt x="1079316" y="1388885"/>
                    <a:pt x="1075758" y="1394477"/>
                  </a:cubicBezTo>
                  <a:cubicBezTo>
                    <a:pt x="1083892" y="1418879"/>
                    <a:pt x="1091517" y="1443281"/>
                    <a:pt x="1099651" y="1467683"/>
                  </a:cubicBezTo>
                  <a:cubicBezTo>
                    <a:pt x="1111344" y="1549532"/>
                    <a:pt x="1122020" y="1631889"/>
                    <a:pt x="1131679" y="1714246"/>
                  </a:cubicBezTo>
                  <a:cubicBezTo>
                    <a:pt x="1131171" y="1715263"/>
                    <a:pt x="1130154" y="1716279"/>
                    <a:pt x="1129646" y="1717296"/>
                  </a:cubicBezTo>
                  <a:cubicBezTo>
                    <a:pt x="1126595" y="1692894"/>
                    <a:pt x="1123037" y="1667983"/>
                    <a:pt x="1119478" y="1643073"/>
                  </a:cubicBezTo>
                  <a:close/>
                  <a:moveTo>
                    <a:pt x="947138" y="1188076"/>
                  </a:moveTo>
                  <a:cubicBezTo>
                    <a:pt x="941546" y="1199260"/>
                    <a:pt x="935446" y="1210953"/>
                    <a:pt x="929854" y="1222137"/>
                  </a:cubicBezTo>
                  <a:cubicBezTo>
                    <a:pt x="921720" y="1198752"/>
                    <a:pt x="914094" y="1175367"/>
                    <a:pt x="905960" y="1151473"/>
                  </a:cubicBezTo>
                  <a:cubicBezTo>
                    <a:pt x="914094" y="1135205"/>
                    <a:pt x="922736" y="1118937"/>
                    <a:pt x="930870" y="1102669"/>
                  </a:cubicBezTo>
                  <a:cubicBezTo>
                    <a:pt x="936463" y="1131138"/>
                    <a:pt x="942055" y="1159607"/>
                    <a:pt x="947138" y="1188076"/>
                  </a:cubicBezTo>
                  <a:close/>
                  <a:moveTo>
                    <a:pt x="813944" y="458556"/>
                  </a:moveTo>
                  <a:cubicBezTo>
                    <a:pt x="835804" y="456522"/>
                    <a:pt x="858173" y="454997"/>
                    <a:pt x="880033" y="454489"/>
                  </a:cubicBezTo>
                  <a:cubicBezTo>
                    <a:pt x="881050" y="458556"/>
                    <a:pt x="882575" y="463131"/>
                    <a:pt x="884100" y="467198"/>
                  </a:cubicBezTo>
                  <a:cubicBezTo>
                    <a:pt x="884608" y="468723"/>
                    <a:pt x="885625" y="469740"/>
                    <a:pt x="886642" y="471265"/>
                  </a:cubicBezTo>
                  <a:cubicBezTo>
                    <a:pt x="888675" y="468723"/>
                    <a:pt x="893251" y="467706"/>
                    <a:pt x="895792" y="471265"/>
                  </a:cubicBezTo>
                  <a:cubicBezTo>
                    <a:pt x="899351" y="476349"/>
                    <a:pt x="902401" y="481433"/>
                    <a:pt x="905452" y="486516"/>
                  </a:cubicBezTo>
                  <a:cubicBezTo>
                    <a:pt x="904943" y="475332"/>
                    <a:pt x="903926" y="464148"/>
                    <a:pt x="903418" y="452964"/>
                  </a:cubicBezTo>
                  <a:cubicBezTo>
                    <a:pt x="909010" y="454997"/>
                    <a:pt x="914602" y="456014"/>
                    <a:pt x="920703" y="456522"/>
                  </a:cubicBezTo>
                  <a:cubicBezTo>
                    <a:pt x="921720" y="474315"/>
                    <a:pt x="922736" y="492108"/>
                    <a:pt x="923753" y="510410"/>
                  </a:cubicBezTo>
                  <a:cubicBezTo>
                    <a:pt x="923753" y="511935"/>
                    <a:pt x="923245" y="513460"/>
                    <a:pt x="922736" y="514477"/>
                  </a:cubicBezTo>
                  <a:cubicBezTo>
                    <a:pt x="943071" y="548030"/>
                    <a:pt x="962390" y="582091"/>
                    <a:pt x="980183" y="617169"/>
                  </a:cubicBezTo>
                  <a:cubicBezTo>
                    <a:pt x="983233" y="623270"/>
                    <a:pt x="974082" y="628862"/>
                    <a:pt x="971032" y="622761"/>
                  </a:cubicBezTo>
                  <a:cubicBezTo>
                    <a:pt x="953239" y="587175"/>
                    <a:pt x="933412" y="552605"/>
                    <a:pt x="912569" y="518544"/>
                  </a:cubicBezTo>
                  <a:cubicBezTo>
                    <a:pt x="909519" y="517527"/>
                    <a:pt x="906468" y="514985"/>
                    <a:pt x="906468" y="510918"/>
                  </a:cubicBezTo>
                  <a:cubicBezTo>
                    <a:pt x="906468" y="510410"/>
                    <a:pt x="906468" y="509393"/>
                    <a:pt x="906468" y="508885"/>
                  </a:cubicBezTo>
                  <a:cubicBezTo>
                    <a:pt x="900368" y="499226"/>
                    <a:pt x="894267" y="489567"/>
                    <a:pt x="887658" y="479907"/>
                  </a:cubicBezTo>
                  <a:cubicBezTo>
                    <a:pt x="884608" y="485500"/>
                    <a:pt x="881050" y="491092"/>
                    <a:pt x="877999" y="496684"/>
                  </a:cubicBezTo>
                  <a:cubicBezTo>
                    <a:pt x="876474" y="499734"/>
                    <a:pt x="874949" y="502276"/>
                    <a:pt x="873424" y="505326"/>
                  </a:cubicBezTo>
                  <a:cubicBezTo>
                    <a:pt x="891725" y="559214"/>
                    <a:pt x="911552" y="612085"/>
                    <a:pt x="930870" y="664957"/>
                  </a:cubicBezTo>
                  <a:cubicBezTo>
                    <a:pt x="933921" y="672582"/>
                    <a:pt x="936463" y="680208"/>
                    <a:pt x="939513" y="687833"/>
                  </a:cubicBezTo>
                  <a:cubicBezTo>
                    <a:pt x="944597" y="680208"/>
                    <a:pt x="949680" y="673091"/>
                    <a:pt x="955273" y="665465"/>
                  </a:cubicBezTo>
                  <a:cubicBezTo>
                    <a:pt x="958831" y="681225"/>
                    <a:pt x="962390" y="696984"/>
                    <a:pt x="965440" y="712744"/>
                  </a:cubicBezTo>
                  <a:cubicBezTo>
                    <a:pt x="961881" y="717828"/>
                    <a:pt x="958323" y="722912"/>
                    <a:pt x="954764" y="728504"/>
                  </a:cubicBezTo>
                  <a:cubicBezTo>
                    <a:pt x="964932" y="755448"/>
                    <a:pt x="975099" y="781883"/>
                    <a:pt x="985775" y="808827"/>
                  </a:cubicBezTo>
                  <a:cubicBezTo>
                    <a:pt x="995943" y="858140"/>
                    <a:pt x="1005602" y="907961"/>
                    <a:pt x="1014753" y="957273"/>
                  </a:cubicBezTo>
                  <a:cubicBezTo>
                    <a:pt x="1007127" y="937955"/>
                    <a:pt x="999501" y="918128"/>
                    <a:pt x="991876" y="898810"/>
                  </a:cubicBezTo>
                  <a:cubicBezTo>
                    <a:pt x="947138" y="786459"/>
                    <a:pt x="899859" y="674616"/>
                    <a:pt x="848513" y="564806"/>
                  </a:cubicBezTo>
                  <a:cubicBezTo>
                    <a:pt x="847497" y="562265"/>
                    <a:pt x="846480" y="559723"/>
                    <a:pt x="845972" y="557181"/>
                  </a:cubicBezTo>
                  <a:cubicBezTo>
                    <a:pt x="845972" y="557689"/>
                    <a:pt x="845463" y="557689"/>
                    <a:pt x="845463" y="558197"/>
                  </a:cubicBezTo>
                  <a:cubicBezTo>
                    <a:pt x="838854" y="544471"/>
                    <a:pt x="832754" y="531254"/>
                    <a:pt x="826145" y="517527"/>
                  </a:cubicBezTo>
                  <a:cubicBezTo>
                    <a:pt x="827162" y="514985"/>
                    <a:pt x="828687" y="512952"/>
                    <a:pt x="829704" y="510410"/>
                  </a:cubicBezTo>
                  <a:cubicBezTo>
                    <a:pt x="829195" y="508377"/>
                    <a:pt x="828178" y="506343"/>
                    <a:pt x="827670" y="504310"/>
                  </a:cubicBezTo>
                  <a:cubicBezTo>
                    <a:pt x="826145" y="506852"/>
                    <a:pt x="825128" y="509393"/>
                    <a:pt x="823603" y="511935"/>
                  </a:cubicBezTo>
                  <a:cubicBezTo>
                    <a:pt x="818519" y="501768"/>
                    <a:pt x="813435" y="491092"/>
                    <a:pt x="808352" y="480924"/>
                  </a:cubicBezTo>
                  <a:cubicBezTo>
                    <a:pt x="810894" y="476349"/>
                    <a:pt x="813435" y="472282"/>
                    <a:pt x="815977" y="467706"/>
                  </a:cubicBezTo>
                  <a:cubicBezTo>
                    <a:pt x="815977" y="464148"/>
                    <a:pt x="814961" y="461098"/>
                    <a:pt x="813944" y="458556"/>
                  </a:cubicBezTo>
                  <a:close/>
                  <a:moveTo>
                    <a:pt x="1014244" y="586667"/>
                  </a:moveTo>
                  <a:cubicBezTo>
                    <a:pt x="1020853" y="578533"/>
                    <a:pt x="1026954" y="570399"/>
                    <a:pt x="1033562" y="562265"/>
                  </a:cubicBezTo>
                  <a:cubicBezTo>
                    <a:pt x="1023903" y="535321"/>
                    <a:pt x="1014753" y="508885"/>
                    <a:pt x="1005602" y="481941"/>
                  </a:cubicBezTo>
                  <a:cubicBezTo>
                    <a:pt x="1003060" y="474315"/>
                    <a:pt x="1000518" y="466690"/>
                    <a:pt x="997468" y="459064"/>
                  </a:cubicBezTo>
                  <a:cubicBezTo>
                    <a:pt x="1016786" y="461098"/>
                    <a:pt x="1036104" y="463640"/>
                    <a:pt x="1055423" y="466690"/>
                  </a:cubicBezTo>
                  <a:cubicBezTo>
                    <a:pt x="1060506" y="481433"/>
                    <a:pt x="1065590" y="496176"/>
                    <a:pt x="1070674" y="511427"/>
                  </a:cubicBezTo>
                  <a:cubicBezTo>
                    <a:pt x="1071182" y="512952"/>
                    <a:pt x="1071691" y="514985"/>
                    <a:pt x="1072707" y="516511"/>
                  </a:cubicBezTo>
                  <a:cubicBezTo>
                    <a:pt x="1084400" y="503293"/>
                    <a:pt x="1096093" y="490075"/>
                    <a:pt x="1108294" y="476857"/>
                  </a:cubicBezTo>
                  <a:cubicBezTo>
                    <a:pt x="1121512" y="479907"/>
                    <a:pt x="1134729" y="482958"/>
                    <a:pt x="1147947" y="486516"/>
                  </a:cubicBezTo>
                  <a:cubicBezTo>
                    <a:pt x="1127104" y="508885"/>
                    <a:pt x="1106260" y="531762"/>
                    <a:pt x="1086434" y="555147"/>
                  </a:cubicBezTo>
                  <a:cubicBezTo>
                    <a:pt x="1087959" y="559723"/>
                    <a:pt x="1089484" y="564298"/>
                    <a:pt x="1091009" y="568873"/>
                  </a:cubicBezTo>
                  <a:cubicBezTo>
                    <a:pt x="1091009" y="569890"/>
                    <a:pt x="1091009" y="570399"/>
                    <a:pt x="1090501" y="571415"/>
                  </a:cubicBezTo>
                  <a:cubicBezTo>
                    <a:pt x="1075758" y="536337"/>
                    <a:pt x="1058981" y="501768"/>
                    <a:pt x="1037630" y="472790"/>
                  </a:cubicBezTo>
                  <a:cubicBezTo>
                    <a:pt x="1032546" y="466181"/>
                    <a:pt x="1022378" y="469740"/>
                    <a:pt x="1024412" y="478382"/>
                  </a:cubicBezTo>
                  <a:cubicBezTo>
                    <a:pt x="1036613" y="535829"/>
                    <a:pt x="1065590" y="592259"/>
                    <a:pt x="1086434" y="647163"/>
                  </a:cubicBezTo>
                  <a:cubicBezTo>
                    <a:pt x="1088976" y="654281"/>
                    <a:pt x="1091517" y="661398"/>
                    <a:pt x="1094568" y="668007"/>
                  </a:cubicBezTo>
                  <a:cubicBezTo>
                    <a:pt x="1097110" y="699018"/>
                    <a:pt x="1100160" y="730029"/>
                    <a:pt x="1103210" y="761548"/>
                  </a:cubicBezTo>
                  <a:cubicBezTo>
                    <a:pt x="1096093" y="740196"/>
                    <a:pt x="1088467" y="719353"/>
                    <a:pt x="1081350" y="698001"/>
                  </a:cubicBezTo>
                  <a:cubicBezTo>
                    <a:pt x="1070166" y="665973"/>
                    <a:pt x="1058981" y="634454"/>
                    <a:pt x="1047797" y="602426"/>
                  </a:cubicBezTo>
                  <a:cubicBezTo>
                    <a:pt x="1043222" y="608018"/>
                    <a:pt x="1038646" y="613611"/>
                    <a:pt x="1034071" y="619711"/>
                  </a:cubicBezTo>
                  <a:cubicBezTo>
                    <a:pt x="1032546" y="621745"/>
                    <a:pt x="1031021" y="623778"/>
                    <a:pt x="1029495" y="625812"/>
                  </a:cubicBezTo>
                  <a:cubicBezTo>
                    <a:pt x="1053898" y="687833"/>
                    <a:pt x="1078300" y="749855"/>
                    <a:pt x="1098635" y="813403"/>
                  </a:cubicBezTo>
                  <a:cubicBezTo>
                    <a:pt x="1101685" y="808827"/>
                    <a:pt x="1104227" y="804252"/>
                    <a:pt x="1107277" y="799676"/>
                  </a:cubicBezTo>
                  <a:cubicBezTo>
                    <a:pt x="1109311" y="820520"/>
                    <a:pt x="1111344" y="841872"/>
                    <a:pt x="1113378" y="862715"/>
                  </a:cubicBezTo>
                  <a:cubicBezTo>
                    <a:pt x="1118461" y="882033"/>
                    <a:pt x="1123545" y="901860"/>
                    <a:pt x="1127612" y="922195"/>
                  </a:cubicBezTo>
                  <a:cubicBezTo>
                    <a:pt x="1129137" y="928804"/>
                    <a:pt x="1118970" y="931854"/>
                    <a:pt x="1117445" y="925245"/>
                  </a:cubicBezTo>
                  <a:cubicBezTo>
                    <a:pt x="1115411" y="916095"/>
                    <a:pt x="1113378" y="906944"/>
                    <a:pt x="1111344" y="897285"/>
                  </a:cubicBezTo>
                  <a:cubicBezTo>
                    <a:pt x="1103210" y="875425"/>
                    <a:pt x="1095076" y="854073"/>
                    <a:pt x="1086942" y="832213"/>
                  </a:cubicBezTo>
                  <a:cubicBezTo>
                    <a:pt x="1088467" y="829671"/>
                    <a:pt x="1089992" y="827637"/>
                    <a:pt x="1091517" y="825095"/>
                  </a:cubicBezTo>
                  <a:cubicBezTo>
                    <a:pt x="1071691" y="761040"/>
                    <a:pt x="1047289" y="698509"/>
                    <a:pt x="1022378" y="635979"/>
                  </a:cubicBezTo>
                  <a:cubicBezTo>
                    <a:pt x="1020853" y="638013"/>
                    <a:pt x="1019328" y="640046"/>
                    <a:pt x="1017803" y="642080"/>
                  </a:cubicBezTo>
                  <a:cubicBezTo>
                    <a:pt x="1013227" y="628862"/>
                    <a:pt x="1008144" y="615644"/>
                    <a:pt x="1003568" y="602426"/>
                  </a:cubicBezTo>
                  <a:cubicBezTo>
                    <a:pt x="1005093" y="600901"/>
                    <a:pt x="1006110" y="599376"/>
                    <a:pt x="1007635" y="597343"/>
                  </a:cubicBezTo>
                  <a:cubicBezTo>
                    <a:pt x="989334" y="550064"/>
                    <a:pt x="971541" y="502276"/>
                    <a:pt x="956289" y="453980"/>
                  </a:cubicBezTo>
                  <a:cubicBezTo>
                    <a:pt x="959848" y="452964"/>
                    <a:pt x="962898" y="451438"/>
                    <a:pt x="965948" y="449913"/>
                  </a:cubicBezTo>
                  <a:cubicBezTo>
                    <a:pt x="979166" y="495159"/>
                    <a:pt x="996451" y="540913"/>
                    <a:pt x="1014244" y="586667"/>
                  </a:cubicBezTo>
                  <a:close/>
                  <a:moveTo>
                    <a:pt x="965440" y="448388"/>
                  </a:moveTo>
                  <a:cubicBezTo>
                    <a:pt x="968490" y="446863"/>
                    <a:pt x="971541" y="444830"/>
                    <a:pt x="974591" y="442796"/>
                  </a:cubicBezTo>
                  <a:cubicBezTo>
                    <a:pt x="981200" y="451438"/>
                    <a:pt x="987300" y="460589"/>
                    <a:pt x="992892" y="470757"/>
                  </a:cubicBezTo>
                  <a:cubicBezTo>
                    <a:pt x="995943" y="476857"/>
                    <a:pt x="986792" y="481941"/>
                    <a:pt x="983742" y="476349"/>
                  </a:cubicBezTo>
                  <a:cubicBezTo>
                    <a:pt x="978658" y="466181"/>
                    <a:pt x="972049" y="457031"/>
                    <a:pt x="965440" y="448388"/>
                  </a:cubicBezTo>
                  <a:close/>
                  <a:moveTo>
                    <a:pt x="1188109" y="680208"/>
                  </a:moveTo>
                  <a:cubicBezTo>
                    <a:pt x="1189634" y="698001"/>
                    <a:pt x="1191668" y="716303"/>
                    <a:pt x="1193193" y="734096"/>
                  </a:cubicBezTo>
                  <a:cubicBezTo>
                    <a:pt x="1184042" y="746805"/>
                    <a:pt x="1175400" y="759515"/>
                    <a:pt x="1166757" y="772224"/>
                  </a:cubicBezTo>
                  <a:cubicBezTo>
                    <a:pt x="1162182" y="758498"/>
                    <a:pt x="1157098" y="744263"/>
                    <a:pt x="1152014" y="730537"/>
                  </a:cubicBezTo>
                  <a:cubicBezTo>
                    <a:pt x="1163707" y="713761"/>
                    <a:pt x="1175908" y="696476"/>
                    <a:pt x="1188109" y="680208"/>
                  </a:cubicBezTo>
                  <a:close/>
                  <a:moveTo>
                    <a:pt x="1156081" y="488550"/>
                  </a:moveTo>
                  <a:cubicBezTo>
                    <a:pt x="1159640" y="489567"/>
                    <a:pt x="1162690" y="490583"/>
                    <a:pt x="1166249" y="491600"/>
                  </a:cubicBezTo>
                  <a:cubicBezTo>
                    <a:pt x="1167266" y="508377"/>
                    <a:pt x="1169299" y="525153"/>
                    <a:pt x="1171333" y="541421"/>
                  </a:cubicBezTo>
                  <a:cubicBezTo>
                    <a:pt x="1166249" y="524136"/>
                    <a:pt x="1161165" y="506343"/>
                    <a:pt x="1156081" y="488550"/>
                  </a:cubicBezTo>
                  <a:close/>
                  <a:moveTo>
                    <a:pt x="1195226" y="755956"/>
                  </a:moveTo>
                  <a:cubicBezTo>
                    <a:pt x="1196751" y="773241"/>
                    <a:pt x="1198277" y="790017"/>
                    <a:pt x="1199802" y="807302"/>
                  </a:cubicBezTo>
                  <a:cubicBezTo>
                    <a:pt x="1194718" y="813403"/>
                    <a:pt x="1189634" y="819503"/>
                    <a:pt x="1184042" y="825604"/>
                  </a:cubicBezTo>
                  <a:cubicBezTo>
                    <a:pt x="1183534" y="824587"/>
                    <a:pt x="1183534" y="823570"/>
                    <a:pt x="1183025" y="822553"/>
                  </a:cubicBezTo>
                  <a:cubicBezTo>
                    <a:pt x="1178958" y="809844"/>
                    <a:pt x="1174383" y="796626"/>
                    <a:pt x="1170316" y="783917"/>
                  </a:cubicBezTo>
                  <a:cubicBezTo>
                    <a:pt x="1178450" y="774257"/>
                    <a:pt x="1187092" y="765107"/>
                    <a:pt x="1195226" y="755956"/>
                  </a:cubicBezTo>
                  <a:close/>
                  <a:moveTo>
                    <a:pt x="1153031" y="830687"/>
                  </a:moveTo>
                  <a:cubicBezTo>
                    <a:pt x="1174383" y="896268"/>
                    <a:pt x="1192176" y="962865"/>
                    <a:pt x="1210478" y="1029463"/>
                  </a:cubicBezTo>
                  <a:cubicBezTo>
                    <a:pt x="1209461" y="1032004"/>
                    <a:pt x="1208952" y="1035055"/>
                    <a:pt x="1209461" y="1038613"/>
                  </a:cubicBezTo>
                  <a:cubicBezTo>
                    <a:pt x="1209969" y="1054881"/>
                    <a:pt x="1210478" y="1071150"/>
                    <a:pt x="1210986" y="1087418"/>
                  </a:cubicBezTo>
                  <a:cubicBezTo>
                    <a:pt x="1195735" y="1036580"/>
                    <a:pt x="1179467" y="986251"/>
                    <a:pt x="1163199" y="935413"/>
                  </a:cubicBezTo>
                  <a:lnTo>
                    <a:pt x="1149472" y="816961"/>
                  </a:lnTo>
                  <a:cubicBezTo>
                    <a:pt x="1149981" y="821537"/>
                    <a:pt x="1151506" y="826112"/>
                    <a:pt x="1153031" y="830687"/>
                  </a:cubicBezTo>
                  <a:close/>
                  <a:moveTo>
                    <a:pt x="1213528" y="1202819"/>
                  </a:moveTo>
                  <a:cubicBezTo>
                    <a:pt x="1207427" y="1210953"/>
                    <a:pt x="1201835" y="1218579"/>
                    <a:pt x="1195735" y="1226713"/>
                  </a:cubicBezTo>
                  <a:cubicBezTo>
                    <a:pt x="1195226" y="1220104"/>
                    <a:pt x="1194718" y="1213495"/>
                    <a:pt x="1194210" y="1206886"/>
                  </a:cubicBezTo>
                  <a:cubicBezTo>
                    <a:pt x="1199293" y="1205869"/>
                    <a:pt x="1203360" y="1201294"/>
                    <a:pt x="1202344" y="1195193"/>
                  </a:cubicBezTo>
                  <a:cubicBezTo>
                    <a:pt x="1200310" y="1184009"/>
                    <a:pt x="1197768" y="1173333"/>
                    <a:pt x="1195226" y="1162149"/>
                  </a:cubicBezTo>
                  <a:cubicBezTo>
                    <a:pt x="1200818" y="1155032"/>
                    <a:pt x="1206411" y="1147406"/>
                    <a:pt x="1211494" y="1140289"/>
                  </a:cubicBezTo>
                  <a:cubicBezTo>
                    <a:pt x="1212511" y="1161132"/>
                    <a:pt x="1213019" y="1181976"/>
                    <a:pt x="1213528" y="1202819"/>
                  </a:cubicBezTo>
                  <a:close/>
                  <a:moveTo>
                    <a:pt x="1212511" y="507360"/>
                  </a:moveTo>
                  <a:cubicBezTo>
                    <a:pt x="1214036" y="507868"/>
                    <a:pt x="1215053" y="508377"/>
                    <a:pt x="1216578" y="508885"/>
                  </a:cubicBezTo>
                  <a:cubicBezTo>
                    <a:pt x="1225220" y="538879"/>
                    <a:pt x="1233355" y="569382"/>
                    <a:pt x="1241997" y="599376"/>
                  </a:cubicBezTo>
                  <a:cubicBezTo>
                    <a:pt x="1235388" y="601409"/>
                    <a:pt x="1230304" y="606493"/>
                    <a:pt x="1229796" y="615136"/>
                  </a:cubicBezTo>
                  <a:cubicBezTo>
                    <a:pt x="1229796" y="631404"/>
                    <a:pt x="1229796" y="648180"/>
                    <a:pt x="1229287" y="664448"/>
                  </a:cubicBezTo>
                  <a:cubicBezTo>
                    <a:pt x="1229287" y="663431"/>
                    <a:pt x="1229287" y="662415"/>
                    <a:pt x="1228779" y="661398"/>
                  </a:cubicBezTo>
                  <a:cubicBezTo>
                    <a:pt x="1223187" y="612594"/>
                    <a:pt x="1220137" y="559214"/>
                    <a:pt x="1212511" y="507360"/>
                  </a:cubicBezTo>
                  <a:close/>
                  <a:moveTo>
                    <a:pt x="1148456" y="1225696"/>
                  </a:moveTo>
                  <a:cubicBezTo>
                    <a:pt x="1156081" y="1297377"/>
                    <a:pt x="1163707" y="1369567"/>
                    <a:pt x="1171333" y="1441248"/>
                  </a:cubicBezTo>
                  <a:cubicBezTo>
                    <a:pt x="1163707" y="1419896"/>
                    <a:pt x="1156590" y="1398544"/>
                    <a:pt x="1148964" y="1377192"/>
                  </a:cubicBezTo>
                  <a:cubicBezTo>
                    <a:pt x="1149981" y="1342623"/>
                    <a:pt x="1134729" y="1307036"/>
                    <a:pt x="1125579" y="1273992"/>
                  </a:cubicBezTo>
                  <a:cubicBezTo>
                    <a:pt x="1112869" y="1229763"/>
                    <a:pt x="1098126" y="1186043"/>
                    <a:pt x="1083383" y="1142322"/>
                  </a:cubicBezTo>
                  <a:cubicBezTo>
                    <a:pt x="1078808" y="1128596"/>
                    <a:pt x="1073724" y="1114362"/>
                    <a:pt x="1069149" y="1100635"/>
                  </a:cubicBezTo>
                  <a:cubicBezTo>
                    <a:pt x="1057456" y="1040647"/>
                    <a:pt x="1044747" y="980150"/>
                    <a:pt x="1031529" y="920670"/>
                  </a:cubicBezTo>
                  <a:cubicBezTo>
                    <a:pt x="1038646" y="908469"/>
                    <a:pt x="1045764" y="896776"/>
                    <a:pt x="1052881" y="884575"/>
                  </a:cubicBezTo>
                  <a:cubicBezTo>
                    <a:pt x="1062032" y="909994"/>
                    <a:pt x="1070674" y="935413"/>
                    <a:pt x="1079825" y="960832"/>
                  </a:cubicBezTo>
                  <a:cubicBezTo>
                    <a:pt x="1072199" y="971508"/>
                    <a:pt x="1065082" y="982692"/>
                    <a:pt x="1057456" y="993368"/>
                  </a:cubicBezTo>
                  <a:cubicBezTo>
                    <a:pt x="1077791" y="1046747"/>
                    <a:pt x="1097618" y="1100127"/>
                    <a:pt x="1115919" y="1153506"/>
                  </a:cubicBezTo>
                  <a:cubicBezTo>
                    <a:pt x="1125070" y="1179434"/>
                    <a:pt x="1134221" y="1205869"/>
                    <a:pt x="1143372" y="1231796"/>
                  </a:cubicBezTo>
                  <a:cubicBezTo>
                    <a:pt x="1145405" y="1229763"/>
                    <a:pt x="1146930" y="1227729"/>
                    <a:pt x="1148456" y="1225696"/>
                  </a:cubicBezTo>
                  <a:close/>
                  <a:moveTo>
                    <a:pt x="1157098" y="3149393"/>
                  </a:moveTo>
                  <a:cubicBezTo>
                    <a:pt x="1156590" y="3145834"/>
                    <a:pt x="1151506" y="3146343"/>
                    <a:pt x="1150489" y="3148885"/>
                  </a:cubicBezTo>
                  <a:cubicBezTo>
                    <a:pt x="1150998" y="3140242"/>
                    <a:pt x="1150998" y="3131092"/>
                    <a:pt x="1151506" y="3122449"/>
                  </a:cubicBezTo>
                  <a:cubicBezTo>
                    <a:pt x="1155065" y="3136684"/>
                    <a:pt x="1159131" y="3150410"/>
                    <a:pt x="1162690" y="3164644"/>
                  </a:cubicBezTo>
                  <a:cubicBezTo>
                    <a:pt x="1162690" y="3166678"/>
                    <a:pt x="1163199" y="3168711"/>
                    <a:pt x="1163199" y="3170745"/>
                  </a:cubicBezTo>
                  <a:cubicBezTo>
                    <a:pt x="1160657" y="3163627"/>
                    <a:pt x="1158623" y="3156510"/>
                    <a:pt x="1157098" y="3149393"/>
                  </a:cubicBezTo>
                  <a:close/>
                  <a:moveTo>
                    <a:pt x="1164724" y="3298856"/>
                  </a:moveTo>
                  <a:cubicBezTo>
                    <a:pt x="1165232" y="3303940"/>
                    <a:pt x="1166249" y="3309532"/>
                    <a:pt x="1166757" y="3314615"/>
                  </a:cubicBezTo>
                  <a:cubicBezTo>
                    <a:pt x="1166757" y="3314107"/>
                    <a:pt x="1166757" y="3313599"/>
                    <a:pt x="1166249" y="3312582"/>
                  </a:cubicBezTo>
                  <a:cubicBezTo>
                    <a:pt x="1159640" y="3274962"/>
                    <a:pt x="1153031" y="3237342"/>
                    <a:pt x="1146422" y="3200231"/>
                  </a:cubicBezTo>
                  <a:cubicBezTo>
                    <a:pt x="1147947" y="3183963"/>
                    <a:pt x="1148964" y="3167186"/>
                    <a:pt x="1149981" y="3150918"/>
                  </a:cubicBezTo>
                  <a:cubicBezTo>
                    <a:pt x="1152523" y="3173795"/>
                    <a:pt x="1150489" y="3197689"/>
                    <a:pt x="1154048" y="3221074"/>
                  </a:cubicBezTo>
                  <a:cubicBezTo>
                    <a:pt x="1157606" y="3247001"/>
                    <a:pt x="1161165" y="3272928"/>
                    <a:pt x="1164724" y="3298856"/>
                  </a:cubicBezTo>
                  <a:close/>
                  <a:moveTo>
                    <a:pt x="1151506" y="3117365"/>
                  </a:moveTo>
                  <a:cubicBezTo>
                    <a:pt x="1152014" y="3095505"/>
                    <a:pt x="1152014" y="3073645"/>
                    <a:pt x="1151506" y="3051785"/>
                  </a:cubicBezTo>
                  <a:cubicBezTo>
                    <a:pt x="1154048" y="3048735"/>
                    <a:pt x="1156081" y="3045684"/>
                    <a:pt x="1158623" y="3042634"/>
                  </a:cubicBezTo>
                  <a:cubicBezTo>
                    <a:pt x="1158623" y="3046701"/>
                    <a:pt x="1158623" y="3050768"/>
                    <a:pt x="1158623" y="3055343"/>
                  </a:cubicBezTo>
                  <a:cubicBezTo>
                    <a:pt x="1159131" y="3072120"/>
                    <a:pt x="1159640" y="3089405"/>
                    <a:pt x="1160148" y="3106181"/>
                  </a:cubicBezTo>
                  <a:cubicBezTo>
                    <a:pt x="1157098" y="3109740"/>
                    <a:pt x="1154556" y="3113298"/>
                    <a:pt x="1151506" y="3117365"/>
                  </a:cubicBezTo>
                  <a:close/>
                  <a:moveTo>
                    <a:pt x="982216" y="688342"/>
                  </a:moveTo>
                  <a:cubicBezTo>
                    <a:pt x="981200" y="689867"/>
                    <a:pt x="979675" y="691901"/>
                    <a:pt x="978658" y="693426"/>
                  </a:cubicBezTo>
                  <a:cubicBezTo>
                    <a:pt x="975099" y="678174"/>
                    <a:pt x="971032" y="662923"/>
                    <a:pt x="966965" y="648180"/>
                  </a:cubicBezTo>
                  <a:cubicBezTo>
                    <a:pt x="966965" y="648180"/>
                    <a:pt x="967474" y="647672"/>
                    <a:pt x="967474" y="647672"/>
                  </a:cubicBezTo>
                  <a:lnTo>
                    <a:pt x="982216" y="688342"/>
                  </a:lnTo>
                  <a:close/>
                  <a:moveTo>
                    <a:pt x="1152523" y="2662877"/>
                  </a:moveTo>
                  <a:cubicBezTo>
                    <a:pt x="1153031" y="2625257"/>
                    <a:pt x="1153031" y="2587637"/>
                    <a:pt x="1153539" y="2550017"/>
                  </a:cubicBezTo>
                  <a:cubicBezTo>
                    <a:pt x="1153539" y="2539341"/>
                    <a:pt x="1154048" y="2529174"/>
                    <a:pt x="1154048" y="2519006"/>
                  </a:cubicBezTo>
                  <a:cubicBezTo>
                    <a:pt x="1155065" y="2521548"/>
                    <a:pt x="1155573" y="2524090"/>
                    <a:pt x="1156590" y="2526632"/>
                  </a:cubicBezTo>
                  <a:cubicBezTo>
                    <a:pt x="1159640" y="2522565"/>
                    <a:pt x="1162690" y="2518498"/>
                    <a:pt x="1165740" y="2514431"/>
                  </a:cubicBezTo>
                  <a:cubicBezTo>
                    <a:pt x="1166757" y="2534257"/>
                    <a:pt x="1168791" y="2554084"/>
                    <a:pt x="1170824" y="2573402"/>
                  </a:cubicBezTo>
                  <a:cubicBezTo>
                    <a:pt x="1170824" y="2573402"/>
                    <a:pt x="1170824" y="2573402"/>
                    <a:pt x="1170824" y="2573402"/>
                  </a:cubicBezTo>
                  <a:cubicBezTo>
                    <a:pt x="1170824" y="2573911"/>
                    <a:pt x="1170824" y="2573911"/>
                    <a:pt x="1171333" y="2574419"/>
                  </a:cubicBezTo>
                  <a:cubicBezTo>
                    <a:pt x="1173366" y="2590687"/>
                    <a:pt x="1175908" y="2606955"/>
                    <a:pt x="1178450" y="2622715"/>
                  </a:cubicBezTo>
                  <a:cubicBezTo>
                    <a:pt x="1178958" y="2625257"/>
                    <a:pt x="1180483" y="2626782"/>
                    <a:pt x="1182517" y="2626782"/>
                  </a:cubicBezTo>
                  <a:cubicBezTo>
                    <a:pt x="1178450" y="2649150"/>
                    <a:pt x="1176925" y="2671519"/>
                    <a:pt x="1174383" y="2693379"/>
                  </a:cubicBezTo>
                  <a:cubicBezTo>
                    <a:pt x="1173366" y="2703547"/>
                    <a:pt x="1172349" y="2713206"/>
                    <a:pt x="1171333" y="2723374"/>
                  </a:cubicBezTo>
                  <a:cubicBezTo>
                    <a:pt x="1165232" y="2703547"/>
                    <a:pt x="1159131" y="2683212"/>
                    <a:pt x="1152523" y="2662877"/>
                  </a:cubicBezTo>
                  <a:close/>
                  <a:moveTo>
                    <a:pt x="1152523" y="2328365"/>
                  </a:moveTo>
                  <a:cubicBezTo>
                    <a:pt x="1155573" y="2325315"/>
                    <a:pt x="1159131" y="2321756"/>
                    <a:pt x="1162182" y="2318706"/>
                  </a:cubicBezTo>
                  <a:cubicBezTo>
                    <a:pt x="1164215" y="2334974"/>
                    <a:pt x="1166757" y="2351242"/>
                    <a:pt x="1168791" y="2367510"/>
                  </a:cubicBezTo>
                  <a:cubicBezTo>
                    <a:pt x="1163707" y="2372594"/>
                    <a:pt x="1158623" y="2377677"/>
                    <a:pt x="1154048" y="2383269"/>
                  </a:cubicBezTo>
                  <a:cubicBezTo>
                    <a:pt x="1153539" y="2364459"/>
                    <a:pt x="1153031" y="2346666"/>
                    <a:pt x="1152523" y="2328365"/>
                  </a:cubicBezTo>
                  <a:close/>
                  <a:moveTo>
                    <a:pt x="1219120" y="3028908"/>
                  </a:moveTo>
                  <a:cubicBezTo>
                    <a:pt x="1217595" y="3030941"/>
                    <a:pt x="1216578" y="3032466"/>
                    <a:pt x="1215053" y="3034500"/>
                  </a:cubicBezTo>
                  <a:cubicBezTo>
                    <a:pt x="1214545" y="3013656"/>
                    <a:pt x="1214036" y="2992813"/>
                    <a:pt x="1213528" y="2971969"/>
                  </a:cubicBezTo>
                  <a:cubicBezTo>
                    <a:pt x="1215053" y="2969936"/>
                    <a:pt x="1216578" y="2967903"/>
                    <a:pt x="1218103" y="2965869"/>
                  </a:cubicBezTo>
                  <a:cubicBezTo>
                    <a:pt x="1218612" y="2986713"/>
                    <a:pt x="1218612" y="3008064"/>
                    <a:pt x="1219120" y="3028908"/>
                  </a:cubicBezTo>
                  <a:close/>
                  <a:moveTo>
                    <a:pt x="1205394" y="2129081"/>
                  </a:moveTo>
                  <a:lnTo>
                    <a:pt x="1203869" y="2153483"/>
                  </a:lnTo>
                  <a:cubicBezTo>
                    <a:pt x="1203360" y="2153483"/>
                    <a:pt x="1202344" y="2153992"/>
                    <a:pt x="1201835" y="2153992"/>
                  </a:cubicBezTo>
                  <a:cubicBezTo>
                    <a:pt x="1201835" y="2141791"/>
                    <a:pt x="1201835" y="2129081"/>
                    <a:pt x="1201327" y="2116880"/>
                  </a:cubicBezTo>
                  <a:cubicBezTo>
                    <a:pt x="1202852" y="2120947"/>
                    <a:pt x="1204377" y="2125014"/>
                    <a:pt x="1205394" y="2129081"/>
                  </a:cubicBezTo>
                  <a:close/>
                  <a:moveTo>
                    <a:pt x="1243014" y="2846909"/>
                  </a:moveTo>
                  <a:cubicBezTo>
                    <a:pt x="1246572" y="2866227"/>
                    <a:pt x="1249623" y="2886054"/>
                    <a:pt x="1253181" y="2905372"/>
                  </a:cubicBezTo>
                  <a:cubicBezTo>
                    <a:pt x="1256231" y="2937400"/>
                    <a:pt x="1259282" y="2969428"/>
                    <a:pt x="1262332" y="3001456"/>
                  </a:cubicBezTo>
                  <a:cubicBezTo>
                    <a:pt x="1262332" y="3001456"/>
                    <a:pt x="1262332" y="3001964"/>
                    <a:pt x="1262332" y="3001964"/>
                  </a:cubicBezTo>
                  <a:cubicBezTo>
                    <a:pt x="1260298" y="2995355"/>
                    <a:pt x="1257757" y="2988746"/>
                    <a:pt x="1255723" y="2982137"/>
                  </a:cubicBezTo>
                  <a:cubicBezTo>
                    <a:pt x="1252164" y="2986204"/>
                    <a:pt x="1249114" y="2990779"/>
                    <a:pt x="1245556" y="2994846"/>
                  </a:cubicBezTo>
                  <a:cubicBezTo>
                    <a:pt x="1244539" y="2946042"/>
                    <a:pt x="1243522" y="2896222"/>
                    <a:pt x="1243014" y="2846909"/>
                  </a:cubicBezTo>
                  <a:close/>
                  <a:moveTo>
                    <a:pt x="518069" y="540404"/>
                  </a:moveTo>
                  <a:cubicBezTo>
                    <a:pt x="510951" y="543455"/>
                    <a:pt x="503834" y="546505"/>
                    <a:pt x="496717" y="550064"/>
                  </a:cubicBezTo>
                  <a:cubicBezTo>
                    <a:pt x="496208" y="548030"/>
                    <a:pt x="495700" y="545996"/>
                    <a:pt x="495192" y="543963"/>
                  </a:cubicBezTo>
                  <a:cubicBezTo>
                    <a:pt x="501801" y="540404"/>
                    <a:pt x="508410" y="536337"/>
                    <a:pt x="515018" y="533287"/>
                  </a:cubicBezTo>
                  <a:cubicBezTo>
                    <a:pt x="516035" y="535321"/>
                    <a:pt x="517052" y="537862"/>
                    <a:pt x="518069" y="540404"/>
                  </a:cubicBezTo>
                  <a:close/>
                  <a:moveTo>
                    <a:pt x="669565" y="3463570"/>
                  </a:moveTo>
                  <a:cubicBezTo>
                    <a:pt x="671598" y="3469670"/>
                    <a:pt x="674140" y="3475771"/>
                    <a:pt x="677191" y="3481363"/>
                  </a:cubicBezTo>
                  <a:cubicBezTo>
                    <a:pt x="680241" y="3487463"/>
                    <a:pt x="685833" y="3490514"/>
                    <a:pt x="690917" y="3491022"/>
                  </a:cubicBezTo>
                  <a:cubicBezTo>
                    <a:pt x="682274" y="3505257"/>
                    <a:pt x="673632" y="3518983"/>
                    <a:pt x="665498" y="3533217"/>
                  </a:cubicBezTo>
                  <a:cubicBezTo>
                    <a:pt x="667023" y="3509832"/>
                    <a:pt x="668548" y="3486447"/>
                    <a:pt x="669565" y="3463570"/>
                  </a:cubicBezTo>
                  <a:close/>
                  <a:moveTo>
                    <a:pt x="1079316" y="5729913"/>
                  </a:moveTo>
                  <a:cubicBezTo>
                    <a:pt x="1072707" y="5737538"/>
                    <a:pt x="1065590" y="5745164"/>
                    <a:pt x="1058981" y="5752789"/>
                  </a:cubicBezTo>
                  <a:cubicBezTo>
                    <a:pt x="1038646" y="5752789"/>
                    <a:pt x="1018311" y="5752789"/>
                    <a:pt x="998485" y="5752789"/>
                  </a:cubicBezTo>
                  <a:cubicBezTo>
                    <a:pt x="988317" y="5752789"/>
                    <a:pt x="978149" y="5752789"/>
                    <a:pt x="967982" y="5752789"/>
                  </a:cubicBezTo>
                  <a:cubicBezTo>
                    <a:pt x="958831" y="5698393"/>
                    <a:pt x="948664" y="5643997"/>
                    <a:pt x="937479" y="5589601"/>
                  </a:cubicBezTo>
                  <a:cubicBezTo>
                    <a:pt x="894267" y="5634338"/>
                    <a:pt x="851055" y="5679583"/>
                    <a:pt x="809368" y="5725337"/>
                  </a:cubicBezTo>
                  <a:cubicBezTo>
                    <a:pt x="810894" y="5734488"/>
                    <a:pt x="812419" y="5743639"/>
                    <a:pt x="813944" y="5752789"/>
                  </a:cubicBezTo>
                  <a:cubicBezTo>
                    <a:pt x="786492" y="5752789"/>
                    <a:pt x="759548" y="5752789"/>
                    <a:pt x="732095" y="5752789"/>
                  </a:cubicBezTo>
                  <a:cubicBezTo>
                    <a:pt x="740229" y="5743639"/>
                    <a:pt x="748363" y="5734488"/>
                    <a:pt x="755989" y="5725337"/>
                  </a:cubicBezTo>
                  <a:cubicBezTo>
                    <a:pt x="746838" y="5674499"/>
                    <a:pt x="737179" y="5623662"/>
                    <a:pt x="727011" y="5572824"/>
                  </a:cubicBezTo>
                  <a:cubicBezTo>
                    <a:pt x="706676" y="5596718"/>
                    <a:pt x="685833" y="5620103"/>
                    <a:pt x="666006" y="5644506"/>
                  </a:cubicBezTo>
                  <a:cubicBezTo>
                    <a:pt x="650755" y="5662807"/>
                    <a:pt x="635504" y="5681108"/>
                    <a:pt x="620252" y="5699410"/>
                  </a:cubicBezTo>
                  <a:cubicBezTo>
                    <a:pt x="621777" y="5717203"/>
                    <a:pt x="623811" y="5734996"/>
                    <a:pt x="625336" y="5752789"/>
                  </a:cubicBezTo>
                  <a:cubicBezTo>
                    <a:pt x="595850" y="5752789"/>
                    <a:pt x="566364" y="5752789"/>
                    <a:pt x="536879" y="5752789"/>
                  </a:cubicBezTo>
                  <a:cubicBezTo>
                    <a:pt x="535353" y="5750248"/>
                    <a:pt x="533828" y="5747706"/>
                    <a:pt x="531795" y="5745672"/>
                  </a:cubicBezTo>
                  <a:cubicBezTo>
                    <a:pt x="542471" y="5732454"/>
                    <a:pt x="553147" y="5719237"/>
                    <a:pt x="563314" y="5706527"/>
                  </a:cubicBezTo>
                  <a:cubicBezTo>
                    <a:pt x="557214" y="5638913"/>
                    <a:pt x="551113" y="5571299"/>
                    <a:pt x="545521" y="5503177"/>
                  </a:cubicBezTo>
                  <a:cubicBezTo>
                    <a:pt x="529253" y="5527070"/>
                    <a:pt x="512476" y="5551472"/>
                    <a:pt x="496208" y="5575366"/>
                  </a:cubicBezTo>
                  <a:cubicBezTo>
                    <a:pt x="503326" y="5629763"/>
                    <a:pt x="508918" y="5684159"/>
                    <a:pt x="513493" y="5738555"/>
                  </a:cubicBezTo>
                  <a:cubicBezTo>
                    <a:pt x="511460" y="5738555"/>
                    <a:pt x="509426" y="5738555"/>
                    <a:pt x="507393" y="5739064"/>
                  </a:cubicBezTo>
                  <a:cubicBezTo>
                    <a:pt x="490616" y="5742622"/>
                    <a:pt x="473840" y="5745672"/>
                    <a:pt x="457063" y="5749231"/>
                  </a:cubicBezTo>
                  <a:cubicBezTo>
                    <a:pt x="454522" y="5715678"/>
                    <a:pt x="450963" y="5681617"/>
                    <a:pt x="447404" y="5648064"/>
                  </a:cubicBezTo>
                  <a:cubicBezTo>
                    <a:pt x="435203" y="5665857"/>
                    <a:pt x="423511" y="5683650"/>
                    <a:pt x="411310" y="5701952"/>
                  </a:cubicBezTo>
                  <a:cubicBezTo>
                    <a:pt x="415885" y="5671449"/>
                    <a:pt x="420460" y="5640947"/>
                    <a:pt x="425036" y="5610952"/>
                  </a:cubicBezTo>
                  <a:cubicBezTo>
                    <a:pt x="430120" y="5603327"/>
                    <a:pt x="435203" y="5596210"/>
                    <a:pt x="440287" y="5588584"/>
                  </a:cubicBezTo>
                  <a:cubicBezTo>
                    <a:pt x="438254" y="5574858"/>
                    <a:pt x="436728" y="5561132"/>
                    <a:pt x="434695" y="5547405"/>
                  </a:cubicBezTo>
                  <a:cubicBezTo>
                    <a:pt x="446388" y="5467082"/>
                    <a:pt x="458080" y="5386250"/>
                    <a:pt x="469773" y="5306435"/>
                  </a:cubicBezTo>
                  <a:cubicBezTo>
                    <a:pt x="471298" y="5297284"/>
                    <a:pt x="472315" y="5288133"/>
                    <a:pt x="473840" y="5278474"/>
                  </a:cubicBezTo>
                  <a:cubicBezTo>
                    <a:pt x="488074" y="5255089"/>
                    <a:pt x="502309" y="5232212"/>
                    <a:pt x="516035" y="5208827"/>
                  </a:cubicBezTo>
                  <a:cubicBezTo>
                    <a:pt x="511460" y="5168665"/>
                    <a:pt x="506884" y="5127995"/>
                    <a:pt x="501801" y="5087833"/>
                  </a:cubicBezTo>
                  <a:cubicBezTo>
                    <a:pt x="501801" y="5086816"/>
                    <a:pt x="501801" y="5086308"/>
                    <a:pt x="501292" y="5085291"/>
                  </a:cubicBezTo>
                  <a:cubicBezTo>
                    <a:pt x="511460" y="5013102"/>
                    <a:pt x="521627" y="4940912"/>
                    <a:pt x="531286" y="4868722"/>
                  </a:cubicBezTo>
                  <a:cubicBezTo>
                    <a:pt x="552130" y="4844321"/>
                    <a:pt x="571957" y="4819410"/>
                    <a:pt x="590767" y="4793991"/>
                  </a:cubicBezTo>
                  <a:cubicBezTo>
                    <a:pt x="582124" y="4738578"/>
                    <a:pt x="572465" y="4683165"/>
                    <a:pt x="562297" y="4627752"/>
                  </a:cubicBezTo>
                  <a:cubicBezTo>
                    <a:pt x="566364" y="4593691"/>
                    <a:pt x="570940" y="4560138"/>
                    <a:pt x="575007" y="4526077"/>
                  </a:cubicBezTo>
                  <a:cubicBezTo>
                    <a:pt x="577549" y="4504725"/>
                    <a:pt x="580091" y="4483882"/>
                    <a:pt x="582632" y="4462530"/>
                  </a:cubicBezTo>
                  <a:cubicBezTo>
                    <a:pt x="601951" y="4552512"/>
                    <a:pt x="618219" y="4643512"/>
                    <a:pt x="633470" y="4734512"/>
                  </a:cubicBezTo>
                  <a:cubicBezTo>
                    <a:pt x="640587" y="4724344"/>
                    <a:pt x="648213" y="4713668"/>
                    <a:pt x="655330" y="4703500"/>
                  </a:cubicBezTo>
                  <a:cubicBezTo>
                    <a:pt x="675157" y="4675031"/>
                    <a:pt x="694475" y="4646054"/>
                    <a:pt x="713285" y="4617585"/>
                  </a:cubicBezTo>
                  <a:cubicBezTo>
                    <a:pt x="691425" y="4527094"/>
                    <a:pt x="669565" y="4437111"/>
                    <a:pt x="647705" y="4346620"/>
                  </a:cubicBezTo>
                  <a:cubicBezTo>
                    <a:pt x="626861" y="4382715"/>
                    <a:pt x="606018" y="4418809"/>
                    <a:pt x="583649" y="4454396"/>
                  </a:cubicBezTo>
                  <a:cubicBezTo>
                    <a:pt x="587208" y="4421860"/>
                    <a:pt x="591275" y="4388815"/>
                    <a:pt x="594834" y="4356279"/>
                  </a:cubicBezTo>
                  <a:cubicBezTo>
                    <a:pt x="608051" y="4333402"/>
                    <a:pt x="620761" y="4311034"/>
                    <a:pt x="633470" y="4288157"/>
                  </a:cubicBezTo>
                  <a:cubicBezTo>
                    <a:pt x="626353" y="4258162"/>
                    <a:pt x="619236" y="4227660"/>
                    <a:pt x="611610" y="4197665"/>
                  </a:cubicBezTo>
                  <a:cubicBezTo>
                    <a:pt x="617202" y="4144794"/>
                    <a:pt x="622286" y="4091923"/>
                    <a:pt x="626861" y="4038544"/>
                  </a:cubicBezTo>
                  <a:cubicBezTo>
                    <a:pt x="641096" y="4099549"/>
                    <a:pt x="655330" y="4160554"/>
                    <a:pt x="670073" y="4221559"/>
                  </a:cubicBezTo>
                  <a:cubicBezTo>
                    <a:pt x="671598" y="4218509"/>
                    <a:pt x="673124" y="4215459"/>
                    <a:pt x="675157" y="4212408"/>
                  </a:cubicBezTo>
                  <a:cubicBezTo>
                    <a:pt x="676174" y="4210375"/>
                    <a:pt x="677191" y="4208342"/>
                    <a:pt x="678716" y="4206308"/>
                  </a:cubicBezTo>
                  <a:cubicBezTo>
                    <a:pt x="682274" y="4228168"/>
                    <a:pt x="685833" y="4250028"/>
                    <a:pt x="689392" y="4271889"/>
                  </a:cubicBezTo>
                  <a:cubicBezTo>
                    <a:pt x="687866" y="4274939"/>
                    <a:pt x="686341" y="4277989"/>
                    <a:pt x="684308" y="4281039"/>
                  </a:cubicBezTo>
                  <a:cubicBezTo>
                    <a:pt x="694475" y="4324251"/>
                    <a:pt x="705151" y="4367463"/>
                    <a:pt x="715827" y="4411184"/>
                  </a:cubicBezTo>
                  <a:cubicBezTo>
                    <a:pt x="745821" y="4556580"/>
                    <a:pt x="780899" y="4701975"/>
                    <a:pt x="811402" y="4846863"/>
                  </a:cubicBezTo>
                  <a:cubicBezTo>
                    <a:pt x="857156" y="5062414"/>
                    <a:pt x="902910" y="5278474"/>
                    <a:pt x="948155" y="5494026"/>
                  </a:cubicBezTo>
                  <a:cubicBezTo>
                    <a:pt x="953239" y="5517411"/>
                    <a:pt x="993909" y="5512328"/>
                    <a:pt x="990859" y="5488434"/>
                  </a:cubicBezTo>
                  <a:cubicBezTo>
                    <a:pt x="990350" y="5485892"/>
                    <a:pt x="990350" y="5483858"/>
                    <a:pt x="989842" y="5481316"/>
                  </a:cubicBezTo>
                  <a:cubicBezTo>
                    <a:pt x="1002552" y="5468607"/>
                    <a:pt x="1015261" y="5456406"/>
                    <a:pt x="1027970" y="5444205"/>
                  </a:cubicBezTo>
                  <a:cubicBezTo>
                    <a:pt x="1028987" y="5454373"/>
                    <a:pt x="1030512" y="5464032"/>
                    <a:pt x="1031529" y="5474199"/>
                  </a:cubicBezTo>
                  <a:cubicBezTo>
                    <a:pt x="1032037" y="5479283"/>
                    <a:pt x="1040171" y="5479791"/>
                    <a:pt x="1039663" y="5474199"/>
                  </a:cubicBezTo>
                  <a:cubicBezTo>
                    <a:pt x="1038646" y="5464540"/>
                    <a:pt x="1037630" y="5454373"/>
                    <a:pt x="1036613" y="5444713"/>
                  </a:cubicBezTo>
                  <a:cubicBezTo>
                    <a:pt x="1038646" y="5454373"/>
                    <a:pt x="1041188" y="5464032"/>
                    <a:pt x="1043222" y="5473182"/>
                  </a:cubicBezTo>
                  <a:cubicBezTo>
                    <a:pt x="1043730" y="5476232"/>
                    <a:pt x="1044747" y="5479283"/>
                    <a:pt x="1045255" y="5482333"/>
                  </a:cubicBezTo>
                  <a:cubicBezTo>
                    <a:pt x="1023903" y="5503177"/>
                    <a:pt x="1002552" y="5524020"/>
                    <a:pt x="981200" y="5545372"/>
                  </a:cubicBezTo>
                  <a:cubicBezTo>
                    <a:pt x="994926" y="5609936"/>
                    <a:pt x="1007127" y="5674499"/>
                    <a:pt x="1018311" y="5739572"/>
                  </a:cubicBezTo>
                  <a:cubicBezTo>
                    <a:pt x="1019836" y="5737538"/>
                    <a:pt x="1021870" y="5735505"/>
                    <a:pt x="1023395" y="5733472"/>
                  </a:cubicBezTo>
                  <a:cubicBezTo>
                    <a:pt x="1043730" y="5711103"/>
                    <a:pt x="1064065" y="5688734"/>
                    <a:pt x="1084909" y="5666365"/>
                  </a:cubicBezTo>
                  <a:cubicBezTo>
                    <a:pt x="1087959" y="5682125"/>
                    <a:pt x="1091009" y="5697885"/>
                    <a:pt x="1095076" y="5713136"/>
                  </a:cubicBezTo>
                  <a:cubicBezTo>
                    <a:pt x="1089992" y="5718728"/>
                    <a:pt x="1084400" y="5724320"/>
                    <a:pt x="1079316" y="5729913"/>
                  </a:cubicBezTo>
                  <a:close/>
                  <a:moveTo>
                    <a:pt x="829704" y="4752305"/>
                  </a:moveTo>
                  <a:cubicBezTo>
                    <a:pt x="831229" y="4750779"/>
                    <a:pt x="832245" y="4749254"/>
                    <a:pt x="833770" y="4747729"/>
                  </a:cubicBezTo>
                  <a:cubicBezTo>
                    <a:pt x="845463" y="4735528"/>
                    <a:pt x="856647" y="4723327"/>
                    <a:pt x="868340" y="4711126"/>
                  </a:cubicBezTo>
                  <a:cubicBezTo>
                    <a:pt x="868849" y="4729428"/>
                    <a:pt x="869357" y="4747729"/>
                    <a:pt x="870374" y="4766539"/>
                  </a:cubicBezTo>
                  <a:cubicBezTo>
                    <a:pt x="863765" y="4773148"/>
                    <a:pt x="857664" y="4780265"/>
                    <a:pt x="851055" y="4786874"/>
                  </a:cubicBezTo>
                  <a:cubicBezTo>
                    <a:pt x="846988" y="4790941"/>
                    <a:pt x="843430" y="4795517"/>
                    <a:pt x="839363" y="4799583"/>
                  </a:cubicBezTo>
                  <a:cubicBezTo>
                    <a:pt x="836312" y="4783824"/>
                    <a:pt x="832754" y="4768064"/>
                    <a:pt x="829704" y="4752305"/>
                  </a:cubicBezTo>
                  <a:close/>
                  <a:moveTo>
                    <a:pt x="942563" y="5266782"/>
                  </a:moveTo>
                  <a:cubicBezTo>
                    <a:pt x="957814" y="5248988"/>
                    <a:pt x="972557" y="5230687"/>
                    <a:pt x="987300" y="5212386"/>
                  </a:cubicBezTo>
                  <a:cubicBezTo>
                    <a:pt x="989842" y="5229670"/>
                    <a:pt x="992892" y="5246447"/>
                    <a:pt x="996451" y="5263731"/>
                  </a:cubicBezTo>
                  <a:cubicBezTo>
                    <a:pt x="982216" y="5281016"/>
                    <a:pt x="967982" y="5298301"/>
                    <a:pt x="953239" y="5315586"/>
                  </a:cubicBezTo>
                  <a:cubicBezTo>
                    <a:pt x="949680" y="5299318"/>
                    <a:pt x="946122" y="5283049"/>
                    <a:pt x="942563" y="5266782"/>
                  </a:cubicBezTo>
                  <a:close/>
                  <a:moveTo>
                    <a:pt x="1145914" y="5753298"/>
                  </a:moveTo>
                  <a:cubicBezTo>
                    <a:pt x="1145914" y="5752789"/>
                    <a:pt x="1145405" y="5751773"/>
                    <a:pt x="1145405" y="5751265"/>
                  </a:cubicBezTo>
                  <a:cubicBezTo>
                    <a:pt x="1148964" y="5712119"/>
                    <a:pt x="1134221" y="5669416"/>
                    <a:pt x="1126595" y="5631796"/>
                  </a:cubicBezTo>
                  <a:cubicBezTo>
                    <a:pt x="1115919" y="5579433"/>
                    <a:pt x="1104227" y="5527579"/>
                    <a:pt x="1093043" y="5475724"/>
                  </a:cubicBezTo>
                  <a:cubicBezTo>
                    <a:pt x="1089484" y="5459965"/>
                    <a:pt x="1086434" y="5444205"/>
                    <a:pt x="1082875" y="5428446"/>
                  </a:cubicBezTo>
                  <a:cubicBezTo>
                    <a:pt x="1086434" y="5431496"/>
                    <a:pt x="1091009" y="5426920"/>
                    <a:pt x="1088976" y="5423362"/>
                  </a:cubicBezTo>
                  <a:cubicBezTo>
                    <a:pt x="1083892" y="5412685"/>
                    <a:pt x="1079316" y="5402010"/>
                    <a:pt x="1075249" y="5391842"/>
                  </a:cubicBezTo>
                  <a:cubicBezTo>
                    <a:pt x="1072199" y="5376083"/>
                    <a:pt x="1069149" y="5360323"/>
                    <a:pt x="1065590" y="5344563"/>
                  </a:cubicBezTo>
                  <a:cubicBezTo>
                    <a:pt x="1065590" y="5335921"/>
                    <a:pt x="1066099" y="5327279"/>
                    <a:pt x="1067624" y="5318127"/>
                  </a:cubicBezTo>
                  <a:cubicBezTo>
                    <a:pt x="1068641" y="5312027"/>
                    <a:pt x="1063048" y="5308468"/>
                    <a:pt x="1058473" y="5309485"/>
                  </a:cubicBezTo>
                  <a:cubicBezTo>
                    <a:pt x="1048305" y="5260172"/>
                    <a:pt x="1036613" y="5211877"/>
                    <a:pt x="1020853" y="5164598"/>
                  </a:cubicBezTo>
                  <a:cubicBezTo>
                    <a:pt x="1018311" y="5156972"/>
                    <a:pt x="1012719" y="5152905"/>
                    <a:pt x="1007127" y="5151380"/>
                  </a:cubicBezTo>
                  <a:cubicBezTo>
                    <a:pt x="991876" y="5089358"/>
                    <a:pt x="976116" y="5027845"/>
                    <a:pt x="960865" y="4965823"/>
                  </a:cubicBezTo>
                  <a:cubicBezTo>
                    <a:pt x="938496" y="4991750"/>
                    <a:pt x="916128" y="5017677"/>
                    <a:pt x="894267" y="5043604"/>
                  </a:cubicBezTo>
                  <a:cubicBezTo>
                    <a:pt x="893251" y="5024286"/>
                    <a:pt x="892234" y="5005476"/>
                    <a:pt x="891217" y="4986158"/>
                  </a:cubicBezTo>
                  <a:cubicBezTo>
                    <a:pt x="910535" y="4963789"/>
                    <a:pt x="929854" y="4941421"/>
                    <a:pt x="949172" y="4919052"/>
                  </a:cubicBezTo>
                  <a:cubicBezTo>
                    <a:pt x="933412" y="4856522"/>
                    <a:pt x="918161" y="4794500"/>
                    <a:pt x="902401" y="4731970"/>
                  </a:cubicBezTo>
                  <a:cubicBezTo>
                    <a:pt x="893759" y="4741120"/>
                    <a:pt x="885117" y="4750271"/>
                    <a:pt x="876982" y="4758913"/>
                  </a:cubicBezTo>
                  <a:cubicBezTo>
                    <a:pt x="875457" y="4742137"/>
                    <a:pt x="873932" y="4725361"/>
                    <a:pt x="872407" y="4708584"/>
                  </a:cubicBezTo>
                  <a:cubicBezTo>
                    <a:pt x="872407" y="4708076"/>
                    <a:pt x="871899" y="4707567"/>
                    <a:pt x="871899" y="4707567"/>
                  </a:cubicBezTo>
                  <a:cubicBezTo>
                    <a:pt x="878508" y="4700450"/>
                    <a:pt x="885117" y="4693841"/>
                    <a:pt x="891725" y="4686724"/>
                  </a:cubicBezTo>
                  <a:cubicBezTo>
                    <a:pt x="883083" y="4652154"/>
                    <a:pt x="874949" y="4617076"/>
                    <a:pt x="866307" y="4582507"/>
                  </a:cubicBezTo>
                  <a:cubicBezTo>
                    <a:pt x="859189" y="4552004"/>
                    <a:pt x="851564" y="4521502"/>
                    <a:pt x="843938" y="4490999"/>
                  </a:cubicBezTo>
                  <a:cubicBezTo>
                    <a:pt x="826653" y="4517434"/>
                    <a:pt x="809368" y="4543870"/>
                    <a:pt x="792084" y="4569797"/>
                  </a:cubicBezTo>
                  <a:cubicBezTo>
                    <a:pt x="788017" y="4551496"/>
                    <a:pt x="784458" y="4532686"/>
                    <a:pt x="780391" y="4514384"/>
                  </a:cubicBezTo>
                  <a:cubicBezTo>
                    <a:pt x="797167" y="4488965"/>
                    <a:pt x="813944" y="4463547"/>
                    <a:pt x="830720" y="4438128"/>
                  </a:cubicBezTo>
                  <a:cubicBezTo>
                    <a:pt x="810894" y="4358821"/>
                    <a:pt x="790558" y="4279515"/>
                    <a:pt x="770732" y="4200207"/>
                  </a:cubicBezTo>
                  <a:cubicBezTo>
                    <a:pt x="766156" y="4182414"/>
                    <a:pt x="762089" y="4164621"/>
                    <a:pt x="757514" y="4146319"/>
                  </a:cubicBezTo>
                  <a:cubicBezTo>
                    <a:pt x="743788" y="4171230"/>
                    <a:pt x="730570" y="4196141"/>
                    <a:pt x="716844" y="4221051"/>
                  </a:cubicBezTo>
                  <a:cubicBezTo>
                    <a:pt x="711760" y="4209867"/>
                    <a:pt x="706676" y="4199191"/>
                    <a:pt x="701084" y="4188007"/>
                  </a:cubicBezTo>
                  <a:cubicBezTo>
                    <a:pt x="699051" y="4183431"/>
                    <a:pt x="695492" y="4181397"/>
                    <a:pt x="691933" y="4180889"/>
                  </a:cubicBezTo>
                  <a:cubicBezTo>
                    <a:pt x="709218" y="4149878"/>
                    <a:pt x="726503" y="4118867"/>
                    <a:pt x="743788" y="4087856"/>
                  </a:cubicBezTo>
                  <a:cubicBezTo>
                    <a:pt x="723453" y="3997874"/>
                    <a:pt x="705151" y="3907382"/>
                    <a:pt x="683799" y="3817400"/>
                  </a:cubicBezTo>
                  <a:cubicBezTo>
                    <a:pt x="681766" y="3809266"/>
                    <a:pt x="679732" y="3801640"/>
                    <a:pt x="677699" y="3793506"/>
                  </a:cubicBezTo>
                  <a:cubicBezTo>
                    <a:pt x="666006" y="3812316"/>
                    <a:pt x="654314" y="3831126"/>
                    <a:pt x="643129" y="3850444"/>
                  </a:cubicBezTo>
                  <a:cubicBezTo>
                    <a:pt x="645671" y="3821975"/>
                    <a:pt x="647705" y="3792998"/>
                    <a:pt x="649738" y="3764529"/>
                  </a:cubicBezTo>
                  <a:cubicBezTo>
                    <a:pt x="654314" y="3756903"/>
                    <a:pt x="659397" y="3749277"/>
                    <a:pt x="663973" y="3741652"/>
                  </a:cubicBezTo>
                  <a:cubicBezTo>
                    <a:pt x="660922" y="3729959"/>
                    <a:pt x="657364" y="3717758"/>
                    <a:pt x="653805" y="3706065"/>
                  </a:cubicBezTo>
                  <a:cubicBezTo>
                    <a:pt x="657364" y="3655228"/>
                    <a:pt x="660922" y="3603882"/>
                    <a:pt x="663973" y="3553044"/>
                  </a:cubicBezTo>
                  <a:cubicBezTo>
                    <a:pt x="676682" y="3596256"/>
                    <a:pt x="689392" y="3639468"/>
                    <a:pt x="701593" y="3682680"/>
                  </a:cubicBezTo>
                  <a:cubicBezTo>
                    <a:pt x="727520" y="3643027"/>
                    <a:pt x="753955" y="3603373"/>
                    <a:pt x="780391" y="3563720"/>
                  </a:cubicBezTo>
                  <a:cubicBezTo>
                    <a:pt x="774290" y="3534234"/>
                    <a:pt x="767682" y="3504748"/>
                    <a:pt x="761581" y="3475262"/>
                  </a:cubicBezTo>
                  <a:cubicBezTo>
                    <a:pt x="756497" y="3449843"/>
                    <a:pt x="751413" y="3424933"/>
                    <a:pt x="746838" y="3399514"/>
                  </a:cubicBezTo>
                  <a:cubicBezTo>
                    <a:pt x="742771" y="3406123"/>
                    <a:pt x="738704" y="3412732"/>
                    <a:pt x="734637" y="3419341"/>
                  </a:cubicBezTo>
                  <a:cubicBezTo>
                    <a:pt x="740229" y="3383246"/>
                    <a:pt x="738704" y="3344101"/>
                    <a:pt x="740229" y="3312074"/>
                  </a:cubicBezTo>
                  <a:cubicBezTo>
                    <a:pt x="743788" y="3242934"/>
                    <a:pt x="745821" y="3174304"/>
                    <a:pt x="747855" y="3105164"/>
                  </a:cubicBezTo>
                  <a:cubicBezTo>
                    <a:pt x="747855" y="3102114"/>
                    <a:pt x="747855" y="3099064"/>
                    <a:pt x="747855" y="3096013"/>
                  </a:cubicBezTo>
                  <a:cubicBezTo>
                    <a:pt x="763106" y="3072120"/>
                    <a:pt x="779374" y="3048735"/>
                    <a:pt x="795134" y="3024841"/>
                  </a:cubicBezTo>
                  <a:cubicBezTo>
                    <a:pt x="780391" y="2958244"/>
                    <a:pt x="765648" y="2891138"/>
                    <a:pt x="751922" y="2824032"/>
                  </a:cubicBezTo>
                  <a:cubicBezTo>
                    <a:pt x="750905" y="2825049"/>
                    <a:pt x="749888" y="2826574"/>
                    <a:pt x="748872" y="2827591"/>
                  </a:cubicBezTo>
                  <a:cubicBezTo>
                    <a:pt x="748363" y="2781837"/>
                    <a:pt x="747855" y="2736591"/>
                    <a:pt x="746330" y="2690837"/>
                  </a:cubicBezTo>
                  <a:cubicBezTo>
                    <a:pt x="744296" y="2613564"/>
                    <a:pt x="740229" y="2535782"/>
                    <a:pt x="734637" y="2458509"/>
                  </a:cubicBezTo>
                  <a:cubicBezTo>
                    <a:pt x="749380" y="2436649"/>
                    <a:pt x="764631" y="2414281"/>
                    <a:pt x="779883" y="2392929"/>
                  </a:cubicBezTo>
                  <a:cubicBezTo>
                    <a:pt x="775307" y="2374119"/>
                    <a:pt x="770223" y="2355309"/>
                    <a:pt x="765140" y="2337007"/>
                  </a:cubicBezTo>
                  <a:cubicBezTo>
                    <a:pt x="753447" y="2359376"/>
                    <a:pt x="742263" y="2381744"/>
                    <a:pt x="730570" y="2404113"/>
                  </a:cubicBezTo>
                  <a:cubicBezTo>
                    <a:pt x="728537" y="2378694"/>
                    <a:pt x="727011" y="2353275"/>
                    <a:pt x="724978" y="2328365"/>
                  </a:cubicBezTo>
                  <a:cubicBezTo>
                    <a:pt x="733620" y="2312097"/>
                    <a:pt x="741754" y="2295320"/>
                    <a:pt x="750397" y="2279052"/>
                  </a:cubicBezTo>
                  <a:cubicBezTo>
                    <a:pt x="735145" y="2218556"/>
                    <a:pt x="719894" y="2158059"/>
                    <a:pt x="704643" y="2097053"/>
                  </a:cubicBezTo>
                  <a:cubicBezTo>
                    <a:pt x="703626" y="2087903"/>
                    <a:pt x="702609" y="2079260"/>
                    <a:pt x="701593" y="2070110"/>
                  </a:cubicBezTo>
                  <a:cubicBezTo>
                    <a:pt x="698034" y="2038590"/>
                    <a:pt x="693967" y="2006562"/>
                    <a:pt x="689900" y="1975043"/>
                  </a:cubicBezTo>
                  <a:cubicBezTo>
                    <a:pt x="685833" y="1940982"/>
                    <a:pt x="675157" y="1910479"/>
                    <a:pt x="668548" y="1877435"/>
                  </a:cubicBezTo>
                  <a:cubicBezTo>
                    <a:pt x="667023" y="1869809"/>
                    <a:pt x="657872" y="1868284"/>
                    <a:pt x="652280" y="1871843"/>
                  </a:cubicBezTo>
                  <a:cubicBezTo>
                    <a:pt x="646688" y="1808296"/>
                    <a:pt x="640587" y="1744749"/>
                    <a:pt x="633979" y="1681710"/>
                  </a:cubicBezTo>
                  <a:cubicBezTo>
                    <a:pt x="628895" y="1633414"/>
                    <a:pt x="623303" y="1585118"/>
                    <a:pt x="617202" y="1536822"/>
                  </a:cubicBezTo>
                  <a:cubicBezTo>
                    <a:pt x="628386" y="1587660"/>
                    <a:pt x="639571" y="1637989"/>
                    <a:pt x="651263" y="1688827"/>
                  </a:cubicBezTo>
                  <a:cubicBezTo>
                    <a:pt x="664481" y="1659850"/>
                    <a:pt x="677699" y="1630364"/>
                    <a:pt x="691425" y="1601386"/>
                  </a:cubicBezTo>
                  <a:cubicBezTo>
                    <a:pt x="665498" y="1497169"/>
                    <a:pt x="640587" y="1392443"/>
                    <a:pt x="616185" y="1287718"/>
                  </a:cubicBezTo>
                  <a:cubicBezTo>
                    <a:pt x="613135" y="1294835"/>
                    <a:pt x="610085" y="1301953"/>
                    <a:pt x="607035" y="1309070"/>
                  </a:cubicBezTo>
                  <a:cubicBezTo>
                    <a:pt x="605001" y="1292802"/>
                    <a:pt x="601442" y="1276534"/>
                    <a:pt x="599409" y="1261282"/>
                  </a:cubicBezTo>
                  <a:cubicBezTo>
                    <a:pt x="598901" y="1256199"/>
                    <a:pt x="597884" y="1251115"/>
                    <a:pt x="597375" y="1245523"/>
                  </a:cubicBezTo>
                  <a:cubicBezTo>
                    <a:pt x="599409" y="1241456"/>
                    <a:pt x="601442" y="1236880"/>
                    <a:pt x="603476" y="1232813"/>
                  </a:cubicBezTo>
                  <a:cubicBezTo>
                    <a:pt x="595850" y="1201294"/>
                    <a:pt x="588733" y="1169266"/>
                    <a:pt x="581107" y="1137747"/>
                  </a:cubicBezTo>
                  <a:cubicBezTo>
                    <a:pt x="580091" y="1132663"/>
                    <a:pt x="579582" y="1128088"/>
                    <a:pt x="579074" y="1123004"/>
                  </a:cubicBezTo>
                  <a:cubicBezTo>
                    <a:pt x="565348" y="1036071"/>
                    <a:pt x="549588" y="949139"/>
                    <a:pt x="531795" y="862715"/>
                  </a:cubicBezTo>
                  <a:cubicBezTo>
                    <a:pt x="514510" y="776291"/>
                    <a:pt x="494683" y="690375"/>
                    <a:pt x="473332" y="604460"/>
                  </a:cubicBezTo>
                  <a:cubicBezTo>
                    <a:pt x="469773" y="589717"/>
                    <a:pt x="466214" y="575482"/>
                    <a:pt x="462147" y="560739"/>
                  </a:cubicBezTo>
                  <a:cubicBezTo>
                    <a:pt x="467739" y="558197"/>
                    <a:pt x="473332" y="555147"/>
                    <a:pt x="478924" y="552097"/>
                  </a:cubicBezTo>
                  <a:cubicBezTo>
                    <a:pt x="480449" y="557689"/>
                    <a:pt x="481974" y="562773"/>
                    <a:pt x="483499" y="568365"/>
                  </a:cubicBezTo>
                  <a:cubicBezTo>
                    <a:pt x="502817" y="639029"/>
                    <a:pt x="521119" y="710202"/>
                    <a:pt x="539420" y="781375"/>
                  </a:cubicBezTo>
                  <a:cubicBezTo>
                    <a:pt x="548063" y="761548"/>
                    <a:pt x="556197" y="741721"/>
                    <a:pt x="564839" y="721895"/>
                  </a:cubicBezTo>
                  <a:cubicBezTo>
                    <a:pt x="554672" y="682750"/>
                    <a:pt x="545013" y="643605"/>
                    <a:pt x="535862" y="604460"/>
                  </a:cubicBezTo>
                  <a:cubicBezTo>
                    <a:pt x="527219" y="614627"/>
                    <a:pt x="521119" y="627845"/>
                    <a:pt x="518577" y="643096"/>
                  </a:cubicBezTo>
                  <a:cubicBezTo>
                    <a:pt x="517052" y="632420"/>
                    <a:pt x="515527" y="622253"/>
                    <a:pt x="512985" y="611577"/>
                  </a:cubicBezTo>
                  <a:cubicBezTo>
                    <a:pt x="518577" y="614119"/>
                    <a:pt x="522644" y="605985"/>
                    <a:pt x="517560" y="601918"/>
                  </a:cubicBezTo>
                  <a:lnTo>
                    <a:pt x="509426" y="585650"/>
                  </a:lnTo>
                  <a:cubicBezTo>
                    <a:pt x="516544" y="583616"/>
                    <a:pt x="523661" y="581583"/>
                    <a:pt x="530270" y="579549"/>
                  </a:cubicBezTo>
                  <a:cubicBezTo>
                    <a:pt x="526711" y="562773"/>
                    <a:pt x="523152" y="545996"/>
                    <a:pt x="520102" y="529728"/>
                  </a:cubicBezTo>
                  <a:cubicBezTo>
                    <a:pt x="533320" y="523628"/>
                    <a:pt x="547046" y="517527"/>
                    <a:pt x="560772" y="511427"/>
                  </a:cubicBezTo>
                  <a:cubicBezTo>
                    <a:pt x="570431" y="559723"/>
                    <a:pt x="581616" y="607510"/>
                    <a:pt x="593308" y="655297"/>
                  </a:cubicBezTo>
                  <a:cubicBezTo>
                    <a:pt x="602968" y="632929"/>
                    <a:pt x="612118" y="611069"/>
                    <a:pt x="621777" y="588700"/>
                  </a:cubicBezTo>
                  <a:cubicBezTo>
                    <a:pt x="611102" y="559214"/>
                    <a:pt x="600934" y="529728"/>
                    <a:pt x="592292" y="499734"/>
                  </a:cubicBezTo>
                  <a:cubicBezTo>
                    <a:pt x="606526" y="494650"/>
                    <a:pt x="621269" y="490583"/>
                    <a:pt x="636012" y="487025"/>
                  </a:cubicBezTo>
                  <a:cubicBezTo>
                    <a:pt x="640079" y="500243"/>
                    <a:pt x="644146" y="513460"/>
                    <a:pt x="648213" y="526170"/>
                  </a:cubicBezTo>
                  <a:cubicBezTo>
                    <a:pt x="649738" y="523119"/>
                    <a:pt x="650755" y="519561"/>
                    <a:pt x="652280" y="516511"/>
                  </a:cubicBezTo>
                  <a:cubicBezTo>
                    <a:pt x="660414" y="545996"/>
                    <a:pt x="669565" y="575482"/>
                    <a:pt x="678207" y="604968"/>
                  </a:cubicBezTo>
                  <a:cubicBezTo>
                    <a:pt x="677699" y="605985"/>
                    <a:pt x="677191" y="607002"/>
                    <a:pt x="676682" y="608527"/>
                  </a:cubicBezTo>
                  <a:cubicBezTo>
                    <a:pt x="681766" y="622761"/>
                    <a:pt x="687358" y="636996"/>
                    <a:pt x="692950" y="651739"/>
                  </a:cubicBezTo>
                  <a:cubicBezTo>
                    <a:pt x="732604" y="775274"/>
                    <a:pt x="776832" y="897285"/>
                    <a:pt x="818519" y="1019295"/>
                  </a:cubicBezTo>
                  <a:cubicBezTo>
                    <a:pt x="846480" y="1101144"/>
                    <a:pt x="874441" y="1182484"/>
                    <a:pt x="901893" y="1264333"/>
                  </a:cubicBezTo>
                  <a:cubicBezTo>
                    <a:pt x="929854" y="1346690"/>
                    <a:pt x="956289" y="1431080"/>
                    <a:pt x="996451" y="1508862"/>
                  </a:cubicBezTo>
                  <a:cubicBezTo>
                    <a:pt x="998993" y="1513437"/>
                    <a:pt x="1003060" y="1513945"/>
                    <a:pt x="1006619" y="1512420"/>
                  </a:cubicBezTo>
                  <a:lnTo>
                    <a:pt x="1044238" y="1710687"/>
                  </a:lnTo>
                  <a:cubicBezTo>
                    <a:pt x="1053389" y="1758983"/>
                    <a:pt x="1062032" y="1807787"/>
                    <a:pt x="1071182" y="1856591"/>
                  </a:cubicBezTo>
                  <a:cubicBezTo>
                    <a:pt x="1067624" y="1844899"/>
                    <a:pt x="1063557" y="1832698"/>
                    <a:pt x="1059490" y="1821005"/>
                  </a:cubicBezTo>
                  <a:cubicBezTo>
                    <a:pt x="1053389" y="1830664"/>
                    <a:pt x="1047289" y="1840323"/>
                    <a:pt x="1041188" y="1849474"/>
                  </a:cubicBezTo>
                  <a:cubicBezTo>
                    <a:pt x="1034071" y="1860150"/>
                    <a:pt x="1027462" y="1871334"/>
                    <a:pt x="1020853" y="1882010"/>
                  </a:cubicBezTo>
                  <a:cubicBezTo>
                    <a:pt x="1017803" y="1862692"/>
                    <a:pt x="1014244" y="1842865"/>
                    <a:pt x="1011194" y="1823547"/>
                  </a:cubicBezTo>
                  <a:cubicBezTo>
                    <a:pt x="1014244" y="1818971"/>
                    <a:pt x="1017294" y="1813888"/>
                    <a:pt x="1020345" y="1809312"/>
                  </a:cubicBezTo>
                  <a:cubicBezTo>
                    <a:pt x="1028479" y="1797111"/>
                    <a:pt x="1036613" y="1784910"/>
                    <a:pt x="1044238" y="1772709"/>
                  </a:cubicBezTo>
                  <a:cubicBezTo>
                    <a:pt x="1020345" y="1697470"/>
                    <a:pt x="997468" y="1621721"/>
                    <a:pt x="975608" y="1545973"/>
                  </a:cubicBezTo>
                  <a:cubicBezTo>
                    <a:pt x="965440" y="1561733"/>
                    <a:pt x="955273" y="1578001"/>
                    <a:pt x="945105" y="1594269"/>
                  </a:cubicBezTo>
                  <a:cubicBezTo>
                    <a:pt x="939513" y="1577493"/>
                    <a:pt x="934429" y="1561225"/>
                    <a:pt x="929854" y="1544448"/>
                  </a:cubicBezTo>
                  <a:cubicBezTo>
                    <a:pt x="940021" y="1528180"/>
                    <a:pt x="950697" y="1511912"/>
                    <a:pt x="960865" y="1496152"/>
                  </a:cubicBezTo>
                  <a:cubicBezTo>
                    <a:pt x="941038" y="1428030"/>
                    <a:pt x="918161" y="1361432"/>
                    <a:pt x="893759" y="1295344"/>
                  </a:cubicBezTo>
                  <a:cubicBezTo>
                    <a:pt x="890709" y="1301444"/>
                    <a:pt x="888167" y="1307036"/>
                    <a:pt x="885625" y="1313137"/>
                  </a:cubicBezTo>
                  <a:cubicBezTo>
                    <a:pt x="884100" y="1295344"/>
                    <a:pt x="882575" y="1277550"/>
                    <a:pt x="882066" y="1259757"/>
                  </a:cubicBezTo>
                  <a:cubicBezTo>
                    <a:pt x="881558" y="1248573"/>
                    <a:pt x="864781" y="1248573"/>
                    <a:pt x="864781" y="1259757"/>
                  </a:cubicBezTo>
                  <a:cubicBezTo>
                    <a:pt x="865290" y="1288735"/>
                    <a:pt x="866815" y="1318220"/>
                    <a:pt x="869357" y="1347706"/>
                  </a:cubicBezTo>
                  <a:cubicBezTo>
                    <a:pt x="857156" y="1373125"/>
                    <a:pt x="845463" y="1399052"/>
                    <a:pt x="833770" y="1424471"/>
                  </a:cubicBezTo>
                  <a:cubicBezTo>
                    <a:pt x="850547" y="1474801"/>
                    <a:pt x="867323" y="1524621"/>
                    <a:pt x="883083" y="1574951"/>
                  </a:cubicBezTo>
                  <a:cubicBezTo>
                    <a:pt x="886133" y="1585118"/>
                    <a:pt x="889184" y="1595286"/>
                    <a:pt x="892742" y="1605453"/>
                  </a:cubicBezTo>
                  <a:cubicBezTo>
                    <a:pt x="899351" y="1594269"/>
                    <a:pt x="906468" y="1583593"/>
                    <a:pt x="913077" y="1572917"/>
                  </a:cubicBezTo>
                  <a:cubicBezTo>
                    <a:pt x="918161" y="1589185"/>
                    <a:pt x="923753" y="1605453"/>
                    <a:pt x="929854" y="1621213"/>
                  </a:cubicBezTo>
                  <a:cubicBezTo>
                    <a:pt x="922736" y="1632906"/>
                    <a:pt x="915619" y="1644090"/>
                    <a:pt x="908502" y="1655783"/>
                  </a:cubicBezTo>
                  <a:cubicBezTo>
                    <a:pt x="931379" y="1731531"/>
                    <a:pt x="953239" y="1807787"/>
                    <a:pt x="974082" y="1884044"/>
                  </a:cubicBezTo>
                  <a:cubicBezTo>
                    <a:pt x="980183" y="1873876"/>
                    <a:pt x="986792" y="1863708"/>
                    <a:pt x="992892" y="1853541"/>
                  </a:cubicBezTo>
                  <a:cubicBezTo>
                    <a:pt x="995943" y="1873876"/>
                    <a:pt x="998485" y="1894720"/>
                    <a:pt x="1001535" y="1915055"/>
                  </a:cubicBezTo>
                  <a:cubicBezTo>
                    <a:pt x="996959" y="1922172"/>
                    <a:pt x="992892" y="1929289"/>
                    <a:pt x="988317" y="1936407"/>
                  </a:cubicBezTo>
                  <a:cubicBezTo>
                    <a:pt x="999501" y="1976568"/>
                    <a:pt x="1010177" y="2017238"/>
                    <a:pt x="1021361" y="2057908"/>
                  </a:cubicBezTo>
                  <a:cubicBezTo>
                    <a:pt x="1037121" y="2168226"/>
                    <a:pt x="1052881" y="2278035"/>
                    <a:pt x="1068641" y="2388353"/>
                  </a:cubicBezTo>
                  <a:cubicBezTo>
                    <a:pt x="1065082" y="2376661"/>
                    <a:pt x="1061523" y="2364459"/>
                    <a:pt x="1058473" y="2352767"/>
                  </a:cubicBezTo>
                  <a:cubicBezTo>
                    <a:pt x="1041188" y="2292778"/>
                    <a:pt x="1024920" y="2232790"/>
                    <a:pt x="1008652" y="2172802"/>
                  </a:cubicBezTo>
                  <a:cubicBezTo>
                    <a:pt x="992384" y="2191611"/>
                    <a:pt x="976116" y="2210421"/>
                    <a:pt x="960356" y="2229231"/>
                  </a:cubicBezTo>
                  <a:cubicBezTo>
                    <a:pt x="956289" y="2229231"/>
                    <a:pt x="952222" y="2231773"/>
                    <a:pt x="952731" y="2236857"/>
                  </a:cubicBezTo>
                  <a:cubicBezTo>
                    <a:pt x="952731" y="2237365"/>
                    <a:pt x="952731" y="2237874"/>
                    <a:pt x="952731" y="2238382"/>
                  </a:cubicBezTo>
                  <a:cubicBezTo>
                    <a:pt x="942563" y="2250583"/>
                    <a:pt x="932396" y="2262784"/>
                    <a:pt x="922228" y="2274985"/>
                  </a:cubicBezTo>
                  <a:cubicBezTo>
                    <a:pt x="928329" y="2296845"/>
                    <a:pt x="934429" y="2318197"/>
                    <a:pt x="940530" y="2340057"/>
                  </a:cubicBezTo>
                  <a:cubicBezTo>
                    <a:pt x="955781" y="2394962"/>
                    <a:pt x="970524" y="2449867"/>
                    <a:pt x="985267" y="2505280"/>
                  </a:cubicBezTo>
                  <a:cubicBezTo>
                    <a:pt x="986792" y="2503247"/>
                    <a:pt x="988825" y="2501721"/>
                    <a:pt x="990350" y="2499688"/>
                  </a:cubicBezTo>
                  <a:cubicBezTo>
                    <a:pt x="992892" y="2516464"/>
                    <a:pt x="995434" y="2533241"/>
                    <a:pt x="998485" y="2549509"/>
                  </a:cubicBezTo>
                  <a:cubicBezTo>
                    <a:pt x="997976" y="2550017"/>
                    <a:pt x="997976" y="2550017"/>
                    <a:pt x="997468" y="2550525"/>
                  </a:cubicBezTo>
                  <a:cubicBezTo>
                    <a:pt x="998485" y="2553576"/>
                    <a:pt x="998993" y="2556626"/>
                    <a:pt x="1000010" y="2559676"/>
                  </a:cubicBezTo>
                  <a:cubicBezTo>
                    <a:pt x="1011194" y="2629324"/>
                    <a:pt x="1021870" y="2698463"/>
                    <a:pt x="1033562" y="2768111"/>
                  </a:cubicBezTo>
                  <a:cubicBezTo>
                    <a:pt x="1046272" y="2844367"/>
                    <a:pt x="1058981" y="2920115"/>
                    <a:pt x="1071182" y="2996372"/>
                  </a:cubicBezTo>
                  <a:cubicBezTo>
                    <a:pt x="1069149" y="2988238"/>
                    <a:pt x="1067115" y="2980612"/>
                    <a:pt x="1064574" y="2972478"/>
                  </a:cubicBezTo>
                  <a:cubicBezTo>
                    <a:pt x="1050339" y="2989254"/>
                    <a:pt x="1036104" y="3006031"/>
                    <a:pt x="1022378" y="3023316"/>
                  </a:cubicBezTo>
                  <a:cubicBezTo>
                    <a:pt x="1020345" y="3018740"/>
                    <a:pt x="1017803" y="3014673"/>
                    <a:pt x="1015769" y="3010098"/>
                  </a:cubicBezTo>
                  <a:cubicBezTo>
                    <a:pt x="1014244" y="2998914"/>
                    <a:pt x="1012719" y="2987221"/>
                    <a:pt x="1010686" y="2976037"/>
                  </a:cubicBezTo>
                  <a:cubicBezTo>
                    <a:pt x="1024412" y="2959769"/>
                    <a:pt x="1038138" y="2942992"/>
                    <a:pt x="1052372" y="2926724"/>
                  </a:cubicBezTo>
                  <a:cubicBezTo>
                    <a:pt x="1040171" y="2881478"/>
                    <a:pt x="1028479" y="2835725"/>
                    <a:pt x="1016278" y="2790479"/>
                  </a:cubicBezTo>
                  <a:cubicBezTo>
                    <a:pt x="1007635" y="2802680"/>
                    <a:pt x="998485" y="2814881"/>
                    <a:pt x="989334" y="2827082"/>
                  </a:cubicBezTo>
                  <a:cubicBezTo>
                    <a:pt x="986792" y="2808272"/>
                    <a:pt x="984250" y="2789462"/>
                    <a:pt x="981708" y="2771161"/>
                  </a:cubicBezTo>
                  <a:cubicBezTo>
                    <a:pt x="988825" y="2761502"/>
                    <a:pt x="995943" y="2751842"/>
                    <a:pt x="1003060" y="2741675"/>
                  </a:cubicBezTo>
                  <a:cubicBezTo>
                    <a:pt x="989334" y="2690837"/>
                    <a:pt x="976116" y="2640000"/>
                    <a:pt x="962390" y="2589162"/>
                  </a:cubicBezTo>
                  <a:cubicBezTo>
                    <a:pt x="961373" y="2590179"/>
                    <a:pt x="960356" y="2591196"/>
                    <a:pt x="959340" y="2592212"/>
                  </a:cubicBezTo>
                  <a:cubicBezTo>
                    <a:pt x="956798" y="2569335"/>
                    <a:pt x="953747" y="2546459"/>
                    <a:pt x="951205" y="2523582"/>
                  </a:cubicBezTo>
                  <a:cubicBezTo>
                    <a:pt x="950697" y="2517989"/>
                    <a:pt x="946630" y="2514431"/>
                    <a:pt x="942055" y="2513922"/>
                  </a:cubicBezTo>
                  <a:cubicBezTo>
                    <a:pt x="924262" y="2448850"/>
                    <a:pt x="905960" y="2383778"/>
                    <a:pt x="887658" y="2318706"/>
                  </a:cubicBezTo>
                  <a:cubicBezTo>
                    <a:pt x="866307" y="2345650"/>
                    <a:pt x="845972" y="2373102"/>
                    <a:pt x="825636" y="2400554"/>
                  </a:cubicBezTo>
                  <a:cubicBezTo>
                    <a:pt x="844446" y="2472744"/>
                    <a:pt x="863256" y="2545442"/>
                    <a:pt x="882575" y="2617631"/>
                  </a:cubicBezTo>
                  <a:cubicBezTo>
                    <a:pt x="899859" y="2598821"/>
                    <a:pt x="917144" y="2579503"/>
                    <a:pt x="933921" y="2560693"/>
                  </a:cubicBezTo>
                  <a:cubicBezTo>
                    <a:pt x="935446" y="2578486"/>
                    <a:pt x="937479" y="2596279"/>
                    <a:pt x="939004" y="2614581"/>
                  </a:cubicBezTo>
                  <a:cubicBezTo>
                    <a:pt x="929854" y="2624240"/>
                    <a:pt x="921211" y="2633899"/>
                    <a:pt x="912569" y="2644067"/>
                  </a:cubicBezTo>
                  <a:cubicBezTo>
                    <a:pt x="906468" y="2650676"/>
                    <a:pt x="900876" y="2657285"/>
                    <a:pt x="894776" y="2663893"/>
                  </a:cubicBezTo>
                  <a:cubicBezTo>
                    <a:pt x="909519" y="2719307"/>
                    <a:pt x="924262" y="2774211"/>
                    <a:pt x="939004" y="2829624"/>
                  </a:cubicBezTo>
                  <a:cubicBezTo>
                    <a:pt x="945613" y="2820473"/>
                    <a:pt x="952222" y="2811323"/>
                    <a:pt x="958831" y="2802172"/>
                  </a:cubicBezTo>
                  <a:cubicBezTo>
                    <a:pt x="960865" y="2820982"/>
                    <a:pt x="963406" y="2840300"/>
                    <a:pt x="965440" y="2859110"/>
                  </a:cubicBezTo>
                  <a:cubicBezTo>
                    <a:pt x="960865" y="2865210"/>
                    <a:pt x="956289" y="2871311"/>
                    <a:pt x="951714" y="2877412"/>
                  </a:cubicBezTo>
                  <a:cubicBezTo>
                    <a:pt x="953239" y="2883512"/>
                    <a:pt x="954764" y="2889613"/>
                    <a:pt x="956798" y="2895713"/>
                  </a:cubicBezTo>
                  <a:cubicBezTo>
                    <a:pt x="946630" y="2875886"/>
                    <a:pt x="935954" y="2855551"/>
                    <a:pt x="925787" y="2835725"/>
                  </a:cubicBezTo>
                  <a:cubicBezTo>
                    <a:pt x="922736" y="2830133"/>
                    <a:pt x="914094" y="2835216"/>
                    <a:pt x="917144" y="2840808"/>
                  </a:cubicBezTo>
                  <a:cubicBezTo>
                    <a:pt x="935954" y="2879953"/>
                    <a:pt x="954764" y="2919607"/>
                    <a:pt x="974082" y="2958752"/>
                  </a:cubicBezTo>
                  <a:cubicBezTo>
                    <a:pt x="976624" y="2968411"/>
                    <a:pt x="979166" y="2978070"/>
                    <a:pt x="982216" y="2987729"/>
                  </a:cubicBezTo>
                  <a:cubicBezTo>
                    <a:pt x="998485" y="3109740"/>
                    <a:pt x="1016278" y="3231750"/>
                    <a:pt x="1036613" y="3353252"/>
                  </a:cubicBezTo>
                  <a:cubicBezTo>
                    <a:pt x="1031529" y="3333425"/>
                    <a:pt x="1025937" y="3314107"/>
                    <a:pt x="1020853" y="3294280"/>
                  </a:cubicBezTo>
                  <a:cubicBezTo>
                    <a:pt x="1011194" y="3307498"/>
                    <a:pt x="1001535" y="3320716"/>
                    <a:pt x="991876" y="3333934"/>
                  </a:cubicBezTo>
                  <a:cubicBezTo>
                    <a:pt x="988825" y="3316140"/>
                    <a:pt x="985775" y="3297839"/>
                    <a:pt x="983233" y="3280046"/>
                  </a:cubicBezTo>
                  <a:cubicBezTo>
                    <a:pt x="991367" y="3268862"/>
                    <a:pt x="999501" y="3257677"/>
                    <a:pt x="1007635" y="3246493"/>
                  </a:cubicBezTo>
                  <a:cubicBezTo>
                    <a:pt x="1006110" y="3240393"/>
                    <a:pt x="1004077" y="3233783"/>
                    <a:pt x="1002552" y="3227683"/>
                  </a:cubicBezTo>
                  <a:cubicBezTo>
                    <a:pt x="990350" y="3182946"/>
                    <a:pt x="978149" y="3137700"/>
                    <a:pt x="965948" y="3092963"/>
                  </a:cubicBezTo>
                  <a:cubicBezTo>
                    <a:pt x="962898" y="3097030"/>
                    <a:pt x="959848" y="3101097"/>
                    <a:pt x="956798" y="3105164"/>
                  </a:cubicBezTo>
                  <a:cubicBezTo>
                    <a:pt x="954256" y="3087371"/>
                    <a:pt x="951714" y="3069070"/>
                    <a:pt x="949172" y="3051276"/>
                  </a:cubicBezTo>
                  <a:cubicBezTo>
                    <a:pt x="950697" y="3049751"/>
                    <a:pt x="951714" y="3047718"/>
                    <a:pt x="953239" y="3046193"/>
                  </a:cubicBezTo>
                  <a:cubicBezTo>
                    <a:pt x="950189" y="3035008"/>
                    <a:pt x="947138" y="3023824"/>
                    <a:pt x="944088" y="3012640"/>
                  </a:cubicBezTo>
                  <a:cubicBezTo>
                    <a:pt x="939513" y="2979087"/>
                    <a:pt x="935446" y="2945534"/>
                    <a:pt x="931379" y="2911981"/>
                  </a:cubicBezTo>
                  <a:cubicBezTo>
                    <a:pt x="929345" y="2895713"/>
                    <a:pt x="904435" y="2895205"/>
                    <a:pt x="905452" y="2911981"/>
                  </a:cubicBezTo>
                  <a:cubicBezTo>
                    <a:pt x="905960" y="2920624"/>
                    <a:pt x="906977" y="2929266"/>
                    <a:pt x="907485" y="2937908"/>
                  </a:cubicBezTo>
                  <a:cubicBezTo>
                    <a:pt x="886642" y="2965869"/>
                    <a:pt x="866307" y="2994338"/>
                    <a:pt x="846480" y="3022807"/>
                  </a:cubicBezTo>
                  <a:cubicBezTo>
                    <a:pt x="855631" y="3064494"/>
                    <a:pt x="865798" y="3105673"/>
                    <a:pt x="875457" y="3146851"/>
                  </a:cubicBezTo>
                  <a:cubicBezTo>
                    <a:pt x="890709" y="3126008"/>
                    <a:pt x="906468" y="3105673"/>
                    <a:pt x="922228" y="3085338"/>
                  </a:cubicBezTo>
                  <a:cubicBezTo>
                    <a:pt x="924262" y="3104147"/>
                    <a:pt x="926803" y="3122449"/>
                    <a:pt x="928837" y="3141259"/>
                  </a:cubicBezTo>
                  <a:cubicBezTo>
                    <a:pt x="915111" y="3159561"/>
                    <a:pt x="901385" y="3177862"/>
                    <a:pt x="887658" y="3196672"/>
                  </a:cubicBezTo>
                  <a:cubicBezTo>
                    <a:pt x="893759" y="3221074"/>
                    <a:pt x="899859" y="3245476"/>
                    <a:pt x="906468" y="3269370"/>
                  </a:cubicBezTo>
                  <a:cubicBezTo>
                    <a:pt x="914094" y="3297330"/>
                    <a:pt x="921720" y="3325291"/>
                    <a:pt x="929345" y="3353252"/>
                  </a:cubicBezTo>
                  <a:cubicBezTo>
                    <a:pt x="932396" y="3348677"/>
                    <a:pt x="935954" y="3344610"/>
                    <a:pt x="939004" y="3340034"/>
                  </a:cubicBezTo>
                  <a:cubicBezTo>
                    <a:pt x="943071" y="3356302"/>
                    <a:pt x="947647" y="3372570"/>
                    <a:pt x="951714" y="3388838"/>
                  </a:cubicBezTo>
                  <a:cubicBezTo>
                    <a:pt x="948664" y="3392906"/>
                    <a:pt x="945613" y="3396972"/>
                    <a:pt x="943071" y="3401039"/>
                  </a:cubicBezTo>
                  <a:cubicBezTo>
                    <a:pt x="962898" y="3471195"/>
                    <a:pt x="983742" y="3540843"/>
                    <a:pt x="1005093" y="3610491"/>
                  </a:cubicBezTo>
                  <a:cubicBezTo>
                    <a:pt x="1019328" y="3680647"/>
                    <a:pt x="1034071" y="3750802"/>
                    <a:pt x="1050339" y="3820450"/>
                  </a:cubicBezTo>
                  <a:cubicBezTo>
                    <a:pt x="1085925" y="3974488"/>
                    <a:pt x="1126595" y="4127001"/>
                    <a:pt x="1172349" y="4277989"/>
                  </a:cubicBezTo>
                  <a:cubicBezTo>
                    <a:pt x="1193701" y="4348654"/>
                    <a:pt x="1216578" y="4419318"/>
                    <a:pt x="1240980" y="4488965"/>
                  </a:cubicBezTo>
                  <a:cubicBezTo>
                    <a:pt x="1243014" y="4519468"/>
                    <a:pt x="1245047" y="4549971"/>
                    <a:pt x="1247081" y="4580473"/>
                  </a:cubicBezTo>
                  <a:cubicBezTo>
                    <a:pt x="1231829" y="4531161"/>
                    <a:pt x="1216578" y="4482356"/>
                    <a:pt x="1201327" y="4433044"/>
                  </a:cubicBezTo>
                  <a:cubicBezTo>
                    <a:pt x="1200310" y="4434060"/>
                    <a:pt x="1199293" y="4435078"/>
                    <a:pt x="1198277" y="4436094"/>
                  </a:cubicBezTo>
                  <a:cubicBezTo>
                    <a:pt x="1194210" y="4421860"/>
                    <a:pt x="1190651" y="4407117"/>
                    <a:pt x="1186584" y="4392882"/>
                  </a:cubicBezTo>
                  <a:cubicBezTo>
                    <a:pt x="1187092" y="4392374"/>
                    <a:pt x="1188109" y="4391357"/>
                    <a:pt x="1188617" y="4390848"/>
                  </a:cubicBezTo>
                  <a:cubicBezTo>
                    <a:pt x="1182008" y="4369497"/>
                    <a:pt x="1175400" y="4347636"/>
                    <a:pt x="1168791" y="4326285"/>
                  </a:cubicBezTo>
                  <a:cubicBezTo>
                    <a:pt x="1162182" y="4302391"/>
                    <a:pt x="1156081" y="4277989"/>
                    <a:pt x="1149472" y="4254096"/>
                  </a:cubicBezTo>
                  <a:cubicBezTo>
                    <a:pt x="1103718" y="4080739"/>
                    <a:pt x="1065590" y="3903315"/>
                    <a:pt x="1010177" y="3732501"/>
                  </a:cubicBezTo>
                  <a:cubicBezTo>
                    <a:pt x="1006110" y="3719792"/>
                    <a:pt x="988825" y="3725384"/>
                    <a:pt x="990859" y="3738093"/>
                  </a:cubicBezTo>
                  <a:cubicBezTo>
                    <a:pt x="992892" y="3751819"/>
                    <a:pt x="995434" y="3765545"/>
                    <a:pt x="997976" y="3779780"/>
                  </a:cubicBezTo>
                  <a:cubicBezTo>
                    <a:pt x="986792" y="3794014"/>
                    <a:pt x="975099" y="3807741"/>
                    <a:pt x="963915" y="3821975"/>
                  </a:cubicBezTo>
                  <a:cubicBezTo>
                    <a:pt x="945613" y="3844852"/>
                    <a:pt x="928329" y="3868746"/>
                    <a:pt x="911044" y="3892640"/>
                  </a:cubicBezTo>
                  <a:cubicBezTo>
                    <a:pt x="913077" y="3901282"/>
                    <a:pt x="915619" y="3910433"/>
                    <a:pt x="917653" y="3919075"/>
                  </a:cubicBezTo>
                  <a:cubicBezTo>
                    <a:pt x="933921" y="3984656"/>
                    <a:pt x="951714" y="4049728"/>
                    <a:pt x="970524" y="4114800"/>
                  </a:cubicBezTo>
                  <a:cubicBezTo>
                    <a:pt x="1024412" y="4358821"/>
                    <a:pt x="1084400" y="4601317"/>
                    <a:pt x="1143372" y="4844321"/>
                  </a:cubicBezTo>
                  <a:cubicBezTo>
                    <a:pt x="1136763" y="4823477"/>
                    <a:pt x="1130662" y="4802634"/>
                    <a:pt x="1124054" y="4781790"/>
                  </a:cubicBezTo>
                  <a:cubicBezTo>
                    <a:pt x="1111344" y="4795517"/>
                    <a:pt x="1099143" y="4809751"/>
                    <a:pt x="1086434" y="4823986"/>
                  </a:cubicBezTo>
                  <a:cubicBezTo>
                    <a:pt x="1084400" y="4817885"/>
                    <a:pt x="1082875" y="4811785"/>
                    <a:pt x="1080842" y="4805684"/>
                  </a:cubicBezTo>
                  <a:cubicBezTo>
                    <a:pt x="1078300" y="4797041"/>
                    <a:pt x="1075249" y="4788908"/>
                    <a:pt x="1072707" y="4780265"/>
                  </a:cubicBezTo>
                  <a:cubicBezTo>
                    <a:pt x="1084909" y="4766539"/>
                    <a:pt x="1097618" y="4752305"/>
                    <a:pt x="1110327" y="4738578"/>
                  </a:cubicBezTo>
                  <a:cubicBezTo>
                    <a:pt x="1094568" y="4689266"/>
                    <a:pt x="1078808" y="4639953"/>
                    <a:pt x="1063048" y="4591149"/>
                  </a:cubicBezTo>
                  <a:cubicBezTo>
                    <a:pt x="1061015" y="4585557"/>
                    <a:pt x="1059490" y="4579965"/>
                    <a:pt x="1057965" y="4574373"/>
                  </a:cubicBezTo>
                  <a:cubicBezTo>
                    <a:pt x="1045255" y="4587082"/>
                    <a:pt x="1032546" y="4599792"/>
                    <a:pt x="1019836" y="4612501"/>
                  </a:cubicBezTo>
                  <a:cubicBezTo>
                    <a:pt x="1015261" y="4598266"/>
                    <a:pt x="1011194" y="4584032"/>
                    <a:pt x="1007127" y="4569797"/>
                  </a:cubicBezTo>
                  <a:cubicBezTo>
                    <a:pt x="1019328" y="4557088"/>
                    <a:pt x="1032037" y="4544887"/>
                    <a:pt x="1044238" y="4532177"/>
                  </a:cubicBezTo>
                  <a:cubicBezTo>
                    <a:pt x="1020345" y="4457446"/>
                    <a:pt x="996959" y="4383223"/>
                    <a:pt x="974591" y="4307983"/>
                  </a:cubicBezTo>
                  <a:cubicBezTo>
                    <a:pt x="965440" y="4319168"/>
                    <a:pt x="956289" y="4330860"/>
                    <a:pt x="947647" y="4342553"/>
                  </a:cubicBezTo>
                  <a:cubicBezTo>
                    <a:pt x="924262" y="4373564"/>
                    <a:pt x="901893" y="4405592"/>
                    <a:pt x="880033" y="4437619"/>
                  </a:cubicBezTo>
                  <a:cubicBezTo>
                    <a:pt x="897318" y="4506759"/>
                    <a:pt x="915111" y="4576406"/>
                    <a:pt x="932396" y="4645546"/>
                  </a:cubicBezTo>
                  <a:cubicBezTo>
                    <a:pt x="946630" y="4630803"/>
                    <a:pt x="960865" y="4616060"/>
                    <a:pt x="975099" y="4601825"/>
                  </a:cubicBezTo>
                  <a:cubicBezTo>
                    <a:pt x="976624" y="4606400"/>
                    <a:pt x="978149" y="4611484"/>
                    <a:pt x="979675" y="4616060"/>
                  </a:cubicBezTo>
                  <a:cubicBezTo>
                    <a:pt x="982725" y="4625719"/>
                    <a:pt x="985267" y="4635378"/>
                    <a:pt x="988317" y="4645037"/>
                  </a:cubicBezTo>
                  <a:cubicBezTo>
                    <a:pt x="973574" y="4660288"/>
                    <a:pt x="958831" y="4675539"/>
                    <a:pt x="944088" y="4690791"/>
                  </a:cubicBezTo>
                  <a:lnTo>
                    <a:pt x="944597" y="4693333"/>
                  </a:lnTo>
                  <a:cubicBezTo>
                    <a:pt x="936463" y="4687232"/>
                    <a:pt x="921720" y="4694858"/>
                    <a:pt x="925278" y="4706551"/>
                  </a:cubicBezTo>
                  <a:cubicBezTo>
                    <a:pt x="928329" y="4725361"/>
                    <a:pt x="932396" y="4744170"/>
                    <a:pt x="937479" y="4762981"/>
                  </a:cubicBezTo>
                  <a:cubicBezTo>
                    <a:pt x="939513" y="4777215"/>
                    <a:pt x="941546" y="4791958"/>
                    <a:pt x="943580" y="4806193"/>
                  </a:cubicBezTo>
                  <a:cubicBezTo>
                    <a:pt x="944088" y="4809751"/>
                    <a:pt x="949172" y="4810259"/>
                    <a:pt x="951205" y="4807717"/>
                  </a:cubicBezTo>
                  <a:cubicBezTo>
                    <a:pt x="964423" y="4846354"/>
                    <a:pt x="979166" y="4884483"/>
                    <a:pt x="992384" y="4922102"/>
                  </a:cubicBezTo>
                  <a:cubicBezTo>
                    <a:pt x="1004077" y="4980565"/>
                    <a:pt x="1020853" y="5038520"/>
                    <a:pt x="1034071" y="5095459"/>
                  </a:cubicBezTo>
                  <a:cubicBezTo>
                    <a:pt x="1056948" y="5191033"/>
                    <a:pt x="1082367" y="5286100"/>
                    <a:pt x="1108802" y="5380658"/>
                  </a:cubicBezTo>
                  <a:cubicBezTo>
                    <a:pt x="1118970" y="5417261"/>
                    <a:pt x="1129646" y="5453356"/>
                    <a:pt x="1140322" y="5489959"/>
                  </a:cubicBezTo>
                  <a:cubicBezTo>
                    <a:pt x="1147439" y="5521986"/>
                    <a:pt x="1154556" y="5554523"/>
                    <a:pt x="1161673" y="5587059"/>
                  </a:cubicBezTo>
                  <a:cubicBezTo>
                    <a:pt x="1163707" y="5585025"/>
                    <a:pt x="1165740" y="5582992"/>
                    <a:pt x="1167774" y="5580959"/>
                  </a:cubicBezTo>
                  <a:cubicBezTo>
                    <a:pt x="1172349" y="5595193"/>
                    <a:pt x="1176416" y="5609428"/>
                    <a:pt x="1180992" y="5623153"/>
                  </a:cubicBezTo>
                  <a:cubicBezTo>
                    <a:pt x="1177941" y="5626204"/>
                    <a:pt x="1174891" y="5629254"/>
                    <a:pt x="1171841" y="5632304"/>
                  </a:cubicBezTo>
                  <a:cubicBezTo>
                    <a:pt x="1180483" y="5671957"/>
                    <a:pt x="1188617" y="5711611"/>
                    <a:pt x="1196243" y="5751773"/>
                  </a:cubicBezTo>
                  <a:cubicBezTo>
                    <a:pt x="1202852" y="5745672"/>
                    <a:pt x="1208952" y="5739064"/>
                    <a:pt x="1215561" y="5732454"/>
                  </a:cubicBezTo>
                  <a:cubicBezTo>
                    <a:pt x="1218103" y="5741097"/>
                    <a:pt x="1221153" y="5749231"/>
                    <a:pt x="1224204" y="5757873"/>
                  </a:cubicBezTo>
                  <a:cubicBezTo>
                    <a:pt x="1199293" y="5753807"/>
                    <a:pt x="1172858" y="5753298"/>
                    <a:pt x="1145914" y="5753298"/>
                  </a:cubicBezTo>
                  <a:close/>
                  <a:moveTo>
                    <a:pt x="1164724" y="4468122"/>
                  </a:moveTo>
                  <a:cubicBezTo>
                    <a:pt x="1146422" y="4485915"/>
                    <a:pt x="1128121" y="4503708"/>
                    <a:pt x="1109819" y="4522010"/>
                  </a:cubicBezTo>
                  <a:cubicBezTo>
                    <a:pt x="1106260" y="4507267"/>
                    <a:pt x="1102193" y="4492524"/>
                    <a:pt x="1098635" y="4478290"/>
                  </a:cubicBezTo>
                  <a:cubicBezTo>
                    <a:pt x="1116936" y="4460496"/>
                    <a:pt x="1135238" y="4442703"/>
                    <a:pt x="1153539" y="4424910"/>
                  </a:cubicBezTo>
                  <a:cubicBezTo>
                    <a:pt x="1157098" y="4438636"/>
                    <a:pt x="1160657" y="4453379"/>
                    <a:pt x="1164724" y="4468122"/>
                  </a:cubicBezTo>
                  <a:close/>
                  <a:moveTo>
                    <a:pt x="1091517" y="4174280"/>
                  </a:moveTo>
                  <a:cubicBezTo>
                    <a:pt x="1073216" y="4194615"/>
                    <a:pt x="1054406" y="4214950"/>
                    <a:pt x="1036104" y="4235794"/>
                  </a:cubicBezTo>
                  <a:cubicBezTo>
                    <a:pt x="1032037" y="4220034"/>
                    <a:pt x="1027970" y="4204275"/>
                    <a:pt x="1023395" y="4188515"/>
                  </a:cubicBezTo>
                  <a:cubicBezTo>
                    <a:pt x="1041697" y="4167163"/>
                    <a:pt x="1060506" y="4146319"/>
                    <a:pt x="1079316" y="4125476"/>
                  </a:cubicBezTo>
                  <a:cubicBezTo>
                    <a:pt x="1083383" y="4141744"/>
                    <a:pt x="1087450" y="4158012"/>
                    <a:pt x="1091517" y="4174280"/>
                  </a:cubicBezTo>
                  <a:close/>
                  <a:moveTo>
                    <a:pt x="1127104" y="5096475"/>
                  </a:moveTo>
                  <a:cubicBezTo>
                    <a:pt x="1118461" y="5107659"/>
                    <a:pt x="1109311" y="5119352"/>
                    <a:pt x="1100668" y="5130536"/>
                  </a:cubicBezTo>
                  <a:cubicBezTo>
                    <a:pt x="1095584" y="5115794"/>
                    <a:pt x="1090501" y="5100543"/>
                    <a:pt x="1085925" y="5085800"/>
                  </a:cubicBezTo>
                  <a:cubicBezTo>
                    <a:pt x="1095076" y="5074107"/>
                    <a:pt x="1104227" y="5061906"/>
                    <a:pt x="1113378" y="5050213"/>
                  </a:cubicBezTo>
                  <a:lnTo>
                    <a:pt x="1127104" y="5096475"/>
                  </a:lnTo>
                  <a:close/>
                  <a:moveTo>
                    <a:pt x="1055423" y="4858555"/>
                  </a:moveTo>
                  <a:cubicBezTo>
                    <a:pt x="1047797" y="4867198"/>
                    <a:pt x="1040171" y="4875840"/>
                    <a:pt x="1032037" y="4884991"/>
                  </a:cubicBezTo>
                  <a:cubicBezTo>
                    <a:pt x="1027970" y="4870248"/>
                    <a:pt x="1023395" y="4855505"/>
                    <a:pt x="1018311" y="4840762"/>
                  </a:cubicBezTo>
                  <a:cubicBezTo>
                    <a:pt x="1025937" y="4832120"/>
                    <a:pt x="1034071" y="4822969"/>
                    <a:pt x="1041697" y="4814326"/>
                  </a:cubicBezTo>
                  <a:cubicBezTo>
                    <a:pt x="1046272" y="4829069"/>
                    <a:pt x="1050847" y="4843813"/>
                    <a:pt x="1055423" y="4858555"/>
                  </a:cubicBezTo>
                  <a:close/>
                  <a:moveTo>
                    <a:pt x="1161165" y="5052755"/>
                  </a:moveTo>
                  <a:lnTo>
                    <a:pt x="1146930" y="5007510"/>
                  </a:lnTo>
                  <a:cubicBezTo>
                    <a:pt x="1156590" y="4994800"/>
                    <a:pt x="1166757" y="4982091"/>
                    <a:pt x="1176416" y="4969381"/>
                  </a:cubicBezTo>
                  <a:cubicBezTo>
                    <a:pt x="1180483" y="4985649"/>
                    <a:pt x="1184042" y="5001409"/>
                    <a:pt x="1188109" y="5017677"/>
                  </a:cubicBezTo>
                  <a:cubicBezTo>
                    <a:pt x="1179467" y="5029370"/>
                    <a:pt x="1170316" y="5041062"/>
                    <a:pt x="1161165" y="5052755"/>
                  </a:cubicBezTo>
                  <a:close/>
                  <a:moveTo>
                    <a:pt x="1199802" y="5335921"/>
                  </a:moveTo>
                  <a:cubicBezTo>
                    <a:pt x="1192684" y="5342530"/>
                    <a:pt x="1185567" y="5348630"/>
                    <a:pt x="1178450" y="5355239"/>
                  </a:cubicBezTo>
                  <a:cubicBezTo>
                    <a:pt x="1173874" y="5341513"/>
                    <a:pt x="1169299" y="5328295"/>
                    <a:pt x="1164724" y="5314569"/>
                  </a:cubicBezTo>
                  <a:cubicBezTo>
                    <a:pt x="1172349" y="5307960"/>
                    <a:pt x="1179975" y="5300843"/>
                    <a:pt x="1187092" y="5294234"/>
                  </a:cubicBezTo>
                  <a:cubicBezTo>
                    <a:pt x="1191159" y="5308468"/>
                    <a:pt x="1195226" y="5322195"/>
                    <a:pt x="1199802" y="5335921"/>
                  </a:cubicBezTo>
                  <a:close/>
                  <a:moveTo>
                    <a:pt x="1225729" y="5259664"/>
                  </a:moveTo>
                  <a:cubicBezTo>
                    <a:pt x="1231829" y="5254580"/>
                    <a:pt x="1237422" y="5248988"/>
                    <a:pt x="1243522" y="5243905"/>
                  </a:cubicBezTo>
                  <a:cubicBezTo>
                    <a:pt x="1247081" y="5258139"/>
                    <a:pt x="1250639" y="5272374"/>
                    <a:pt x="1254198" y="5287117"/>
                  </a:cubicBezTo>
                  <a:cubicBezTo>
                    <a:pt x="1249114" y="5291692"/>
                    <a:pt x="1244030" y="5296268"/>
                    <a:pt x="1238947" y="5300843"/>
                  </a:cubicBezTo>
                  <a:cubicBezTo>
                    <a:pt x="1234371" y="5287117"/>
                    <a:pt x="1230304" y="5273391"/>
                    <a:pt x="1225729" y="5259664"/>
                  </a:cubicBezTo>
                  <a:close/>
                  <a:moveTo>
                    <a:pt x="1228271" y="5518936"/>
                  </a:moveTo>
                  <a:cubicBezTo>
                    <a:pt x="1235388" y="5512328"/>
                    <a:pt x="1241997" y="5505210"/>
                    <a:pt x="1249114" y="5498601"/>
                  </a:cubicBezTo>
                  <a:cubicBezTo>
                    <a:pt x="1253181" y="5512328"/>
                    <a:pt x="1257757" y="5526562"/>
                    <a:pt x="1261824" y="5540288"/>
                  </a:cubicBezTo>
                  <a:cubicBezTo>
                    <a:pt x="1254198" y="5547914"/>
                    <a:pt x="1246572" y="5555031"/>
                    <a:pt x="1239455" y="5562656"/>
                  </a:cubicBezTo>
                  <a:cubicBezTo>
                    <a:pt x="1235896" y="5547914"/>
                    <a:pt x="1231829" y="5533171"/>
                    <a:pt x="1228271" y="5518936"/>
                  </a:cubicBezTo>
                  <a:close/>
                  <a:moveTo>
                    <a:pt x="1272499" y="5729404"/>
                  </a:moveTo>
                  <a:cubicBezTo>
                    <a:pt x="1267924" y="5715678"/>
                    <a:pt x="1263349" y="5701952"/>
                    <a:pt x="1258265" y="5688226"/>
                  </a:cubicBezTo>
                  <a:cubicBezTo>
                    <a:pt x="1270466" y="5675516"/>
                    <a:pt x="1283175" y="5663315"/>
                    <a:pt x="1295376" y="5650606"/>
                  </a:cubicBezTo>
                  <a:cubicBezTo>
                    <a:pt x="1299952" y="5664841"/>
                    <a:pt x="1304019" y="5679075"/>
                    <a:pt x="1308594" y="5693310"/>
                  </a:cubicBezTo>
                  <a:cubicBezTo>
                    <a:pt x="1296902" y="5705511"/>
                    <a:pt x="1284701" y="5717203"/>
                    <a:pt x="1272499" y="5729404"/>
                  </a:cubicBezTo>
                  <a:close/>
                  <a:moveTo>
                    <a:pt x="1288259" y="5460981"/>
                  </a:moveTo>
                  <a:cubicBezTo>
                    <a:pt x="1290801" y="5458948"/>
                    <a:pt x="1292835" y="5456406"/>
                    <a:pt x="1295376" y="5454373"/>
                  </a:cubicBezTo>
                  <a:cubicBezTo>
                    <a:pt x="1298935" y="5468607"/>
                    <a:pt x="1301985" y="5483350"/>
                    <a:pt x="1305036" y="5498093"/>
                  </a:cubicBezTo>
                  <a:cubicBezTo>
                    <a:pt x="1303510" y="5499618"/>
                    <a:pt x="1301985" y="5500635"/>
                    <a:pt x="1300969" y="5502160"/>
                  </a:cubicBezTo>
                  <a:cubicBezTo>
                    <a:pt x="1296902" y="5488434"/>
                    <a:pt x="1292835" y="5474708"/>
                    <a:pt x="1288259" y="5460981"/>
                  </a:cubicBezTo>
                  <a:close/>
                  <a:moveTo>
                    <a:pt x="1434672" y="5757365"/>
                  </a:moveTo>
                  <a:cubicBezTo>
                    <a:pt x="1431113" y="5757365"/>
                    <a:pt x="1428063" y="5757365"/>
                    <a:pt x="1424504" y="5757365"/>
                  </a:cubicBezTo>
                  <a:cubicBezTo>
                    <a:pt x="1423487" y="5752281"/>
                    <a:pt x="1422471" y="5747197"/>
                    <a:pt x="1421454" y="5742114"/>
                  </a:cubicBezTo>
                  <a:cubicBezTo>
                    <a:pt x="1417387" y="5745672"/>
                    <a:pt x="1413828" y="5748723"/>
                    <a:pt x="1409761" y="5752281"/>
                  </a:cubicBezTo>
                  <a:cubicBezTo>
                    <a:pt x="1409761" y="5753807"/>
                    <a:pt x="1410269" y="5755331"/>
                    <a:pt x="1410269" y="5756857"/>
                  </a:cubicBezTo>
                  <a:cubicBezTo>
                    <a:pt x="1400102" y="5756857"/>
                    <a:pt x="1389934" y="5756348"/>
                    <a:pt x="1379767" y="5756348"/>
                  </a:cubicBezTo>
                  <a:cubicBezTo>
                    <a:pt x="1376717" y="5746689"/>
                    <a:pt x="1373666" y="5737538"/>
                    <a:pt x="1370616" y="5727879"/>
                  </a:cubicBezTo>
                  <a:cubicBezTo>
                    <a:pt x="1361465" y="5697376"/>
                    <a:pt x="1351806" y="5667383"/>
                    <a:pt x="1342655" y="5636880"/>
                  </a:cubicBezTo>
                  <a:cubicBezTo>
                    <a:pt x="1341639" y="5626204"/>
                    <a:pt x="1339605" y="5615528"/>
                    <a:pt x="1336555" y="5604852"/>
                  </a:cubicBezTo>
                  <a:cubicBezTo>
                    <a:pt x="1336047" y="5603327"/>
                    <a:pt x="1335030" y="5602310"/>
                    <a:pt x="1334013" y="5601294"/>
                  </a:cubicBezTo>
                  <a:cubicBezTo>
                    <a:pt x="1333505" y="5599260"/>
                    <a:pt x="1332996" y="5596718"/>
                    <a:pt x="1332996" y="5594684"/>
                  </a:cubicBezTo>
                  <a:cubicBezTo>
                    <a:pt x="1338080" y="5607902"/>
                    <a:pt x="1344181" y="5620612"/>
                    <a:pt x="1351298" y="5632304"/>
                  </a:cubicBezTo>
                  <a:cubicBezTo>
                    <a:pt x="1357398" y="5642980"/>
                    <a:pt x="1372650" y="5637896"/>
                    <a:pt x="1373666" y="5626204"/>
                  </a:cubicBezTo>
                  <a:cubicBezTo>
                    <a:pt x="1377225" y="5566724"/>
                    <a:pt x="1355365" y="5505719"/>
                    <a:pt x="1341130" y="5448272"/>
                  </a:cubicBezTo>
                  <a:cubicBezTo>
                    <a:pt x="1324354" y="5380658"/>
                    <a:pt x="1308086" y="5313044"/>
                    <a:pt x="1291309" y="5244921"/>
                  </a:cubicBezTo>
                  <a:cubicBezTo>
                    <a:pt x="1258265" y="5109693"/>
                    <a:pt x="1223187" y="4974465"/>
                    <a:pt x="1189634" y="4839237"/>
                  </a:cubicBezTo>
                  <a:cubicBezTo>
                    <a:pt x="1175400" y="4782807"/>
                    <a:pt x="1161165" y="4725869"/>
                    <a:pt x="1146930" y="4668931"/>
                  </a:cubicBezTo>
                  <a:cubicBezTo>
                    <a:pt x="1148964" y="4675539"/>
                    <a:pt x="1150998" y="4682657"/>
                    <a:pt x="1153539" y="4689266"/>
                  </a:cubicBezTo>
                  <a:cubicBezTo>
                    <a:pt x="1171333" y="4669947"/>
                    <a:pt x="1189126" y="4651138"/>
                    <a:pt x="1206919" y="4631819"/>
                  </a:cubicBezTo>
                  <a:cubicBezTo>
                    <a:pt x="1210986" y="4647070"/>
                    <a:pt x="1215053" y="4661813"/>
                    <a:pt x="1218612" y="4677065"/>
                  </a:cubicBezTo>
                  <a:cubicBezTo>
                    <a:pt x="1201327" y="4695366"/>
                    <a:pt x="1184042" y="4714176"/>
                    <a:pt x="1167266" y="4732478"/>
                  </a:cubicBezTo>
                  <a:cubicBezTo>
                    <a:pt x="1186075" y="4791958"/>
                    <a:pt x="1204885" y="4851438"/>
                    <a:pt x="1222679" y="4910918"/>
                  </a:cubicBezTo>
                  <a:cubicBezTo>
                    <a:pt x="1236913" y="4893125"/>
                    <a:pt x="1251656" y="4875332"/>
                    <a:pt x="1266399" y="4857538"/>
                  </a:cubicBezTo>
                  <a:cubicBezTo>
                    <a:pt x="1270466" y="4872790"/>
                    <a:pt x="1274533" y="4888549"/>
                    <a:pt x="1278600" y="4903801"/>
                  </a:cubicBezTo>
                  <a:cubicBezTo>
                    <a:pt x="1264366" y="4921085"/>
                    <a:pt x="1250131" y="4938879"/>
                    <a:pt x="1235896" y="4956164"/>
                  </a:cubicBezTo>
                  <a:cubicBezTo>
                    <a:pt x="1259282" y="5034454"/>
                    <a:pt x="1281142" y="5112743"/>
                    <a:pt x="1300969" y="5192050"/>
                  </a:cubicBezTo>
                  <a:cubicBezTo>
                    <a:pt x="1310628" y="5183408"/>
                    <a:pt x="1320795" y="5175274"/>
                    <a:pt x="1330454" y="5167140"/>
                  </a:cubicBezTo>
                  <a:cubicBezTo>
                    <a:pt x="1333505" y="5181883"/>
                    <a:pt x="1336555" y="5196625"/>
                    <a:pt x="1339605" y="5210860"/>
                  </a:cubicBezTo>
                  <a:cubicBezTo>
                    <a:pt x="1330454" y="5218994"/>
                    <a:pt x="1320795" y="5226620"/>
                    <a:pt x="1311644" y="5234754"/>
                  </a:cubicBezTo>
                  <a:cubicBezTo>
                    <a:pt x="1323845" y="5284575"/>
                    <a:pt x="1335030" y="5334904"/>
                    <a:pt x="1345706" y="5384725"/>
                  </a:cubicBezTo>
                  <a:cubicBezTo>
                    <a:pt x="1346722" y="5390826"/>
                    <a:pt x="1348248" y="5396926"/>
                    <a:pt x="1349264" y="5403027"/>
                  </a:cubicBezTo>
                  <a:cubicBezTo>
                    <a:pt x="1358415" y="5394384"/>
                    <a:pt x="1368074" y="5386250"/>
                    <a:pt x="1377225" y="5378116"/>
                  </a:cubicBezTo>
                  <a:cubicBezTo>
                    <a:pt x="1380784" y="5392350"/>
                    <a:pt x="1384342" y="5406585"/>
                    <a:pt x="1387901" y="5420820"/>
                  </a:cubicBezTo>
                  <a:cubicBezTo>
                    <a:pt x="1377733" y="5429970"/>
                    <a:pt x="1368074" y="5438613"/>
                    <a:pt x="1358415" y="5447764"/>
                  </a:cubicBezTo>
                  <a:cubicBezTo>
                    <a:pt x="1366041" y="5485892"/>
                    <a:pt x="1372650" y="5524020"/>
                    <a:pt x="1379767" y="5562148"/>
                  </a:cubicBezTo>
                  <a:cubicBezTo>
                    <a:pt x="1391460" y="5549947"/>
                    <a:pt x="1403661" y="5537747"/>
                    <a:pt x="1415862" y="5525545"/>
                  </a:cubicBezTo>
                  <a:cubicBezTo>
                    <a:pt x="1419929" y="5540288"/>
                    <a:pt x="1423996" y="5555031"/>
                    <a:pt x="1428063" y="5569774"/>
                  </a:cubicBezTo>
                  <a:cubicBezTo>
                    <a:pt x="1414845" y="5583500"/>
                    <a:pt x="1401119" y="5596718"/>
                    <a:pt x="1387901" y="5610444"/>
                  </a:cubicBezTo>
                  <a:cubicBezTo>
                    <a:pt x="1392985" y="5641964"/>
                    <a:pt x="1398068" y="5673483"/>
                    <a:pt x="1403152" y="5705002"/>
                  </a:cubicBezTo>
                  <a:cubicBezTo>
                    <a:pt x="1420437" y="5690260"/>
                    <a:pt x="1438230" y="5676025"/>
                    <a:pt x="1455515" y="5661790"/>
                  </a:cubicBezTo>
                  <a:cubicBezTo>
                    <a:pt x="1459582" y="5675008"/>
                    <a:pt x="1463649" y="5688734"/>
                    <a:pt x="1468225" y="5701952"/>
                  </a:cubicBezTo>
                  <a:cubicBezTo>
                    <a:pt x="1455007" y="5712628"/>
                    <a:pt x="1441789" y="5723812"/>
                    <a:pt x="1428571" y="5734488"/>
                  </a:cubicBezTo>
                  <a:cubicBezTo>
                    <a:pt x="1430096" y="5743130"/>
                    <a:pt x="1432638" y="5750248"/>
                    <a:pt x="1434672" y="5757365"/>
                  </a:cubicBezTo>
                  <a:close/>
                  <a:moveTo>
                    <a:pt x="1539397" y="5460981"/>
                  </a:moveTo>
                  <a:cubicBezTo>
                    <a:pt x="1534822" y="5429970"/>
                    <a:pt x="1528721" y="5399468"/>
                    <a:pt x="1524654" y="5370491"/>
                  </a:cubicBezTo>
                  <a:cubicBezTo>
                    <a:pt x="1516012" y="5309994"/>
                    <a:pt x="1506861" y="5249497"/>
                    <a:pt x="1497202" y="5189000"/>
                  </a:cubicBezTo>
                  <a:cubicBezTo>
                    <a:pt x="1518554" y="5301860"/>
                    <a:pt x="1540922" y="5414211"/>
                    <a:pt x="1564816" y="5526054"/>
                  </a:cubicBezTo>
                  <a:cubicBezTo>
                    <a:pt x="1557699" y="5503177"/>
                    <a:pt x="1550073" y="5480300"/>
                    <a:pt x="1542447" y="5457931"/>
                  </a:cubicBezTo>
                  <a:cubicBezTo>
                    <a:pt x="1541431" y="5458948"/>
                    <a:pt x="1540414" y="5459965"/>
                    <a:pt x="1539397" y="5460981"/>
                  </a:cubicBezTo>
                  <a:close/>
                  <a:moveTo>
                    <a:pt x="1568375" y="5625695"/>
                  </a:moveTo>
                  <a:cubicBezTo>
                    <a:pt x="1563799" y="5629254"/>
                    <a:pt x="1559224" y="5632304"/>
                    <a:pt x="1554649" y="5635863"/>
                  </a:cubicBezTo>
                  <a:cubicBezTo>
                    <a:pt x="1551090" y="5622137"/>
                    <a:pt x="1547531" y="5608410"/>
                    <a:pt x="1543973" y="5595193"/>
                  </a:cubicBezTo>
                  <a:cubicBezTo>
                    <a:pt x="1554140" y="5587567"/>
                    <a:pt x="1564308" y="5579941"/>
                    <a:pt x="1574475" y="5572824"/>
                  </a:cubicBezTo>
                  <a:cubicBezTo>
                    <a:pt x="1577525" y="5586551"/>
                    <a:pt x="1580576" y="5600785"/>
                    <a:pt x="1583626" y="5614511"/>
                  </a:cubicBezTo>
                  <a:cubicBezTo>
                    <a:pt x="1578542" y="5618070"/>
                    <a:pt x="1573458" y="5621629"/>
                    <a:pt x="1568375" y="5625695"/>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39" name="任意多边形: 形状 38"/>
            <p:cNvSpPr/>
            <p:nvPr/>
          </p:nvSpPr>
          <p:spPr>
            <a:xfrm>
              <a:off x="-1837157" y="4500444"/>
              <a:ext cx="89474" cy="862206"/>
            </a:xfrm>
            <a:custGeom>
              <a:avLst/>
              <a:gdLst>
                <a:gd name="connsiteX0" fmla="*/ 88966 w 89474"/>
                <a:gd name="connsiteY0" fmla="*/ 860173 h 862206"/>
                <a:gd name="connsiteX1" fmla="*/ 89474 w 89474"/>
                <a:gd name="connsiteY1" fmla="*/ 544980 h 862206"/>
                <a:gd name="connsiteX2" fmla="*/ 55921 w 89474"/>
                <a:gd name="connsiteY2" fmla="*/ 502784 h 862206"/>
                <a:gd name="connsiteX3" fmla="*/ 55921 w 89474"/>
                <a:gd name="connsiteY3" fmla="*/ 477366 h 862206"/>
                <a:gd name="connsiteX4" fmla="*/ 55921 w 89474"/>
                <a:gd name="connsiteY4" fmla="*/ 447880 h 862206"/>
                <a:gd name="connsiteX5" fmla="*/ 55921 w 89474"/>
                <a:gd name="connsiteY5" fmla="*/ 446863 h 862206"/>
                <a:gd name="connsiteX6" fmla="*/ 53888 w 89474"/>
                <a:gd name="connsiteY6" fmla="*/ 280116 h 862206"/>
                <a:gd name="connsiteX7" fmla="*/ 65581 w 89474"/>
                <a:gd name="connsiteY7" fmla="*/ 279099 h 862206"/>
                <a:gd name="connsiteX8" fmla="*/ 83374 w 89474"/>
                <a:gd name="connsiteY8" fmla="*/ 261306 h 862206"/>
                <a:gd name="connsiteX9" fmla="*/ 65581 w 89474"/>
                <a:gd name="connsiteY9" fmla="*/ 243512 h 862206"/>
                <a:gd name="connsiteX10" fmla="*/ 53888 w 89474"/>
                <a:gd name="connsiteY10" fmla="*/ 244529 h 862206"/>
                <a:gd name="connsiteX11" fmla="*/ 52871 w 89474"/>
                <a:gd name="connsiteY11" fmla="*/ 11693 h 862206"/>
                <a:gd name="connsiteX12" fmla="*/ 40670 w 89474"/>
                <a:gd name="connsiteY12" fmla="*/ 0 h 862206"/>
                <a:gd name="connsiteX13" fmla="*/ 28469 w 89474"/>
                <a:gd name="connsiteY13" fmla="*/ 11693 h 862206"/>
                <a:gd name="connsiteX14" fmla="*/ 27452 w 89474"/>
                <a:gd name="connsiteY14" fmla="*/ 251138 h 862206"/>
                <a:gd name="connsiteX15" fmla="*/ 24402 w 89474"/>
                <a:gd name="connsiteY15" fmla="*/ 252155 h 862206"/>
                <a:gd name="connsiteX16" fmla="*/ 27452 w 89474"/>
                <a:gd name="connsiteY16" fmla="*/ 277574 h 862206"/>
                <a:gd name="connsiteX17" fmla="*/ 25419 w 89474"/>
                <a:gd name="connsiteY17" fmla="*/ 446863 h 862206"/>
                <a:gd name="connsiteX18" fmla="*/ 25419 w 89474"/>
                <a:gd name="connsiteY18" fmla="*/ 448897 h 862206"/>
                <a:gd name="connsiteX19" fmla="*/ 25419 w 89474"/>
                <a:gd name="connsiteY19" fmla="*/ 478382 h 862206"/>
                <a:gd name="connsiteX20" fmla="*/ 25419 w 89474"/>
                <a:gd name="connsiteY20" fmla="*/ 506343 h 862206"/>
                <a:gd name="connsiteX21" fmla="*/ 0 w 89474"/>
                <a:gd name="connsiteY21" fmla="*/ 545996 h 862206"/>
                <a:gd name="connsiteX22" fmla="*/ 508 w 89474"/>
                <a:gd name="connsiteY22" fmla="*/ 862207 h 862206"/>
                <a:gd name="connsiteX23" fmla="*/ 88966 w 89474"/>
                <a:gd name="connsiteY23" fmla="*/ 860173 h 862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474" h="862206">
                  <a:moveTo>
                    <a:pt x="88966" y="860173"/>
                  </a:moveTo>
                  <a:cubicBezTo>
                    <a:pt x="88966" y="754939"/>
                    <a:pt x="88966" y="649705"/>
                    <a:pt x="89474" y="544980"/>
                  </a:cubicBezTo>
                  <a:cubicBezTo>
                    <a:pt x="89474" y="521086"/>
                    <a:pt x="74223" y="506851"/>
                    <a:pt x="55921" y="502784"/>
                  </a:cubicBezTo>
                  <a:cubicBezTo>
                    <a:pt x="55921" y="494142"/>
                    <a:pt x="55921" y="486008"/>
                    <a:pt x="55921" y="477366"/>
                  </a:cubicBezTo>
                  <a:cubicBezTo>
                    <a:pt x="55921" y="467706"/>
                    <a:pt x="55921" y="457539"/>
                    <a:pt x="55921" y="447880"/>
                  </a:cubicBezTo>
                  <a:cubicBezTo>
                    <a:pt x="55921" y="447371"/>
                    <a:pt x="55921" y="446863"/>
                    <a:pt x="55921" y="446863"/>
                  </a:cubicBezTo>
                  <a:cubicBezTo>
                    <a:pt x="55413" y="391450"/>
                    <a:pt x="54905" y="335529"/>
                    <a:pt x="53888" y="280116"/>
                  </a:cubicBezTo>
                  <a:cubicBezTo>
                    <a:pt x="57955" y="280116"/>
                    <a:pt x="62022" y="279607"/>
                    <a:pt x="65581" y="279099"/>
                  </a:cubicBezTo>
                  <a:cubicBezTo>
                    <a:pt x="75240" y="278082"/>
                    <a:pt x="83374" y="271981"/>
                    <a:pt x="83374" y="261306"/>
                  </a:cubicBezTo>
                  <a:cubicBezTo>
                    <a:pt x="83374" y="251646"/>
                    <a:pt x="75240" y="243004"/>
                    <a:pt x="65581" y="243512"/>
                  </a:cubicBezTo>
                  <a:cubicBezTo>
                    <a:pt x="62022" y="243512"/>
                    <a:pt x="57955" y="244021"/>
                    <a:pt x="53888" y="244529"/>
                  </a:cubicBezTo>
                  <a:cubicBezTo>
                    <a:pt x="53888" y="166748"/>
                    <a:pt x="53380" y="88966"/>
                    <a:pt x="52871" y="11693"/>
                  </a:cubicBezTo>
                  <a:cubicBezTo>
                    <a:pt x="52871" y="4067"/>
                    <a:pt x="46771" y="0"/>
                    <a:pt x="40670" y="0"/>
                  </a:cubicBezTo>
                  <a:cubicBezTo>
                    <a:pt x="34570" y="0"/>
                    <a:pt x="28469" y="4067"/>
                    <a:pt x="28469" y="11693"/>
                  </a:cubicBezTo>
                  <a:cubicBezTo>
                    <a:pt x="27961" y="91508"/>
                    <a:pt x="27452" y="171323"/>
                    <a:pt x="27452" y="251138"/>
                  </a:cubicBezTo>
                  <a:cubicBezTo>
                    <a:pt x="26436" y="251646"/>
                    <a:pt x="25419" y="251646"/>
                    <a:pt x="24402" y="252155"/>
                  </a:cubicBezTo>
                  <a:cubicBezTo>
                    <a:pt x="13218" y="257747"/>
                    <a:pt x="16776" y="273507"/>
                    <a:pt x="27452" y="277574"/>
                  </a:cubicBezTo>
                  <a:cubicBezTo>
                    <a:pt x="26944" y="334003"/>
                    <a:pt x="25927" y="390433"/>
                    <a:pt x="25419" y="446863"/>
                  </a:cubicBezTo>
                  <a:cubicBezTo>
                    <a:pt x="25419" y="447371"/>
                    <a:pt x="25419" y="447880"/>
                    <a:pt x="25419" y="448897"/>
                  </a:cubicBezTo>
                  <a:lnTo>
                    <a:pt x="25419" y="478382"/>
                  </a:lnTo>
                  <a:cubicBezTo>
                    <a:pt x="25419" y="487533"/>
                    <a:pt x="25419" y="497192"/>
                    <a:pt x="25419" y="506343"/>
                  </a:cubicBezTo>
                  <a:cubicBezTo>
                    <a:pt x="11184" y="512444"/>
                    <a:pt x="0" y="525661"/>
                    <a:pt x="0" y="545996"/>
                  </a:cubicBezTo>
                  <a:lnTo>
                    <a:pt x="508" y="862207"/>
                  </a:lnTo>
                  <a:cubicBezTo>
                    <a:pt x="28469" y="849497"/>
                    <a:pt x="61514" y="849497"/>
                    <a:pt x="88966" y="860173"/>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40" name="任意多边形: 形状 39"/>
            <p:cNvSpPr/>
            <p:nvPr/>
          </p:nvSpPr>
          <p:spPr>
            <a:xfrm>
              <a:off x="-1879352" y="5364787"/>
              <a:ext cx="167764" cy="193588"/>
            </a:xfrm>
            <a:custGeom>
              <a:avLst/>
              <a:gdLst>
                <a:gd name="connsiteX0" fmla="*/ 90999 w 167764"/>
                <a:gd name="connsiteY0" fmla="*/ 160544 h 193588"/>
                <a:gd name="connsiteX1" fmla="*/ 167764 w 167764"/>
                <a:gd name="connsiteY1" fmla="*/ 183421 h 193588"/>
                <a:gd name="connsiteX2" fmla="*/ 156072 w 167764"/>
                <a:gd name="connsiteY2" fmla="*/ 173762 h 193588"/>
                <a:gd name="connsiteX3" fmla="*/ 131161 w 167764"/>
                <a:gd name="connsiteY3" fmla="*/ 163595 h 193588"/>
                <a:gd name="connsiteX4" fmla="*/ 131670 w 167764"/>
                <a:gd name="connsiteY4" fmla="*/ 129533 h 193588"/>
                <a:gd name="connsiteX5" fmla="*/ 131670 w 167764"/>
                <a:gd name="connsiteY5" fmla="*/ 54802 h 193588"/>
                <a:gd name="connsiteX6" fmla="*/ 140312 w 167764"/>
                <a:gd name="connsiteY6" fmla="*/ 22266 h 193588"/>
                <a:gd name="connsiteX7" fmla="*/ 132178 w 167764"/>
                <a:gd name="connsiteY7" fmla="*/ 14640 h 193588"/>
                <a:gd name="connsiteX8" fmla="*/ 132178 w 167764"/>
                <a:gd name="connsiteY8" fmla="*/ 8031 h 193588"/>
                <a:gd name="connsiteX9" fmla="*/ 26436 w 167764"/>
                <a:gd name="connsiteY9" fmla="*/ 18707 h 193588"/>
                <a:gd name="connsiteX10" fmla="*/ 19318 w 167764"/>
                <a:gd name="connsiteY10" fmla="*/ 38026 h 193588"/>
                <a:gd name="connsiteX11" fmla="*/ 21352 w 167764"/>
                <a:gd name="connsiteY11" fmla="*/ 43109 h 193588"/>
                <a:gd name="connsiteX12" fmla="*/ 43212 w 167764"/>
                <a:gd name="connsiteY12" fmla="*/ 48193 h 193588"/>
                <a:gd name="connsiteX13" fmla="*/ 43212 w 167764"/>
                <a:gd name="connsiteY13" fmla="*/ 113265 h 193588"/>
                <a:gd name="connsiteX14" fmla="*/ 43720 w 167764"/>
                <a:gd name="connsiteY14" fmla="*/ 163086 h 193588"/>
                <a:gd name="connsiteX15" fmla="*/ 16776 w 167764"/>
                <a:gd name="connsiteY15" fmla="*/ 182913 h 193588"/>
                <a:gd name="connsiteX16" fmla="*/ 1017 w 167764"/>
                <a:gd name="connsiteY16" fmla="*/ 193080 h 193588"/>
                <a:gd name="connsiteX17" fmla="*/ 508 w 167764"/>
                <a:gd name="connsiteY17" fmla="*/ 193589 h 193588"/>
                <a:gd name="connsiteX18" fmla="*/ 508 w 167764"/>
                <a:gd name="connsiteY18" fmla="*/ 193589 h 193588"/>
                <a:gd name="connsiteX19" fmla="*/ 0 w 167764"/>
                <a:gd name="connsiteY19" fmla="*/ 193589 h 193588"/>
                <a:gd name="connsiteX20" fmla="*/ 90999 w 167764"/>
                <a:gd name="connsiteY20" fmla="*/ 160544 h 19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7764" h="193588">
                  <a:moveTo>
                    <a:pt x="90999" y="160544"/>
                  </a:moveTo>
                  <a:cubicBezTo>
                    <a:pt x="117943" y="163086"/>
                    <a:pt x="142345" y="175796"/>
                    <a:pt x="167764" y="183421"/>
                  </a:cubicBezTo>
                  <a:cubicBezTo>
                    <a:pt x="165222" y="179863"/>
                    <a:pt x="161155" y="176304"/>
                    <a:pt x="156072" y="173762"/>
                  </a:cubicBezTo>
                  <a:cubicBezTo>
                    <a:pt x="148446" y="169695"/>
                    <a:pt x="139804" y="166645"/>
                    <a:pt x="131161" y="163595"/>
                  </a:cubicBezTo>
                  <a:cubicBezTo>
                    <a:pt x="131161" y="152410"/>
                    <a:pt x="131670" y="140718"/>
                    <a:pt x="131670" y="129533"/>
                  </a:cubicBezTo>
                  <a:cubicBezTo>
                    <a:pt x="131670" y="104623"/>
                    <a:pt x="131670" y="79712"/>
                    <a:pt x="131670" y="54802"/>
                  </a:cubicBezTo>
                  <a:cubicBezTo>
                    <a:pt x="144887" y="50735"/>
                    <a:pt x="150479" y="35484"/>
                    <a:pt x="140312" y="22266"/>
                  </a:cubicBezTo>
                  <a:cubicBezTo>
                    <a:pt x="137770" y="19216"/>
                    <a:pt x="135228" y="16674"/>
                    <a:pt x="132178" y="14640"/>
                  </a:cubicBezTo>
                  <a:cubicBezTo>
                    <a:pt x="132178" y="12607"/>
                    <a:pt x="132178" y="10573"/>
                    <a:pt x="132178" y="8031"/>
                  </a:cubicBezTo>
                  <a:cubicBezTo>
                    <a:pt x="99642" y="-5695"/>
                    <a:pt x="56430" y="-1628"/>
                    <a:pt x="26436" y="18707"/>
                  </a:cubicBezTo>
                  <a:cubicBezTo>
                    <a:pt x="21352" y="23791"/>
                    <a:pt x="17793" y="29892"/>
                    <a:pt x="19318" y="38026"/>
                  </a:cubicBezTo>
                  <a:cubicBezTo>
                    <a:pt x="19318" y="40059"/>
                    <a:pt x="19827" y="41584"/>
                    <a:pt x="21352" y="43109"/>
                  </a:cubicBezTo>
                  <a:cubicBezTo>
                    <a:pt x="27452" y="48193"/>
                    <a:pt x="35078" y="48701"/>
                    <a:pt x="43212" y="48193"/>
                  </a:cubicBezTo>
                  <a:lnTo>
                    <a:pt x="43212" y="113265"/>
                  </a:lnTo>
                  <a:cubicBezTo>
                    <a:pt x="43212" y="130042"/>
                    <a:pt x="43212" y="146310"/>
                    <a:pt x="43720" y="163086"/>
                  </a:cubicBezTo>
                  <a:cubicBezTo>
                    <a:pt x="33553" y="167662"/>
                    <a:pt x="24402" y="173762"/>
                    <a:pt x="16776" y="182913"/>
                  </a:cubicBezTo>
                  <a:cubicBezTo>
                    <a:pt x="11184" y="185963"/>
                    <a:pt x="6101" y="189522"/>
                    <a:pt x="1017" y="193080"/>
                  </a:cubicBezTo>
                  <a:cubicBezTo>
                    <a:pt x="1017" y="193080"/>
                    <a:pt x="508" y="193080"/>
                    <a:pt x="508" y="193589"/>
                  </a:cubicBezTo>
                  <a:cubicBezTo>
                    <a:pt x="508" y="193589"/>
                    <a:pt x="508" y="193589"/>
                    <a:pt x="508" y="193589"/>
                  </a:cubicBezTo>
                  <a:cubicBezTo>
                    <a:pt x="508" y="193589"/>
                    <a:pt x="508" y="193589"/>
                    <a:pt x="0" y="193589"/>
                  </a:cubicBezTo>
                  <a:cubicBezTo>
                    <a:pt x="28977" y="179863"/>
                    <a:pt x="54396" y="157494"/>
                    <a:pt x="90999" y="160544"/>
                  </a:cubicBezTo>
                  <a:close/>
                </a:path>
              </a:pathLst>
            </a:custGeom>
            <a:grpFill/>
            <a:ln w="50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grpSp>
      <p:grpSp>
        <p:nvGrpSpPr>
          <p:cNvPr id="41" name="图形 19"/>
          <p:cNvGrpSpPr/>
          <p:nvPr/>
        </p:nvGrpSpPr>
        <p:grpSpPr>
          <a:xfrm>
            <a:off x="2033789" y="4743320"/>
            <a:ext cx="1380306" cy="1400453"/>
            <a:chOff x="-3746611" y="5473067"/>
            <a:chExt cx="4264957" cy="4327207"/>
          </a:xfrm>
          <a:gradFill flip="none" rotWithShape="1">
            <a:gsLst>
              <a:gs pos="82000">
                <a:srgbClr val="F5D6A8">
                  <a:alpha val="0"/>
                </a:srgbClr>
              </a:gs>
              <a:gs pos="0">
                <a:schemeClr val="accent4">
                  <a:lumMod val="20000"/>
                  <a:lumOff val="80000"/>
                  <a:alpha val="53000"/>
                </a:schemeClr>
              </a:gs>
            </a:gsLst>
            <a:lin ang="6600000" scaled="0"/>
            <a:tileRect/>
          </a:gradFill>
        </p:grpSpPr>
        <p:sp>
          <p:nvSpPr>
            <p:cNvPr id="42" name="任意多边形: 形状 41"/>
            <p:cNvSpPr/>
            <p:nvPr/>
          </p:nvSpPr>
          <p:spPr>
            <a:xfrm>
              <a:off x="-2244280" y="6004562"/>
              <a:ext cx="714" cy="9525"/>
            </a:xfrm>
            <a:custGeom>
              <a:avLst/>
              <a:gdLst>
                <a:gd name="connsiteX0" fmla="*/ 714 w 714"/>
                <a:gd name="connsiteY0" fmla="*/ 0 h 9525"/>
                <a:gd name="connsiteX1" fmla="*/ 714 w 714"/>
                <a:gd name="connsiteY1" fmla="*/ 0 h 9525"/>
                <a:gd name="connsiteX2" fmla="*/ 714 w 714"/>
                <a:gd name="connsiteY2" fmla="*/ 0 h 9525"/>
              </a:gdLst>
              <a:ahLst/>
              <a:cxnLst>
                <a:cxn ang="0">
                  <a:pos x="connsiteX0" y="connsiteY0"/>
                </a:cxn>
                <a:cxn ang="0">
                  <a:pos x="connsiteX1" y="connsiteY1"/>
                </a:cxn>
                <a:cxn ang="0">
                  <a:pos x="connsiteX2" y="connsiteY2"/>
                </a:cxn>
              </a:cxnLst>
              <a:rect l="l" t="t" r="r" b="b"/>
              <a:pathLst>
                <a:path w="714" h="9525">
                  <a:moveTo>
                    <a:pt x="714" y="0"/>
                  </a:moveTo>
                  <a:cubicBezTo>
                    <a:pt x="-238" y="0"/>
                    <a:pt x="-238" y="0"/>
                    <a:pt x="714" y="0"/>
                  </a:cubicBezTo>
                  <a:cubicBezTo>
                    <a:pt x="714" y="0"/>
                    <a:pt x="714" y="0"/>
                    <a:pt x="7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43" name="任意多边形: 形状 42"/>
            <p:cNvSpPr/>
            <p:nvPr/>
          </p:nvSpPr>
          <p:spPr>
            <a:xfrm>
              <a:off x="-2741724" y="8027672"/>
              <a:ext cx="3810" cy="124777"/>
            </a:xfrm>
            <a:custGeom>
              <a:avLst/>
              <a:gdLst>
                <a:gd name="connsiteX0" fmla="*/ 0 w 3810"/>
                <a:gd name="connsiteY0" fmla="*/ 124778 h 124777"/>
                <a:gd name="connsiteX1" fmla="*/ 3810 w 3810"/>
                <a:gd name="connsiteY1" fmla="*/ 0 h 124777"/>
                <a:gd name="connsiteX2" fmla="*/ 0 w 3810"/>
                <a:gd name="connsiteY2" fmla="*/ 2857 h 124777"/>
                <a:gd name="connsiteX3" fmla="*/ 0 w 3810"/>
                <a:gd name="connsiteY3" fmla="*/ 124778 h 124777"/>
              </a:gdLst>
              <a:ahLst/>
              <a:cxnLst>
                <a:cxn ang="0">
                  <a:pos x="connsiteX0" y="connsiteY0"/>
                </a:cxn>
                <a:cxn ang="0">
                  <a:pos x="connsiteX1" y="connsiteY1"/>
                </a:cxn>
                <a:cxn ang="0">
                  <a:pos x="connsiteX2" y="connsiteY2"/>
                </a:cxn>
                <a:cxn ang="0">
                  <a:pos x="connsiteX3" y="connsiteY3"/>
                </a:cxn>
              </a:cxnLst>
              <a:rect l="l" t="t" r="r" b="b"/>
              <a:pathLst>
                <a:path w="3810" h="124777">
                  <a:moveTo>
                    <a:pt x="0" y="124778"/>
                  </a:moveTo>
                  <a:cubicBezTo>
                    <a:pt x="1905" y="83820"/>
                    <a:pt x="2858" y="41910"/>
                    <a:pt x="3810" y="0"/>
                  </a:cubicBezTo>
                  <a:cubicBezTo>
                    <a:pt x="2858" y="953"/>
                    <a:pt x="952" y="1905"/>
                    <a:pt x="0" y="2857"/>
                  </a:cubicBezTo>
                  <a:cubicBezTo>
                    <a:pt x="0" y="44767"/>
                    <a:pt x="0" y="84772"/>
                    <a:pt x="0" y="12477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44" name="任意多边形: 形状 43"/>
            <p:cNvSpPr/>
            <p:nvPr/>
          </p:nvSpPr>
          <p:spPr>
            <a:xfrm>
              <a:off x="-2768393" y="7886702"/>
              <a:ext cx="952" cy="67627"/>
            </a:xfrm>
            <a:custGeom>
              <a:avLst/>
              <a:gdLst>
                <a:gd name="connsiteX0" fmla="*/ 0 w 952"/>
                <a:gd name="connsiteY0" fmla="*/ 0 h 67627"/>
                <a:gd name="connsiteX1" fmla="*/ 0 w 952"/>
                <a:gd name="connsiteY1" fmla="*/ 67627 h 67627"/>
                <a:gd name="connsiteX2" fmla="*/ 952 w 952"/>
                <a:gd name="connsiteY2" fmla="*/ 66675 h 67627"/>
                <a:gd name="connsiteX3" fmla="*/ 952 w 952"/>
                <a:gd name="connsiteY3" fmla="*/ 952 h 67627"/>
                <a:gd name="connsiteX4" fmla="*/ 0 w 952"/>
                <a:gd name="connsiteY4" fmla="*/ 0 h 67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 h="67627">
                  <a:moveTo>
                    <a:pt x="0" y="0"/>
                  </a:moveTo>
                  <a:cubicBezTo>
                    <a:pt x="0" y="22860"/>
                    <a:pt x="0" y="44767"/>
                    <a:pt x="0" y="67627"/>
                  </a:cubicBezTo>
                  <a:cubicBezTo>
                    <a:pt x="0" y="67627"/>
                    <a:pt x="952" y="67627"/>
                    <a:pt x="952" y="66675"/>
                  </a:cubicBezTo>
                  <a:cubicBezTo>
                    <a:pt x="952" y="44767"/>
                    <a:pt x="952" y="22860"/>
                    <a:pt x="952" y="952"/>
                  </a:cubicBezTo>
                  <a:cubicBezTo>
                    <a:pt x="952" y="952"/>
                    <a:pt x="0" y="0"/>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45" name="任意多边形: 形状 44"/>
            <p:cNvSpPr/>
            <p:nvPr/>
          </p:nvSpPr>
          <p:spPr>
            <a:xfrm>
              <a:off x="-2463593" y="7521895"/>
              <a:ext cx="38100" cy="622934"/>
            </a:xfrm>
            <a:custGeom>
              <a:avLst/>
              <a:gdLst>
                <a:gd name="connsiteX0" fmla="*/ 36195 w 38100"/>
                <a:gd name="connsiteY0" fmla="*/ 321945 h 622934"/>
                <a:gd name="connsiteX1" fmla="*/ 36195 w 38100"/>
                <a:gd name="connsiteY1" fmla="*/ 296228 h 622934"/>
                <a:gd name="connsiteX2" fmla="*/ 36195 w 38100"/>
                <a:gd name="connsiteY2" fmla="*/ 209550 h 622934"/>
                <a:gd name="connsiteX3" fmla="*/ 19050 w 38100"/>
                <a:gd name="connsiteY3" fmla="*/ 175260 h 622934"/>
                <a:gd name="connsiteX4" fmla="*/ 22860 w 38100"/>
                <a:gd name="connsiteY4" fmla="*/ 0 h 622934"/>
                <a:gd name="connsiteX5" fmla="*/ 1905 w 38100"/>
                <a:gd name="connsiteY5" fmla="*/ 86678 h 622934"/>
                <a:gd name="connsiteX6" fmla="*/ 0 w 38100"/>
                <a:gd name="connsiteY6" fmla="*/ 537210 h 622934"/>
                <a:gd name="connsiteX7" fmla="*/ 38100 w 38100"/>
                <a:gd name="connsiteY7" fmla="*/ 622935 h 622934"/>
                <a:gd name="connsiteX8" fmla="*/ 36195 w 38100"/>
                <a:gd name="connsiteY8" fmla="*/ 321945 h 62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00" h="622934">
                  <a:moveTo>
                    <a:pt x="36195" y="321945"/>
                  </a:moveTo>
                  <a:cubicBezTo>
                    <a:pt x="36195" y="313372"/>
                    <a:pt x="36195" y="304800"/>
                    <a:pt x="36195" y="296228"/>
                  </a:cubicBezTo>
                  <a:cubicBezTo>
                    <a:pt x="36195" y="267653"/>
                    <a:pt x="36195" y="238125"/>
                    <a:pt x="36195" y="209550"/>
                  </a:cubicBezTo>
                  <a:cubicBezTo>
                    <a:pt x="25717" y="202883"/>
                    <a:pt x="19050" y="191453"/>
                    <a:pt x="19050" y="175260"/>
                  </a:cubicBezTo>
                  <a:cubicBezTo>
                    <a:pt x="19050" y="117158"/>
                    <a:pt x="20955" y="58103"/>
                    <a:pt x="22860" y="0"/>
                  </a:cubicBezTo>
                  <a:cubicBezTo>
                    <a:pt x="17145" y="29528"/>
                    <a:pt x="10477" y="58103"/>
                    <a:pt x="1905" y="86678"/>
                  </a:cubicBezTo>
                  <a:cubicBezTo>
                    <a:pt x="952" y="237172"/>
                    <a:pt x="952" y="386715"/>
                    <a:pt x="0" y="537210"/>
                  </a:cubicBezTo>
                  <a:cubicBezTo>
                    <a:pt x="15240" y="565785"/>
                    <a:pt x="27622" y="594360"/>
                    <a:pt x="38100" y="622935"/>
                  </a:cubicBezTo>
                  <a:cubicBezTo>
                    <a:pt x="37147" y="521970"/>
                    <a:pt x="36195" y="421957"/>
                    <a:pt x="36195" y="32194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46" name="任意多边形: 形状 45"/>
            <p:cNvSpPr/>
            <p:nvPr/>
          </p:nvSpPr>
          <p:spPr>
            <a:xfrm>
              <a:off x="-2467077" y="8560120"/>
              <a:ext cx="42535" cy="533400"/>
            </a:xfrm>
            <a:custGeom>
              <a:avLst/>
              <a:gdLst>
                <a:gd name="connsiteX0" fmla="*/ 1578 w 42535"/>
                <a:gd name="connsiteY0" fmla="*/ 533400 h 533400"/>
                <a:gd name="connsiteX1" fmla="*/ 42536 w 42535"/>
                <a:gd name="connsiteY1" fmla="*/ 371475 h 533400"/>
                <a:gd name="connsiteX2" fmla="*/ 42536 w 42535"/>
                <a:gd name="connsiteY2" fmla="*/ 133350 h 533400"/>
                <a:gd name="connsiteX3" fmla="*/ 626 w 42535"/>
                <a:gd name="connsiteY3" fmla="*/ 0 h 533400"/>
                <a:gd name="connsiteX4" fmla="*/ 1578 w 42535"/>
                <a:gd name="connsiteY4" fmla="*/ 533400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35" h="533400">
                  <a:moveTo>
                    <a:pt x="1578" y="533400"/>
                  </a:moveTo>
                  <a:cubicBezTo>
                    <a:pt x="19676" y="481013"/>
                    <a:pt x="33011" y="426720"/>
                    <a:pt x="42536" y="371475"/>
                  </a:cubicBezTo>
                  <a:cubicBezTo>
                    <a:pt x="42536" y="292418"/>
                    <a:pt x="42536" y="212407"/>
                    <a:pt x="42536" y="133350"/>
                  </a:cubicBezTo>
                  <a:cubicBezTo>
                    <a:pt x="26343" y="90488"/>
                    <a:pt x="12056" y="45720"/>
                    <a:pt x="626" y="0"/>
                  </a:cubicBezTo>
                  <a:cubicBezTo>
                    <a:pt x="-327" y="177165"/>
                    <a:pt x="-327" y="355282"/>
                    <a:pt x="1578" y="5334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47" name="任意多边形: 形状 46"/>
            <p:cNvSpPr/>
            <p:nvPr/>
          </p:nvSpPr>
          <p:spPr>
            <a:xfrm>
              <a:off x="-2154984" y="6437949"/>
              <a:ext cx="4762" cy="42862"/>
            </a:xfrm>
            <a:custGeom>
              <a:avLst/>
              <a:gdLst>
                <a:gd name="connsiteX0" fmla="*/ 0 w 4762"/>
                <a:gd name="connsiteY0" fmla="*/ 42863 h 42862"/>
                <a:gd name="connsiteX1" fmla="*/ 4763 w 4762"/>
                <a:gd name="connsiteY1" fmla="*/ 0 h 42862"/>
                <a:gd name="connsiteX2" fmla="*/ 0 w 4762"/>
                <a:gd name="connsiteY2" fmla="*/ 19050 h 42862"/>
                <a:gd name="connsiteX3" fmla="*/ 0 w 4762"/>
                <a:gd name="connsiteY3" fmla="*/ 42863 h 42862"/>
              </a:gdLst>
              <a:ahLst/>
              <a:cxnLst>
                <a:cxn ang="0">
                  <a:pos x="connsiteX0" y="connsiteY0"/>
                </a:cxn>
                <a:cxn ang="0">
                  <a:pos x="connsiteX1" y="connsiteY1"/>
                </a:cxn>
                <a:cxn ang="0">
                  <a:pos x="connsiteX2" y="connsiteY2"/>
                </a:cxn>
                <a:cxn ang="0">
                  <a:pos x="connsiteX3" y="connsiteY3"/>
                </a:cxn>
              </a:cxnLst>
              <a:rect l="l" t="t" r="r" b="b"/>
              <a:pathLst>
                <a:path w="4762" h="42862">
                  <a:moveTo>
                    <a:pt x="0" y="42863"/>
                  </a:moveTo>
                  <a:cubicBezTo>
                    <a:pt x="1905" y="28575"/>
                    <a:pt x="2858" y="14288"/>
                    <a:pt x="4763" y="0"/>
                  </a:cubicBezTo>
                  <a:cubicBezTo>
                    <a:pt x="2858" y="6668"/>
                    <a:pt x="953" y="13335"/>
                    <a:pt x="0" y="19050"/>
                  </a:cubicBezTo>
                  <a:cubicBezTo>
                    <a:pt x="0" y="26670"/>
                    <a:pt x="0" y="35243"/>
                    <a:pt x="0" y="428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48" name="任意多边形: 形状 47"/>
            <p:cNvSpPr/>
            <p:nvPr/>
          </p:nvSpPr>
          <p:spPr>
            <a:xfrm>
              <a:off x="-2147331" y="7381877"/>
              <a:ext cx="4729" cy="235267"/>
            </a:xfrm>
            <a:custGeom>
              <a:avLst/>
              <a:gdLst>
                <a:gd name="connsiteX0" fmla="*/ 920 w 4729"/>
                <a:gd name="connsiteY0" fmla="*/ 235267 h 235267"/>
                <a:gd name="connsiteX1" fmla="*/ 3777 w 4729"/>
                <a:gd name="connsiteY1" fmla="*/ 178117 h 235267"/>
                <a:gd name="connsiteX2" fmla="*/ 4730 w 4729"/>
                <a:gd name="connsiteY2" fmla="*/ 0 h 235267"/>
                <a:gd name="connsiteX3" fmla="*/ 920 w 4729"/>
                <a:gd name="connsiteY3" fmla="*/ 235267 h 235267"/>
              </a:gdLst>
              <a:ahLst/>
              <a:cxnLst>
                <a:cxn ang="0">
                  <a:pos x="connsiteX0" y="connsiteY0"/>
                </a:cxn>
                <a:cxn ang="0">
                  <a:pos x="connsiteX1" y="connsiteY1"/>
                </a:cxn>
                <a:cxn ang="0">
                  <a:pos x="connsiteX2" y="connsiteY2"/>
                </a:cxn>
                <a:cxn ang="0">
                  <a:pos x="connsiteX3" y="connsiteY3"/>
                </a:cxn>
              </a:cxnLst>
              <a:rect l="l" t="t" r="r" b="b"/>
              <a:pathLst>
                <a:path w="4729" h="235267">
                  <a:moveTo>
                    <a:pt x="920" y="235267"/>
                  </a:moveTo>
                  <a:cubicBezTo>
                    <a:pt x="1872" y="216217"/>
                    <a:pt x="2825" y="197167"/>
                    <a:pt x="3777" y="178117"/>
                  </a:cubicBezTo>
                  <a:cubicBezTo>
                    <a:pt x="2825" y="119063"/>
                    <a:pt x="2825" y="59055"/>
                    <a:pt x="4730" y="0"/>
                  </a:cubicBezTo>
                  <a:cubicBezTo>
                    <a:pt x="-33" y="78105"/>
                    <a:pt x="-985" y="156210"/>
                    <a:pt x="920" y="23526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49" name="任意多边形: 形状 48"/>
            <p:cNvSpPr/>
            <p:nvPr/>
          </p:nvSpPr>
          <p:spPr>
            <a:xfrm>
              <a:off x="-2162365" y="8460107"/>
              <a:ext cx="34051" cy="529590"/>
            </a:xfrm>
            <a:custGeom>
              <a:avLst/>
              <a:gdLst>
                <a:gd name="connsiteX0" fmla="*/ 714 w 34051"/>
                <a:gd name="connsiteY0" fmla="*/ 0 h 529590"/>
                <a:gd name="connsiteX1" fmla="*/ 714 w 34051"/>
                <a:gd name="connsiteY1" fmla="*/ 529590 h 529590"/>
                <a:gd name="connsiteX2" fmla="*/ 34052 w 34051"/>
                <a:gd name="connsiteY2" fmla="*/ 313372 h 529590"/>
                <a:gd name="connsiteX3" fmla="*/ 18812 w 34051"/>
                <a:gd name="connsiteY3" fmla="*/ 128588 h 529590"/>
                <a:gd name="connsiteX4" fmla="*/ 714 w 34051"/>
                <a:gd name="connsiteY4" fmla="*/ 0 h 529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51" h="529590">
                  <a:moveTo>
                    <a:pt x="714" y="0"/>
                  </a:moveTo>
                  <a:cubicBezTo>
                    <a:pt x="-238" y="176213"/>
                    <a:pt x="-238" y="353378"/>
                    <a:pt x="714" y="529590"/>
                  </a:cubicBezTo>
                  <a:cubicBezTo>
                    <a:pt x="4524" y="456247"/>
                    <a:pt x="13097" y="383857"/>
                    <a:pt x="34052" y="313372"/>
                  </a:cubicBezTo>
                  <a:cubicBezTo>
                    <a:pt x="28337" y="251460"/>
                    <a:pt x="22622" y="190500"/>
                    <a:pt x="18812" y="128588"/>
                  </a:cubicBezTo>
                  <a:cubicBezTo>
                    <a:pt x="12144" y="85725"/>
                    <a:pt x="6429" y="42863"/>
                    <a:pt x="7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0" name="任意多边形: 形状 49"/>
            <p:cNvSpPr/>
            <p:nvPr/>
          </p:nvSpPr>
          <p:spPr>
            <a:xfrm>
              <a:off x="-2174034" y="5803584"/>
              <a:ext cx="45720" cy="551497"/>
            </a:xfrm>
            <a:custGeom>
              <a:avLst/>
              <a:gdLst>
                <a:gd name="connsiteX0" fmla="*/ 20003 w 45720"/>
                <a:gd name="connsiteY0" fmla="*/ 12383 h 551497"/>
                <a:gd name="connsiteX1" fmla="*/ 19050 w 45720"/>
                <a:gd name="connsiteY1" fmla="*/ 498158 h 551497"/>
                <a:gd name="connsiteX2" fmla="*/ 953 w 45720"/>
                <a:gd name="connsiteY2" fmla="*/ 498158 h 551497"/>
                <a:gd name="connsiteX3" fmla="*/ 0 w 45720"/>
                <a:gd name="connsiteY3" fmla="*/ 536258 h 551497"/>
                <a:gd name="connsiteX4" fmla="*/ 19050 w 45720"/>
                <a:gd name="connsiteY4" fmla="*/ 536258 h 551497"/>
                <a:gd name="connsiteX5" fmla="*/ 19050 w 45720"/>
                <a:gd name="connsiteY5" fmla="*/ 551498 h 551497"/>
                <a:gd name="connsiteX6" fmla="*/ 26670 w 45720"/>
                <a:gd name="connsiteY6" fmla="*/ 523875 h 551497"/>
                <a:gd name="connsiteX7" fmla="*/ 33338 w 45720"/>
                <a:gd name="connsiteY7" fmla="*/ 500063 h 551497"/>
                <a:gd name="connsiteX8" fmla="*/ 45720 w 45720"/>
                <a:gd name="connsiteY8" fmla="*/ 460058 h 551497"/>
                <a:gd name="connsiteX9" fmla="*/ 44767 w 45720"/>
                <a:gd name="connsiteY9" fmla="*/ 0 h 551497"/>
                <a:gd name="connsiteX10" fmla="*/ 20003 w 45720"/>
                <a:gd name="connsiteY10" fmla="*/ 12383 h 55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20" h="551497">
                  <a:moveTo>
                    <a:pt x="20003" y="12383"/>
                  </a:moveTo>
                  <a:cubicBezTo>
                    <a:pt x="20003" y="174308"/>
                    <a:pt x="19050" y="336233"/>
                    <a:pt x="19050" y="498158"/>
                  </a:cubicBezTo>
                  <a:cubicBezTo>
                    <a:pt x="13335" y="498158"/>
                    <a:pt x="6667" y="498158"/>
                    <a:pt x="953" y="498158"/>
                  </a:cubicBezTo>
                  <a:cubicBezTo>
                    <a:pt x="953" y="510540"/>
                    <a:pt x="0" y="522923"/>
                    <a:pt x="0" y="536258"/>
                  </a:cubicBezTo>
                  <a:cubicBezTo>
                    <a:pt x="6667" y="536258"/>
                    <a:pt x="12383" y="536258"/>
                    <a:pt x="19050" y="536258"/>
                  </a:cubicBezTo>
                  <a:cubicBezTo>
                    <a:pt x="19050" y="541020"/>
                    <a:pt x="19050" y="545783"/>
                    <a:pt x="19050" y="551498"/>
                  </a:cubicBezTo>
                  <a:cubicBezTo>
                    <a:pt x="21908" y="541973"/>
                    <a:pt x="24765" y="533400"/>
                    <a:pt x="26670" y="523875"/>
                  </a:cubicBezTo>
                  <a:cubicBezTo>
                    <a:pt x="28575" y="516255"/>
                    <a:pt x="31433" y="507683"/>
                    <a:pt x="33338" y="500063"/>
                  </a:cubicBezTo>
                  <a:cubicBezTo>
                    <a:pt x="37148" y="486728"/>
                    <a:pt x="41910" y="473393"/>
                    <a:pt x="45720" y="460058"/>
                  </a:cubicBezTo>
                  <a:cubicBezTo>
                    <a:pt x="45720" y="306705"/>
                    <a:pt x="44767" y="153353"/>
                    <a:pt x="44767" y="0"/>
                  </a:cubicBezTo>
                  <a:cubicBezTo>
                    <a:pt x="37148" y="3810"/>
                    <a:pt x="28575" y="8573"/>
                    <a:pt x="20003"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1" name="任意多边形: 形状 50"/>
            <p:cNvSpPr/>
            <p:nvPr/>
          </p:nvSpPr>
          <p:spPr>
            <a:xfrm>
              <a:off x="-924354" y="6808472"/>
              <a:ext cx="16192" cy="83819"/>
            </a:xfrm>
            <a:custGeom>
              <a:avLst/>
              <a:gdLst>
                <a:gd name="connsiteX0" fmla="*/ 3810 w 16192"/>
                <a:gd name="connsiteY0" fmla="*/ 45720 h 83819"/>
                <a:gd name="connsiteX1" fmla="*/ 16193 w 16192"/>
                <a:gd name="connsiteY1" fmla="*/ 83820 h 83819"/>
                <a:gd name="connsiteX2" fmla="*/ 16193 w 16192"/>
                <a:gd name="connsiteY2" fmla="*/ 60007 h 83819"/>
                <a:gd name="connsiteX3" fmla="*/ 0 w 16192"/>
                <a:gd name="connsiteY3" fmla="*/ 0 h 83819"/>
                <a:gd name="connsiteX4" fmla="*/ 3810 w 16192"/>
                <a:gd name="connsiteY4" fmla="*/ 45720 h 83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 h="83819">
                  <a:moveTo>
                    <a:pt x="3810" y="45720"/>
                  </a:moveTo>
                  <a:cubicBezTo>
                    <a:pt x="7620" y="58102"/>
                    <a:pt x="11430" y="71438"/>
                    <a:pt x="16193" y="83820"/>
                  </a:cubicBezTo>
                  <a:cubicBezTo>
                    <a:pt x="16193" y="76200"/>
                    <a:pt x="16193" y="67627"/>
                    <a:pt x="16193" y="60007"/>
                  </a:cubicBezTo>
                  <a:cubicBezTo>
                    <a:pt x="11430" y="40005"/>
                    <a:pt x="6668" y="20002"/>
                    <a:pt x="0" y="0"/>
                  </a:cubicBezTo>
                  <a:cubicBezTo>
                    <a:pt x="953" y="15240"/>
                    <a:pt x="2858" y="30480"/>
                    <a:pt x="3810" y="457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2" name="任意多边形: 形状 51"/>
            <p:cNvSpPr/>
            <p:nvPr/>
          </p:nvSpPr>
          <p:spPr>
            <a:xfrm>
              <a:off x="-1546336" y="5799775"/>
              <a:ext cx="27093" cy="360044"/>
            </a:xfrm>
            <a:custGeom>
              <a:avLst/>
              <a:gdLst>
                <a:gd name="connsiteX0" fmla="*/ 26670 w 27093"/>
                <a:gd name="connsiteY0" fmla="*/ 130493 h 360044"/>
                <a:gd name="connsiteX1" fmla="*/ 952 w 27093"/>
                <a:gd name="connsiteY1" fmla="*/ 0 h 360044"/>
                <a:gd name="connsiteX2" fmla="*/ 0 w 27093"/>
                <a:gd name="connsiteY2" fmla="*/ 360045 h 360044"/>
                <a:gd name="connsiteX3" fmla="*/ 26670 w 27093"/>
                <a:gd name="connsiteY3" fmla="*/ 276225 h 360044"/>
                <a:gd name="connsiteX4" fmla="*/ 26670 w 27093"/>
                <a:gd name="connsiteY4" fmla="*/ 130493 h 360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3" h="360044">
                  <a:moveTo>
                    <a:pt x="26670" y="130493"/>
                  </a:moveTo>
                  <a:cubicBezTo>
                    <a:pt x="19050" y="86677"/>
                    <a:pt x="10477" y="42863"/>
                    <a:pt x="952" y="0"/>
                  </a:cubicBezTo>
                  <a:cubicBezTo>
                    <a:pt x="952" y="120015"/>
                    <a:pt x="0" y="240030"/>
                    <a:pt x="0" y="360045"/>
                  </a:cubicBezTo>
                  <a:cubicBezTo>
                    <a:pt x="8572" y="332422"/>
                    <a:pt x="17145" y="303847"/>
                    <a:pt x="26670" y="276225"/>
                  </a:cubicBezTo>
                  <a:cubicBezTo>
                    <a:pt x="27622" y="228600"/>
                    <a:pt x="26670" y="179070"/>
                    <a:pt x="26670" y="1304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3" name="任意多边形: 形状 52"/>
            <p:cNvSpPr/>
            <p:nvPr/>
          </p:nvSpPr>
          <p:spPr>
            <a:xfrm>
              <a:off x="-944356" y="8448677"/>
              <a:ext cx="42624" cy="652462"/>
            </a:xfrm>
            <a:custGeom>
              <a:avLst/>
              <a:gdLst>
                <a:gd name="connsiteX0" fmla="*/ 0 w 42624"/>
                <a:gd name="connsiteY0" fmla="*/ 278130 h 652462"/>
                <a:gd name="connsiteX1" fmla="*/ 0 w 42624"/>
                <a:gd name="connsiteY1" fmla="*/ 330518 h 652462"/>
                <a:gd name="connsiteX2" fmla="*/ 41910 w 42624"/>
                <a:gd name="connsiteY2" fmla="*/ 652463 h 652462"/>
                <a:gd name="connsiteX3" fmla="*/ 41910 w 42624"/>
                <a:gd name="connsiteY3" fmla="*/ 0 h 652462"/>
                <a:gd name="connsiteX4" fmla="*/ 0 w 42624"/>
                <a:gd name="connsiteY4" fmla="*/ 278130 h 652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24" h="652462">
                  <a:moveTo>
                    <a:pt x="0" y="278130"/>
                  </a:moveTo>
                  <a:cubicBezTo>
                    <a:pt x="0" y="295275"/>
                    <a:pt x="0" y="313373"/>
                    <a:pt x="0" y="330518"/>
                  </a:cubicBezTo>
                  <a:cubicBezTo>
                    <a:pt x="36195" y="427673"/>
                    <a:pt x="17145" y="549593"/>
                    <a:pt x="41910" y="652463"/>
                  </a:cubicBezTo>
                  <a:cubicBezTo>
                    <a:pt x="42863" y="435293"/>
                    <a:pt x="42863" y="218123"/>
                    <a:pt x="41910" y="0"/>
                  </a:cubicBezTo>
                  <a:cubicBezTo>
                    <a:pt x="22860" y="92393"/>
                    <a:pt x="9525" y="184785"/>
                    <a:pt x="0" y="2781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4" name="任意多边形: 形状 53"/>
            <p:cNvSpPr/>
            <p:nvPr/>
          </p:nvSpPr>
          <p:spPr>
            <a:xfrm>
              <a:off x="-1553004" y="8671562"/>
              <a:ext cx="42862" cy="311467"/>
            </a:xfrm>
            <a:custGeom>
              <a:avLst/>
              <a:gdLst>
                <a:gd name="connsiteX0" fmla="*/ 23813 w 42862"/>
                <a:gd name="connsiteY0" fmla="*/ 4763 h 311467"/>
                <a:gd name="connsiteX1" fmla="*/ 0 w 42862"/>
                <a:gd name="connsiteY1" fmla="*/ 0 h 311467"/>
                <a:gd name="connsiteX2" fmla="*/ 0 w 42862"/>
                <a:gd name="connsiteY2" fmla="*/ 52388 h 311467"/>
                <a:gd name="connsiteX3" fmla="*/ 28575 w 42862"/>
                <a:gd name="connsiteY3" fmla="*/ 311467 h 311467"/>
                <a:gd name="connsiteX4" fmla="*/ 42863 w 42862"/>
                <a:gd name="connsiteY4" fmla="*/ 8572 h 311467"/>
                <a:gd name="connsiteX5" fmla="*/ 42863 w 42862"/>
                <a:gd name="connsiteY5" fmla="*/ 4763 h 311467"/>
                <a:gd name="connsiteX6" fmla="*/ 23813 w 42862"/>
                <a:gd name="connsiteY6" fmla="*/ 4763 h 31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862" h="311467">
                  <a:moveTo>
                    <a:pt x="23813" y="4763"/>
                  </a:moveTo>
                  <a:cubicBezTo>
                    <a:pt x="15240" y="3810"/>
                    <a:pt x="7620" y="1905"/>
                    <a:pt x="0" y="0"/>
                  </a:cubicBezTo>
                  <a:cubicBezTo>
                    <a:pt x="0" y="17145"/>
                    <a:pt x="0" y="35242"/>
                    <a:pt x="0" y="52388"/>
                  </a:cubicBezTo>
                  <a:cubicBezTo>
                    <a:pt x="13335" y="137160"/>
                    <a:pt x="20003" y="224790"/>
                    <a:pt x="28575" y="311467"/>
                  </a:cubicBezTo>
                  <a:cubicBezTo>
                    <a:pt x="33338" y="210502"/>
                    <a:pt x="34290" y="108585"/>
                    <a:pt x="42863" y="8572"/>
                  </a:cubicBezTo>
                  <a:cubicBezTo>
                    <a:pt x="42863" y="7620"/>
                    <a:pt x="42863" y="5715"/>
                    <a:pt x="42863" y="4763"/>
                  </a:cubicBezTo>
                  <a:cubicBezTo>
                    <a:pt x="36195" y="5715"/>
                    <a:pt x="30480" y="5715"/>
                    <a:pt x="23813" y="47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5" name="任意多边形: 形状 54"/>
            <p:cNvSpPr/>
            <p:nvPr/>
          </p:nvSpPr>
          <p:spPr>
            <a:xfrm>
              <a:off x="-1857804" y="8455345"/>
              <a:ext cx="41910" cy="228600"/>
            </a:xfrm>
            <a:custGeom>
              <a:avLst/>
              <a:gdLst>
                <a:gd name="connsiteX0" fmla="*/ 0 w 41910"/>
                <a:gd name="connsiteY0" fmla="*/ 0 h 228600"/>
                <a:gd name="connsiteX1" fmla="*/ 0 w 41910"/>
                <a:gd name="connsiteY1" fmla="*/ 136207 h 228600"/>
                <a:gd name="connsiteX2" fmla="*/ 1905 w 41910"/>
                <a:gd name="connsiteY2" fmla="*/ 150495 h 228600"/>
                <a:gd name="connsiteX3" fmla="*/ 41910 w 41910"/>
                <a:gd name="connsiteY3" fmla="*/ 228600 h 228600"/>
                <a:gd name="connsiteX4" fmla="*/ 41910 w 41910"/>
                <a:gd name="connsiteY4" fmla="*/ 52388 h 228600"/>
                <a:gd name="connsiteX5" fmla="*/ 0 w 41910"/>
                <a:gd name="connsiteY5" fmla="*/ 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910" h="228600">
                  <a:moveTo>
                    <a:pt x="0" y="0"/>
                  </a:moveTo>
                  <a:cubicBezTo>
                    <a:pt x="0" y="45720"/>
                    <a:pt x="0" y="90488"/>
                    <a:pt x="0" y="136207"/>
                  </a:cubicBezTo>
                  <a:cubicBezTo>
                    <a:pt x="953" y="140970"/>
                    <a:pt x="1905" y="145732"/>
                    <a:pt x="1905" y="150495"/>
                  </a:cubicBezTo>
                  <a:cubicBezTo>
                    <a:pt x="14288" y="177165"/>
                    <a:pt x="27623" y="202882"/>
                    <a:pt x="41910" y="228600"/>
                  </a:cubicBezTo>
                  <a:cubicBezTo>
                    <a:pt x="41910" y="169545"/>
                    <a:pt x="41910" y="110490"/>
                    <a:pt x="41910" y="52388"/>
                  </a:cubicBezTo>
                  <a:cubicBezTo>
                    <a:pt x="27623" y="36195"/>
                    <a:pt x="13335" y="19050"/>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6" name="任意多边形: 形状 55"/>
            <p:cNvSpPr/>
            <p:nvPr/>
          </p:nvSpPr>
          <p:spPr>
            <a:xfrm>
              <a:off x="-1229154" y="8783004"/>
              <a:ext cx="58102" cy="587692"/>
            </a:xfrm>
            <a:custGeom>
              <a:avLst/>
              <a:gdLst>
                <a:gd name="connsiteX0" fmla="*/ 22860 w 58102"/>
                <a:gd name="connsiteY0" fmla="*/ 10478 h 587692"/>
                <a:gd name="connsiteX1" fmla="*/ 0 w 58102"/>
                <a:gd name="connsiteY1" fmla="*/ 0 h 587692"/>
                <a:gd name="connsiteX2" fmla="*/ 6668 w 58102"/>
                <a:gd name="connsiteY2" fmla="*/ 587693 h 587692"/>
                <a:gd name="connsiteX3" fmla="*/ 20003 w 58102"/>
                <a:gd name="connsiteY3" fmla="*/ 529590 h 587692"/>
                <a:gd name="connsiteX4" fmla="*/ 20955 w 58102"/>
                <a:gd name="connsiteY4" fmla="*/ 394335 h 587692"/>
                <a:gd name="connsiteX5" fmla="*/ 48578 w 58102"/>
                <a:gd name="connsiteY5" fmla="*/ 394335 h 587692"/>
                <a:gd name="connsiteX6" fmla="*/ 58103 w 58102"/>
                <a:gd name="connsiteY6" fmla="*/ 341947 h 587692"/>
                <a:gd name="connsiteX7" fmla="*/ 21908 w 58102"/>
                <a:gd name="connsiteY7" fmla="*/ 341947 h 587692"/>
                <a:gd name="connsiteX8" fmla="*/ 22860 w 58102"/>
                <a:gd name="connsiteY8" fmla="*/ 10478 h 58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102" h="587692">
                  <a:moveTo>
                    <a:pt x="22860" y="10478"/>
                  </a:moveTo>
                  <a:cubicBezTo>
                    <a:pt x="15240" y="6668"/>
                    <a:pt x="7620" y="3810"/>
                    <a:pt x="0" y="0"/>
                  </a:cubicBezTo>
                  <a:cubicBezTo>
                    <a:pt x="23813" y="192405"/>
                    <a:pt x="-9525" y="393383"/>
                    <a:pt x="6668" y="587693"/>
                  </a:cubicBezTo>
                  <a:cubicBezTo>
                    <a:pt x="11430" y="568643"/>
                    <a:pt x="16193" y="549593"/>
                    <a:pt x="20003" y="529590"/>
                  </a:cubicBezTo>
                  <a:cubicBezTo>
                    <a:pt x="20955" y="484822"/>
                    <a:pt x="20955" y="439103"/>
                    <a:pt x="20955" y="394335"/>
                  </a:cubicBezTo>
                  <a:cubicBezTo>
                    <a:pt x="30480" y="394335"/>
                    <a:pt x="39053" y="394335"/>
                    <a:pt x="48578" y="394335"/>
                  </a:cubicBezTo>
                  <a:cubicBezTo>
                    <a:pt x="51435" y="377190"/>
                    <a:pt x="55245" y="360045"/>
                    <a:pt x="58103" y="341947"/>
                  </a:cubicBezTo>
                  <a:cubicBezTo>
                    <a:pt x="45720" y="341947"/>
                    <a:pt x="34290" y="341947"/>
                    <a:pt x="21908" y="341947"/>
                  </a:cubicBezTo>
                  <a:cubicBezTo>
                    <a:pt x="21908" y="231458"/>
                    <a:pt x="22860" y="120968"/>
                    <a:pt x="22860" y="1047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7" name="任意多边形: 形状 56"/>
            <p:cNvSpPr/>
            <p:nvPr/>
          </p:nvSpPr>
          <p:spPr>
            <a:xfrm>
              <a:off x="-1895904" y="6496052"/>
              <a:ext cx="1141225" cy="1892617"/>
            </a:xfrm>
            <a:custGeom>
              <a:avLst/>
              <a:gdLst>
                <a:gd name="connsiteX0" fmla="*/ 1019175 w 1141225"/>
                <a:gd name="connsiteY0" fmla="*/ 772477 h 1892617"/>
                <a:gd name="connsiteX1" fmla="*/ 1126808 w 1141225"/>
                <a:gd name="connsiteY1" fmla="*/ 773430 h 1892617"/>
                <a:gd name="connsiteX2" fmla="*/ 1115378 w 1141225"/>
                <a:gd name="connsiteY2" fmla="*/ 711518 h 1892617"/>
                <a:gd name="connsiteX3" fmla="*/ 988695 w 1141225"/>
                <a:gd name="connsiteY3" fmla="*/ 712470 h 1892617"/>
                <a:gd name="connsiteX4" fmla="*/ 988695 w 1141225"/>
                <a:gd name="connsiteY4" fmla="*/ 597218 h 1892617"/>
                <a:gd name="connsiteX5" fmla="*/ 973455 w 1141225"/>
                <a:gd name="connsiteY5" fmla="*/ 604838 h 1892617"/>
                <a:gd name="connsiteX6" fmla="*/ 985838 w 1141225"/>
                <a:gd name="connsiteY6" fmla="*/ 711518 h 1892617"/>
                <a:gd name="connsiteX7" fmla="*/ 985838 w 1141225"/>
                <a:gd name="connsiteY7" fmla="*/ 711518 h 1892617"/>
                <a:gd name="connsiteX8" fmla="*/ 987743 w 1141225"/>
                <a:gd name="connsiteY8" fmla="*/ 726758 h 1892617"/>
                <a:gd name="connsiteX9" fmla="*/ 988695 w 1141225"/>
                <a:gd name="connsiteY9" fmla="*/ 732472 h 1892617"/>
                <a:gd name="connsiteX10" fmla="*/ 988695 w 1141225"/>
                <a:gd name="connsiteY10" fmla="*/ 731520 h 1892617"/>
                <a:gd name="connsiteX11" fmla="*/ 988695 w 1141225"/>
                <a:gd name="connsiteY11" fmla="*/ 732472 h 1892617"/>
                <a:gd name="connsiteX12" fmla="*/ 988695 w 1141225"/>
                <a:gd name="connsiteY12" fmla="*/ 732472 h 1892617"/>
                <a:gd name="connsiteX13" fmla="*/ 990600 w 1141225"/>
                <a:gd name="connsiteY13" fmla="*/ 744855 h 1892617"/>
                <a:gd name="connsiteX14" fmla="*/ 994410 w 1141225"/>
                <a:gd name="connsiteY14" fmla="*/ 770572 h 1892617"/>
                <a:gd name="connsiteX15" fmla="*/ 994410 w 1141225"/>
                <a:gd name="connsiteY15" fmla="*/ 770572 h 1892617"/>
                <a:gd name="connsiteX16" fmla="*/ 998220 w 1141225"/>
                <a:gd name="connsiteY16" fmla="*/ 796290 h 1892617"/>
                <a:gd name="connsiteX17" fmla="*/ 998220 w 1141225"/>
                <a:gd name="connsiteY17" fmla="*/ 796290 h 1892617"/>
                <a:gd name="connsiteX18" fmla="*/ 1004888 w 1141225"/>
                <a:gd name="connsiteY18" fmla="*/ 835343 h 1892617"/>
                <a:gd name="connsiteX19" fmla="*/ 1004888 w 1141225"/>
                <a:gd name="connsiteY19" fmla="*/ 835343 h 1892617"/>
                <a:gd name="connsiteX20" fmla="*/ 1010603 w 1141225"/>
                <a:gd name="connsiteY20" fmla="*/ 864870 h 1892617"/>
                <a:gd name="connsiteX21" fmla="*/ 1014413 w 1141225"/>
                <a:gd name="connsiteY21" fmla="*/ 872490 h 1892617"/>
                <a:gd name="connsiteX22" fmla="*/ 1012508 w 1141225"/>
                <a:gd name="connsiteY22" fmla="*/ 873443 h 1892617"/>
                <a:gd name="connsiteX23" fmla="*/ 1013460 w 1141225"/>
                <a:gd name="connsiteY23" fmla="*/ 877252 h 1892617"/>
                <a:gd name="connsiteX24" fmla="*/ 1013460 w 1141225"/>
                <a:gd name="connsiteY24" fmla="*/ 877252 h 1892617"/>
                <a:gd name="connsiteX25" fmla="*/ 1020128 w 1141225"/>
                <a:gd name="connsiteY25" fmla="*/ 906780 h 1892617"/>
                <a:gd name="connsiteX26" fmla="*/ 1022985 w 1141225"/>
                <a:gd name="connsiteY26" fmla="*/ 920115 h 1892617"/>
                <a:gd name="connsiteX27" fmla="*/ 1056323 w 1141225"/>
                <a:gd name="connsiteY27" fmla="*/ 1052513 h 1892617"/>
                <a:gd name="connsiteX28" fmla="*/ 1052513 w 1141225"/>
                <a:gd name="connsiteY28" fmla="*/ 1064895 h 1892617"/>
                <a:gd name="connsiteX29" fmla="*/ 1060133 w 1141225"/>
                <a:gd name="connsiteY29" fmla="*/ 1111568 h 1892617"/>
                <a:gd name="connsiteX30" fmla="*/ 1043940 w 1141225"/>
                <a:gd name="connsiteY30" fmla="*/ 1107758 h 1892617"/>
                <a:gd name="connsiteX31" fmla="*/ 1029653 w 1141225"/>
                <a:gd name="connsiteY31" fmla="*/ 1095375 h 1892617"/>
                <a:gd name="connsiteX32" fmla="*/ 1025843 w 1141225"/>
                <a:gd name="connsiteY32" fmla="*/ 1077277 h 1892617"/>
                <a:gd name="connsiteX33" fmla="*/ 1034415 w 1141225"/>
                <a:gd name="connsiteY33" fmla="*/ 1064895 h 1892617"/>
                <a:gd name="connsiteX34" fmla="*/ 1031558 w 1141225"/>
                <a:gd name="connsiteY34" fmla="*/ 1059180 h 1892617"/>
                <a:gd name="connsiteX35" fmla="*/ 1018222 w 1141225"/>
                <a:gd name="connsiteY35" fmla="*/ 1008697 h 1892617"/>
                <a:gd name="connsiteX36" fmla="*/ 1002983 w 1141225"/>
                <a:gd name="connsiteY36" fmla="*/ 947738 h 1892617"/>
                <a:gd name="connsiteX37" fmla="*/ 994410 w 1141225"/>
                <a:gd name="connsiteY37" fmla="*/ 910590 h 1892617"/>
                <a:gd name="connsiteX38" fmla="*/ 990600 w 1141225"/>
                <a:gd name="connsiteY38" fmla="*/ 893445 h 1892617"/>
                <a:gd name="connsiteX39" fmla="*/ 988695 w 1141225"/>
                <a:gd name="connsiteY39" fmla="*/ 895350 h 1892617"/>
                <a:gd name="connsiteX40" fmla="*/ 988695 w 1141225"/>
                <a:gd name="connsiteY40" fmla="*/ 883920 h 1892617"/>
                <a:gd name="connsiteX41" fmla="*/ 980122 w 1141225"/>
                <a:gd name="connsiteY41" fmla="*/ 838200 h 1892617"/>
                <a:gd name="connsiteX42" fmla="*/ 976313 w 1141225"/>
                <a:gd name="connsiteY42" fmla="*/ 816293 h 1892617"/>
                <a:gd name="connsiteX43" fmla="*/ 967740 w 1141225"/>
                <a:gd name="connsiteY43" fmla="*/ 762952 h 1892617"/>
                <a:gd name="connsiteX44" fmla="*/ 960120 w 1141225"/>
                <a:gd name="connsiteY44" fmla="*/ 711518 h 1892617"/>
                <a:gd name="connsiteX45" fmla="*/ 956310 w 1141225"/>
                <a:gd name="connsiteY45" fmla="*/ 686752 h 1892617"/>
                <a:gd name="connsiteX46" fmla="*/ 956310 w 1141225"/>
                <a:gd name="connsiteY46" fmla="*/ 696277 h 1892617"/>
                <a:gd name="connsiteX47" fmla="*/ 856297 w 1141225"/>
                <a:gd name="connsiteY47" fmla="*/ 617220 h 1892617"/>
                <a:gd name="connsiteX48" fmla="*/ 838200 w 1141225"/>
                <a:gd name="connsiteY48" fmla="*/ 606743 h 1892617"/>
                <a:gd name="connsiteX49" fmla="*/ 718185 w 1141225"/>
                <a:gd name="connsiteY49" fmla="*/ 553402 h 1892617"/>
                <a:gd name="connsiteX50" fmla="*/ 684847 w 1141225"/>
                <a:gd name="connsiteY50" fmla="*/ 541972 h 1892617"/>
                <a:gd name="connsiteX51" fmla="*/ 683895 w 1141225"/>
                <a:gd name="connsiteY51" fmla="*/ 543877 h 1892617"/>
                <a:gd name="connsiteX52" fmla="*/ 681990 w 1141225"/>
                <a:gd name="connsiteY52" fmla="*/ 542925 h 1892617"/>
                <a:gd name="connsiteX53" fmla="*/ 681038 w 1141225"/>
                <a:gd name="connsiteY53" fmla="*/ 280035 h 1892617"/>
                <a:gd name="connsiteX54" fmla="*/ 655320 w 1141225"/>
                <a:gd name="connsiteY54" fmla="*/ 361950 h 1892617"/>
                <a:gd name="connsiteX55" fmla="*/ 653415 w 1141225"/>
                <a:gd name="connsiteY55" fmla="*/ 369570 h 1892617"/>
                <a:gd name="connsiteX56" fmla="*/ 651510 w 1141225"/>
                <a:gd name="connsiteY56" fmla="*/ 375285 h 1892617"/>
                <a:gd name="connsiteX57" fmla="*/ 651510 w 1141225"/>
                <a:gd name="connsiteY57" fmla="*/ 537210 h 1892617"/>
                <a:gd name="connsiteX58" fmla="*/ 439103 w 1141225"/>
                <a:gd name="connsiteY58" fmla="*/ 559118 h 1892617"/>
                <a:gd name="connsiteX59" fmla="*/ 378143 w 1141225"/>
                <a:gd name="connsiteY59" fmla="*/ 568643 h 1892617"/>
                <a:gd name="connsiteX60" fmla="*/ 377190 w 1141225"/>
                <a:gd name="connsiteY60" fmla="*/ 219075 h 1892617"/>
                <a:gd name="connsiteX61" fmla="*/ 355283 w 1141225"/>
                <a:gd name="connsiteY61" fmla="*/ 184785 h 1892617"/>
                <a:gd name="connsiteX62" fmla="*/ 357188 w 1141225"/>
                <a:gd name="connsiteY62" fmla="*/ 1905 h 1892617"/>
                <a:gd name="connsiteX63" fmla="*/ 348615 w 1141225"/>
                <a:gd name="connsiteY63" fmla="*/ 0 h 1892617"/>
                <a:gd name="connsiteX64" fmla="*/ 347663 w 1141225"/>
                <a:gd name="connsiteY64" fmla="*/ 577215 h 1892617"/>
                <a:gd name="connsiteX65" fmla="*/ 270510 w 1141225"/>
                <a:gd name="connsiteY65" fmla="*/ 610552 h 1892617"/>
                <a:gd name="connsiteX66" fmla="*/ 259080 w 1141225"/>
                <a:gd name="connsiteY66" fmla="*/ 608647 h 1892617"/>
                <a:gd name="connsiteX67" fmla="*/ 251460 w 1141225"/>
                <a:gd name="connsiteY67" fmla="*/ 621983 h 1892617"/>
                <a:gd name="connsiteX68" fmla="*/ 251460 w 1141225"/>
                <a:gd name="connsiteY68" fmla="*/ 621983 h 1892617"/>
                <a:gd name="connsiteX69" fmla="*/ 175260 w 1141225"/>
                <a:gd name="connsiteY69" fmla="*/ 684847 h 1892617"/>
                <a:gd name="connsiteX70" fmla="*/ 152400 w 1141225"/>
                <a:gd name="connsiteY70" fmla="*/ 711518 h 1892617"/>
                <a:gd name="connsiteX71" fmla="*/ 74295 w 1141225"/>
                <a:gd name="connsiteY71" fmla="*/ 711518 h 1892617"/>
                <a:gd name="connsiteX72" fmla="*/ 74295 w 1141225"/>
                <a:gd name="connsiteY72" fmla="*/ 658177 h 1892617"/>
                <a:gd name="connsiteX73" fmla="*/ 42863 w 1141225"/>
                <a:gd name="connsiteY73" fmla="*/ 709613 h 1892617"/>
                <a:gd name="connsiteX74" fmla="*/ 42863 w 1141225"/>
                <a:gd name="connsiteY74" fmla="*/ 711518 h 1892617"/>
                <a:gd name="connsiteX75" fmla="*/ 41910 w 1141225"/>
                <a:gd name="connsiteY75" fmla="*/ 711518 h 1892617"/>
                <a:gd name="connsiteX76" fmla="*/ 4763 w 1141225"/>
                <a:gd name="connsiteY76" fmla="*/ 763905 h 1892617"/>
                <a:gd name="connsiteX77" fmla="*/ 42863 w 1141225"/>
                <a:gd name="connsiteY77" fmla="*/ 763905 h 1892617"/>
                <a:gd name="connsiteX78" fmla="*/ 42863 w 1141225"/>
                <a:gd name="connsiteY78" fmla="*/ 927735 h 1892617"/>
                <a:gd name="connsiteX79" fmla="*/ 17145 w 1141225"/>
                <a:gd name="connsiteY79" fmla="*/ 1039177 h 1892617"/>
                <a:gd name="connsiteX80" fmla="*/ 17145 w 1141225"/>
                <a:gd name="connsiteY80" fmla="*/ 1099185 h 1892617"/>
                <a:gd name="connsiteX81" fmla="*/ 17145 w 1141225"/>
                <a:gd name="connsiteY81" fmla="*/ 1100138 h 1892617"/>
                <a:gd name="connsiteX82" fmla="*/ 9525 w 1141225"/>
                <a:gd name="connsiteY82" fmla="*/ 1279208 h 1892617"/>
                <a:gd name="connsiteX83" fmla="*/ 9525 w 1141225"/>
                <a:gd name="connsiteY83" fmla="*/ 1279208 h 1892617"/>
                <a:gd name="connsiteX84" fmla="*/ 40005 w 1141225"/>
                <a:gd name="connsiteY84" fmla="*/ 1439227 h 1892617"/>
                <a:gd name="connsiteX85" fmla="*/ 40005 w 1141225"/>
                <a:gd name="connsiteY85" fmla="*/ 1448752 h 1892617"/>
                <a:gd name="connsiteX86" fmla="*/ 6668 w 1141225"/>
                <a:gd name="connsiteY86" fmla="*/ 1317308 h 1892617"/>
                <a:gd name="connsiteX87" fmla="*/ 0 w 1141225"/>
                <a:gd name="connsiteY87" fmla="*/ 1386840 h 1892617"/>
                <a:gd name="connsiteX88" fmla="*/ 40005 w 1141225"/>
                <a:gd name="connsiteY88" fmla="*/ 1505902 h 1892617"/>
                <a:gd name="connsiteX89" fmla="*/ 40005 w 1141225"/>
                <a:gd name="connsiteY89" fmla="*/ 1581150 h 1892617"/>
                <a:gd name="connsiteX90" fmla="*/ 78105 w 1141225"/>
                <a:gd name="connsiteY90" fmla="*/ 1632585 h 1892617"/>
                <a:gd name="connsiteX91" fmla="*/ 78105 w 1141225"/>
                <a:gd name="connsiteY91" fmla="*/ 1575435 h 1892617"/>
                <a:gd name="connsiteX92" fmla="*/ 131445 w 1141225"/>
                <a:gd name="connsiteY92" fmla="*/ 1646873 h 1892617"/>
                <a:gd name="connsiteX93" fmla="*/ 192405 w 1141225"/>
                <a:gd name="connsiteY93" fmla="*/ 1737360 h 1892617"/>
                <a:gd name="connsiteX94" fmla="*/ 180975 w 1141225"/>
                <a:gd name="connsiteY94" fmla="*/ 1737360 h 1892617"/>
                <a:gd name="connsiteX95" fmla="*/ 301943 w 1141225"/>
                <a:gd name="connsiteY95" fmla="*/ 1831658 h 1892617"/>
                <a:gd name="connsiteX96" fmla="*/ 314325 w 1141225"/>
                <a:gd name="connsiteY96" fmla="*/ 1819275 h 1892617"/>
                <a:gd name="connsiteX97" fmla="*/ 339090 w 1141225"/>
                <a:gd name="connsiteY97" fmla="*/ 1831658 h 1892617"/>
                <a:gd name="connsiteX98" fmla="*/ 344805 w 1141225"/>
                <a:gd name="connsiteY98" fmla="*/ 1829752 h 1892617"/>
                <a:gd name="connsiteX99" fmla="*/ 344805 w 1141225"/>
                <a:gd name="connsiteY99" fmla="*/ 1856423 h 1892617"/>
                <a:gd name="connsiteX100" fmla="*/ 385763 w 1141225"/>
                <a:gd name="connsiteY100" fmla="*/ 1876425 h 1892617"/>
                <a:gd name="connsiteX101" fmla="*/ 385763 w 1141225"/>
                <a:gd name="connsiteY101" fmla="*/ 1820227 h 1892617"/>
                <a:gd name="connsiteX102" fmla="*/ 457200 w 1141225"/>
                <a:gd name="connsiteY102" fmla="*/ 1839277 h 1892617"/>
                <a:gd name="connsiteX103" fmla="*/ 459105 w 1141225"/>
                <a:gd name="connsiteY103" fmla="*/ 1833562 h 1892617"/>
                <a:gd name="connsiteX104" fmla="*/ 460058 w 1141225"/>
                <a:gd name="connsiteY104" fmla="*/ 1830705 h 1892617"/>
                <a:gd name="connsiteX105" fmla="*/ 462915 w 1141225"/>
                <a:gd name="connsiteY105" fmla="*/ 1824990 h 1892617"/>
                <a:gd name="connsiteX106" fmla="*/ 465773 w 1141225"/>
                <a:gd name="connsiteY106" fmla="*/ 1820227 h 1892617"/>
                <a:gd name="connsiteX107" fmla="*/ 466725 w 1141225"/>
                <a:gd name="connsiteY107" fmla="*/ 1819275 h 1892617"/>
                <a:gd name="connsiteX108" fmla="*/ 476250 w 1141225"/>
                <a:gd name="connsiteY108" fmla="*/ 1809750 h 1892617"/>
                <a:gd name="connsiteX109" fmla="*/ 549593 w 1141225"/>
                <a:gd name="connsiteY109" fmla="*/ 1819275 h 1892617"/>
                <a:gd name="connsiteX110" fmla="*/ 561975 w 1141225"/>
                <a:gd name="connsiteY110" fmla="*/ 1850708 h 1892617"/>
                <a:gd name="connsiteX111" fmla="*/ 563880 w 1141225"/>
                <a:gd name="connsiteY111" fmla="*/ 1850708 h 1892617"/>
                <a:gd name="connsiteX112" fmla="*/ 649605 w 1141225"/>
                <a:gd name="connsiteY112" fmla="*/ 1844040 h 1892617"/>
                <a:gd name="connsiteX113" fmla="*/ 649605 w 1141225"/>
                <a:gd name="connsiteY113" fmla="*/ 1892618 h 1892617"/>
                <a:gd name="connsiteX114" fmla="*/ 690563 w 1141225"/>
                <a:gd name="connsiteY114" fmla="*/ 1879283 h 1892617"/>
                <a:gd name="connsiteX115" fmla="*/ 690563 w 1141225"/>
                <a:gd name="connsiteY115" fmla="*/ 1835468 h 1892617"/>
                <a:gd name="connsiteX116" fmla="*/ 808672 w 1141225"/>
                <a:gd name="connsiteY116" fmla="*/ 1792605 h 1892617"/>
                <a:gd name="connsiteX117" fmla="*/ 854393 w 1141225"/>
                <a:gd name="connsiteY117" fmla="*/ 1792605 h 1892617"/>
                <a:gd name="connsiteX118" fmla="*/ 934403 w 1141225"/>
                <a:gd name="connsiteY118" fmla="*/ 1734502 h 1892617"/>
                <a:gd name="connsiteX119" fmla="*/ 899160 w 1141225"/>
                <a:gd name="connsiteY119" fmla="*/ 1734502 h 1892617"/>
                <a:gd name="connsiteX120" fmla="*/ 954405 w 1141225"/>
                <a:gd name="connsiteY120" fmla="*/ 1684020 h 1892617"/>
                <a:gd name="connsiteX121" fmla="*/ 954405 w 1141225"/>
                <a:gd name="connsiteY121" fmla="*/ 1718310 h 1892617"/>
                <a:gd name="connsiteX122" fmla="*/ 955358 w 1141225"/>
                <a:gd name="connsiteY122" fmla="*/ 1717358 h 1892617"/>
                <a:gd name="connsiteX123" fmla="*/ 982980 w 1141225"/>
                <a:gd name="connsiteY123" fmla="*/ 1640205 h 1892617"/>
                <a:gd name="connsiteX124" fmla="*/ 1011555 w 1141225"/>
                <a:gd name="connsiteY124" fmla="*/ 1610677 h 1892617"/>
                <a:gd name="connsiteX125" fmla="*/ 1081088 w 1141225"/>
                <a:gd name="connsiteY125" fmla="*/ 1419225 h 1892617"/>
                <a:gd name="connsiteX126" fmla="*/ 1081088 w 1141225"/>
                <a:gd name="connsiteY126" fmla="*/ 1415415 h 1892617"/>
                <a:gd name="connsiteX127" fmla="*/ 1086803 w 1141225"/>
                <a:gd name="connsiteY127" fmla="*/ 1412558 h 1892617"/>
                <a:gd name="connsiteX128" fmla="*/ 1141095 w 1141225"/>
                <a:gd name="connsiteY128" fmla="*/ 1170623 h 1892617"/>
                <a:gd name="connsiteX129" fmla="*/ 1087755 w 1141225"/>
                <a:gd name="connsiteY129" fmla="*/ 885825 h 1892617"/>
                <a:gd name="connsiteX130" fmla="*/ 1019175 w 1141225"/>
                <a:gd name="connsiteY130" fmla="*/ 772477 h 1892617"/>
                <a:gd name="connsiteX131" fmla="*/ 1048703 w 1141225"/>
                <a:gd name="connsiteY131" fmla="*/ 975360 h 1892617"/>
                <a:gd name="connsiteX132" fmla="*/ 1038225 w 1141225"/>
                <a:gd name="connsiteY132" fmla="*/ 946785 h 1892617"/>
                <a:gd name="connsiteX133" fmla="*/ 1041083 w 1141225"/>
                <a:gd name="connsiteY133" fmla="*/ 936308 h 1892617"/>
                <a:gd name="connsiteX134" fmla="*/ 1052513 w 1141225"/>
                <a:gd name="connsiteY134" fmla="*/ 973455 h 1892617"/>
                <a:gd name="connsiteX135" fmla="*/ 1048703 w 1141225"/>
                <a:gd name="connsiteY135" fmla="*/ 975360 h 1892617"/>
                <a:gd name="connsiteX136" fmla="*/ 521970 w 1141225"/>
                <a:gd name="connsiteY136" fmla="*/ 861060 h 1892617"/>
                <a:gd name="connsiteX137" fmla="*/ 521018 w 1141225"/>
                <a:gd name="connsiteY137" fmla="*/ 895350 h 1892617"/>
                <a:gd name="connsiteX138" fmla="*/ 515303 w 1141225"/>
                <a:gd name="connsiteY138" fmla="*/ 883920 h 1892617"/>
                <a:gd name="connsiteX139" fmla="*/ 521970 w 1141225"/>
                <a:gd name="connsiteY139" fmla="*/ 861060 h 1892617"/>
                <a:gd name="connsiteX140" fmla="*/ 464820 w 1141225"/>
                <a:gd name="connsiteY140" fmla="*/ 799147 h 1892617"/>
                <a:gd name="connsiteX141" fmla="*/ 481965 w 1141225"/>
                <a:gd name="connsiteY141" fmla="*/ 791527 h 1892617"/>
                <a:gd name="connsiteX142" fmla="*/ 478155 w 1141225"/>
                <a:gd name="connsiteY142" fmla="*/ 823913 h 1892617"/>
                <a:gd name="connsiteX143" fmla="*/ 463868 w 1141225"/>
                <a:gd name="connsiteY143" fmla="*/ 803910 h 1892617"/>
                <a:gd name="connsiteX144" fmla="*/ 464820 w 1141225"/>
                <a:gd name="connsiteY144" fmla="*/ 799147 h 1892617"/>
                <a:gd name="connsiteX145" fmla="*/ 296228 w 1141225"/>
                <a:gd name="connsiteY145" fmla="*/ 696277 h 1892617"/>
                <a:gd name="connsiteX146" fmla="*/ 318135 w 1141225"/>
                <a:gd name="connsiteY146" fmla="*/ 714375 h 1892617"/>
                <a:gd name="connsiteX147" fmla="*/ 266700 w 1141225"/>
                <a:gd name="connsiteY147" fmla="*/ 714375 h 1892617"/>
                <a:gd name="connsiteX148" fmla="*/ 296228 w 1141225"/>
                <a:gd name="connsiteY148" fmla="*/ 696277 h 1892617"/>
                <a:gd name="connsiteX149" fmla="*/ 75248 w 1141225"/>
                <a:gd name="connsiteY149" fmla="*/ 768668 h 1892617"/>
                <a:gd name="connsiteX150" fmla="*/ 115253 w 1141225"/>
                <a:gd name="connsiteY150" fmla="*/ 768668 h 1892617"/>
                <a:gd name="connsiteX151" fmla="*/ 75248 w 1141225"/>
                <a:gd name="connsiteY151" fmla="*/ 844868 h 1892617"/>
                <a:gd name="connsiteX152" fmla="*/ 75248 w 1141225"/>
                <a:gd name="connsiteY152" fmla="*/ 768668 h 1892617"/>
                <a:gd name="connsiteX153" fmla="*/ 321945 w 1141225"/>
                <a:gd name="connsiteY153" fmla="*/ 1800225 h 1892617"/>
                <a:gd name="connsiteX154" fmla="*/ 316230 w 1141225"/>
                <a:gd name="connsiteY154" fmla="*/ 1804035 h 1892617"/>
                <a:gd name="connsiteX155" fmla="*/ 312420 w 1141225"/>
                <a:gd name="connsiteY155" fmla="*/ 1795462 h 1892617"/>
                <a:gd name="connsiteX156" fmla="*/ 314325 w 1141225"/>
                <a:gd name="connsiteY156" fmla="*/ 1795462 h 1892617"/>
                <a:gd name="connsiteX157" fmla="*/ 321945 w 1141225"/>
                <a:gd name="connsiteY157" fmla="*/ 1800225 h 1892617"/>
                <a:gd name="connsiteX158" fmla="*/ 321945 w 1141225"/>
                <a:gd name="connsiteY158" fmla="*/ 1800225 h 1892617"/>
                <a:gd name="connsiteX159" fmla="*/ 435293 w 1141225"/>
                <a:gd name="connsiteY159" fmla="*/ 1743075 h 1892617"/>
                <a:gd name="connsiteX160" fmla="*/ 383858 w 1141225"/>
                <a:gd name="connsiteY160" fmla="*/ 1743075 h 1892617"/>
                <a:gd name="connsiteX161" fmla="*/ 385763 w 1141225"/>
                <a:gd name="connsiteY161" fmla="*/ 1743075 h 1892617"/>
                <a:gd name="connsiteX162" fmla="*/ 441008 w 1141225"/>
                <a:gd name="connsiteY162" fmla="*/ 1728787 h 1892617"/>
                <a:gd name="connsiteX163" fmla="*/ 453390 w 1141225"/>
                <a:gd name="connsiteY163" fmla="*/ 1733550 h 1892617"/>
                <a:gd name="connsiteX164" fmla="*/ 435293 w 1141225"/>
                <a:gd name="connsiteY164" fmla="*/ 1743075 h 1892617"/>
                <a:gd name="connsiteX165" fmla="*/ 469583 w 1141225"/>
                <a:gd name="connsiteY165" fmla="*/ 1724977 h 1892617"/>
                <a:gd name="connsiteX166" fmla="*/ 474345 w 1141225"/>
                <a:gd name="connsiteY166" fmla="*/ 1719262 h 1892617"/>
                <a:gd name="connsiteX167" fmla="*/ 487680 w 1141225"/>
                <a:gd name="connsiteY167" fmla="*/ 1715452 h 1892617"/>
                <a:gd name="connsiteX168" fmla="*/ 469583 w 1141225"/>
                <a:gd name="connsiteY168" fmla="*/ 1724977 h 1892617"/>
                <a:gd name="connsiteX169" fmla="*/ 526733 w 1141225"/>
                <a:gd name="connsiteY169" fmla="*/ 1225868 h 1892617"/>
                <a:gd name="connsiteX170" fmla="*/ 507683 w 1141225"/>
                <a:gd name="connsiteY170" fmla="*/ 1256348 h 1892617"/>
                <a:gd name="connsiteX171" fmla="*/ 523875 w 1141225"/>
                <a:gd name="connsiteY171" fmla="*/ 1280160 h 1892617"/>
                <a:gd name="connsiteX172" fmla="*/ 510540 w 1141225"/>
                <a:gd name="connsiteY172" fmla="*/ 1363027 h 1892617"/>
                <a:gd name="connsiteX173" fmla="*/ 479108 w 1141225"/>
                <a:gd name="connsiteY173" fmla="*/ 1393508 h 1892617"/>
                <a:gd name="connsiteX174" fmla="*/ 490538 w 1141225"/>
                <a:gd name="connsiteY174" fmla="*/ 1424940 h 1892617"/>
                <a:gd name="connsiteX175" fmla="*/ 478155 w 1141225"/>
                <a:gd name="connsiteY175" fmla="*/ 1458277 h 1892617"/>
                <a:gd name="connsiteX176" fmla="*/ 461963 w 1141225"/>
                <a:gd name="connsiteY176" fmla="*/ 1490662 h 1892617"/>
                <a:gd name="connsiteX177" fmla="*/ 364808 w 1141225"/>
                <a:gd name="connsiteY177" fmla="*/ 1628775 h 1892617"/>
                <a:gd name="connsiteX178" fmla="*/ 306705 w 1141225"/>
                <a:gd name="connsiteY178" fmla="*/ 1684973 h 1892617"/>
                <a:gd name="connsiteX179" fmla="*/ 276225 w 1141225"/>
                <a:gd name="connsiteY179" fmla="*/ 1726883 h 1892617"/>
                <a:gd name="connsiteX180" fmla="*/ 217170 w 1141225"/>
                <a:gd name="connsiteY180" fmla="*/ 1675448 h 1892617"/>
                <a:gd name="connsiteX181" fmla="*/ 196215 w 1141225"/>
                <a:gd name="connsiteY181" fmla="*/ 787718 h 1892617"/>
                <a:gd name="connsiteX182" fmla="*/ 210503 w 1141225"/>
                <a:gd name="connsiteY182" fmla="*/ 768668 h 1892617"/>
                <a:gd name="connsiteX183" fmla="*/ 228600 w 1141225"/>
                <a:gd name="connsiteY183" fmla="*/ 768668 h 1892617"/>
                <a:gd name="connsiteX184" fmla="*/ 226695 w 1141225"/>
                <a:gd name="connsiteY184" fmla="*/ 757238 h 1892617"/>
                <a:gd name="connsiteX185" fmla="*/ 227648 w 1141225"/>
                <a:gd name="connsiteY185" fmla="*/ 747713 h 1892617"/>
                <a:gd name="connsiteX186" fmla="*/ 261938 w 1141225"/>
                <a:gd name="connsiteY186" fmla="*/ 717233 h 1892617"/>
                <a:gd name="connsiteX187" fmla="*/ 266700 w 1141225"/>
                <a:gd name="connsiteY187" fmla="*/ 716280 h 1892617"/>
                <a:gd name="connsiteX188" fmla="*/ 282893 w 1141225"/>
                <a:gd name="connsiteY188" fmla="*/ 716280 h 1892617"/>
                <a:gd name="connsiteX189" fmla="*/ 290513 w 1141225"/>
                <a:gd name="connsiteY189" fmla="*/ 717233 h 1892617"/>
                <a:gd name="connsiteX190" fmla="*/ 339090 w 1141225"/>
                <a:gd name="connsiteY190" fmla="*/ 757238 h 1892617"/>
                <a:gd name="connsiteX191" fmla="*/ 339090 w 1141225"/>
                <a:gd name="connsiteY191" fmla="*/ 768668 h 1892617"/>
                <a:gd name="connsiteX192" fmla="*/ 349568 w 1141225"/>
                <a:gd name="connsiteY192" fmla="*/ 768668 h 1892617"/>
                <a:gd name="connsiteX193" fmla="*/ 375285 w 1141225"/>
                <a:gd name="connsiteY193" fmla="*/ 799147 h 1892617"/>
                <a:gd name="connsiteX194" fmla="*/ 398145 w 1141225"/>
                <a:gd name="connsiteY194" fmla="*/ 806768 h 1892617"/>
                <a:gd name="connsiteX195" fmla="*/ 452438 w 1141225"/>
                <a:gd name="connsiteY195" fmla="*/ 897255 h 1892617"/>
                <a:gd name="connsiteX196" fmla="*/ 504825 w 1141225"/>
                <a:gd name="connsiteY196" fmla="*/ 1043940 h 1892617"/>
                <a:gd name="connsiteX197" fmla="*/ 505778 w 1141225"/>
                <a:gd name="connsiteY197" fmla="*/ 1046797 h 1892617"/>
                <a:gd name="connsiteX198" fmla="*/ 526733 w 1141225"/>
                <a:gd name="connsiteY198" fmla="*/ 1225868 h 1892617"/>
                <a:gd name="connsiteX199" fmla="*/ 1046797 w 1141225"/>
                <a:gd name="connsiteY199" fmla="*/ 1224915 h 1892617"/>
                <a:gd name="connsiteX200" fmla="*/ 1050608 w 1141225"/>
                <a:gd name="connsiteY200" fmla="*/ 1218248 h 1892617"/>
                <a:gd name="connsiteX201" fmla="*/ 1050608 w 1141225"/>
                <a:gd name="connsiteY201" fmla="*/ 1239202 h 1892617"/>
                <a:gd name="connsiteX202" fmla="*/ 1042035 w 1141225"/>
                <a:gd name="connsiteY202" fmla="*/ 1230630 h 1892617"/>
                <a:gd name="connsiteX203" fmla="*/ 1046797 w 1141225"/>
                <a:gd name="connsiteY203" fmla="*/ 1224915 h 1892617"/>
                <a:gd name="connsiteX204" fmla="*/ 971550 w 1141225"/>
                <a:gd name="connsiteY204" fmla="*/ 902018 h 1892617"/>
                <a:gd name="connsiteX205" fmla="*/ 981075 w 1141225"/>
                <a:gd name="connsiteY205" fmla="*/ 887730 h 1892617"/>
                <a:gd name="connsiteX206" fmla="*/ 985838 w 1141225"/>
                <a:gd name="connsiteY206" fmla="*/ 899160 h 1892617"/>
                <a:gd name="connsiteX207" fmla="*/ 966788 w 1141225"/>
                <a:gd name="connsiteY207" fmla="*/ 917258 h 1892617"/>
                <a:gd name="connsiteX208" fmla="*/ 963930 w 1141225"/>
                <a:gd name="connsiteY208" fmla="*/ 911543 h 1892617"/>
                <a:gd name="connsiteX209" fmla="*/ 971550 w 1141225"/>
                <a:gd name="connsiteY209" fmla="*/ 902018 h 1892617"/>
                <a:gd name="connsiteX210" fmla="*/ 949643 w 1141225"/>
                <a:gd name="connsiteY210" fmla="*/ 771525 h 1892617"/>
                <a:gd name="connsiteX211" fmla="*/ 957263 w 1141225"/>
                <a:gd name="connsiteY211" fmla="*/ 780097 h 1892617"/>
                <a:gd name="connsiteX212" fmla="*/ 957263 w 1141225"/>
                <a:gd name="connsiteY212" fmla="*/ 785813 h 1892617"/>
                <a:gd name="connsiteX213" fmla="*/ 946785 w 1141225"/>
                <a:gd name="connsiteY213" fmla="*/ 771525 h 1892617"/>
                <a:gd name="connsiteX214" fmla="*/ 949643 w 1141225"/>
                <a:gd name="connsiteY214" fmla="*/ 771525 h 1892617"/>
                <a:gd name="connsiteX215" fmla="*/ 901065 w 1141225"/>
                <a:gd name="connsiteY215" fmla="*/ 1330643 h 1892617"/>
                <a:gd name="connsiteX216" fmla="*/ 861060 w 1141225"/>
                <a:gd name="connsiteY216" fmla="*/ 1370648 h 1892617"/>
                <a:gd name="connsiteX217" fmla="*/ 832485 w 1141225"/>
                <a:gd name="connsiteY217" fmla="*/ 1396365 h 1892617"/>
                <a:gd name="connsiteX218" fmla="*/ 909638 w 1141225"/>
                <a:gd name="connsiteY218" fmla="*/ 1299210 h 1892617"/>
                <a:gd name="connsiteX219" fmla="*/ 942022 w 1141225"/>
                <a:gd name="connsiteY219" fmla="*/ 1279208 h 1892617"/>
                <a:gd name="connsiteX220" fmla="*/ 901065 w 1141225"/>
                <a:gd name="connsiteY220" fmla="*/ 1330643 h 1892617"/>
                <a:gd name="connsiteX221" fmla="*/ 902970 w 1141225"/>
                <a:gd name="connsiteY221" fmla="*/ 1519237 h 1892617"/>
                <a:gd name="connsiteX222" fmla="*/ 828675 w 1141225"/>
                <a:gd name="connsiteY222" fmla="*/ 1604010 h 1892617"/>
                <a:gd name="connsiteX223" fmla="*/ 775335 w 1141225"/>
                <a:gd name="connsiteY223" fmla="*/ 1639252 h 1892617"/>
                <a:gd name="connsiteX224" fmla="*/ 902970 w 1141225"/>
                <a:gd name="connsiteY224" fmla="*/ 1519237 h 1892617"/>
                <a:gd name="connsiteX225" fmla="*/ 882015 w 1141225"/>
                <a:gd name="connsiteY225" fmla="*/ 701993 h 1892617"/>
                <a:gd name="connsiteX226" fmla="*/ 882015 w 1141225"/>
                <a:gd name="connsiteY226" fmla="*/ 701993 h 1892617"/>
                <a:gd name="connsiteX227" fmla="*/ 871538 w 1141225"/>
                <a:gd name="connsiteY227" fmla="*/ 693420 h 1892617"/>
                <a:gd name="connsiteX228" fmla="*/ 882015 w 1141225"/>
                <a:gd name="connsiteY228" fmla="*/ 701993 h 1892617"/>
                <a:gd name="connsiteX229" fmla="*/ 902018 w 1141225"/>
                <a:gd name="connsiteY229" fmla="*/ 1070610 h 1892617"/>
                <a:gd name="connsiteX230" fmla="*/ 913447 w 1141225"/>
                <a:gd name="connsiteY230" fmla="*/ 1110615 h 1892617"/>
                <a:gd name="connsiteX231" fmla="*/ 874395 w 1141225"/>
                <a:gd name="connsiteY231" fmla="*/ 1150620 h 1892617"/>
                <a:gd name="connsiteX232" fmla="*/ 844868 w 1141225"/>
                <a:gd name="connsiteY232" fmla="*/ 1178243 h 1892617"/>
                <a:gd name="connsiteX233" fmla="*/ 902018 w 1141225"/>
                <a:gd name="connsiteY233" fmla="*/ 1070610 h 1892617"/>
                <a:gd name="connsiteX234" fmla="*/ 840105 w 1141225"/>
                <a:gd name="connsiteY234" fmla="*/ 909638 h 1892617"/>
                <a:gd name="connsiteX235" fmla="*/ 852488 w 1141225"/>
                <a:gd name="connsiteY235" fmla="*/ 932497 h 1892617"/>
                <a:gd name="connsiteX236" fmla="*/ 778193 w 1141225"/>
                <a:gd name="connsiteY236" fmla="*/ 1009650 h 1892617"/>
                <a:gd name="connsiteX237" fmla="*/ 835343 w 1141225"/>
                <a:gd name="connsiteY237" fmla="*/ 912495 h 1892617"/>
                <a:gd name="connsiteX238" fmla="*/ 840105 w 1141225"/>
                <a:gd name="connsiteY238" fmla="*/ 909638 h 1892617"/>
                <a:gd name="connsiteX239" fmla="*/ 808672 w 1141225"/>
                <a:gd name="connsiteY239" fmla="*/ 859155 h 1892617"/>
                <a:gd name="connsiteX240" fmla="*/ 784860 w 1141225"/>
                <a:gd name="connsiteY240" fmla="*/ 891540 h 1892617"/>
                <a:gd name="connsiteX241" fmla="*/ 733425 w 1141225"/>
                <a:gd name="connsiteY241" fmla="*/ 921068 h 1892617"/>
                <a:gd name="connsiteX242" fmla="*/ 739140 w 1141225"/>
                <a:gd name="connsiteY242" fmla="*/ 908685 h 1892617"/>
                <a:gd name="connsiteX243" fmla="*/ 799147 w 1141225"/>
                <a:gd name="connsiteY243" fmla="*/ 844868 h 1892617"/>
                <a:gd name="connsiteX244" fmla="*/ 808672 w 1141225"/>
                <a:gd name="connsiteY244" fmla="*/ 859155 h 1892617"/>
                <a:gd name="connsiteX245" fmla="*/ 701993 w 1141225"/>
                <a:gd name="connsiteY245" fmla="*/ 826770 h 1892617"/>
                <a:gd name="connsiteX246" fmla="*/ 742950 w 1141225"/>
                <a:gd name="connsiteY246" fmla="*/ 778193 h 1892617"/>
                <a:gd name="connsiteX247" fmla="*/ 744855 w 1141225"/>
                <a:gd name="connsiteY247" fmla="*/ 780097 h 1892617"/>
                <a:gd name="connsiteX248" fmla="*/ 701040 w 1141225"/>
                <a:gd name="connsiteY248" fmla="*/ 854393 h 1892617"/>
                <a:gd name="connsiteX249" fmla="*/ 685800 w 1141225"/>
                <a:gd name="connsiteY249" fmla="*/ 864870 h 1892617"/>
                <a:gd name="connsiteX250" fmla="*/ 701993 w 1141225"/>
                <a:gd name="connsiteY250" fmla="*/ 826770 h 1892617"/>
                <a:gd name="connsiteX251" fmla="*/ 695325 w 1141225"/>
                <a:gd name="connsiteY251" fmla="*/ 994410 h 1892617"/>
                <a:gd name="connsiteX252" fmla="*/ 716280 w 1141225"/>
                <a:gd name="connsiteY252" fmla="*/ 981075 h 1892617"/>
                <a:gd name="connsiteX253" fmla="*/ 673418 w 1141225"/>
                <a:gd name="connsiteY253" fmla="*/ 1038225 h 1892617"/>
                <a:gd name="connsiteX254" fmla="*/ 695325 w 1141225"/>
                <a:gd name="connsiteY254" fmla="*/ 994410 h 1892617"/>
                <a:gd name="connsiteX255" fmla="*/ 751522 w 1141225"/>
                <a:gd name="connsiteY255" fmla="*/ 987743 h 1892617"/>
                <a:gd name="connsiteX256" fmla="*/ 641033 w 1141225"/>
                <a:gd name="connsiteY256" fmla="*/ 1172527 h 1892617"/>
                <a:gd name="connsiteX257" fmla="*/ 594360 w 1141225"/>
                <a:gd name="connsiteY257" fmla="*/ 1208723 h 1892617"/>
                <a:gd name="connsiteX258" fmla="*/ 594360 w 1141225"/>
                <a:gd name="connsiteY258" fmla="*/ 1197293 h 1892617"/>
                <a:gd name="connsiteX259" fmla="*/ 751522 w 1141225"/>
                <a:gd name="connsiteY259" fmla="*/ 987743 h 1892617"/>
                <a:gd name="connsiteX260" fmla="*/ 748665 w 1141225"/>
                <a:gd name="connsiteY260" fmla="*/ 1246823 h 1892617"/>
                <a:gd name="connsiteX261" fmla="*/ 738188 w 1141225"/>
                <a:gd name="connsiteY261" fmla="*/ 1271588 h 1892617"/>
                <a:gd name="connsiteX262" fmla="*/ 717233 w 1141225"/>
                <a:gd name="connsiteY262" fmla="*/ 1289685 h 1892617"/>
                <a:gd name="connsiteX263" fmla="*/ 748665 w 1141225"/>
                <a:gd name="connsiteY263" fmla="*/ 1246823 h 1892617"/>
                <a:gd name="connsiteX264" fmla="*/ 576263 w 1141225"/>
                <a:gd name="connsiteY264" fmla="*/ 1370648 h 1892617"/>
                <a:gd name="connsiteX265" fmla="*/ 581025 w 1141225"/>
                <a:gd name="connsiteY265" fmla="*/ 1347788 h 1892617"/>
                <a:gd name="connsiteX266" fmla="*/ 626745 w 1141225"/>
                <a:gd name="connsiteY266" fmla="*/ 1303020 h 1892617"/>
                <a:gd name="connsiteX267" fmla="*/ 576263 w 1141225"/>
                <a:gd name="connsiteY267" fmla="*/ 1370648 h 1892617"/>
                <a:gd name="connsiteX268" fmla="*/ 610553 w 1141225"/>
                <a:gd name="connsiteY268" fmla="*/ 1417320 h 1892617"/>
                <a:gd name="connsiteX269" fmla="*/ 555308 w 1141225"/>
                <a:gd name="connsiteY269" fmla="*/ 1473518 h 1892617"/>
                <a:gd name="connsiteX270" fmla="*/ 601028 w 1141225"/>
                <a:gd name="connsiteY270" fmla="*/ 1407795 h 1892617"/>
                <a:gd name="connsiteX271" fmla="*/ 610553 w 1141225"/>
                <a:gd name="connsiteY271" fmla="*/ 1417320 h 1892617"/>
                <a:gd name="connsiteX272" fmla="*/ 592455 w 1141225"/>
                <a:gd name="connsiteY272" fmla="*/ 1254443 h 1892617"/>
                <a:gd name="connsiteX273" fmla="*/ 592455 w 1141225"/>
                <a:gd name="connsiteY273" fmla="*/ 1253490 h 1892617"/>
                <a:gd name="connsiteX274" fmla="*/ 593408 w 1141225"/>
                <a:gd name="connsiteY274" fmla="*/ 1253490 h 1892617"/>
                <a:gd name="connsiteX275" fmla="*/ 592455 w 1141225"/>
                <a:gd name="connsiteY275" fmla="*/ 1254443 h 1892617"/>
                <a:gd name="connsiteX276" fmla="*/ 641033 w 1141225"/>
                <a:gd name="connsiteY276" fmla="*/ 831533 h 1892617"/>
                <a:gd name="connsiteX277" fmla="*/ 628650 w 1141225"/>
                <a:gd name="connsiteY277" fmla="*/ 845820 h 1892617"/>
                <a:gd name="connsiteX278" fmla="*/ 631508 w 1141225"/>
                <a:gd name="connsiteY278" fmla="*/ 835343 h 1892617"/>
                <a:gd name="connsiteX279" fmla="*/ 641033 w 1141225"/>
                <a:gd name="connsiteY279" fmla="*/ 831533 h 1892617"/>
                <a:gd name="connsiteX280" fmla="*/ 623888 w 1141225"/>
                <a:gd name="connsiteY280" fmla="*/ 721043 h 1892617"/>
                <a:gd name="connsiteX281" fmla="*/ 631508 w 1141225"/>
                <a:gd name="connsiteY281" fmla="*/ 719138 h 1892617"/>
                <a:gd name="connsiteX282" fmla="*/ 624840 w 1141225"/>
                <a:gd name="connsiteY282" fmla="*/ 741997 h 1892617"/>
                <a:gd name="connsiteX283" fmla="*/ 616268 w 1141225"/>
                <a:gd name="connsiteY283" fmla="*/ 738188 h 1892617"/>
                <a:gd name="connsiteX284" fmla="*/ 623888 w 1141225"/>
                <a:gd name="connsiteY284" fmla="*/ 721043 h 1892617"/>
                <a:gd name="connsiteX285" fmla="*/ 630555 w 1141225"/>
                <a:gd name="connsiteY285" fmla="*/ 1039177 h 1892617"/>
                <a:gd name="connsiteX286" fmla="*/ 639128 w 1141225"/>
                <a:gd name="connsiteY286" fmla="*/ 1032510 h 1892617"/>
                <a:gd name="connsiteX287" fmla="*/ 589597 w 1141225"/>
                <a:gd name="connsiteY287" fmla="*/ 1122045 h 1892617"/>
                <a:gd name="connsiteX288" fmla="*/ 587693 w 1141225"/>
                <a:gd name="connsiteY288" fmla="*/ 1111568 h 1892617"/>
                <a:gd name="connsiteX289" fmla="*/ 630555 w 1141225"/>
                <a:gd name="connsiteY289" fmla="*/ 1039177 h 1892617"/>
                <a:gd name="connsiteX290" fmla="*/ 538163 w 1141225"/>
                <a:gd name="connsiteY290" fmla="*/ 933450 h 1892617"/>
                <a:gd name="connsiteX291" fmla="*/ 554355 w 1141225"/>
                <a:gd name="connsiteY291" fmla="*/ 921068 h 1892617"/>
                <a:gd name="connsiteX292" fmla="*/ 570548 w 1141225"/>
                <a:gd name="connsiteY292" fmla="*/ 858202 h 1892617"/>
                <a:gd name="connsiteX293" fmla="*/ 588645 w 1141225"/>
                <a:gd name="connsiteY293" fmla="*/ 852488 h 1892617"/>
                <a:gd name="connsiteX294" fmla="*/ 568643 w 1141225"/>
                <a:gd name="connsiteY294" fmla="*/ 915352 h 1892617"/>
                <a:gd name="connsiteX295" fmla="*/ 541973 w 1141225"/>
                <a:gd name="connsiteY295" fmla="*/ 946785 h 1892617"/>
                <a:gd name="connsiteX296" fmla="*/ 538163 w 1141225"/>
                <a:gd name="connsiteY296" fmla="*/ 933450 h 1892617"/>
                <a:gd name="connsiteX297" fmla="*/ 561975 w 1141225"/>
                <a:gd name="connsiteY297" fmla="*/ 1743075 h 1892617"/>
                <a:gd name="connsiteX298" fmla="*/ 544830 w 1141225"/>
                <a:gd name="connsiteY298" fmla="*/ 1743075 h 1892617"/>
                <a:gd name="connsiteX299" fmla="*/ 587693 w 1141225"/>
                <a:gd name="connsiteY299" fmla="*/ 1719262 h 1892617"/>
                <a:gd name="connsiteX300" fmla="*/ 561975 w 1141225"/>
                <a:gd name="connsiteY300" fmla="*/ 1743075 h 1892617"/>
                <a:gd name="connsiteX301" fmla="*/ 623888 w 1141225"/>
                <a:gd name="connsiteY301" fmla="*/ 1556385 h 1892617"/>
                <a:gd name="connsiteX302" fmla="*/ 604838 w 1141225"/>
                <a:gd name="connsiteY302" fmla="*/ 1568768 h 1892617"/>
                <a:gd name="connsiteX303" fmla="*/ 651510 w 1141225"/>
                <a:gd name="connsiteY303" fmla="*/ 1519237 h 1892617"/>
                <a:gd name="connsiteX304" fmla="*/ 623888 w 1141225"/>
                <a:gd name="connsiteY304" fmla="*/ 1556385 h 1892617"/>
                <a:gd name="connsiteX305" fmla="*/ 678180 w 1141225"/>
                <a:gd name="connsiteY305" fmla="*/ 1591627 h 1892617"/>
                <a:gd name="connsiteX306" fmla="*/ 879158 w 1141225"/>
                <a:gd name="connsiteY306" fmla="*/ 1433512 h 1892617"/>
                <a:gd name="connsiteX307" fmla="*/ 843915 w 1141225"/>
                <a:gd name="connsiteY307" fmla="*/ 1486852 h 1892617"/>
                <a:gd name="connsiteX308" fmla="*/ 837247 w 1141225"/>
                <a:gd name="connsiteY308" fmla="*/ 1492568 h 1892617"/>
                <a:gd name="connsiteX309" fmla="*/ 818197 w 1141225"/>
                <a:gd name="connsiteY309" fmla="*/ 1506855 h 1892617"/>
                <a:gd name="connsiteX310" fmla="*/ 678180 w 1141225"/>
                <a:gd name="connsiteY310" fmla="*/ 1591627 h 1892617"/>
                <a:gd name="connsiteX311" fmla="*/ 1017270 w 1141225"/>
                <a:gd name="connsiteY311" fmla="*/ 1460183 h 1892617"/>
                <a:gd name="connsiteX312" fmla="*/ 944880 w 1141225"/>
                <a:gd name="connsiteY312" fmla="*/ 1584960 h 1892617"/>
                <a:gd name="connsiteX313" fmla="*/ 759143 w 1141225"/>
                <a:gd name="connsiteY313" fmla="*/ 1741170 h 1892617"/>
                <a:gd name="connsiteX314" fmla="*/ 746760 w 1141225"/>
                <a:gd name="connsiteY314" fmla="*/ 1741170 h 1892617"/>
                <a:gd name="connsiteX315" fmla="*/ 800100 w 1141225"/>
                <a:gd name="connsiteY315" fmla="*/ 1695450 h 1892617"/>
                <a:gd name="connsiteX316" fmla="*/ 901065 w 1141225"/>
                <a:gd name="connsiteY316" fmla="*/ 1609725 h 1892617"/>
                <a:gd name="connsiteX317" fmla="*/ 905828 w 1141225"/>
                <a:gd name="connsiteY317" fmla="*/ 1586865 h 1892617"/>
                <a:gd name="connsiteX318" fmla="*/ 1033463 w 1141225"/>
                <a:gd name="connsiteY318" fmla="*/ 1412558 h 1892617"/>
                <a:gd name="connsiteX319" fmla="*/ 1017270 w 1141225"/>
                <a:gd name="connsiteY319" fmla="*/ 1460183 h 1892617"/>
                <a:gd name="connsiteX320" fmla="*/ 1052513 w 1141225"/>
                <a:gd name="connsiteY320" fmla="*/ 1335405 h 1892617"/>
                <a:gd name="connsiteX321" fmla="*/ 1025843 w 1141225"/>
                <a:gd name="connsiteY321" fmla="*/ 1339215 h 1892617"/>
                <a:gd name="connsiteX322" fmla="*/ 951547 w 1141225"/>
                <a:gd name="connsiteY322" fmla="*/ 1409700 h 1892617"/>
                <a:gd name="connsiteX323" fmla="*/ 1049655 w 1141225"/>
                <a:gd name="connsiteY323" fmla="*/ 1261110 h 1892617"/>
                <a:gd name="connsiteX324" fmla="*/ 1051560 w 1141225"/>
                <a:gd name="connsiteY324" fmla="*/ 1257300 h 1892617"/>
                <a:gd name="connsiteX325" fmla="*/ 1052513 w 1141225"/>
                <a:gd name="connsiteY325" fmla="*/ 1335405 h 1892617"/>
                <a:gd name="connsiteX326" fmla="*/ 1055370 w 1141225"/>
                <a:gd name="connsiteY326" fmla="*/ 1195388 h 1892617"/>
                <a:gd name="connsiteX327" fmla="*/ 1065848 w 1141225"/>
                <a:gd name="connsiteY327" fmla="*/ 1175385 h 1892617"/>
                <a:gd name="connsiteX328" fmla="*/ 1066800 w 1141225"/>
                <a:gd name="connsiteY328" fmla="*/ 1194435 h 1892617"/>
                <a:gd name="connsiteX329" fmla="*/ 1055370 w 1141225"/>
                <a:gd name="connsiteY329" fmla="*/ 1195388 h 189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Lst>
              <a:rect l="l" t="t" r="r" b="b"/>
              <a:pathLst>
                <a:path w="1141225" h="1892617">
                  <a:moveTo>
                    <a:pt x="1019175" y="772477"/>
                  </a:moveTo>
                  <a:cubicBezTo>
                    <a:pt x="1055370" y="772477"/>
                    <a:pt x="1091565" y="772477"/>
                    <a:pt x="1126808" y="773430"/>
                  </a:cubicBezTo>
                  <a:cubicBezTo>
                    <a:pt x="1122998" y="753427"/>
                    <a:pt x="1119188" y="732472"/>
                    <a:pt x="1115378" y="711518"/>
                  </a:cubicBezTo>
                  <a:cubicBezTo>
                    <a:pt x="1073468" y="711518"/>
                    <a:pt x="1030605" y="711518"/>
                    <a:pt x="988695" y="712470"/>
                  </a:cubicBezTo>
                  <a:cubicBezTo>
                    <a:pt x="988695" y="674370"/>
                    <a:pt x="988695" y="636270"/>
                    <a:pt x="988695" y="597218"/>
                  </a:cubicBezTo>
                  <a:cubicBezTo>
                    <a:pt x="983933" y="601027"/>
                    <a:pt x="979170" y="603885"/>
                    <a:pt x="973455" y="604838"/>
                  </a:cubicBezTo>
                  <a:cubicBezTo>
                    <a:pt x="977265" y="640080"/>
                    <a:pt x="981075" y="676275"/>
                    <a:pt x="985838" y="711518"/>
                  </a:cubicBezTo>
                  <a:cubicBezTo>
                    <a:pt x="985838" y="711518"/>
                    <a:pt x="985838" y="711518"/>
                    <a:pt x="985838" y="711518"/>
                  </a:cubicBezTo>
                  <a:cubicBezTo>
                    <a:pt x="986790" y="716280"/>
                    <a:pt x="987743" y="721995"/>
                    <a:pt x="987743" y="726758"/>
                  </a:cubicBezTo>
                  <a:cubicBezTo>
                    <a:pt x="987743" y="728663"/>
                    <a:pt x="988695" y="730568"/>
                    <a:pt x="988695" y="732472"/>
                  </a:cubicBezTo>
                  <a:cubicBezTo>
                    <a:pt x="988695" y="732472"/>
                    <a:pt x="988695" y="732472"/>
                    <a:pt x="988695" y="731520"/>
                  </a:cubicBezTo>
                  <a:cubicBezTo>
                    <a:pt x="988695" y="731520"/>
                    <a:pt x="988695" y="732472"/>
                    <a:pt x="988695" y="732472"/>
                  </a:cubicBezTo>
                  <a:cubicBezTo>
                    <a:pt x="988695" y="732472"/>
                    <a:pt x="988695" y="732472"/>
                    <a:pt x="988695" y="732472"/>
                  </a:cubicBezTo>
                  <a:cubicBezTo>
                    <a:pt x="989647" y="736283"/>
                    <a:pt x="989647" y="741045"/>
                    <a:pt x="990600" y="744855"/>
                  </a:cubicBezTo>
                  <a:cubicBezTo>
                    <a:pt x="991553" y="753427"/>
                    <a:pt x="993458" y="762000"/>
                    <a:pt x="994410" y="770572"/>
                  </a:cubicBezTo>
                  <a:cubicBezTo>
                    <a:pt x="994410" y="770572"/>
                    <a:pt x="994410" y="770572"/>
                    <a:pt x="994410" y="770572"/>
                  </a:cubicBezTo>
                  <a:cubicBezTo>
                    <a:pt x="995363" y="779145"/>
                    <a:pt x="997268" y="787718"/>
                    <a:pt x="998220" y="796290"/>
                  </a:cubicBezTo>
                  <a:cubicBezTo>
                    <a:pt x="998220" y="796290"/>
                    <a:pt x="998220" y="796290"/>
                    <a:pt x="998220" y="796290"/>
                  </a:cubicBezTo>
                  <a:cubicBezTo>
                    <a:pt x="1000125" y="809625"/>
                    <a:pt x="1002983" y="822960"/>
                    <a:pt x="1004888" y="835343"/>
                  </a:cubicBezTo>
                  <a:cubicBezTo>
                    <a:pt x="1004888" y="835343"/>
                    <a:pt x="1004888" y="835343"/>
                    <a:pt x="1004888" y="835343"/>
                  </a:cubicBezTo>
                  <a:cubicBezTo>
                    <a:pt x="1006793" y="844868"/>
                    <a:pt x="1008697" y="855345"/>
                    <a:pt x="1010603" y="864870"/>
                  </a:cubicBezTo>
                  <a:cubicBezTo>
                    <a:pt x="1011555" y="867727"/>
                    <a:pt x="1013460" y="870585"/>
                    <a:pt x="1014413" y="872490"/>
                  </a:cubicBezTo>
                  <a:cubicBezTo>
                    <a:pt x="1013460" y="872490"/>
                    <a:pt x="1012508" y="873443"/>
                    <a:pt x="1012508" y="873443"/>
                  </a:cubicBezTo>
                  <a:cubicBezTo>
                    <a:pt x="1012508" y="874395"/>
                    <a:pt x="1013460" y="876300"/>
                    <a:pt x="1013460" y="877252"/>
                  </a:cubicBezTo>
                  <a:cubicBezTo>
                    <a:pt x="1013460" y="877252"/>
                    <a:pt x="1013460" y="877252"/>
                    <a:pt x="1013460" y="877252"/>
                  </a:cubicBezTo>
                  <a:cubicBezTo>
                    <a:pt x="1015365" y="886777"/>
                    <a:pt x="1017270" y="897255"/>
                    <a:pt x="1020128" y="906780"/>
                  </a:cubicBezTo>
                  <a:cubicBezTo>
                    <a:pt x="1021080" y="911543"/>
                    <a:pt x="1022033" y="916305"/>
                    <a:pt x="1022985" y="920115"/>
                  </a:cubicBezTo>
                  <a:cubicBezTo>
                    <a:pt x="1032510" y="964883"/>
                    <a:pt x="1043940" y="1008697"/>
                    <a:pt x="1056323" y="1052513"/>
                  </a:cubicBezTo>
                  <a:cubicBezTo>
                    <a:pt x="1058228" y="1058227"/>
                    <a:pt x="1056323" y="1062038"/>
                    <a:pt x="1052513" y="1064895"/>
                  </a:cubicBezTo>
                  <a:cubicBezTo>
                    <a:pt x="1055370" y="1080135"/>
                    <a:pt x="1058228" y="1096327"/>
                    <a:pt x="1060133" y="1111568"/>
                  </a:cubicBezTo>
                  <a:lnTo>
                    <a:pt x="1043940" y="1107758"/>
                  </a:lnTo>
                  <a:cubicBezTo>
                    <a:pt x="1041083" y="1102043"/>
                    <a:pt x="1035368" y="1097280"/>
                    <a:pt x="1029653" y="1095375"/>
                  </a:cubicBezTo>
                  <a:cubicBezTo>
                    <a:pt x="1028700" y="1089660"/>
                    <a:pt x="1027747" y="1082993"/>
                    <a:pt x="1025843" y="1077277"/>
                  </a:cubicBezTo>
                  <a:lnTo>
                    <a:pt x="1034415" y="1064895"/>
                  </a:lnTo>
                  <a:cubicBezTo>
                    <a:pt x="1033463" y="1063943"/>
                    <a:pt x="1031558" y="1062038"/>
                    <a:pt x="1031558" y="1059180"/>
                  </a:cubicBezTo>
                  <a:cubicBezTo>
                    <a:pt x="1026795" y="1042035"/>
                    <a:pt x="1022033" y="1025843"/>
                    <a:pt x="1018222" y="1008697"/>
                  </a:cubicBezTo>
                  <a:cubicBezTo>
                    <a:pt x="1012508" y="988695"/>
                    <a:pt x="1007745" y="967740"/>
                    <a:pt x="1002983" y="947738"/>
                  </a:cubicBezTo>
                  <a:cubicBezTo>
                    <a:pt x="1000125" y="935355"/>
                    <a:pt x="997268" y="922972"/>
                    <a:pt x="994410" y="910590"/>
                  </a:cubicBezTo>
                  <a:cubicBezTo>
                    <a:pt x="993458" y="904875"/>
                    <a:pt x="991553" y="899160"/>
                    <a:pt x="990600" y="893445"/>
                  </a:cubicBezTo>
                  <a:cubicBezTo>
                    <a:pt x="989647" y="894397"/>
                    <a:pt x="989647" y="894397"/>
                    <a:pt x="988695" y="895350"/>
                  </a:cubicBezTo>
                  <a:cubicBezTo>
                    <a:pt x="988695" y="891540"/>
                    <a:pt x="988695" y="887730"/>
                    <a:pt x="988695" y="883920"/>
                  </a:cubicBezTo>
                  <a:cubicBezTo>
                    <a:pt x="985838" y="868680"/>
                    <a:pt x="982980" y="853440"/>
                    <a:pt x="980122" y="838200"/>
                  </a:cubicBezTo>
                  <a:cubicBezTo>
                    <a:pt x="979170" y="830580"/>
                    <a:pt x="977265" y="823913"/>
                    <a:pt x="976313" y="816293"/>
                  </a:cubicBezTo>
                  <a:cubicBezTo>
                    <a:pt x="973455" y="798195"/>
                    <a:pt x="970597" y="781050"/>
                    <a:pt x="967740" y="762952"/>
                  </a:cubicBezTo>
                  <a:cubicBezTo>
                    <a:pt x="964883" y="745808"/>
                    <a:pt x="962978" y="728663"/>
                    <a:pt x="960120" y="711518"/>
                  </a:cubicBezTo>
                  <a:cubicBezTo>
                    <a:pt x="959168" y="702945"/>
                    <a:pt x="958215" y="695325"/>
                    <a:pt x="956310" y="686752"/>
                  </a:cubicBezTo>
                  <a:cubicBezTo>
                    <a:pt x="956310" y="689610"/>
                    <a:pt x="956310" y="693420"/>
                    <a:pt x="956310" y="696277"/>
                  </a:cubicBezTo>
                  <a:cubicBezTo>
                    <a:pt x="925830" y="666750"/>
                    <a:pt x="892493" y="640080"/>
                    <a:pt x="856297" y="617220"/>
                  </a:cubicBezTo>
                  <a:cubicBezTo>
                    <a:pt x="852488" y="611505"/>
                    <a:pt x="845820" y="606743"/>
                    <a:pt x="838200" y="606743"/>
                  </a:cubicBezTo>
                  <a:cubicBezTo>
                    <a:pt x="801053" y="584835"/>
                    <a:pt x="761047" y="566738"/>
                    <a:pt x="718185" y="553402"/>
                  </a:cubicBezTo>
                  <a:cubicBezTo>
                    <a:pt x="721995" y="534352"/>
                    <a:pt x="696278" y="527685"/>
                    <a:pt x="684847" y="541972"/>
                  </a:cubicBezTo>
                  <a:cubicBezTo>
                    <a:pt x="684847" y="542925"/>
                    <a:pt x="683895" y="542925"/>
                    <a:pt x="683895" y="543877"/>
                  </a:cubicBezTo>
                  <a:cubicBezTo>
                    <a:pt x="682943" y="543877"/>
                    <a:pt x="682943" y="543877"/>
                    <a:pt x="681990" y="542925"/>
                  </a:cubicBezTo>
                  <a:cubicBezTo>
                    <a:pt x="681990" y="455295"/>
                    <a:pt x="681990" y="367665"/>
                    <a:pt x="681038" y="280035"/>
                  </a:cubicBezTo>
                  <a:cubicBezTo>
                    <a:pt x="673418" y="307658"/>
                    <a:pt x="664845" y="334327"/>
                    <a:pt x="655320" y="361950"/>
                  </a:cubicBezTo>
                  <a:cubicBezTo>
                    <a:pt x="654368" y="364808"/>
                    <a:pt x="654368" y="367665"/>
                    <a:pt x="653415" y="369570"/>
                  </a:cubicBezTo>
                  <a:cubicBezTo>
                    <a:pt x="653415" y="371475"/>
                    <a:pt x="652463" y="373380"/>
                    <a:pt x="651510" y="375285"/>
                  </a:cubicBezTo>
                  <a:cubicBezTo>
                    <a:pt x="651510" y="429577"/>
                    <a:pt x="651510" y="482917"/>
                    <a:pt x="651510" y="537210"/>
                  </a:cubicBezTo>
                  <a:cubicBezTo>
                    <a:pt x="577215" y="525780"/>
                    <a:pt x="505778" y="534352"/>
                    <a:pt x="439103" y="559118"/>
                  </a:cubicBezTo>
                  <a:cubicBezTo>
                    <a:pt x="419100" y="561022"/>
                    <a:pt x="398145" y="563880"/>
                    <a:pt x="378143" y="568643"/>
                  </a:cubicBezTo>
                  <a:cubicBezTo>
                    <a:pt x="378143" y="452438"/>
                    <a:pt x="377190" y="335280"/>
                    <a:pt x="377190" y="219075"/>
                  </a:cubicBezTo>
                  <a:cubicBezTo>
                    <a:pt x="364808" y="213360"/>
                    <a:pt x="356235" y="200977"/>
                    <a:pt x="355283" y="184785"/>
                  </a:cubicBezTo>
                  <a:cubicBezTo>
                    <a:pt x="351473" y="124777"/>
                    <a:pt x="352425" y="62865"/>
                    <a:pt x="357188" y="1905"/>
                  </a:cubicBezTo>
                  <a:cubicBezTo>
                    <a:pt x="354330" y="1905"/>
                    <a:pt x="351473" y="952"/>
                    <a:pt x="348615" y="0"/>
                  </a:cubicBezTo>
                  <a:cubicBezTo>
                    <a:pt x="348615" y="192405"/>
                    <a:pt x="347663" y="384810"/>
                    <a:pt x="347663" y="577215"/>
                  </a:cubicBezTo>
                  <a:cubicBezTo>
                    <a:pt x="320993" y="585788"/>
                    <a:pt x="295275" y="597218"/>
                    <a:pt x="270510" y="610552"/>
                  </a:cubicBezTo>
                  <a:cubicBezTo>
                    <a:pt x="266700" y="609600"/>
                    <a:pt x="262890" y="608647"/>
                    <a:pt x="259080" y="608647"/>
                  </a:cubicBezTo>
                  <a:cubicBezTo>
                    <a:pt x="252413" y="607695"/>
                    <a:pt x="248603" y="616268"/>
                    <a:pt x="251460" y="621983"/>
                  </a:cubicBezTo>
                  <a:cubicBezTo>
                    <a:pt x="251460" y="621983"/>
                    <a:pt x="251460" y="621983"/>
                    <a:pt x="251460" y="621983"/>
                  </a:cubicBezTo>
                  <a:cubicBezTo>
                    <a:pt x="223838" y="639127"/>
                    <a:pt x="198120" y="660083"/>
                    <a:pt x="175260" y="684847"/>
                  </a:cubicBezTo>
                  <a:cubicBezTo>
                    <a:pt x="167640" y="693420"/>
                    <a:pt x="160020" y="701993"/>
                    <a:pt x="152400" y="711518"/>
                  </a:cubicBezTo>
                  <a:cubicBezTo>
                    <a:pt x="126683" y="711518"/>
                    <a:pt x="100013" y="711518"/>
                    <a:pt x="74295" y="711518"/>
                  </a:cubicBezTo>
                  <a:cubicBezTo>
                    <a:pt x="74295" y="693420"/>
                    <a:pt x="74295" y="676275"/>
                    <a:pt x="74295" y="658177"/>
                  </a:cubicBezTo>
                  <a:cubicBezTo>
                    <a:pt x="63818" y="675322"/>
                    <a:pt x="53340" y="692468"/>
                    <a:pt x="42863" y="709613"/>
                  </a:cubicBezTo>
                  <a:cubicBezTo>
                    <a:pt x="42863" y="710565"/>
                    <a:pt x="42863" y="710565"/>
                    <a:pt x="42863" y="711518"/>
                  </a:cubicBezTo>
                  <a:cubicBezTo>
                    <a:pt x="42863" y="711518"/>
                    <a:pt x="41910" y="711518"/>
                    <a:pt x="41910" y="711518"/>
                  </a:cubicBezTo>
                  <a:cubicBezTo>
                    <a:pt x="30480" y="729615"/>
                    <a:pt x="18098" y="746760"/>
                    <a:pt x="4763" y="763905"/>
                  </a:cubicBezTo>
                  <a:cubicBezTo>
                    <a:pt x="17145" y="763905"/>
                    <a:pt x="30480" y="763905"/>
                    <a:pt x="42863" y="763905"/>
                  </a:cubicBezTo>
                  <a:cubicBezTo>
                    <a:pt x="42863" y="818197"/>
                    <a:pt x="42863" y="873443"/>
                    <a:pt x="42863" y="927735"/>
                  </a:cubicBezTo>
                  <a:cubicBezTo>
                    <a:pt x="31433" y="963930"/>
                    <a:pt x="23813" y="1002030"/>
                    <a:pt x="17145" y="1039177"/>
                  </a:cubicBezTo>
                  <a:cubicBezTo>
                    <a:pt x="17145" y="1059180"/>
                    <a:pt x="17145" y="1079183"/>
                    <a:pt x="17145" y="1099185"/>
                  </a:cubicBezTo>
                  <a:cubicBezTo>
                    <a:pt x="17145" y="1099185"/>
                    <a:pt x="17145" y="1099185"/>
                    <a:pt x="17145" y="1100138"/>
                  </a:cubicBezTo>
                  <a:cubicBezTo>
                    <a:pt x="16193" y="1160145"/>
                    <a:pt x="14288" y="1219200"/>
                    <a:pt x="9525" y="1279208"/>
                  </a:cubicBezTo>
                  <a:cubicBezTo>
                    <a:pt x="9525" y="1279208"/>
                    <a:pt x="9525" y="1279208"/>
                    <a:pt x="9525" y="1279208"/>
                  </a:cubicBezTo>
                  <a:cubicBezTo>
                    <a:pt x="14288" y="1333500"/>
                    <a:pt x="24765" y="1386840"/>
                    <a:pt x="40005" y="1439227"/>
                  </a:cubicBezTo>
                  <a:cubicBezTo>
                    <a:pt x="40005" y="1442085"/>
                    <a:pt x="40005" y="1445895"/>
                    <a:pt x="40005" y="1448752"/>
                  </a:cubicBezTo>
                  <a:cubicBezTo>
                    <a:pt x="23813" y="1406843"/>
                    <a:pt x="12383" y="1363027"/>
                    <a:pt x="6668" y="1317308"/>
                  </a:cubicBezTo>
                  <a:cubicBezTo>
                    <a:pt x="4763" y="1340168"/>
                    <a:pt x="2858" y="1363980"/>
                    <a:pt x="0" y="1386840"/>
                  </a:cubicBezTo>
                  <a:cubicBezTo>
                    <a:pt x="8573" y="1427798"/>
                    <a:pt x="21908" y="1467802"/>
                    <a:pt x="40005" y="1505902"/>
                  </a:cubicBezTo>
                  <a:cubicBezTo>
                    <a:pt x="40005" y="1530668"/>
                    <a:pt x="40005" y="1556385"/>
                    <a:pt x="40005" y="1581150"/>
                  </a:cubicBezTo>
                  <a:cubicBezTo>
                    <a:pt x="52388" y="1599248"/>
                    <a:pt x="64770" y="1616393"/>
                    <a:pt x="78105" y="1632585"/>
                  </a:cubicBezTo>
                  <a:cubicBezTo>
                    <a:pt x="78105" y="1613535"/>
                    <a:pt x="78105" y="1594485"/>
                    <a:pt x="78105" y="1575435"/>
                  </a:cubicBezTo>
                  <a:cubicBezTo>
                    <a:pt x="94298" y="1601152"/>
                    <a:pt x="111443" y="1624965"/>
                    <a:pt x="131445" y="1646873"/>
                  </a:cubicBezTo>
                  <a:cubicBezTo>
                    <a:pt x="149543" y="1678305"/>
                    <a:pt x="170498" y="1708785"/>
                    <a:pt x="192405" y="1737360"/>
                  </a:cubicBezTo>
                  <a:cubicBezTo>
                    <a:pt x="188595" y="1737360"/>
                    <a:pt x="184785" y="1737360"/>
                    <a:pt x="180975" y="1737360"/>
                  </a:cubicBezTo>
                  <a:cubicBezTo>
                    <a:pt x="217170" y="1770698"/>
                    <a:pt x="258128" y="1803083"/>
                    <a:pt x="301943" y="1831658"/>
                  </a:cubicBezTo>
                  <a:cubicBezTo>
                    <a:pt x="306705" y="1828800"/>
                    <a:pt x="311468" y="1824990"/>
                    <a:pt x="314325" y="1819275"/>
                  </a:cubicBezTo>
                  <a:cubicBezTo>
                    <a:pt x="318135" y="1828800"/>
                    <a:pt x="327660" y="1836420"/>
                    <a:pt x="339090" y="1831658"/>
                  </a:cubicBezTo>
                  <a:cubicBezTo>
                    <a:pt x="340995" y="1830705"/>
                    <a:pt x="342900" y="1829752"/>
                    <a:pt x="344805" y="1829752"/>
                  </a:cubicBezTo>
                  <a:cubicBezTo>
                    <a:pt x="344805" y="1838325"/>
                    <a:pt x="344805" y="1846898"/>
                    <a:pt x="344805" y="1856423"/>
                  </a:cubicBezTo>
                  <a:cubicBezTo>
                    <a:pt x="358140" y="1864043"/>
                    <a:pt x="371475" y="1869758"/>
                    <a:pt x="385763" y="1876425"/>
                  </a:cubicBezTo>
                  <a:cubicBezTo>
                    <a:pt x="385763" y="1857375"/>
                    <a:pt x="385763" y="1839277"/>
                    <a:pt x="385763" y="1820227"/>
                  </a:cubicBezTo>
                  <a:cubicBezTo>
                    <a:pt x="408623" y="1827848"/>
                    <a:pt x="433388" y="1834515"/>
                    <a:pt x="457200" y="1839277"/>
                  </a:cubicBezTo>
                  <a:cubicBezTo>
                    <a:pt x="458153" y="1837373"/>
                    <a:pt x="459105" y="1835468"/>
                    <a:pt x="459105" y="1833562"/>
                  </a:cubicBezTo>
                  <a:cubicBezTo>
                    <a:pt x="459105" y="1832610"/>
                    <a:pt x="460058" y="1831658"/>
                    <a:pt x="460058" y="1830705"/>
                  </a:cubicBezTo>
                  <a:cubicBezTo>
                    <a:pt x="461010" y="1828800"/>
                    <a:pt x="461963" y="1826895"/>
                    <a:pt x="462915" y="1824990"/>
                  </a:cubicBezTo>
                  <a:cubicBezTo>
                    <a:pt x="463868" y="1823085"/>
                    <a:pt x="464820" y="1822133"/>
                    <a:pt x="465773" y="1820227"/>
                  </a:cubicBezTo>
                  <a:cubicBezTo>
                    <a:pt x="465773" y="1820227"/>
                    <a:pt x="465773" y="1819275"/>
                    <a:pt x="466725" y="1819275"/>
                  </a:cubicBezTo>
                  <a:cubicBezTo>
                    <a:pt x="469583" y="1815465"/>
                    <a:pt x="472440" y="1812608"/>
                    <a:pt x="476250" y="1809750"/>
                  </a:cubicBezTo>
                  <a:cubicBezTo>
                    <a:pt x="499110" y="1790700"/>
                    <a:pt x="535305" y="1785937"/>
                    <a:pt x="549593" y="1819275"/>
                  </a:cubicBezTo>
                  <a:cubicBezTo>
                    <a:pt x="554355" y="1829752"/>
                    <a:pt x="558165" y="1840230"/>
                    <a:pt x="561975" y="1850708"/>
                  </a:cubicBezTo>
                  <a:cubicBezTo>
                    <a:pt x="562928" y="1850708"/>
                    <a:pt x="562928" y="1850708"/>
                    <a:pt x="563880" y="1850708"/>
                  </a:cubicBezTo>
                  <a:cubicBezTo>
                    <a:pt x="592455" y="1850708"/>
                    <a:pt x="621030" y="1848802"/>
                    <a:pt x="649605" y="1844040"/>
                  </a:cubicBezTo>
                  <a:cubicBezTo>
                    <a:pt x="649605" y="1860233"/>
                    <a:pt x="649605" y="1876425"/>
                    <a:pt x="649605" y="1892618"/>
                  </a:cubicBezTo>
                  <a:cubicBezTo>
                    <a:pt x="662940" y="1888808"/>
                    <a:pt x="677228" y="1884998"/>
                    <a:pt x="690563" y="1879283"/>
                  </a:cubicBezTo>
                  <a:cubicBezTo>
                    <a:pt x="690563" y="1864995"/>
                    <a:pt x="690563" y="1849755"/>
                    <a:pt x="690563" y="1835468"/>
                  </a:cubicBezTo>
                  <a:cubicBezTo>
                    <a:pt x="731520" y="1825943"/>
                    <a:pt x="771525" y="1811655"/>
                    <a:pt x="808672" y="1792605"/>
                  </a:cubicBezTo>
                  <a:cubicBezTo>
                    <a:pt x="823913" y="1792605"/>
                    <a:pt x="839153" y="1792605"/>
                    <a:pt x="854393" y="1792605"/>
                  </a:cubicBezTo>
                  <a:cubicBezTo>
                    <a:pt x="882015" y="1774508"/>
                    <a:pt x="907733" y="1754505"/>
                    <a:pt x="934403" y="1734502"/>
                  </a:cubicBezTo>
                  <a:cubicBezTo>
                    <a:pt x="922972" y="1734502"/>
                    <a:pt x="911543" y="1734502"/>
                    <a:pt x="899160" y="1734502"/>
                  </a:cubicBezTo>
                  <a:cubicBezTo>
                    <a:pt x="919163" y="1719262"/>
                    <a:pt x="937260" y="1702118"/>
                    <a:pt x="954405" y="1684020"/>
                  </a:cubicBezTo>
                  <a:cubicBezTo>
                    <a:pt x="954405" y="1695450"/>
                    <a:pt x="954405" y="1706880"/>
                    <a:pt x="954405" y="1718310"/>
                  </a:cubicBezTo>
                  <a:cubicBezTo>
                    <a:pt x="954405" y="1718310"/>
                    <a:pt x="955358" y="1718310"/>
                    <a:pt x="955358" y="1717358"/>
                  </a:cubicBezTo>
                  <a:cubicBezTo>
                    <a:pt x="963930" y="1691640"/>
                    <a:pt x="972503" y="1665923"/>
                    <a:pt x="982980" y="1640205"/>
                  </a:cubicBezTo>
                  <a:cubicBezTo>
                    <a:pt x="987743" y="1626870"/>
                    <a:pt x="999172" y="1616393"/>
                    <a:pt x="1011555" y="1610677"/>
                  </a:cubicBezTo>
                  <a:cubicBezTo>
                    <a:pt x="1048703" y="1553527"/>
                    <a:pt x="1076325" y="1486852"/>
                    <a:pt x="1081088" y="1419225"/>
                  </a:cubicBezTo>
                  <a:cubicBezTo>
                    <a:pt x="1081088" y="1418273"/>
                    <a:pt x="1081088" y="1417320"/>
                    <a:pt x="1081088" y="1415415"/>
                  </a:cubicBezTo>
                  <a:cubicBezTo>
                    <a:pt x="1082993" y="1414463"/>
                    <a:pt x="1084898" y="1413510"/>
                    <a:pt x="1086803" y="1412558"/>
                  </a:cubicBezTo>
                  <a:cubicBezTo>
                    <a:pt x="1142048" y="1359218"/>
                    <a:pt x="1139190" y="1242060"/>
                    <a:pt x="1141095" y="1170623"/>
                  </a:cubicBezTo>
                  <a:cubicBezTo>
                    <a:pt x="1143000" y="1073468"/>
                    <a:pt x="1123950" y="976313"/>
                    <a:pt x="1087755" y="885825"/>
                  </a:cubicBezTo>
                  <a:cubicBezTo>
                    <a:pt x="1067753" y="849630"/>
                    <a:pt x="1045845" y="808672"/>
                    <a:pt x="1019175" y="772477"/>
                  </a:cubicBezTo>
                  <a:close/>
                  <a:moveTo>
                    <a:pt x="1048703" y="975360"/>
                  </a:moveTo>
                  <a:cubicBezTo>
                    <a:pt x="1044893" y="965835"/>
                    <a:pt x="1042035" y="956310"/>
                    <a:pt x="1038225" y="946785"/>
                  </a:cubicBezTo>
                  <a:cubicBezTo>
                    <a:pt x="1039178" y="942975"/>
                    <a:pt x="1040130" y="939165"/>
                    <a:pt x="1041083" y="936308"/>
                  </a:cubicBezTo>
                  <a:cubicBezTo>
                    <a:pt x="1045845" y="948690"/>
                    <a:pt x="1049655" y="961072"/>
                    <a:pt x="1052513" y="973455"/>
                  </a:cubicBezTo>
                  <a:cubicBezTo>
                    <a:pt x="1051560" y="974408"/>
                    <a:pt x="1049655" y="974408"/>
                    <a:pt x="1048703" y="975360"/>
                  </a:cubicBezTo>
                  <a:close/>
                  <a:moveTo>
                    <a:pt x="521970" y="861060"/>
                  </a:moveTo>
                  <a:cubicBezTo>
                    <a:pt x="521018" y="872490"/>
                    <a:pt x="521018" y="883920"/>
                    <a:pt x="521018" y="895350"/>
                  </a:cubicBezTo>
                  <a:cubicBezTo>
                    <a:pt x="519113" y="891540"/>
                    <a:pt x="517208" y="887730"/>
                    <a:pt x="515303" y="883920"/>
                  </a:cubicBezTo>
                  <a:cubicBezTo>
                    <a:pt x="517208" y="876300"/>
                    <a:pt x="519113" y="868680"/>
                    <a:pt x="521970" y="861060"/>
                  </a:cubicBezTo>
                  <a:close/>
                  <a:moveTo>
                    <a:pt x="464820" y="799147"/>
                  </a:moveTo>
                  <a:cubicBezTo>
                    <a:pt x="470535" y="797243"/>
                    <a:pt x="476250" y="794385"/>
                    <a:pt x="481965" y="791527"/>
                  </a:cubicBezTo>
                  <a:cubicBezTo>
                    <a:pt x="481013" y="802005"/>
                    <a:pt x="480060" y="813435"/>
                    <a:pt x="478155" y="823913"/>
                  </a:cubicBezTo>
                  <a:cubicBezTo>
                    <a:pt x="473393" y="817245"/>
                    <a:pt x="468630" y="810577"/>
                    <a:pt x="463868" y="803910"/>
                  </a:cubicBezTo>
                  <a:cubicBezTo>
                    <a:pt x="464820" y="802005"/>
                    <a:pt x="464820" y="800100"/>
                    <a:pt x="464820" y="799147"/>
                  </a:cubicBezTo>
                  <a:close/>
                  <a:moveTo>
                    <a:pt x="296228" y="696277"/>
                  </a:moveTo>
                  <a:cubicBezTo>
                    <a:pt x="303848" y="701993"/>
                    <a:pt x="311468" y="708660"/>
                    <a:pt x="318135" y="714375"/>
                  </a:cubicBezTo>
                  <a:cubicBezTo>
                    <a:pt x="300990" y="714375"/>
                    <a:pt x="283845" y="714375"/>
                    <a:pt x="266700" y="714375"/>
                  </a:cubicBezTo>
                  <a:cubicBezTo>
                    <a:pt x="276225" y="707708"/>
                    <a:pt x="285750" y="701993"/>
                    <a:pt x="296228" y="696277"/>
                  </a:cubicBezTo>
                  <a:close/>
                  <a:moveTo>
                    <a:pt x="75248" y="768668"/>
                  </a:moveTo>
                  <a:cubicBezTo>
                    <a:pt x="88583" y="768668"/>
                    <a:pt x="101918" y="768668"/>
                    <a:pt x="115253" y="768668"/>
                  </a:cubicBezTo>
                  <a:cubicBezTo>
                    <a:pt x="100013" y="792480"/>
                    <a:pt x="86678" y="818197"/>
                    <a:pt x="75248" y="844868"/>
                  </a:cubicBezTo>
                  <a:cubicBezTo>
                    <a:pt x="75248" y="819150"/>
                    <a:pt x="75248" y="793433"/>
                    <a:pt x="75248" y="768668"/>
                  </a:cubicBezTo>
                  <a:close/>
                  <a:moveTo>
                    <a:pt x="321945" y="1800225"/>
                  </a:moveTo>
                  <a:cubicBezTo>
                    <a:pt x="320040" y="1801177"/>
                    <a:pt x="318135" y="1803083"/>
                    <a:pt x="316230" y="1804035"/>
                  </a:cubicBezTo>
                  <a:cubicBezTo>
                    <a:pt x="315278" y="1801177"/>
                    <a:pt x="314325" y="1798320"/>
                    <a:pt x="312420" y="1795462"/>
                  </a:cubicBezTo>
                  <a:cubicBezTo>
                    <a:pt x="313373" y="1795462"/>
                    <a:pt x="313373" y="1795462"/>
                    <a:pt x="314325" y="1795462"/>
                  </a:cubicBezTo>
                  <a:cubicBezTo>
                    <a:pt x="317183" y="1797368"/>
                    <a:pt x="320040" y="1798320"/>
                    <a:pt x="321945" y="1800225"/>
                  </a:cubicBezTo>
                  <a:cubicBezTo>
                    <a:pt x="321945" y="1800225"/>
                    <a:pt x="321945" y="1800225"/>
                    <a:pt x="321945" y="1800225"/>
                  </a:cubicBezTo>
                  <a:close/>
                  <a:moveTo>
                    <a:pt x="435293" y="1743075"/>
                  </a:moveTo>
                  <a:cubicBezTo>
                    <a:pt x="418148" y="1743075"/>
                    <a:pt x="401003" y="1743075"/>
                    <a:pt x="383858" y="1743075"/>
                  </a:cubicBezTo>
                  <a:cubicBezTo>
                    <a:pt x="384810" y="1743075"/>
                    <a:pt x="384810" y="1743075"/>
                    <a:pt x="385763" y="1743075"/>
                  </a:cubicBezTo>
                  <a:cubicBezTo>
                    <a:pt x="404813" y="1739265"/>
                    <a:pt x="422910" y="1734502"/>
                    <a:pt x="441008" y="1728787"/>
                  </a:cubicBezTo>
                  <a:cubicBezTo>
                    <a:pt x="444818" y="1731645"/>
                    <a:pt x="448628" y="1733550"/>
                    <a:pt x="453390" y="1733550"/>
                  </a:cubicBezTo>
                  <a:cubicBezTo>
                    <a:pt x="446723" y="1737360"/>
                    <a:pt x="441008" y="1740218"/>
                    <a:pt x="435293" y="1743075"/>
                  </a:cubicBezTo>
                  <a:close/>
                  <a:moveTo>
                    <a:pt x="469583" y="1724977"/>
                  </a:moveTo>
                  <a:cubicBezTo>
                    <a:pt x="471488" y="1723073"/>
                    <a:pt x="473393" y="1721168"/>
                    <a:pt x="474345" y="1719262"/>
                  </a:cubicBezTo>
                  <a:cubicBezTo>
                    <a:pt x="479108" y="1718310"/>
                    <a:pt x="482918" y="1716405"/>
                    <a:pt x="487680" y="1715452"/>
                  </a:cubicBezTo>
                  <a:cubicBezTo>
                    <a:pt x="481965" y="1718310"/>
                    <a:pt x="476250" y="1721168"/>
                    <a:pt x="469583" y="1724977"/>
                  </a:cubicBezTo>
                  <a:close/>
                  <a:moveTo>
                    <a:pt x="526733" y="1225868"/>
                  </a:moveTo>
                  <a:cubicBezTo>
                    <a:pt x="520065" y="1236345"/>
                    <a:pt x="514350" y="1246823"/>
                    <a:pt x="507683" y="1256348"/>
                  </a:cubicBezTo>
                  <a:cubicBezTo>
                    <a:pt x="499110" y="1269683"/>
                    <a:pt x="511493" y="1281113"/>
                    <a:pt x="523875" y="1280160"/>
                  </a:cubicBezTo>
                  <a:cubicBezTo>
                    <a:pt x="521018" y="1307783"/>
                    <a:pt x="517208" y="1335405"/>
                    <a:pt x="510540" y="1363027"/>
                  </a:cubicBezTo>
                  <a:cubicBezTo>
                    <a:pt x="500063" y="1373505"/>
                    <a:pt x="489585" y="1383983"/>
                    <a:pt x="479108" y="1393508"/>
                  </a:cubicBezTo>
                  <a:cubicBezTo>
                    <a:pt x="466725" y="1405890"/>
                    <a:pt x="477203" y="1422083"/>
                    <a:pt x="490538" y="1424940"/>
                  </a:cubicBezTo>
                  <a:cubicBezTo>
                    <a:pt x="486728" y="1436370"/>
                    <a:pt x="482918" y="1447800"/>
                    <a:pt x="478155" y="1458277"/>
                  </a:cubicBezTo>
                  <a:cubicBezTo>
                    <a:pt x="473393" y="1468755"/>
                    <a:pt x="467678" y="1480185"/>
                    <a:pt x="461963" y="1490662"/>
                  </a:cubicBezTo>
                  <a:cubicBezTo>
                    <a:pt x="436245" y="1541145"/>
                    <a:pt x="402908" y="1586865"/>
                    <a:pt x="364808" y="1628775"/>
                  </a:cubicBezTo>
                  <a:cubicBezTo>
                    <a:pt x="346710" y="1648777"/>
                    <a:pt x="326708" y="1666875"/>
                    <a:pt x="306705" y="1684973"/>
                  </a:cubicBezTo>
                  <a:cubicBezTo>
                    <a:pt x="290513" y="1699260"/>
                    <a:pt x="284798" y="1711643"/>
                    <a:pt x="276225" y="1726883"/>
                  </a:cubicBezTo>
                  <a:cubicBezTo>
                    <a:pt x="256223" y="1711643"/>
                    <a:pt x="236220" y="1694498"/>
                    <a:pt x="217170" y="1675448"/>
                  </a:cubicBezTo>
                  <a:cubicBezTo>
                    <a:pt x="47625" y="1414463"/>
                    <a:pt x="18098" y="1048702"/>
                    <a:pt x="196215" y="787718"/>
                  </a:cubicBezTo>
                  <a:cubicBezTo>
                    <a:pt x="200978" y="781050"/>
                    <a:pt x="205740" y="774383"/>
                    <a:pt x="210503" y="768668"/>
                  </a:cubicBezTo>
                  <a:lnTo>
                    <a:pt x="228600" y="768668"/>
                  </a:lnTo>
                  <a:cubicBezTo>
                    <a:pt x="227648" y="764858"/>
                    <a:pt x="226695" y="761047"/>
                    <a:pt x="226695" y="757238"/>
                  </a:cubicBezTo>
                  <a:cubicBezTo>
                    <a:pt x="226695" y="753427"/>
                    <a:pt x="227648" y="750570"/>
                    <a:pt x="227648" y="747713"/>
                  </a:cubicBezTo>
                  <a:cubicBezTo>
                    <a:pt x="238125" y="736283"/>
                    <a:pt x="249555" y="725805"/>
                    <a:pt x="261938" y="717233"/>
                  </a:cubicBezTo>
                  <a:cubicBezTo>
                    <a:pt x="263843" y="717233"/>
                    <a:pt x="265748" y="716280"/>
                    <a:pt x="266700" y="716280"/>
                  </a:cubicBezTo>
                  <a:lnTo>
                    <a:pt x="282893" y="716280"/>
                  </a:lnTo>
                  <a:cubicBezTo>
                    <a:pt x="285750" y="716280"/>
                    <a:pt x="288608" y="716280"/>
                    <a:pt x="290513" y="717233"/>
                  </a:cubicBezTo>
                  <a:cubicBezTo>
                    <a:pt x="313373" y="713422"/>
                    <a:pt x="339090" y="730568"/>
                    <a:pt x="339090" y="757238"/>
                  </a:cubicBezTo>
                  <a:lnTo>
                    <a:pt x="339090" y="768668"/>
                  </a:lnTo>
                  <a:lnTo>
                    <a:pt x="349568" y="768668"/>
                  </a:lnTo>
                  <a:cubicBezTo>
                    <a:pt x="353378" y="781050"/>
                    <a:pt x="361950" y="792480"/>
                    <a:pt x="375285" y="799147"/>
                  </a:cubicBezTo>
                  <a:cubicBezTo>
                    <a:pt x="382905" y="802958"/>
                    <a:pt x="390525" y="804863"/>
                    <a:pt x="398145" y="806768"/>
                  </a:cubicBezTo>
                  <a:cubicBezTo>
                    <a:pt x="418148" y="834390"/>
                    <a:pt x="436245" y="863918"/>
                    <a:pt x="452438" y="897255"/>
                  </a:cubicBezTo>
                  <a:lnTo>
                    <a:pt x="504825" y="1043940"/>
                  </a:lnTo>
                  <a:cubicBezTo>
                    <a:pt x="504825" y="1044893"/>
                    <a:pt x="505778" y="1045845"/>
                    <a:pt x="505778" y="1046797"/>
                  </a:cubicBezTo>
                  <a:cubicBezTo>
                    <a:pt x="522923" y="1105852"/>
                    <a:pt x="528638" y="1165860"/>
                    <a:pt x="526733" y="1225868"/>
                  </a:cubicBezTo>
                  <a:close/>
                  <a:moveTo>
                    <a:pt x="1046797" y="1224915"/>
                  </a:moveTo>
                  <a:cubicBezTo>
                    <a:pt x="1048703" y="1223010"/>
                    <a:pt x="1049655" y="1220152"/>
                    <a:pt x="1050608" y="1218248"/>
                  </a:cubicBezTo>
                  <a:cubicBezTo>
                    <a:pt x="1050608" y="1224915"/>
                    <a:pt x="1050608" y="1232535"/>
                    <a:pt x="1050608" y="1239202"/>
                  </a:cubicBezTo>
                  <a:cubicBezTo>
                    <a:pt x="1048703" y="1235393"/>
                    <a:pt x="1045845" y="1232535"/>
                    <a:pt x="1042035" y="1230630"/>
                  </a:cubicBezTo>
                  <a:cubicBezTo>
                    <a:pt x="1043940" y="1228725"/>
                    <a:pt x="1045845" y="1226820"/>
                    <a:pt x="1046797" y="1224915"/>
                  </a:cubicBezTo>
                  <a:close/>
                  <a:moveTo>
                    <a:pt x="971550" y="902018"/>
                  </a:moveTo>
                  <a:cubicBezTo>
                    <a:pt x="976313" y="899160"/>
                    <a:pt x="980122" y="893445"/>
                    <a:pt x="981075" y="887730"/>
                  </a:cubicBezTo>
                  <a:cubicBezTo>
                    <a:pt x="982980" y="891540"/>
                    <a:pt x="983933" y="895350"/>
                    <a:pt x="985838" y="899160"/>
                  </a:cubicBezTo>
                  <a:cubicBezTo>
                    <a:pt x="979170" y="904875"/>
                    <a:pt x="973455" y="911543"/>
                    <a:pt x="966788" y="917258"/>
                  </a:cubicBezTo>
                  <a:cubicBezTo>
                    <a:pt x="965835" y="915352"/>
                    <a:pt x="964883" y="913447"/>
                    <a:pt x="963930" y="911543"/>
                  </a:cubicBezTo>
                  <a:cubicBezTo>
                    <a:pt x="966788" y="908685"/>
                    <a:pt x="969645" y="905827"/>
                    <a:pt x="971550" y="902018"/>
                  </a:cubicBezTo>
                  <a:close/>
                  <a:moveTo>
                    <a:pt x="949643" y="771525"/>
                  </a:moveTo>
                  <a:cubicBezTo>
                    <a:pt x="951547" y="774383"/>
                    <a:pt x="954405" y="777240"/>
                    <a:pt x="957263" y="780097"/>
                  </a:cubicBezTo>
                  <a:cubicBezTo>
                    <a:pt x="957263" y="782002"/>
                    <a:pt x="957263" y="783908"/>
                    <a:pt x="957263" y="785813"/>
                  </a:cubicBezTo>
                  <a:cubicBezTo>
                    <a:pt x="953453" y="781050"/>
                    <a:pt x="950595" y="776288"/>
                    <a:pt x="946785" y="771525"/>
                  </a:cubicBezTo>
                  <a:cubicBezTo>
                    <a:pt x="946785" y="771525"/>
                    <a:pt x="947738" y="771525"/>
                    <a:pt x="949643" y="771525"/>
                  </a:cubicBezTo>
                  <a:close/>
                  <a:moveTo>
                    <a:pt x="901065" y="1330643"/>
                  </a:moveTo>
                  <a:cubicBezTo>
                    <a:pt x="887730" y="1343977"/>
                    <a:pt x="874395" y="1357313"/>
                    <a:pt x="861060" y="1370648"/>
                  </a:cubicBezTo>
                  <a:cubicBezTo>
                    <a:pt x="851535" y="1379220"/>
                    <a:pt x="842010" y="1387793"/>
                    <a:pt x="832485" y="1396365"/>
                  </a:cubicBezTo>
                  <a:cubicBezTo>
                    <a:pt x="858203" y="1363980"/>
                    <a:pt x="883920" y="1331595"/>
                    <a:pt x="909638" y="1299210"/>
                  </a:cubicBezTo>
                  <a:cubicBezTo>
                    <a:pt x="920115" y="1292543"/>
                    <a:pt x="931545" y="1285875"/>
                    <a:pt x="942022" y="1279208"/>
                  </a:cubicBezTo>
                  <a:cubicBezTo>
                    <a:pt x="929640" y="1297305"/>
                    <a:pt x="915353" y="1314450"/>
                    <a:pt x="901065" y="1330643"/>
                  </a:cubicBezTo>
                  <a:close/>
                  <a:moveTo>
                    <a:pt x="902970" y="1519237"/>
                  </a:moveTo>
                  <a:cubicBezTo>
                    <a:pt x="879158" y="1548765"/>
                    <a:pt x="854393" y="1576387"/>
                    <a:pt x="828675" y="1604010"/>
                  </a:cubicBezTo>
                  <a:cubicBezTo>
                    <a:pt x="810578" y="1615440"/>
                    <a:pt x="793433" y="1627823"/>
                    <a:pt x="775335" y="1639252"/>
                  </a:cubicBezTo>
                  <a:lnTo>
                    <a:pt x="902970" y="1519237"/>
                  </a:lnTo>
                  <a:close/>
                  <a:moveTo>
                    <a:pt x="882015" y="701993"/>
                  </a:moveTo>
                  <a:cubicBezTo>
                    <a:pt x="882015" y="701993"/>
                    <a:pt x="882015" y="701993"/>
                    <a:pt x="882015" y="701993"/>
                  </a:cubicBezTo>
                  <a:cubicBezTo>
                    <a:pt x="878205" y="699135"/>
                    <a:pt x="874395" y="696277"/>
                    <a:pt x="871538" y="693420"/>
                  </a:cubicBezTo>
                  <a:cubicBezTo>
                    <a:pt x="875347" y="696277"/>
                    <a:pt x="879158" y="699135"/>
                    <a:pt x="882015" y="701993"/>
                  </a:cubicBezTo>
                  <a:close/>
                  <a:moveTo>
                    <a:pt x="902018" y="1070610"/>
                  </a:moveTo>
                  <a:cubicBezTo>
                    <a:pt x="905828" y="1083945"/>
                    <a:pt x="909638" y="1097280"/>
                    <a:pt x="913447" y="1110615"/>
                  </a:cubicBezTo>
                  <a:cubicBezTo>
                    <a:pt x="900113" y="1123950"/>
                    <a:pt x="886778" y="1137285"/>
                    <a:pt x="874395" y="1150620"/>
                  </a:cubicBezTo>
                  <a:cubicBezTo>
                    <a:pt x="864870" y="1160145"/>
                    <a:pt x="854393" y="1169670"/>
                    <a:pt x="844868" y="1178243"/>
                  </a:cubicBezTo>
                  <a:cubicBezTo>
                    <a:pt x="862013" y="1142048"/>
                    <a:pt x="882015" y="1105852"/>
                    <a:pt x="902018" y="1070610"/>
                  </a:cubicBezTo>
                  <a:close/>
                  <a:moveTo>
                    <a:pt x="840105" y="909638"/>
                  </a:moveTo>
                  <a:cubicBezTo>
                    <a:pt x="843915" y="917258"/>
                    <a:pt x="848678" y="924877"/>
                    <a:pt x="852488" y="932497"/>
                  </a:cubicBezTo>
                  <a:cubicBezTo>
                    <a:pt x="826770" y="957263"/>
                    <a:pt x="802005" y="982980"/>
                    <a:pt x="778193" y="1009650"/>
                  </a:cubicBezTo>
                  <a:cubicBezTo>
                    <a:pt x="797243" y="977265"/>
                    <a:pt x="816293" y="944880"/>
                    <a:pt x="835343" y="912495"/>
                  </a:cubicBezTo>
                  <a:cubicBezTo>
                    <a:pt x="836295" y="912495"/>
                    <a:pt x="838200" y="910590"/>
                    <a:pt x="840105" y="909638"/>
                  </a:cubicBezTo>
                  <a:close/>
                  <a:moveTo>
                    <a:pt x="808672" y="859155"/>
                  </a:moveTo>
                  <a:cubicBezTo>
                    <a:pt x="801053" y="869633"/>
                    <a:pt x="792480" y="881063"/>
                    <a:pt x="784860" y="891540"/>
                  </a:cubicBezTo>
                  <a:cubicBezTo>
                    <a:pt x="767715" y="901065"/>
                    <a:pt x="750570" y="910590"/>
                    <a:pt x="733425" y="921068"/>
                  </a:cubicBezTo>
                  <a:cubicBezTo>
                    <a:pt x="735330" y="917258"/>
                    <a:pt x="737235" y="912495"/>
                    <a:pt x="739140" y="908685"/>
                  </a:cubicBezTo>
                  <a:cubicBezTo>
                    <a:pt x="759143" y="887730"/>
                    <a:pt x="779145" y="865822"/>
                    <a:pt x="799147" y="844868"/>
                  </a:cubicBezTo>
                  <a:cubicBezTo>
                    <a:pt x="802005" y="849630"/>
                    <a:pt x="805815" y="854393"/>
                    <a:pt x="808672" y="859155"/>
                  </a:cubicBezTo>
                  <a:close/>
                  <a:moveTo>
                    <a:pt x="701993" y="826770"/>
                  </a:moveTo>
                  <a:lnTo>
                    <a:pt x="742950" y="778193"/>
                  </a:lnTo>
                  <a:cubicBezTo>
                    <a:pt x="743903" y="779145"/>
                    <a:pt x="743903" y="780097"/>
                    <a:pt x="744855" y="780097"/>
                  </a:cubicBezTo>
                  <a:cubicBezTo>
                    <a:pt x="730568" y="804863"/>
                    <a:pt x="715328" y="829627"/>
                    <a:pt x="701040" y="854393"/>
                  </a:cubicBezTo>
                  <a:cubicBezTo>
                    <a:pt x="696278" y="858202"/>
                    <a:pt x="690563" y="861060"/>
                    <a:pt x="685800" y="864870"/>
                  </a:cubicBezTo>
                  <a:cubicBezTo>
                    <a:pt x="690563" y="853440"/>
                    <a:pt x="696278" y="840105"/>
                    <a:pt x="701993" y="826770"/>
                  </a:cubicBezTo>
                  <a:close/>
                  <a:moveTo>
                    <a:pt x="695325" y="994410"/>
                  </a:moveTo>
                  <a:cubicBezTo>
                    <a:pt x="701993" y="989647"/>
                    <a:pt x="708660" y="985838"/>
                    <a:pt x="716280" y="981075"/>
                  </a:cubicBezTo>
                  <a:cubicBezTo>
                    <a:pt x="701993" y="1000125"/>
                    <a:pt x="687705" y="1019175"/>
                    <a:pt x="673418" y="1038225"/>
                  </a:cubicBezTo>
                  <a:cubicBezTo>
                    <a:pt x="681038" y="1023938"/>
                    <a:pt x="688658" y="1008697"/>
                    <a:pt x="695325" y="994410"/>
                  </a:cubicBezTo>
                  <a:close/>
                  <a:moveTo>
                    <a:pt x="751522" y="987743"/>
                  </a:moveTo>
                  <a:cubicBezTo>
                    <a:pt x="714375" y="1049655"/>
                    <a:pt x="678180" y="1111568"/>
                    <a:pt x="641033" y="1172527"/>
                  </a:cubicBezTo>
                  <a:cubicBezTo>
                    <a:pt x="625793" y="1184910"/>
                    <a:pt x="609600" y="1196340"/>
                    <a:pt x="594360" y="1208723"/>
                  </a:cubicBezTo>
                  <a:cubicBezTo>
                    <a:pt x="594360" y="1204913"/>
                    <a:pt x="594360" y="1201102"/>
                    <a:pt x="594360" y="1197293"/>
                  </a:cubicBezTo>
                  <a:cubicBezTo>
                    <a:pt x="646747" y="1127760"/>
                    <a:pt x="699135" y="1057275"/>
                    <a:pt x="751522" y="987743"/>
                  </a:cubicBezTo>
                  <a:close/>
                  <a:moveTo>
                    <a:pt x="748665" y="1246823"/>
                  </a:moveTo>
                  <a:cubicBezTo>
                    <a:pt x="744855" y="1255395"/>
                    <a:pt x="741997" y="1263015"/>
                    <a:pt x="738188" y="1271588"/>
                  </a:cubicBezTo>
                  <a:cubicBezTo>
                    <a:pt x="731520" y="1277302"/>
                    <a:pt x="723900" y="1283970"/>
                    <a:pt x="717233" y="1289685"/>
                  </a:cubicBezTo>
                  <a:cubicBezTo>
                    <a:pt x="727710" y="1275398"/>
                    <a:pt x="738188" y="1261110"/>
                    <a:pt x="748665" y="1246823"/>
                  </a:cubicBezTo>
                  <a:close/>
                  <a:moveTo>
                    <a:pt x="576263" y="1370648"/>
                  </a:moveTo>
                  <a:cubicBezTo>
                    <a:pt x="578168" y="1363027"/>
                    <a:pt x="579120" y="1355408"/>
                    <a:pt x="581025" y="1347788"/>
                  </a:cubicBezTo>
                  <a:cubicBezTo>
                    <a:pt x="596265" y="1333500"/>
                    <a:pt x="611505" y="1318260"/>
                    <a:pt x="626745" y="1303020"/>
                  </a:cubicBezTo>
                  <a:cubicBezTo>
                    <a:pt x="609600" y="1325880"/>
                    <a:pt x="593408" y="1347788"/>
                    <a:pt x="576263" y="1370648"/>
                  </a:cubicBezTo>
                  <a:close/>
                  <a:moveTo>
                    <a:pt x="610553" y="1417320"/>
                  </a:moveTo>
                  <a:cubicBezTo>
                    <a:pt x="592455" y="1436370"/>
                    <a:pt x="573405" y="1454468"/>
                    <a:pt x="555308" y="1473518"/>
                  </a:cubicBezTo>
                  <a:cubicBezTo>
                    <a:pt x="570548" y="1451610"/>
                    <a:pt x="585788" y="1429702"/>
                    <a:pt x="601028" y="1407795"/>
                  </a:cubicBezTo>
                  <a:cubicBezTo>
                    <a:pt x="602933" y="1411605"/>
                    <a:pt x="606743" y="1414463"/>
                    <a:pt x="610553" y="1417320"/>
                  </a:cubicBezTo>
                  <a:close/>
                  <a:moveTo>
                    <a:pt x="592455" y="1254443"/>
                  </a:moveTo>
                  <a:cubicBezTo>
                    <a:pt x="592455" y="1254443"/>
                    <a:pt x="592455" y="1253490"/>
                    <a:pt x="592455" y="1253490"/>
                  </a:cubicBezTo>
                  <a:cubicBezTo>
                    <a:pt x="592455" y="1253490"/>
                    <a:pt x="592455" y="1253490"/>
                    <a:pt x="593408" y="1253490"/>
                  </a:cubicBezTo>
                  <a:cubicBezTo>
                    <a:pt x="593408" y="1253490"/>
                    <a:pt x="593408" y="1253490"/>
                    <a:pt x="592455" y="1254443"/>
                  </a:cubicBezTo>
                  <a:close/>
                  <a:moveTo>
                    <a:pt x="641033" y="831533"/>
                  </a:moveTo>
                  <a:cubicBezTo>
                    <a:pt x="637222" y="836295"/>
                    <a:pt x="633413" y="841058"/>
                    <a:pt x="628650" y="845820"/>
                  </a:cubicBezTo>
                  <a:lnTo>
                    <a:pt x="631508" y="835343"/>
                  </a:lnTo>
                  <a:cubicBezTo>
                    <a:pt x="635318" y="833438"/>
                    <a:pt x="638175" y="832485"/>
                    <a:pt x="641033" y="831533"/>
                  </a:cubicBezTo>
                  <a:close/>
                  <a:moveTo>
                    <a:pt x="623888" y="721043"/>
                  </a:moveTo>
                  <a:cubicBezTo>
                    <a:pt x="626745" y="720090"/>
                    <a:pt x="628650" y="720090"/>
                    <a:pt x="631508" y="719138"/>
                  </a:cubicBezTo>
                  <a:cubicBezTo>
                    <a:pt x="629603" y="726758"/>
                    <a:pt x="626745" y="734377"/>
                    <a:pt x="624840" y="741997"/>
                  </a:cubicBezTo>
                  <a:lnTo>
                    <a:pt x="616268" y="738188"/>
                  </a:lnTo>
                  <a:cubicBezTo>
                    <a:pt x="619125" y="732472"/>
                    <a:pt x="621030" y="726758"/>
                    <a:pt x="623888" y="721043"/>
                  </a:cubicBezTo>
                  <a:close/>
                  <a:moveTo>
                    <a:pt x="630555" y="1039177"/>
                  </a:moveTo>
                  <a:cubicBezTo>
                    <a:pt x="633413" y="1037272"/>
                    <a:pt x="636270" y="1035368"/>
                    <a:pt x="639128" y="1032510"/>
                  </a:cubicBezTo>
                  <a:cubicBezTo>
                    <a:pt x="622935" y="1062990"/>
                    <a:pt x="606743" y="1092518"/>
                    <a:pt x="589597" y="1122045"/>
                  </a:cubicBezTo>
                  <a:cubicBezTo>
                    <a:pt x="589597" y="1118235"/>
                    <a:pt x="588645" y="1115377"/>
                    <a:pt x="587693" y="1111568"/>
                  </a:cubicBezTo>
                  <a:cubicBezTo>
                    <a:pt x="601980" y="1087755"/>
                    <a:pt x="616268" y="1063943"/>
                    <a:pt x="630555" y="1039177"/>
                  </a:cubicBezTo>
                  <a:close/>
                  <a:moveTo>
                    <a:pt x="538163" y="933450"/>
                  </a:moveTo>
                  <a:cubicBezTo>
                    <a:pt x="545783" y="933450"/>
                    <a:pt x="552450" y="929640"/>
                    <a:pt x="554355" y="921068"/>
                  </a:cubicBezTo>
                  <a:cubicBezTo>
                    <a:pt x="559118" y="900113"/>
                    <a:pt x="564833" y="879158"/>
                    <a:pt x="570548" y="858202"/>
                  </a:cubicBezTo>
                  <a:cubicBezTo>
                    <a:pt x="577215" y="856297"/>
                    <a:pt x="582930" y="854393"/>
                    <a:pt x="588645" y="852488"/>
                  </a:cubicBezTo>
                  <a:cubicBezTo>
                    <a:pt x="581978" y="873443"/>
                    <a:pt x="575310" y="894397"/>
                    <a:pt x="568643" y="915352"/>
                  </a:cubicBezTo>
                  <a:cubicBezTo>
                    <a:pt x="560070" y="925830"/>
                    <a:pt x="550545" y="936308"/>
                    <a:pt x="541973" y="946785"/>
                  </a:cubicBezTo>
                  <a:cubicBezTo>
                    <a:pt x="541973" y="942022"/>
                    <a:pt x="540068" y="937260"/>
                    <a:pt x="538163" y="933450"/>
                  </a:cubicBezTo>
                  <a:close/>
                  <a:moveTo>
                    <a:pt x="561975" y="1743075"/>
                  </a:moveTo>
                  <a:cubicBezTo>
                    <a:pt x="556260" y="1743075"/>
                    <a:pt x="550545" y="1743075"/>
                    <a:pt x="544830" y="1743075"/>
                  </a:cubicBezTo>
                  <a:cubicBezTo>
                    <a:pt x="559118" y="1735455"/>
                    <a:pt x="573405" y="1727835"/>
                    <a:pt x="587693" y="1719262"/>
                  </a:cubicBezTo>
                  <a:cubicBezTo>
                    <a:pt x="580073" y="1726883"/>
                    <a:pt x="571500" y="1734502"/>
                    <a:pt x="561975" y="1743075"/>
                  </a:cubicBezTo>
                  <a:close/>
                  <a:moveTo>
                    <a:pt x="623888" y="1556385"/>
                  </a:moveTo>
                  <a:cubicBezTo>
                    <a:pt x="617220" y="1560195"/>
                    <a:pt x="610553" y="1564958"/>
                    <a:pt x="604838" y="1568768"/>
                  </a:cubicBezTo>
                  <a:cubicBezTo>
                    <a:pt x="620078" y="1551623"/>
                    <a:pt x="635318" y="1535430"/>
                    <a:pt x="651510" y="1519237"/>
                  </a:cubicBezTo>
                  <a:cubicBezTo>
                    <a:pt x="641985" y="1532573"/>
                    <a:pt x="633413" y="1544955"/>
                    <a:pt x="623888" y="1556385"/>
                  </a:cubicBezTo>
                  <a:close/>
                  <a:moveTo>
                    <a:pt x="678180" y="1591627"/>
                  </a:moveTo>
                  <a:cubicBezTo>
                    <a:pt x="748665" y="1544002"/>
                    <a:pt x="816293" y="1490662"/>
                    <a:pt x="879158" y="1433512"/>
                  </a:cubicBezTo>
                  <a:cubicBezTo>
                    <a:pt x="867728" y="1451610"/>
                    <a:pt x="855345" y="1469708"/>
                    <a:pt x="843915" y="1486852"/>
                  </a:cubicBezTo>
                  <a:cubicBezTo>
                    <a:pt x="842010" y="1488758"/>
                    <a:pt x="839153" y="1490662"/>
                    <a:pt x="837247" y="1492568"/>
                  </a:cubicBezTo>
                  <a:cubicBezTo>
                    <a:pt x="830580" y="1497330"/>
                    <a:pt x="824865" y="1502093"/>
                    <a:pt x="818197" y="1506855"/>
                  </a:cubicBezTo>
                  <a:cubicBezTo>
                    <a:pt x="773430" y="1538287"/>
                    <a:pt x="726758" y="1565910"/>
                    <a:pt x="678180" y="1591627"/>
                  </a:cubicBezTo>
                  <a:close/>
                  <a:moveTo>
                    <a:pt x="1017270" y="1460183"/>
                  </a:moveTo>
                  <a:cubicBezTo>
                    <a:pt x="997268" y="1503998"/>
                    <a:pt x="972503" y="1544955"/>
                    <a:pt x="944880" y="1584960"/>
                  </a:cubicBezTo>
                  <a:cubicBezTo>
                    <a:pt x="897255" y="1653540"/>
                    <a:pt x="832485" y="1705927"/>
                    <a:pt x="759143" y="1741170"/>
                  </a:cubicBezTo>
                  <a:cubicBezTo>
                    <a:pt x="755333" y="1741170"/>
                    <a:pt x="751522" y="1741170"/>
                    <a:pt x="746760" y="1741170"/>
                  </a:cubicBezTo>
                  <a:cubicBezTo>
                    <a:pt x="764858" y="1725930"/>
                    <a:pt x="782955" y="1711643"/>
                    <a:pt x="800100" y="1695450"/>
                  </a:cubicBezTo>
                  <a:cubicBezTo>
                    <a:pt x="833438" y="1666875"/>
                    <a:pt x="867728" y="1638300"/>
                    <a:pt x="901065" y="1609725"/>
                  </a:cubicBezTo>
                  <a:cubicBezTo>
                    <a:pt x="908685" y="1603058"/>
                    <a:pt x="909638" y="1594485"/>
                    <a:pt x="905828" y="1586865"/>
                  </a:cubicBezTo>
                  <a:cubicBezTo>
                    <a:pt x="953453" y="1532573"/>
                    <a:pt x="995363" y="1474470"/>
                    <a:pt x="1033463" y="1412558"/>
                  </a:cubicBezTo>
                  <a:cubicBezTo>
                    <a:pt x="1028700" y="1428750"/>
                    <a:pt x="1022985" y="1444943"/>
                    <a:pt x="1017270" y="1460183"/>
                  </a:cubicBezTo>
                  <a:close/>
                  <a:moveTo>
                    <a:pt x="1052513" y="1335405"/>
                  </a:moveTo>
                  <a:cubicBezTo>
                    <a:pt x="1044893" y="1330643"/>
                    <a:pt x="1034415" y="1330643"/>
                    <a:pt x="1025843" y="1339215"/>
                  </a:cubicBezTo>
                  <a:cubicBezTo>
                    <a:pt x="1001078" y="1363027"/>
                    <a:pt x="976313" y="1385888"/>
                    <a:pt x="951547" y="1409700"/>
                  </a:cubicBezTo>
                  <a:cubicBezTo>
                    <a:pt x="983933" y="1360170"/>
                    <a:pt x="1017270" y="1310640"/>
                    <a:pt x="1049655" y="1261110"/>
                  </a:cubicBezTo>
                  <a:cubicBezTo>
                    <a:pt x="1050608" y="1260158"/>
                    <a:pt x="1051560" y="1258252"/>
                    <a:pt x="1051560" y="1257300"/>
                  </a:cubicBezTo>
                  <a:cubicBezTo>
                    <a:pt x="1052513" y="1283018"/>
                    <a:pt x="1053465" y="1308735"/>
                    <a:pt x="1052513" y="1335405"/>
                  </a:cubicBezTo>
                  <a:close/>
                  <a:moveTo>
                    <a:pt x="1055370" y="1195388"/>
                  </a:moveTo>
                  <a:cubicBezTo>
                    <a:pt x="1059180" y="1188720"/>
                    <a:pt x="1062990" y="1182052"/>
                    <a:pt x="1065848" y="1175385"/>
                  </a:cubicBezTo>
                  <a:cubicBezTo>
                    <a:pt x="1065848" y="1182052"/>
                    <a:pt x="1065848" y="1187768"/>
                    <a:pt x="1066800" y="1194435"/>
                  </a:cubicBezTo>
                  <a:cubicBezTo>
                    <a:pt x="1062990" y="1191577"/>
                    <a:pt x="1058228" y="1192530"/>
                    <a:pt x="1055370" y="11953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8" name="任意多边形: 形状 57"/>
            <p:cNvSpPr/>
            <p:nvPr/>
          </p:nvSpPr>
          <p:spPr>
            <a:xfrm>
              <a:off x="-1540621" y="6157915"/>
              <a:ext cx="31432" cy="190500"/>
            </a:xfrm>
            <a:custGeom>
              <a:avLst/>
              <a:gdLst>
                <a:gd name="connsiteX0" fmla="*/ 10478 w 31432"/>
                <a:gd name="connsiteY0" fmla="*/ 138113 h 190500"/>
                <a:gd name="connsiteX1" fmla="*/ 10478 w 31432"/>
                <a:gd name="connsiteY1" fmla="*/ 138113 h 190500"/>
                <a:gd name="connsiteX2" fmla="*/ 20955 w 31432"/>
                <a:gd name="connsiteY2" fmla="*/ 187642 h 190500"/>
                <a:gd name="connsiteX3" fmla="*/ 20955 w 31432"/>
                <a:gd name="connsiteY3" fmla="*/ 187642 h 190500"/>
                <a:gd name="connsiteX4" fmla="*/ 21908 w 31432"/>
                <a:gd name="connsiteY4" fmla="*/ 190500 h 190500"/>
                <a:gd name="connsiteX5" fmla="*/ 21908 w 31432"/>
                <a:gd name="connsiteY5" fmla="*/ 188595 h 190500"/>
                <a:gd name="connsiteX6" fmla="*/ 21908 w 31432"/>
                <a:gd name="connsiteY6" fmla="*/ 187642 h 190500"/>
                <a:gd name="connsiteX7" fmla="*/ 21908 w 31432"/>
                <a:gd name="connsiteY7" fmla="*/ 187642 h 190500"/>
                <a:gd name="connsiteX8" fmla="*/ 31433 w 31432"/>
                <a:gd name="connsiteY8" fmla="*/ 138113 h 190500"/>
                <a:gd name="connsiteX9" fmla="*/ 21908 w 31432"/>
                <a:gd name="connsiteY9" fmla="*/ 138113 h 190500"/>
                <a:gd name="connsiteX10" fmla="*/ 21908 w 31432"/>
                <a:gd name="connsiteY10" fmla="*/ 0 h 190500"/>
                <a:gd name="connsiteX11" fmla="*/ 0 w 31432"/>
                <a:gd name="connsiteY11" fmla="*/ 78105 h 190500"/>
                <a:gd name="connsiteX12" fmla="*/ 10478 w 31432"/>
                <a:gd name="connsiteY12" fmla="*/ 13811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32" h="190500">
                  <a:moveTo>
                    <a:pt x="10478" y="138113"/>
                  </a:moveTo>
                  <a:cubicBezTo>
                    <a:pt x="10478" y="138113"/>
                    <a:pt x="10478" y="138113"/>
                    <a:pt x="10478" y="138113"/>
                  </a:cubicBezTo>
                  <a:cubicBezTo>
                    <a:pt x="13335" y="154305"/>
                    <a:pt x="17145" y="171450"/>
                    <a:pt x="20955" y="187642"/>
                  </a:cubicBezTo>
                  <a:cubicBezTo>
                    <a:pt x="20955" y="187642"/>
                    <a:pt x="20955" y="187642"/>
                    <a:pt x="20955" y="187642"/>
                  </a:cubicBezTo>
                  <a:cubicBezTo>
                    <a:pt x="20955" y="188595"/>
                    <a:pt x="20955" y="189547"/>
                    <a:pt x="21908" y="190500"/>
                  </a:cubicBezTo>
                  <a:cubicBezTo>
                    <a:pt x="21908" y="189547"/>
                    <a:pt x="21908" y="189547"/>
                    <a:pt x="21908" y="188595"/>
                  </a:cubicBezTo>
                  <a:cubicBezTo>
                    <a:pt x="21908" y="188595"/>
                    <a:pt x="21908" y="187642"/>
                    <a:pt x="21908" y="187642"/>
                  </a:cubicBezTo>
                  <a:cubicBezTo>
                    <a:pt x="21908" y="187642"/>
                    <a:pt x="21908" y="187642"/>
                    <a:pt x="21908" y="187642"/>
                  </a:cubicBezTo>
                  <a:cubicBezTo>
                    <a:pt x="24765" y="171450"/>
                    <a:pt x="27623" y="154305"/>
                    <a:pt x="31433" y="138113"/>
                  </a:cubicBezTo>
                  <a:cubicBezTo>
                    <a:pt x="28575" y="138113"/>
                    <a:pt x="24765" y="138113"/>
                    <a:pt x="21908" y="138113"/>
                  </a:cubicBezTo>
                  <a:cubicBezTo>
                    <a:pt x="21908" y="92392"/>
                    <a:pt x="21908" y="46672"/>
                    <a:pt x="21908" y="0"/>
                  </a:cubicBezTo>
                  <a:cubicBezTo>
                    <a:pt x="14288" y="25717"/>
                    <a:pt x="6667" y="52388"/>
                    <a:pt x="0" y="78105"/>
                  </a:cubicBezTo>
                  <a:cubicBezTo>
                    <a:pt x="3810" y="99060"/>
                    <a:pt x="6667" y="118110"/>
                    <a:pt x="10478" y="1381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59" name="任意多边形: 形状 58"/>
            <p:cNvSpPr/>
            <p:nvPr/>
          </p:nvSpPr>
          <p:spPr>
            <a:xfrm>
              <a:off x="-1553004" y="8464870"/>
              <a:ext cx="41910" cy="46672"/>
            </a:xfrm>
            <a:custGeom>
              <a:avLst/>
              <a:gdLst>
                <a:gd name="connsiteX0" fmla="*/ 40958 w 41910"/>
                <a:gd name="connsiteY0" fmla="*/ 16193 h 46672"/>
                <a:gd name="connsiteX1" fmla="*/ 0 w 41910"/>
                <a:gd name="connsiteY1" fmla="*/ 0 h 46672"/>
                <a:gd name="connsiteX2" fmla="*/ 0 w 41910"/>
                <a:gd name="connsiteY2" fmla="*/ 19050 h 46672"/>
                <a:gd name="connsiteX3" fmla="*/ 41910 w 41910"/>
                <a:gd name="connsiteY3" fmla="*/ 46672 h 46672"/>
                <a:gd name="connsiteX4" fmla="*/ 40958 w 41910"/>
                <a:gd name="connsiteY4" fmla="*/ 16193 h 4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 h="46672">
                  <a:moveTo>
                    <a:pt x="40958" y="16193"/>
                  </a:moveTo>
                  <a:cubicBezTo>
                    <a:pt x="26670" y="11430"/>
                    <a:pt x="13335" y="5715"/>
                    <a:pt x="0" y="0"/>
                  </a:cubicBezTo>
                  <a:cubicBezTo>
                    <a:pt x="0" y="6668"/>
                    <a:pt x="0" y="12382"/>
                    <a:pt x="0" y="19050"/>
                  </a:cubicBezTo>
                  <a:cubicBezTo>
                    <a:pt x="13335" y="28575"/>
                    <a:pt x="27623" y="37147"/>
                    <a:pt x="41910" y="46672"/>
                  </a:cubicBezTo>
                  <a:cubicBezTo>
                    <a:pt x="41910" y="36195"/>
                    <a:pt x="40958" y="26670"/>
                    <a:pt x="40958"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0" name="任意多边形: 形状 59"/>
            <p:cNvSpPr/>
            <p:nvPr/>
          </p:nvSpPr>
          <p:spPr>
            <a:xfrm>
              <a:off x="-1248204" y="8482967"/>
              <a:ext cx="40957" cy="195262"/>
            </a:xfrm>
            <a:custGeom>
              <a:avLst/>
              <a:gdLst>
                <a:gd name="connsiteX0" fmla="*/ 40958 w 40957"/>
                <a:gd name="connsiteY0" fmla="*/ 184785 h 195262"/>
                <a:gd name="connsiteX1" fmla="*/ 40958 w 40957"/>
                <a:gd name="connsiteY1" fmla="*/ 0 h 195262"/>
                <a:gd name="connsiteX2" fmla="*/ 0 w 40957"/>
                <a:gd name="connsiteY2" fmla="*/ 11430 h 195262"/>
                <a:gd name="connsiteX3" fmla="*/ 0 w 40957"/>
                <a:gd name="connsiteY3" fmla="*/ 182880 h 195262"/>
                <a:gd name="connsiteX4" fmla="*/ 25718 w 40957"/>
                <a:gd name="connsiteY4" fmla="*/ 195263 h 195262"/>
                <a:gd name="connsiteX5" fmla="*/ 40958 w 40957"/>
                <a:gd name="connsiteY5" fmla="*/ 184785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7" h="195262">
                  <a:moveTo>
                    <a:pt x="40958" y="184785"/>
                  </a:moveTo>
                  <a:cubicBezTo>
                    <a:pt x="40958" y="122872"/>
                    <a:pt x="40958" y="61913"/>
                    <a:pt x="40958" y="0"/>
                  </a:cubicBezTo>
                  <a:cubicBezTo>
                    <a:pt x="27622" y="4763"/>
                    <a:pt x="13335" y="7620"/>
                    <a:pt x="0" y="11430"/>
                  </a:cubicBezTo>
                  <a:cubicBezTo>
                    <a:pt x="0" y="68580"/>
                    <a:pt x="0" y="125730"/>
                    <a:pt x="0" y="182880"/>
                  </a:cubicBezTo>
                  <a:cubicBezTo>
                    <a:pt x="8572" y="187643"/>
                    <a:pt x="17145" y="191453"/>
                    <a:pt x="25718" y="195263"/>
                  </a:cubicBezTo>
                  <a:cubicBezTo>
                    <a:pt x="30480" y="192405"/>
                    <a:pt x="36195" y="188595"/>
                    <a:pt x="40958" y="1847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1" name="任意多边形: 形状 60"/>
            <p:cNvSpPr/>
            <p:nvPr/>
          </p:nvSpPr>
          <p:spPr>
            <a:xfrm>
              <a:off x="-1852089" y="6624640"/>
              <a:ext cx="30479" cy="419100"/>
            </a:xfrm>
            <a:custGeom>
              <a:avLst/>
              <a:gdLst>
                <a:gd name="connsiteX0" fmla="*/ 0 w 30479"/>
                <a:gd name="connsiteY0" fmla="*/ 419100 h 419100"/>
                <a:gd name="connsiteX1" fmla="*/ 30480 w 30479"/>
                <a:gd name="connsiteY1" fmla="*/ 344805 h 419100"/>
                <a:gd name="connsiteX2" fmla="*/ 29528 w 30479"/>
                <a:gd name="connsiteY2" fmla="*/ 0 h 419100"/>
                <a:gd name="connsiteX3" fmla="*/ 0 w 30479"/>
                <a:gd name="connsiteY3" fmla="*/ 104775 h 419100"/>
                <a:gd name="connsiteX4" fmla="*/ 0 w 30479"/>
                <a:gd name="connsiteY4" fmla="*/ 419100 h 419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419100">
                  <a:moveTo>
                    <a:pt x="0" y="419100"/>
                  </a:moveTo>
                  <a:cubicBezTo>
                    <a:pt x="11430" y="395288"/>
                    <a:pt x="20955" y="370522"/>
                    <a:pt x="30480" y="344805"/>
                  </a:cubicBezTo>
                  <a:cubicBezTo>
                    <a:pt x="30480" y="229552"/>
                    <a:pt x="29528" y="115252"/>
                    <a:pt x="29528" y="0"/>
                  </a:cubicBezTo>
                  <a:cubicBezTo>
                    <a:pt x="20003" y="35242"/>
                    <a:pt x="9525" y="69533"/>
                    <a:pt x="0" y="104775"/>
                  </a:cubicBezTo>
                  <a:cubicBezTo>
                    <a:pt x="0" y="209550"/>
                    <a:pt x="0" y="314325"/>
                    <a:pt x="0" y="4191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2" name="任意多边形: 形状 61"/>
            <p:cNvSpPr/>
            <p:nvPr/>
          </p:nvSpPr>
          <p:spPr>
            <a:xfrm>
              <a:off x="-1913048" y="6136959"/>
              <a:ext cx="98107" cy="308610"/>
            </a:xfrm>
            <a:custGeom>
              <a:avLst/>
              <a:gdLst>
                <a:gd name="connsiteX0" fmla="*/ 61913 w 98107"/>
                <a:gd name="connsiteY0" fmla="*/ 308610 h 308610"/>
                <a:gd name="connsiteX1" fmla="*/ 88582 w 98107"/>
                <a:gd name="connsiteY1" fmla="*/ 204788 h 308610"/>
                <a:gd name="connsiteX2" fmla="*/ 88582 w 98107"/>
                <a:gd name="connsiteY2" fmla="*/ 204788 h 308610"/>
                <a:gd name="connsiteX3" fmla="*/ 88582 w 98107"/>
                <a:gd name="connsiteY3" fmla="*/ 203835 h 308610"/>
                <a:gd name="connsiteX4" fmla="*/ 89535 w 98107"/>
                <a:gd name="connsiteY4" fmla="*/ 199073 h 308610"/>
                <a:gd name="connsiteX5" fmla="*/ 89535 w 98107"/>
                <a:gd name="connsiteY5" fmla="*/ 199073 h 308610"/>
                <a:gd name="connsiteX6" fmla="*/ 98107 w 98107"/>
                <a:gd name="connsiteY6" fmla="*/ 162877 h 308610"/>
                <a:gd name="connsiteX7" fmla="*/ 89535 w 98107"/>
                <a:gd name="connsiteY7" fmla="*/ 162877 h 308610"/>
                <a:gd name="connsiteX8" fmla="*/ 89535 w 98107"/>
                <a:gd name="connsiteY8" fmla="*/ 0 h 308610"/>
                <a:gd name="connsiteX9" fmla="*/ 62865 w 98107"/>
                <a:gd name="connsiteY9" fmla="*/ 50483 h 308610"/>
                <a:gd name="connsiteX10" fmla="*/ 62865 w 98107"/>
                <a:gd name="connsiteY10" fmla="*/ 163830 h 308610"/>
                <a:gd name="connsiteX11" fmla="*/ 14288 w 98107"/>
                <a:gd name="connsiteY11" fmla="*/ 163830 h 308610"/>
                <a:gd name="connsiteX12" fmla="*/ 0 w 98107"/>
                <a:gd name="connsiteY12" fmla="*/ 204788 h 308610"/>
                <a:gd name="connsiteX13" fmla="*/ 62865 w 98107"/>
                <a:gd name="connsiteY13" fmla="*/ 205740 h 308610"/>
                <a:gd name="connsiteX14" fmla="*/ 61913 w 98107"/>
                <a:gd name="connsiteY14" fmla="*/ 308610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8107" h="308610">
                  <a:moveTo>
                    <a:pt x="61913" y="308610"/>
                  </a:moveTo>
                  <a:cubicBezTo>
                    <a:pt x="71438" y="274320"/>
                    <a:pt x="80010" y="239077"/>
                    <a:pt x="88582" y="204788"/>
                  </a:cubicBezTo>
                  <a:lnTo>
                    <a:pt x="88582" y="204788"/>
                  </a:lnTo>
                  <a:cubicBezTo>
                    <a:pt x="88582" y="204788"/>
                    <a:pt x="88582" y="203835"/>
                    <a:pt x="88582" y="203835"/>
                  </a:cubicBezTo>
                  <a:cubicBezTo>
                    <a:pt x="88582" y="201930"/>
                    <a:pt x="89535" y="200977"/>
                    <a:pt x="89535" y="199073"/>
                  </a:cubicBezTo>
                  <a:cubicBezTo>
                    <a:pt x="89535" y="199073"/>
                    <a:pt x="89535" y="199073"/>
                    <a:pt x="89535" y="199073"/>
                  </a:cubicBezTo>
                  <a:cubicBezTo>
                    <a:pt x="92392" y="186690"/>
                    <a:pt x="95250" y="175260"/>
                    <a:pt x="98107" y="162877"/>
                  </a:cubicBezTo>
                  <a:cubicBezTo>
                    <a:pt x="95250" y="162877"/>
                    <a:pt x="92392" y="162877"/>
                    <a:pt x="89535" y="162877"/>
                  </a:cubicBezTo>
                  <a:cubicBezTo>
                    <a:pt x="89535" y="108585"/>
                    <a:pt x="89535" y="54293"/>
                    <a:pt x="89535" y="0"/>
                  </a:cubicBezTo>
                  <a:cubicBezTo>
                    <a:pt x="80010" y="16193"/>
                    <a:pt x="71438" y="33338"/>
                    <a:pt x="62865" y="50483"/>
                  </a:cubicBezTo>
                  <a:cubicBezTo>
                    <a:pt x="62865" y="88583"/>
                    <a:pt x="62865" y="125730"/>
                    <a:pt x="62865" y="163830"/>
                  </a:cubicBezTo>
                  <a:cubicBezTo>
                    <a:pt x="46672" y="163830"/>
                    <a:pt x="30480" y="163830"/>
                    <a:pt x="14288" y="163830"/>
                  </a:cubicBezTo>
                  <a:cubicBezTo>
                    <a:pt x="9525" y="177165"/>
                    <a:pt x="4763" y="190500"/>
                    <a:pt x="0" y="204788"/>
                  </a:cubicBezTo>
                  <a:cubicBezTo>
                    <a:pt x="20955" y="204788"/>
                    <a:pt x="41910" y="204788"/>
                    <a:pt x="62865" y="205740"/>
                  </a:cubicBezTo>
                  <a:cubicBezTo>
                    <a:pt x="61913" y="239077"/>
                    <a:pt x="61913" y="274320"/>
                    <a:pt x="61913" y="30861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3" name="任意多边形: 形状 62"/>
            <p:cNvSpPr/>
            <p:nvPr/>
          </p:nvSpPr>
          <p:spPr>
            <a:xfrm>
              <a:off x="-631936" y="6024564"/>
              <a:ext cx="26669" cy="62865"/>
            </a:xfrm>
            <a:custGeom>
              <a:avLst/>
              <a:gdLst>
                <a:gd name="connsiteX0" fmla="*/ 26670 w 26669"/>
                <a:gd name="connsiteY0" fmla="*/ 57150 h 62865"/>
                <a:gd name="connsiteX1" fmla="*/ 26670 w 26669"/>
                <a:gd name="connsiteY1" fmla="*/ 0 h 62865"/>
                <a:gd name="connsiteX2" fmla="*/ 0 w 26669"/>
                <a:gd name="connsiteY2" fmla="*/ 60007 h 62865"/>
                <a:gd name="connsiteX3" fmla="*/ 0 w 26669"/>
                <a:gd name="connsiteY3" fmla="*/ 62865 h 62865"/>
                <a:gd name="connsiteX4" fmla="*/ 26670 w 26669"/>
                <a:gd name="connsiteY4" fmla="*/ 57150 h 62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69" h="62865">
                  <a:moveTo>
                    <a:pt x="26670" y="57150"/>
                  </a:moveTo>
                  <a:cubicBezTo>
                    <a:pt x="26670" y="38100"/>
                    <a:pt x="26670" y="19050"/>
                    <a:pt x="26670" y="0"/>
                  </a:cubicBezTo>
                  <a:cubicBezTo>
                    <a:pt x="16192" y="19050"/>
                    <a:pt x="7620" y="40005"/>
                    <a:pt x="0" y="60007"/>
                  </a:cubicBezTo>
                  <a:cubicBezTo>
                    <a:pt x="0" y="60960"/>
                    <a:pt x="0" y="61913"/>
                    <a:pt x="0" y="62865"/>
                  </a:cubicBezTo>
                  <a:cubicBezTo>
                    <a:pt x="5715" y="54293"/>
                    <a:pt x="17145" y="52388"/>
                    <a:pt x="26670" y="5715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4" name="任意多边形: 形状 63"/>
            <p:cNvSpPr/>
            <p:nvPr/>
          </p:nvSpPr>
          <p:spPr>
            <a:xfrm>
              <a:off x="-632889" y="6890387"/>
              <a:ext cx="29527" cy="283845"/>
            </a:xfrm>
            <a:custGeom>
              <a:avLst/>
              <a:gdLst>
                <a:gd name="connsiteX0" fmla="*/ 29528 w 29527"/>
                <a:gd name="connsiteY0" fmla="*/ 283845 h 283845"/>
                <a:gd name="connsiteX1" fmla="*/ 29528 w 29527"/>
                <a:gd name="connsiteY1" fmla="*/ 101917 h 283845"/>
                <a:gd name="connsiteX2" fmla="*/ 0 w 29527"/>
                <a:gd name="connsiteY2" fmla="*/ 0 h 283845"/>
                <a:gd name="connsiteX3" fmla="*/ 20003 w 29527"/>
                <a:gd name="connsiteY3" fmla="*/ 261938 h 283845"/>
                <a:gd name="connsiteX4" fmla="*/ 29528 w 29527"/>
                <a:gd name="connsiteY4" fmla="*/ 283845 h 283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 h="283845">
                  <a:moveTo>
                    <a:pt x="29528" y="283845"/>
                  </a:moveTo>
                  <a:cubicBezTo>
                    <a:pt x="29528" y="222885"/>
                    <a:pt x="29528" y="162878"/>
                    <a:pt x="29528" y="101917"/>
                  </a:cubicBezTo>
                  <a:cubicBezTo>
                    <a:pt x="20955" y="67628"/>
                    <a:pt x="10478" y="33338"/>
                    <a:pt x="0" y="0"/>
                  </a:cubicBezTo>
                  <a:cubicBezTo>
                    <a:pt x="7620" y="87630"/>
                    <a:pt x="15240" y="174308"/>
                    <a:pt x="20003" y="261938"/>
                  </a:cubicBezTo>
                  <a:cubicBezTo>
                    <a:pt x="22860" y="269558"/>
                    <a:pt x="26670" y="277178"/>
                    <a:pt x="29528" y="28384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5" name="任意多边形: 形状 64"/>
            <p:cNvSpPr/>
            <p:nvPr/>
          </p:nvSpPr>
          <p:spPr>
            <a:xfrm>
              <a:off x="-625771" y="7860985"/>
              <a:ext cx="41459" cy="592454"/>
            </a:xfrm>
            <a:custGeom>
              <a:avLst/>
              <a:gdLst>
                <a:gd name="connsiteX0" fmla="*/ 24315 w 41459"/>
                <a:gd name="connsiteY0" fmla="*/ 0 h 592454"/>
                <a:gd name="connsiteX1" fmla="*/ 502 w 41459"/>
                <a:gd name="connsiteY1" fmla="*/ 436245 h 592454"/>
                <a:gd name="connsiteX2" fmla="*/ 9075 w 41459"/>
                <a:gd name="connsiteY2" fmla="*/ 592455 h 592454"/>
                <a:gd name="connsiteX3" fmla="*/ 26220 w 41459"/>
                <a:gd name="connsiteY3" fmla="*/ 487680 h 592454"/>
                <a:gd name="connsiteX4" fmla="*/ 26220 w 41459"/>
                <a:gd name="connsiteY4" fmla="*/ 436245 h 592454"/>
                <a:gd name="connsiteX5" fmla="*/ 33840 w 41459"/>
                <a:gd name="connsiteY5" fmla="*/ 436245 h 592454"/>
                <a:gd name="connsiteX6" fmla="*/ 41460 w 41459"/>
                <a:gd name="connsiteY6" fmla="*/ 373380 h 592454"/>
                <a:gd name="connsiteX7" fmla="*/ 26220 w 41459"/>
                <a:gd name="connsiteY7" fmla="*/ 373380 h 592454"/>
                <a:gd name="connsiteX8" fmla="*/ 24315 w 41459"/>
                <a:gd name="connsiteY8" fmla="*/ 0 h 592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59" h="592454">
                  <a:moveTo>
                    <a:pt x="24315" y="0"/>
                  </a:moveTo>
                  <a:cubicBezTo>
                    <a:pt x="7170" y="143828"/>
                    <a:pt x="-2355" y="290513"/>
                    <a:pt x="502" y="436245"/>
                  </a:cubicBezTo>
                  <a:cubicBezTo>
                    <a:pt x="1455" y="488632"/>
                    <a:pt x="4312" y="540067"/>
                    <a:pt x="9075" y="592455"/>
                  </a:cubicBezTo>
                  <a:cubicBezTo>
                    <a:pt x="15742" y="558165"/>
                    <a:pt x="21457" y="522922"/>
                    <a:pt x="26220" y="487680"/>
                  </a:cubicBezTo>
                  <a:cubicBezTo>
                    <a:pt x="26220" y="470535"/>
                    <a:pt x="26220" y="453390"/>
                    <a:pt x="26220" y="436245"/>
                  </a:cubicBezTo>
                  <a:cubicBezTo>
                    <a:pt x="29077" y="436245"/>
                    <a:pt x="30982" y="436245"/>
                    <a:pt x="33840" y="436245"/>
                  </a:cubicBezTo>
                  <a:cubicBezTo>
                    <a:pt x="36697" y="415290"/>
                    <a:pt x="39555" y="394335"/>
                    <a:pt x="41460" y="373380"/>
                  </a:cubicBezTo>
                  <a:cubicBezTo>
                    <a:pt x="36697" y="373380"/>
                    <a:pt x="30982" y="373380"/>
                    <a:pt x="26220" y="373380"/>
                  </a:cubicBezTo>
                  <a:cubicBezTo>
                    <a:pt x="26220" y="248603"/>
                    <a:pt x="25267" y="124778"/>
                    <a:pt x="2431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6" name="任意多边形: 形状 65"/>
            <p:cNvSpPr/>
            <p:nvPr/>
          </p:nvSpPr>
          <p:spPr>
            <a:xfrm>
              <a:off x="-640508" y="8762050"/>
              <a:ext cx="31432" cy="241934"/>
            </a:xfrm>
            <a:custGeom>
              <a:avLst/>
              <a:gdLst>
                <a:gd name="connsiteX0" fmla="*/ 27622 w 31432"/>
                <a:gd name="connsiteY0" fmla="*/ 952 h 241934"/>
                <a:gd name="connsiteX1" fmla="*/ 0 w 31432"/>
                <a:gd name="connsiteY1" fmla="*/ 80010 h 241934"/>
                <a:gd name="connsiteX2" fmla="*/ 0 w 31432"/>
                <a:gd name="connsiteY2" fmla="*/ 241935 h 241934"/>
                <a:gd name="connsiteX3" fmla="*/ 31432 w 31432"/>
                <a:gd name="connsiteY3" fmla="*/ 0 h 241934"/>
                <a:gd name="connsiteX4" fmla="*/ 27622 w 31432"/>
                <a:gd name="connsiteY4" fmla="*/ 952 h 24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32" h="241934">
                  <a:moveTo>
                    <a:pt x="27622" y="952"/>
                  </a:moveTo>
                  <a:cubicBezTo>
                    <a:pt x="19050" y="27622"/>
                    <a:pt x="9525" y="53340"/>
                    <a:pt x="0" y="80010"/>
                  </a:cubicBezTo>
                  <a:cubicBezTo>
                    <a:pt x="0" y="134302"/>
                    <a:pt x="0" y="188595"/>
                    <a:pt x="0" y="241935"/>
                  </a:cubicBezTo>
                  <a:cubicBezTo>
                    <a:pt x="13335" y="161925"/>
                    <a:pt x="23813" y="80963"/>
                    <a:pt x="31432" y="0"/>
                  </a:cubicBezTo>
                  <a:cubicBezTo>
                    <a:pt x="31432" y="952"/>
                    <a:pt x="29527" y="952"/>
                    <a:pt x="27622" y="9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7" name="任意多边形: 形状 66"/>
            <p:cNvSpPr/>
            <p:nvPr/>
          </p:nvSpPr>
          <p:spPr>
            <a:xfrm>
              <a:off x="-635746" y="7319965"/>
              <a:ext cx="33337" cy="250507"/>
            </a:xfrm>
            <a:custGeom>
              <a:avLst/>
              <a:gdLst>
                <a:gd name="connsiteX0" fmla="*/ 0 w 33337"/>
                <a:gd name="connsiteY0" fmla="*/ 191452 h 250507"/>
                <a:gd name="connsiteX1" fmla="*/ 0 w 33337"/>
                <a:gd name="connsiteY1" fmla="*/ 250508 h 250507"/>
                <a:gd name="connsiteX2" fmla="*/ 33338 w 33337"/>
                <a:gd name="connsiteY2" fmla="*/ 227647 h 250507"/>
                <a:gd name="connsiteX3" fmla="*/ 33338 w 33337"/>
                <a:gd name="connsiteY3" fmla="*/ 191452 h 250507"/>
                <a:gd name="connsiteX4" fmla="*/ 33338 w 33337"/>
                <a:gd name="connsiteY4" fmla="*/ 8572 h 250507"/>
                <a:gd name="connsiteX5" fmla="*/ 26670 w 33337"/>
                <a:gd name="connsiteY5" fmla="*/ 0 h 250507"/>
                <a:gd name="connsiteX6" fmla="*/ 25717 w 33337"/>
                <a:gd name="connsiteY6" fmla="*/ 45720 h 250507"/>
                <a:gd name="connsiteX7" fmla="*/ 952 w 33337"/>
                <a:gd name="connsiteY7" fmla="*/ 64770 h 250507"/>
                <a:gd name="connsiteX8" fmla="*/ 0 w 33337"/>
                <a:gd name="connsiteY8" fmla="*/ 191452 h 250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337" h="250507">
                  <a:moveTo>
                    <a:pt x="0" y="191452"/>
                  </a:moveTo>
                  <a:cubicBezTo>
                    <a:pt x="0" y="211455"/>
                    <a:pt x="0" y="230505"/>
                    <a:pt x="0" y="250508"/>
                  </a:cubicBezTo>
                  <a:cubicBezTo>
                    <a:pt x="4763" y="233363"/>
                    <a:pt x="19050" y="226695"/>
                    <a:pt x="33338" y="227647"/>
                  </a:cubicBezTo>
                  <a:cubicBezTo>
                    <a:pt x="33338" y="215265"/>
                    <a:pt x="33338" y="203835"/>
                    <a:pt x="33338" y="191452"/>
                  </a:cubicBezTo>
                  <a:cubicBezTo>
                    <a:pt x="33338" y="130492"/>
                    <a:pt x="33338" y="69533"/>
                    <a:pt x="33338" y="8572"/>
                  </a:cubicBezTo>
                  <a:cubicBezTo>
                    <a:pt x="31432" y="5715"/>
                    <a:pt x="29527" y="2858"/>
                    <a:pt x="26670" y="0"/>
                  </a:cubicBezTo>
                  <a:cubicBezTo>
                    <a:pt x="26670" y="15240"/>
                    <a:pt x="26670" y="30480"/>
                    <a:pt x="25717" y="45720"/>
                  </a:cubicBezTo>
                  <a:cubicBezTo>
                    <a:pt x="24765" y="60960"/>
                    <a:pt x="12382" y="67627"/>
                    <a:pt x="952" y="64770"/>
                  </a:cubicBezTo>
                  <a:cubicBezTo>
                    <a:pt x="0" y="106680"/>
                    <a:pt x="0" y="148590"/>
                    <a:pt x="0" y="1914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8" name="任意多边形: 形状 67"/>
            <p:cNvSpPr/>
            <p:nvPr/>
          </p:nvSpPr>
          <p:spPr>
            <a:xfrm>
              <a:off x="-645271" y="6163630"/>
              <a:ext cx="81914" cy="570547"/>
            </a:xfrm>
            <a:custGeom>
              <a:avLst/>
              <a:gdLst>
                <a:gd name="connsiteX0" fmla="*/ 11430 w 81914"/>
                <a:gd name="connsiteY0" fmla="*/ 483870 h 570547"/>
                <a:gd name="connsiteX1" fmla="*/ 40957 w 81914"/>
                <a:gd name="connsiteY1" fmla="*/ 570548 h 570547"/>
                <a:gd name="connsiteX2" fmla="*/ 40005 w 81914"/>
                <a:gd name="connsiteY2" fmla="*/ 191452 h 570547"/>
                <a:gd name="connsiteX3" fmla="*/ 44767 w 81914"/>
                <a:gd name="connsiteY3" fmla="*/ 191452 h 570547"/>
                <a:gd name="connsiteX4" fmla="*/ 79057 w 81914"/>
                <a:gd name="connsiteY4" fmla="*/ 191452 h 570547"/>
                <a:gd name="connsiteX5" fmla="*/ 81915 w 81914"/>
                <a:gd name="connsiteY5" fmla="*/ 156210 h 570547"/>
                <a:gd name="connsiteX6" fmla="*/ 72390 w 81914"/>
                <a:gd name="connsiteY6" fmla="*/ 121920 h 570547"/>
                <a:gd name="connsiteX7" fmla="*/ 44767 w 81914"/>
                <a:gd name="connsiteY7" fmla="*/ 121920 h 570547"/>
                <a:gd name="connsiteX8" fmla="*/ 40005 w 81914"/>
                <a:gd name="connsiteY8" fmla="*/ 121920 h 570547"/>
                <a:gd name="connsiteX9" fmla="*/ 40005 w 81914"/>
                <a:gd name="connsiteY9" fmla="*/ 20002 h 570547"/>
                <a:gd name="connsiteX10" fmla="*/ 33338 w 81914"/>
                <a:gd name="connsiteY10" fmla="*/ 0 h 570547"/>
                <a:gd name="connsiteX11" fmla="*/ 13335 w 81914"/>
                <a:gd name="connsiteY11" fmla="*/ 94298 h 570547"/>
                <a:gd name="connsiteX12" fmla="*/ 13335 w 81914"/>
                <a:gd name="connsiteY12" fmla="*/ 120967 h 570547"/>
                <a:gd name="connsiteX13" fmla="*/ 8572 w 81914"/>
                <a:gd name="connsiteY13" fmla="*/ 120967 h 570547"/>
                <a:gd name="connsiteX14" fmla="*/ 0 w 81914"/>
                <a:gd name="connsiteY14" fmla="*/ 189548 h 570547"/>
                <a:gd name="connsiteX15" fmla="*/ 13335 w 81914"/>
                <a:gd name="connsiteY15" fmla="*/ 189548 h 570547"/>
                <a:gd name="connsiteX16" fmla="*/ 11430 w 81914"/>
                <a:gd name="connsiteY16" fmla="*/ 483870 h 570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914" h="570547">
                  <a:moveTo>
                    <a:pt x="11430" y="483870"/>
                  </a:moveTo>
                  <a:cubicBezTo>
                    <a:pt x="20955" y="512445"/>
                    <a:pt x="30480" y="541973"/>
                    <a:pt x="40957" y="570548"/>
                  </a:cubicBezTo>
                  <a:cubicBezTo>
                    <a:pt x="40957" y="443865"/>
                    <a:pt x="40005" y="318135"/>
                    <a:pt x="40005" y="191452"/>
                  </a:cubicBezTo>
                  <a:cubicBezTo>
                    <a:pt x="41910" y="191452"/>
                    <a:pt x="42863" y="191452"/>
                    <a:pt x="44767" y="191452"/>
                  </a:cubicBezTo>
                  <a:cubicBezTo>
                    <a:pt x="56197" y="191452"/>
                    <a:pt x="67627" y="191452"/>
                    <a:pt x="79057" y="191452"/>
                  </a:cubicBezTo>
                  <a:cubicBezTo>
                    <a:pt x="80010" y="180023"/>
                    <a:pt x="80963" y="167640"/>
                    <a:pt x="81915" y="156210"/>
                  </a:cubicBezTo>
                  <a:cubicBezTo>
                    <a:pt x="79057" y="144780"/>
                    <a:pt x="75247" y="133350"/>
                    <a:pt x="72390" y="121920"/>
                  </a:cubicBezTo>
                  <a:cubicBezTo>
                    <a:pt x="62865" y="121920"/>
                    <a:pt x="54292" y="121920"/>
                    <a:pt x="44767" y="121920"/>
                  </a:cubicBezTo>
                  <a:cubicBezTo>
                    <a:pt x="42863" y="121920"/>
                    <a:pt x="41910" y="121920"/>
                    <a:pt x="40005" y="121920"/>
                  </a:cubicBezTo>
                  <a:cubicBezTo>
                    <a:pt x="40005" y="87630"/>
                    <a:pt x="40005" y="54292"/>
                    <a:pt x="40005" y="20002"/>
                  </a:cubicBezTo>
                  <a:cubicBezTo>
                    <a:pt x="38100" y="13335"/>
                    <a:pt x="35242" y="6667"/>
                    <a:pt x="33338" y="0"/>
                  </a:cubicBezTo>
                  <a:cubicBezTo>
                    <a:pt x="24765" y="31432"/>
                    <a:pt x="18097" y="62865"/>
                    <a:pt x="13335" y="94298"/>
                  </a:cubicBezTo>
                  <a:cubicBezTo>
                    <a:pt x="13335" y="102870"/>
                    <a:pt x="13335" y="112395"/>
                    <a:pt x="13335" y="120967"/>
                  </a:cubicBezTo>
                  <a:cubicBezTo>
                    <a:pt x="11430" y="120967"/>
                    <a:pt x="10477" y="120967"/>
                    <a:pt x="8572" y="120967"/>
                  </a:cubicBezTo>
                  <a:cubicBezTo>
                    <a:pt x="4763" y="143827"/>
                    <a:pt x="1905" y="166688"/>
                    <a:pt x="0" y="189548"/>
                  </a:cubicBezTo>
                  <a:cubicBezTo>
                    <a:pt x="4763" y="189548"/>
                    <a:pt x="8572" y="189548"/>
                    <a:pt x="13335" y="189548"/>
                  </a:cubicBezTo>
                  <a:cubicBezTo>
                    <a:pt x="12382" y="288607"/>
                    <a:pt x="12382" y="386715"/>
                    <a:pt x="11430" y="4838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69" name="任意多边形: 形状 68"/>
            <p:cNvSpPr/>
            <p:nvPr/>
          </p:nvSpPr>
          <p:spPr>
            <a:xfrm>
              <a:off x="-636698" y="9270685"/>
              <a:ext cx="37147" cy="340042"/>
            </a:xfrm>
            <a:custGeom>
              <a:avLst/>
              <a:gdLst>
                <a:gd name="connsiteX0" fmla="*/ 0 w 37147"/>
                <a:gd name="connsiteY0" fmla="*/ 109538 h 340042"/>
                <a:gd name="connsiteX1" fmla="*/ 3810 w 37147"/>
                <a:gd name="connsiteY1" fmla="*/ 340042 h 340042"/>
                <a:gd name="connsiteX2" fmla="*/ 32385 w 37147"/>
                <a:gd name="connsiteY2" fmla="*/ 329565 h 340042"/>
                <a:gd name="connsiteX3" fmla="*/ 37147 w 37147"/>
                <a:gd name="connsiteY3" fmla="*/ 0 h 340042"/>
                <a:gd name="connsiteX4" fmla="*/ 5715 w 37147"/>
                <a:gd name="connsiteY4" fmla="*/ 98107 h 340042"/>
                <a:gd name="connsiteX5" fmla="*/ 0 w 37147"/>
                <a:gd name="connsiteY5" fmla="*/ 109538 h 34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47" h="340042">
                  <a:moveTo>
                    <a:pt x="0" y="109538"/>
                  </a:moveTo>
                  <a:cubicBezTo>
                    <a:pt x="953" y="186690"/>
                    <a:pt x="1905" y="262890"/>
                    <a:pt x="3810" y="340042"/>
                  </a:cubicBezTo>
                  <a:cubicBezTo>
                    <a:pt x="13335" y="337185"/>
                    <a:pt x="22860" y="333375"/>
                    <a:pt x="32385" y="329565"/>
                  </a:cubicBezTo>
                  <a:cubicBezTo>
                    <a:pt x="34290" y="220028"/>
                    <a:pt x="36195" y="109538"/>
                    <a:pt x="37147" y="0"/>
                  </a:cubicBezTo>
                  <a:cubicBezTo>
                    <a:pt x="27622" y="33338"/>
                    <a:pt x="17145" y="65722"/>
                    <a:pt x="5715" y="98107"/>
                  </a:cubicBezTo>
                  <a:cubicBezTo>
                    <a:pt x="3810" y="102870"/>
                    <a:pt x="1905" y="106680"/>
                    <a:pt x="0" y="1095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0" name="任意多边形: 形状 69"/>
            <p:cNvSpPr/>
            <p:nvPr/>
          </p:nvSpPr>
          <p:spPr>
            <a:xfrm>
              <a:off x="-296656" y="8929689"/>
              <a:ext cx="2857" cy="31432"/>
            </a:xfrm>
            <a:custGeom>
              <a:avLst/>
              <a:gdLst>
                <a:gd name="connsiteX0" fmla="*/ 2858 w 2857"/>
                <a:gd name="connsiteY0" fmla="*/ 0 h 31432"/>
                <a:gd name="connsiteX1" fmla="*/ 0 w 2857"/>
                <a:gd name="connsiteY1" fmla="*/ 14288 h 31432"/>
                <a:gd name="connsiteX2" fmla="*/ 2858 w 2857"/>
                <a:gd name="connsiteY2" fmla="*/ 31433 h 31432"/>
                <a:gd name="connsiteX3" fmla="*/ 2858 w 2857"/>
                <a:gd name="connsiteY3" fmla="*/ 0 h 31432"/>
              </a:gdLst>
              <a:ahLst/>
              <a:cxnLst>
                <a:cxn ang="0">
                  <a:pos x="connsiteX0" y="connsiteY0"/>
                </a:cxn>
                <a:cxn ang="0">
                  <a:pos x="connsiteX1" y="connsiteY1"/>
                </a:cxn>
                <a:cxn ang="0">
                  <a:pos x="connsiteX2" y="connsiteY2"/>
                </a:cxn>
                <a:cxn ang="0">
                  <a:pos x="connsiteX3" y="connsiteY3"/>
                </a:cxn>
              </a:cxnLst>
              <a:rect l="l" t="t" r="r" b="b"/>
              <a:pathLst>
                <a:path w="2857" h="31432">
                  <a:moveTo>
                    <a:pt x="2858" y="0"/>
                  </a:moveTo>
                  <a:cubicBezTo>
                    <a:pt x="1905" y="4763"/>
                    <a:pt x="953" y="9525"/>
                    <a:pt x="0" y="14288"/>
                  </a:cubicBezTo>
                  <a:cubicBezTo>
                    <a:pt x="953" y="20003"/>
                    <a:pt x="1905" y="25718"/>
                    <a:pt x="2858" y="31433"/>
                  </a:cubicBezTo>
                  <a:cubicBezTo>
                    <a:pt x="2858" y="20955"/>
                    <a:pt x="2858" y="10478"/>
                    <a:pt x="2858"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1" name="任意多边形: 形状 70"/>
            <p:cNvSpPr/>
            <p:nvPr/>
          </p:nvSpPr>
          <p:spPr>
            <a:xfrm>
              <a:off x="-316658" y="6517959"/>
              <a:ext cx="18097" cy="670560"/>
            </a:xfrm>
            <a:custGeom>
              <a:avLst/>
              <a:gdLst>
                <a:gd name="connsiteX0" fmla="*/ 4763 w 18097"/>
                <a:gd name="connsiteY0" fmla="*/ 608648 h 670560"/>
                <a:gd name="connsiteX1" fmla="*/ 18097 w 18097"/>
                <a:gd name="connsiteY1" fmla="*/ 670560 h 670560"/>
                <a:gd name="connsiteX2" fmla="*/ 18097 w 18097"/>
                <a:gd name="connsiteY2" fmla="*/ 667703 h 670560"/>
                <a:gd name="connsiteX3" fmla="*/ 17145 w 18097"/>
                <a:gd name="connsiteY3" fmla="*/ 300038 h 670560"/>
                <a:gd name="connsiteX4" fmla="*/ 17145 w 18097"/>
                <a:gd name="connsiteY4" fmla="*/ 95250 h 670560"/>
                <a:gd name="connsiteX5" fmla="*/ 3810 w 18097"/>
                <a:gd name="connsiteY5" fmla="*/ 0 h 670560"/>
                <a:gd name="connsiteX6" fmla="*/ 0 w 18097"/>
                <a:gd name="connsiteY6" fmla="*/ 504825 h 670560"/>
                <a:gd name="connsiteX7" fmla="*/ 4763 w 18097"/>
                <a:gd name="connsiteY7" fmla="*/ 608648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97" h="670560">
                  <a:moveTo>
                    <a:pt x="4763" y="608648"/>
                  </a:moveTo>
                  <a:cubicBezTo>
                    <a:pt x="8572" y="629603"/>
                    <a:pt x="13335" y="650557"/>
                    <a:pt x="18097" y="670560"/>
                  </a:cubicBezTo>
                  <a:cubicBezTo>
                    <a:pt x="18097" y="669607"/>
                    <a:pt x="18097" y="668655"/>
                    <a:pt x="18097" y="667703"/>
                  </a:cubicBezTo>
                  <a:cubicBezTo>
                    <a:pt x="14288" y="545782"/>
                    <a:pt x="13335" y="422910"/>
                    <a:pt x="17145" y="300038"/>
                  </a:cubicBezTo>
                  <a:cubicBezTo>
                    <a:pt x="17145" y="231457"/>
                    <a:pt x="17145" y="162877"/>
                    <a:pt x="17145" y="95250"/>
                  </a:cubicBezTo>
                  <a:cubicBezTo>
                    <a:pt x="13335" y="63818"/>
                    <a:pt x="8572" y="31433"/>
                    <a:pt x="3810" y="0"/>
                  </a:cubicBezTo>
                  <a:cubicBezTo>
                    <a:pt x="5715" y="168593"/>
                    <a:pt x="16192" y="338138"/>
                    <a:pt x="0" y="504825"/>
                  </a:cubicBezTo>
                  <a:cubicBezTo>
                    <a:pt x="1905" y="539115"/>
                    <a:pt x="2857" y="574357"/>
                    <a:pt x="4763" y="6086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2" name="任意多边形: 形状 71"/>
            <p:cNvSpPr/>
            <p:nvPr/>
          </p:nvSpPr>
          <p:spPr>
            <a:xfrm>
              <a:off x="-332851" y="8017195"/>
              <a:ext cx="12382" cy="85725"/>
            </a:xfrm>
            <a:custGeom>
              <a:avLst/>
              <a:gdLst>
                <a:gd name="connsiteX0" fmla="*/ 0 w 12382"/>
                <a:gd name="connsiteY0" fmla="*/ 0 h 85725"/>
                <a:gd name="connsiteX1" fmla="*/ 0 w 12382"/>
                <a:gd name="connsiteY1" fmla="*/ 85725 h 85725"/>
                <a:gd name="connsiteX2" fmla="*/ 12382 w 12382"/>
                <a:gd name="connsiteY2" fmla="*/ 12382 h 85725"/>
                <a:gd name="connsiteX3" fmla="*/ 0 w 12382"/>
                <a:gd name="connsiteY3" fmla="*/ 0 h 85725"/>
              </a:gdLst>
              <a:ahLst/>
              <a:cxnLst>
                <a:cxn ang="0">
                  <a:pos x="connsiteX0" y="connsiteY0"/>
                </a:cxn>
                <a:cxn ang="0">
                  <a:pos x="connsiteX1" y="connsiteY1"/>
                </a:cxn>
                <a:cxn ang="0">
                  <a:pos x="connsiteX2" y="connsiteY2"/>
                </a:cxn>
                <a:cxn ang="0">
                  <a:pos x="connsiteX3" y="connsiteY3"/>
                </a:cxn>
              </a:cxnLst>
              <a:rect l="l" t="t" r="r" b="b"/>
              <a:pathLst>
                <a:path w="12382" h="85725">
                  <a:moveTo>
                    <a:pt x="0" y="0"/>
                  </a:moveTo>
                  <a:cubicBezTo>
                    <a:pt x="0" y="28575"/>
                    <a:pt x="0" y="57150"/>
                    <a:pt x="0" y="85725"/>
                  </a:cubicBezTo>
                  <a:cubicBezTo>
                    <a:pt x="3810" y="60960"/>
                    <a:pt x="7620" y="37147"/>
                    <a:pt x="12382" y="12382"/>
                  </a:cubicBezTo>
                  <a:cubicBezTo>
                    <a:pt x="6668" y="8572"/>
                    <a:pt x="2857" y="4763"/>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3" name="任意多边形: 形状 72"/>
            <p:cNvSpPr/>
            <p:nvPr/>
          </p:nvSpPr>
          <p:spPr>
            <a:xfrm>
              <a:off x="-2683621" y="7213285"/>
              <a:ext cx="22860" cy="49529"/>
            </a:xfrm>
            <a:custGeom>
              <a:avLst/>
              <a:gdLst>
                <a:gd name="connsiteX0" fmla="*/ 20955 w 22860"/>
                <a:gd name="connsiteY0" fmla="*/ 0 h 49529"/>
                <a:gd name="connsiteX1" fmla="*/ 2858 w 22860"/>
                <a:gd name="connsiteY1" fmla="*/ 0 h 49529"/>
                <a:gd name="connsiteX2" fmla="*/ 1905 w 22860"/>
                <a:gd name="connsiteY2" fmla="*/ 2857 h 49529"/>
                <a:gd name="connsiteX3" fmla="*/ 0 w 22860"/>
                <a:gd name="connsiteY3" fmla="*/ 49530 h 49529"/>
                <a:gd name="connsiteX4" fmla="*/ 22860 w 22860"/>
                <a:gd name="connsiteY4" fmla="*/ 49530 h 49529"/>
                <a:gd name="connsiteX5" fmla="*/ 20955 w 22860"/>
                <a:gd name="connsiteY5" fmla="*/ 0 h 49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 h="49529">
                  <a:moveTo>
                    <a:pt x="20955" y="0"/>
                  </a:moveTo>
                  <a:cubicBezTo>
                    <a:pt x="15240" y="0"/>
                    <a:pt x="8573" y="0"/>
                    <a:pt x="2858" y="0"/>
                  </a:cubicBezTo>
                  <a:cubicBezTo>
                    <a:pt x="2858" y="952"/>
                    <a:pt x="2858" y="1905"/>
                    <a:pt x="1905" y="2857"/>
                  </a:cubicBezTo>
                  <a:cubicBezTo>
                    <a:pt x="953" y="18097"/>
                    <a:pt x="953" y="33338"/>
                    <a:pt x="0" y="49530"/>
                  </a:cubicBezTo>
                  <a:cubicBezTo>
                    <a:pt x="7620" y="49530"/>
                    <a:pt x="15240" y="49530"/>
                    <a:pt x="22860" y="49530"/>
                  </a:cubicBezTo>
                  <a:cubicBezTo>
                    <a:pt x="22860" y="32385"/>
                    <a:pt x="21908" y="16192"/>
                    <a:pt x="2095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4" name="任意多边形: 形状 73"/>
            <p:cNvSpPr/>
            <p:nvPr/>
          </p:nvSpPr>
          <p:spPr>
            <a:xfrm>
              <a:off x="-2078784" y="7211379"/>
              <a:ext cx="79057" cy="52387"/>
            </a:xfrm>
            <a:custGeom>
              <a:avLst/>
              <a:gdLst>
                <a:gd name="connsiteX0" fmla="*/ 0 w 79057"/>
                <a:gd name="connsiteY0" fmla="*/ 953 h 52387"/>
                <a:gd name="connsiteX1" fmla="*/ 0 w 79057"/>
                <a:gd name="connsiteY1" fmla="*/ 52388 h 52387"/>
                <a:gd name="connsiteX2" fmla="*/ 79058 w 79057"/>
                <a:gd name="connsiteY2" fmla="*/ 52388 h 52387"/>
                <a:gd name="connsiteX3" fmla="*/ 76200 w 79057"/>
                <a:gd name="connsiteY3" fmla="*/ 0 h 52387"/>
                <a:gd name="connsiteX4" fmla="*/ 0 w 79057"/>
                <a:gd name="connsiteY4" fmla="*/ 953 h 5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057" h="52387">
                  <a:moveTo>
                    <a:pt x="0" y="953"/>
                  </a:moveTo>
                  <a:cubicBezTo>
                    <a:pt x="0" y="18098"/>
                    <a:pt x="0" y="35243"/>
                    <a:pt x="0" y="52388"/>
                  </a:cubicBezTo>
                  <a:cubicBezTo>
                    <a:pt x="26670" y="52388"/>
                    <a:pt x="52388" y="52388"/>
                    <a:pt x="79058" y="52388"/>
                  </a:cubicBezTo>
                  <a:cubicBezTo>
                    <a:pt x="78105" y="35243"/>
                    <a:pt x="77153" y="18098"/>
                    <a:pt x="76200" y="0"/>
                  </a:cubicBezTo>
                  <a:cubicBezTo>
                    <a:pt x="50483" y="953"/>
                    <a:pt x="25717" y="953"/>
                    <a:pt x="0" y="9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5" name="任意多边形: 形状 74"/>
            <p:cNvSpPr/>
            <p:nvPr/>
          </p:nvSpPr>
          <p:spPr>
            <a:xfrm>
              <a:off x="-1071991" y="9124000"/>
              <a:ext cx="3809" cy="54292"/>
            </a:xfrm>
            <a:custGeom>
              <a:avLst/>
              <a:gdLst>
                <a:gd name="connsiteX0" fmla="*/ 0 w 3809"/>
                <a:gd name="connsiteY0" fmla="*/ 54292 h 54292"/>
                <a:gd name="connsiteX1" fmla="*/ 0 w 3809"/>
                <a:gd name="connsiteY1" fmla="*/ 54292 h 54292"/>
                <a:gd name="connsiteX2" fmla="*/ 3810 w 3809"/>
                <a:gd name="connsiteY2" fmla="*/ 0 h 54292"/>
                <a:gd name="connsiteX3" fmla="*/ 953 w 3809"/>
                <a:gd name="connsiteY3" fmla="*/ 0 h 54292"/>
                <a:gd name="connsiteX4" fmla="*/ 0 w 3809"/>
                <a:gd name="connsiteY4" fmla="*/ 54292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9" h="54292">
                  <a:moveTo>
                    <a:pt x="0" y="54292"/>
                  </a:moveTo>
                  <a:cubicBezTo>
                    <a:pt x="953" y="54292"/>
                    <a:pt x="953" y="54292"/>
                    <a:pt x="0" y="54292"/>
                  </a:cubicBezTo>
                  <a:cubicBezTo>
                    <a:pt x="1905" y="36195"/>
                    <a:pt x="2858" y="18097"/>
                    <a:pt x="3810" y="0"/>
                  </a:cubicBezTo>
                  <a:cubicBezTo>
                    <a:pt x="2858" y="0"/>
                    <a:pt x="1905" y="0"/>
                    <a:pt x="953" y="0"/>
                  </a:cubicBezTo>
                  <a:cubicBezTo>
                    <a:pt x="0" y="18097"/>
                    <a:pt x="0" y="36195"/>
                    <a:pt x="0" y="542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6" name="任意多边形: 形状 75"/>
            <p:cNvSpPr/>
            <p:nvPr/>
          </p:nvSpPr>
          <p:spPr>
            <a:xfrm>
              <a:off x="-975789" y="9129714"/>
              <a:ext cx="18097" cy="49530"/>
            </a:xfrm>
            <a:custGeom>
              <a:avLst/>
              <a:gdLst>
                <a:gd name="connsiteX0" fmla="*/ 0 w 18097"/>
                <a:gd name="connsiteY0" fmla="*/ 49530 h 49530"/>
                <a:gd name="connsiteX1" fmla="*/ 18097 w 18097"/>
                <a:gd name="connsiteY1" fmla="*/ 49530 h 49530"/>
                <a:gd name="connsiteX2" fmla="*/ 2857 w 18097"/>
                <a:gd name="connsiteY2" fmla="*/ 0 h 49530"/>
                <a:gd name="connsiteX3" fmla="*/ 0 w 18097"/>
                <a:gd name="connsiteY3" fmla="*/ 49530 h 49530"/>
              </a:gdLst>
              <a:ahLst/>
              <a:cxnLst>
                <a:cxn ang="0">
                  <a:pos x="connsiteX0" y="connsiteY0"/>
                </a:cxn>
                <a:cxn ang="0">
                  <a:pos x="connsiteX1" y="connsiteY1"/>
                </a:cxn>
                <a:cxn ang="0">
                  <a:pos x="connsiteX2" y="connsiteY2"/>
                </a:cxn>
                <a:cxn ang="0">
                  <a:pos x="connsiteX3" y="connsiteY3"/>
                </a:cxn>
              </a:cxnLst>
              <a:rect l="l" t="t" r="r" b="b"/>
              <a:pathLst>
                <a:path w="18097" h="49530">
                  <a:moveTo>
                    <a:pt x="0" y="49530"/>
                  </a:moveTo>
                  <a:cubicBezTo>
                    <a:pt x="5715" y="49530"/>
                    <a:pt x="12382" y="49530"/>
                    <a:pt x="18097" y="49530"/>
                  </a:cubicBezTo>
                  <a:cubicBezTo>
                    <a:pt x="11430" y="33338"/>
                    <a:pt x="6668" y="17145"/>
                    <a:pt x="2857" y="0"/>
                  </a:cubicBezTo>
                  <a:cubicBezTo>
                    <a:pt x="1905" y="16193"/>
                    <a:pt x="953" y="33338"/>
                    <a:pt x="0" y="495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7" name="任意多边形: 形状 76"/>
            <p:cNvSpPr/>
            <p:nvPr/>
          </p:nvSpPr>
          <p:spPr>
            <a:xfrm>
              <a:off x="-797671" y="9135429"/>
              <a:ext cx="28575" cy="44767"/>
            </a:xfrm>
            <a:custGeom>
              <a:avLst/>
              <a:gdLst>
                <a:gd name="connsiteX0" fmla="*/ 0 w 28575"/>
                <a:gd name="connsiteY0" fmla="*/ 34290 h 44767"/>
                <a:gd name="connsiteX1" fmla="*/ 0 w 28575"/>
                <a:gd name="connsiteY1" fmla="*/ 44768 h 44767"/>
                <a:gd name="connsiteX2" fmla="*/ 28575 w 28575"/>
                <a:gd name="connsiteY2" fmla="*/ 44768 h 44767"/>
                <a:gd name="connsiteX3" fmla="*/ 20955 w 28575"/>
                <a:gd name="connsiteY3" fmla="*/ 0 h 44767"/>
                <a:gd name="connsiteX4" fmla="*/ 0 w 28575"/>
                <a:gd name="connsiteY4" fmla="*/ 34290 h 4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44767">
                  <a:moveTo>
                    <a:pt x="0" y="34290"/>
                  </a:moveTo>
                  <a:cubicBezTo>
                    <a:pt x="0" y="38100"/>
                    <a:pt x="0" y="41910"/>
                    <a:pt x="0" y="44768"/>
                  </a:cubicBezTo>
                  <a:cubicBezTo>
                    <a:pt x="9525" y="44768"/>
                    <a:pt x="19050" y="44768"/>
                    <a:pt x="28575" y="44768"/>
                  </a:cubicBezTo>
                  <a:cubicBezTo>
                    <a:pt x="25717" y="29528"/>
                    <a:pt x="23813" y="15240"/>
                    <a:pt x="20955" y="0"/>
                  </a:cubicBezTo>
                  <a:cubicBezTo>
                    <a:pt x="13335" y="12383"/>
                    <a:pt x="6667" y="23813"/>
                    <a:pt x="0" y="3429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8" name="任意多边形: 形状 77"/>
            <p:cNvSpPr/>
            <p:nvPr/>
          </p:nvSpPr>
          <p:spPr>
            <a:xfrm>
              <a:off x="-1679686" y="9127810"/>
              <a:ext cx="76200" cy="40381"/>
            </a:xfrm>
            <a:custGeom>
              <a:avLst/>
              <a:gdLst>
                <a:gd name="connsiteX0" fmla="*/ 0 w 76200"/>
                <a:gd name="connsiteY0" fmla="*/ 953 h 40381"/>
                <a:gd name="connsiteX1" fmla="*/ 952 w 76200"/>
                <a:gd name="connsiteY1" fmla="*/ 25717 h 40381"/>
                <a:gd name="connsiteX2" fmla="*/ 6667 w 76200"/>
                <a:gd name="connsiteY2" fmla="*/ 29528 h 40381"/>
                <a:gd name="connsiteX3" fmla="*/ 33338 w 76200"/>
                <a:gd name="connsiteY3" fmla="*/ 40005 h 40381"/>
                <a:gd name="connsiteX4" fmla="*/ 45720 w 76200"/>
                <a:gd name="connsiteY4" fmla="*/ 37147 h 40381"/>
                <a:gd name="connsiteX5" fmla="*/ 59055 w 76200"/>
                <a:gd name="connsiteY5" fmla="*/ 28575 h 40381"/>
                <a:gd name="connsiteX6" fmla="*/ 76200 w 76200"/>
                <a:gd name="connsiteY6" fmla="*/ 20955 h 40381"/>
                <a:gd name="connsiteX7" fmla="*/ 73342 w 76200"/>
                <a:gd name="connsiteY7" fmla="*/ 0 h 40381"/>
                <a:gd name="connsiteX8" fmla="*/ 0 w 76200"/>
                <a:gd name="connsiteY8" fmla="*/ 953 h 4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0" h="40381">
                  <a:moveTo>
                    <a:pt x="0" y="953"/>
                  </a:moveTo>
                  <a:cubicBezTo>
                    <a:pt x="952" y="9525"/>
                    <a:pt x="952" y="18097"/>
                    <a:pt x="952" y="25717"/>
                  </a:cubicBezTo>
                  <a:cubicBezTo>
                    <a:pt x="2857" y="26670"/>
                    <a:pt x="4763" y="28575"/>
                    <a:pt x="6667" y="29528"/>
                  </a:cubicBezTo>
                  <a:cubicBezTo>
                    <a:pt x="18097" y="37147"/>
                    <a:pt x="28575" y="40005"/>
                    <a:pt x="33338" y="40005"/>
                  </a:cubicBezTo>
                  <a:cubicBezTo>
                    <a:pt x="36195" y="40005"/>
                    <a:pt x="34290" y="41910"/>
                    <a:pt x="45720" y="37147"/>
                  </a:cubicBezTo>
                  <a:cubicBezTo>
                    <a:pt x="38100" y="40005"/>
                    <a:pt x="56197" y="30480"/>
                    <a:pt x="59055" y="28575"/>
                  </a:cubicBezTo>
                  <a:cubicBezTo>
                    <a:pt x="64770" y="24765"/>
                    <a:pt x="70485" y="21907"/>
                    <a:pt x="76200" y="20955"/>
                  </a:cubicBezTo>
                  <a:cubicBezTo>
                    <a:pt x="75247" y="14288"/>
                    <a:pt x="74295" y="7620"/>
                    <a:pt x="73342" y="0"/>
                  </a:cubicBezTo>
                  <a:cubicBezTo>
                    <a:pt x="48577" y="0"/>
                    <a:pt x="23813" y="953"/>
                    <a:pt x="0" y="9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79" name="任意多边形: 形状 78"/>
            <p:cNvSpPr/>
            <p:nvPr/>
          </p:nvSpPr>
          <p:spPr>
            <a:xfrm>
              <a:off x="-576691" y="9118523"/>
              <a:ext cx="37147" cy="65484"/>
            </a:xfrm>
            <a:custGeom>
              <a:avLst/>
              <a:gdLst>
                <a:gd name="connsiteX0" fmla="*/ 14288 w 37147"/>
                <a:gd name="connsiteY0" fmla="*/ 714 h 65484"/>
                <a:gd name="connsiteX1" fmla="*/ 0 w 37147"/>
                <a:gd name="connsiteY1" fmla="*/ 65484 h 65484"/>
                <a:gd name="connsiteX2" fmla="*/ 37147 w 37147"/>
                <a:gd name="connsiteY2" fmla="*/ 65484 h 65484"/>
                <a:gd name="connsiteX3" fmla="*/ 32385 w 37147"/>
                <a:gd name="connsiteY3" fmla="*/ 714 h 65484"/>
                <a:gd name="connsiteX4" fmla="*/ 14288 w 37147"/>
                <a:gd name="connsiteY4" fmla="*/ 714 h 65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 h="65484">
                  <a:moveTo>
                    <a:pt x="14288" y="714"/>
                  </a:moveTo>
                  <a:cubicBezTo>
                    <a:pt x="9525" y="22622"/>
                    <a:pt x="4763" y="43577"/>
                    <a:pt x="0" y="65484"/>
                  </a:cubicBezTo>
                  <a:cubicBezTo>
                    <a:pt x="12383" y="65484"/>
                    <a:pt x="24765" y="65484"/>
                    <a:pt x="37147" y="65484"/>
                  </a:cubicBezTo>
                  <a:cubicBezTo>
                    <a:pt x="35243" y="43577"/>
                    <a:pt x="33338" y="21669"/>
                    <a:pt x="32385" y="714"/>
                  </a:cubicBezTo>
                  <a:cubicBezTo>
                    <a:pt x="25718" y="-238"/>
                    <a:pt x="20003" y="-238"/>
                    <a:pt x="14288" y="7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0" name="任意多边形: 形状 79"/>
            <p:cNvSpPr/>
            <p:nvPr/>
          </p:nvSpPr>
          <p:spPr>
            <a:xfrm>
              <a:off x="-681466" y="9120189"/>
              <a:ext cx="19050" cy="47625"/>
            </a:xfrm>
            <a:custGeom>
              <a:avLst/>
              <a:gdLst>
                <a:gd name="connsiteX0" fmla="*/ 0 w 19050"/>
                <a:gd name="connsiteY0" fmla="*/ 0 h 47625"/>
                <a:gd name="connsiteX1" fmla="*/ 7620 w 19050"/>
                <a:gd name="connsiteY1" fmla="*/ 47625 h 47625"/>
                <a:gd name="connsiteX2" fmla="*/ 19050 w 19050"/>
                <a:gd name="connsiteY2" fmla="*/ 0 h 47625"/>
                <a:gd name="connsiteX3" fmla="*/ 9525 w 19050"/>
                <a:gd name="connsiteY3" fmla="*/ 0 h 47625"/>
                <a:gd name="connsiteX4" fmla="*/ 0 w 19050"/>
                <a:gd name="connsiteY4" fmla="*/ 0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47625">
                  <a:moveTo>
                    <a:pt x="0" y="0"/>
                  </a:moveTo>
                  <a:cubicBezTo>
                    <a:pt x="2858" y="16193"/>
                    <a:pt x="4763" y="31433"/>
                    <a:pt x="7620" y="47625"/>
                  </a:cubicBezTo>
                  <a:cubicBezTo>
                    <a:pt x="11430" y="31433"/>
                    <a:pt x="15240" y="16193"/>
                    <a:pt x="19050" y="0"/>
                  </a:cubicBezTo>
                  <a:lnTo>
                    <a:pt x="9525" y="0"/>
                  </a:lnTo>
                  <a:cubicBezTo>
                    <a:pt x="6668" y="0"/>
                    <a:pt x="3810" y="0"/>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1" name="任意多边形: 形状 80"/>
            <p:cNvSpPr/>
            <p:nvPr/>
          </p:nvSpPr>
          <p:spPr>
            <a:xfrm>
              <a:off x="-423339" y="6286502"/>
              <a:ext cx="40005" cy="68579"/>
            </a:xfrm>
            <a:custGeom>
              <a:avLst/>
              <a:gdLst>
                <a:gd name="connsiteX0" fmla="*/ 13335 w 40005"/>
                <a:gd name="connsiteY0" fmla="*/ 68580 h 68579"/>
                <a:gd name="connsiteX1" fmla="*/ 36195 w 40005"/>
                <a:gd name="connsiteY1" fmla="*/ 68580 h 68579"/>
                <a:gd name="connsiteX2" fmla="*/ 40005 w 40005"/>
                <a:gd name="connsiteY2" fmla="*/ 952 h 68579"/>
                <a:gd name="connsiteX3" fmla="*/ 0 w 40005"/>
                <a:gd name="connsiteY3" fmla="*/ 0 h 68579"/>
                <a:gd name="connsiteX4" fmla="*/ 12382 w 40005"/>
                <a:gd name="connsiteY4" fmla="*/ 66675 h 68579"/>
                <a:gd name="connsiteX5" fmla="*/ 13335 w 40005"/>
                <a:gd name="connsiteY5" fmla="*/ 68580 h 68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05" h="68579">
                  <a:moveTo>
                    <a:pt x="13335" y="68580"/>
                  </a:moveTo>
                  <a:cubicBezTo>
                    <a:pt x="20955" y="68580"/>
                    <a:pt x="28575" y="68580"/>
                    <a:pt x="36195" y="68580"/>
                  </a:cubicBezTo>
                  <a:cubicBezTo>
                    <a:pt x="37147" y="45720"/>
                    <a:pt x="38100" y="23813"/>
                    <a:pt x="40005" y="952"/>
                  </a:cubicBezTo>
                  <a:cubicBezTo>
                    <a:pt x="26670" y="952"/>
                    <a:pt x="13335" y="0"/>
                    <a:pt x="0" y="0"/>
                  </a:cubicBezTo>
                  <a:cubicBezTo>
                    <a:pt x="4763" y="21907"/>
                    <a:pt x="8572" y="43815"/>
                    <a:pt x="12382" y="66675"/>
                  </a:cubicBezTo>
                  <a:cubicBezTo>
                    <a:pt x="12382" y="66675"/>
                    <a:pt x="12382" y="67627"/>
                    <a:pt x="13335" y="6858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2" name="任意多边形: 形状 81"/>
            <p:cNvSpPr/>
            <p:nvPr/>
          </p:nvSpPr>
          <p:spPr>
            <a:xfrm>
              <a:off x="-3746611" y="5473067"/>
              <a:ext cx="4264957" cy="4327207"/>
            </a:xfrm>
            <a:custGeom>
              <a:avLst/>
              <a:gdLst>
                <a:gd name="connsiteX0" fmla="*/ 4010978 w 4264957"/>
                <a:gd name="connsiteY0" fmla="*/ 3350895 h 4327207"/>
                <a:gd name="connsiteX1" fmla="*/ 4198620 w 4264957"/>
                <a:gd name="connsiteY1" fmla="*/ 2823210 h 4327207"/>
                <a:gd name="connsiteX2" fmla="*/ 4223385 w 4264957"/>
                <a:gd name="connsiteY2" fmla="*/ 1770698 h 4327207"/>
                <a:gd name="connsiteX3" fmla="*/ 4220528 w 4264957"/>
                <a:gd name="connsiteY3" fmla="*/ 1752600 h 4327207"/>
                <a:gd name="connsiteX4" fmla="*/ 4199573 w 4264957"/>
                <a:gd name="connsiteY4" fmla="*/ 1648778 h 4327207"/>
                <a:gd name="connsiteX5" fmla="*/ 4195763 w 4264957"/>
                <a:gd name="connsiteY5" fmla="*/ 1637348 h 4327207"/>
                <a:gd name="connsiteX6" fmla="*/ 4008120 w 4264957"/>
                <a:gd name="connsiteY6" fmla="*/ 1108710 h 4327207"/>
                <a:gd name="connsiteX7" fmla="*/ 3863340 w 4264957"/>
                <a:gd name="connsiteY7" fmla="*/ 857250 h 4327207"/>
                <a:gd name="connsiteX8" fmla="*/ 3860483 w 4264957"/>
                <a:gd name="connsiteY8" fmla="*/ 836295 h 4327207"/>
                <a:gd name="connsiteX9" fmla="*/ 3849053 w 4264957"/>
                <a:gd name="connsiteY9" fmla="*/ 835343 h 4327207"/>
                <a:gd name="connsiteX10" fmla="*/ 3751898 w 4264957"/>
                <a:gd name="connsiteY10" fmla="*/ 703898 h 4327207"/>
                <a:gd name="connsiteX11" fmla="*/ 3751898 w 4264957"/>
                <a:gd name="connsiteY11" fmla="*/ 677228 h 4327207"/>
                <a:gd name="connsiteX12" fmla="*/ 3740468 w 4264957"/>
                <a:gd name="connsiteY12" fmla="*/ 661035 h 4327207"/>
                <a:gd name="connsiteX13" fmla="*/ 3725228 w 4264957"/>
                <a:gd name="connsiteY13" fmla="*/ 643890 h 4327207"/>
                <a:gd name="connsiteX14" fmla="*/ 3725228 w 4264957"/>
                <a:gd name="connsiteY14" fmla="*/ 670560 h 4327207"/>
                <a:gd name="connsiteX15" fmla="*/ 3338513 w 4264957"/>
                <a:gd name="connsiteY15" fmla="*/ 315278 h 4327207"/>
                <a:gd name="connsiteX16" fmla="*/ 2529840 w 4264957"/>
                <a:gd name="connsiteY16" fmla="*/ 20955 h 4327207"/>
                <a:gd name="connsiteX17" fmla="*/ 2529840 w 4264957"/>
                <a:gd name="connsiteY17" fmla="*/ 3810 h 4327207"/>
                <a:gd name="connsiteX18" fmla="*/ 2506028 w 4264957"/>
                <a:gd name="connsiteY18" fmla="*/ 0 h 4327207"/>
                <a:gd name="connsiteX19" fmla="*/ 2506028 w 4264957"/>
                <a:gd name="connsiteY19" fmla="*/ 19050 h 4327207"/>
                <a:gd name="connsiteX20" fmla="*/ 1980248 w 4264957"/>
                <a:gd name="connsiteY20" fmla="*/ 71438 h 4327207"/>
                <a:gd name="connsiteX21" fmla="*/ 1748790 w 4264957"/>
                <a:gd name="connsiteY21" fmla="*/ 64770 h 4327207"/>
                <a:gd name="connsiteX22" fmla="*/ 1711643 w 4264957"/>
                <a:gd name="connsiteY22" fmla="*/ 60008 h 4327207"/>
                <a:gd name="connsiteX23" fmla="*/ 1689735 w 4264957"/>
                <a:gd name="connsiteY23" fmla="*/ 68580 h 4327207"/>
                <a:gd name="connsiteX24" fmla="*/ 901065 w 4264957"/>
                <a:gd name="connsiteY24" fmla="*/ 356235 h 4327207"/>
                <a:gd name="connsiteX25" fmla="*/ 651510 w 4264957"/>
                <a:gd name="connsiteY25" fmla="*/ 565785 h 4327207"/>
                <a:gd name="connsiteX26" fmla="*/ 636270 w 4264957"/>
                <a:gd name="connsiteY26" fmla="*/ 581025 h 4327207"/>
                <a:gd name="connsiteX27" fmla="*/ 241935 w 4264957"/>
                <a:gd name="connsiteY27" fmla="*/ 1146810 h 4327207"/>
                <a:gd name="connsiteX28" fmla="*/ 221933 w 4264957"/>
                <a:gd name="connsiteY28" fmla="*/ 1175385 h 4327207"/>
                <a:gd name="connsiteX29" fmla="*/ 223838 w 4264957"/>
                <a:gd name="connsiteY29" fmla="*/ 1184910 h 4327207"/>
                <a:gd name="connsiteX30" fmla="*/ 196215 w 4264957"/>
                <a:gd name="connsiteY30" fmla="*/ 1246823 h 4327207"/>
                <a:gd name="connsiteX31" fmla="*/ 191453 w 4264957"/>
                <a:gd name="connsiteY31" fmla="*/ 1258253 h 4327207"/>
                <a:gd name="connsiteX32" fmla="*/ 169545 w 4264957"/>
                <a:gd name="connsiteY32" fmla="*/ 1310640 h 4327207"/>
                <a:gd name="connsiteX33" fmla="*/ 158115 w 4264957"/>
                <a:gd name="connsiteY33" fmla="*/ 1330643 h 4327207"/>
                <a:gd name="connsiteX34" fmla="*/ 159068 w 4264957"/>
                <a:gd name="connsiteY34" fmla="*/ 1338263 h 4327207"/>
                <a:gd name="connsiteX35" fmla="*/ 112395 w 4264957"/>
                <a:gd name="connsiteY35" fmla="*/ 1471613 h 4327207"/>
                <a:gd name="connsiteX36" fmla="*/ 98108 w 4264957"/>
                <a:gd name="connsiteY36" fmla="*/ 1454468 h 4327207"/>
                <a:gd name="connsiteX37" fmla="*/ 77153 w 4264957"/>
                <a:gd name="connsiteY37" fmla="*/ 1560195 h 4327207"/>
                <a:gd name="connsiteX38" fmla="*/ 82868 w 4264957"/>
                <a:gd name="connsiteY38" fmla="*/ 1576388 h 4327207"/>
                <a:gd name="connsiteX39" fmla="*/ 64770 w 4264957"/>
                <a:gd name="connsiteY39" fmla="*/ 1650683 h 4327207"/>
                <a:gd name="connsiteX40" fmla="*/ 12383 w 4264957"/>
                <a:gd name="connsiteY40" fmla="*/ 1972628 h 4327207"/>
                <a:gd name="connsiteX41" fmla="*/ 5715 w 4264957"/>
                <a:gd name="connsiteY41" fmla="*/ 2218373 h 4327207"/>
                <a:gd name="connsiteX42" fmla="*/ 0 w 4264957"/>
                <a:gd name="connsiteY42" fmla="*/ 2231708 h 4327207"/>
                <a:gd name="connsiteX43" fmla="*/ 3810 w 4264957"/>
                <a:gd name="connsiteY43" fmla="*/ 2359343 h 4327207"/>
                <a:gd name="connsiteX44" fmla="*/ 100965 w 4264957"/>
                <a:gd name="connsiteY44" fmla="*/ 2926080 h 4327207"/>
                <a:gd name="connsiteX45" fmla="*/ 100965 w 4264957"/>
                <a:gd name="connsiteY45" fmla="*/ 2938463 h 4327207"/>
                <a:gd name="connsiteX46" fmla="*/ 348615 w 4264957"/>
                <a:gd name="connsiteY46" fmla="*/ 3499485 h 4327207"/>
                <a:gd name="connsiteX47" fmla="*/ 348615 w 4264957"/>
                <a:gd name="connsiteY47" fmla="*/ 3502343 h 4327207"/>
                <a:gd name="connsiteX48" fmla="*/ 358140 w 4264957"/>
                <a:gd name="connsiteY48" fmla="*/ 3515678 h 4327207"/>
                <a:gd name="connsiteX49" fmla="*/ 427673 w 4264957"/>
                <a:gd name="connsiteY49" fmla="*/ 3619500 h 4327207"/>
                <a:gd name="connsiteX50" fmla="*/ 431483 w 4264957"/>
                <a:gd name="connsiteY50" fmla="*/ 3629025 h 4327207"/>
                <a:gd name="connsiteX51" fmla="*/ 444818 w 4264957"/>
                <a:gd name="connsiteY51" fmla="*/ 3643313 h 4327207"/>
                <a:gd name="connsiteX52" fmla="*/ 533400 w 4264957"/>
                <a:gd name="connsiteY52" fmla="*/ 3757613 h 4327207"/>
                <a:gd name="connsiteX53" fmla="*/ 540068 w 4264957"/>
                <a:gd name="connsiteY53" fmla="*/ 3766185 h 4327207"/>
                <a:gd name="connsiteX54" fmla="*/ 661988 w 4264957"/>
                <a:gd name="connsiteY54" fmla="*/ 3898583 h 4327207"/>
                <a:gd name="connsiteX55" fmla="*/ 674370 w 4264957"/>
                <a:gd name="connsiteY55" fmla="*/ 3921443 h 4327207"/>
                <a:gd name="connsiteX56" fmla="*/ 681990 w 4264957"/>
                <a:gd name="connsiteY56" fmla="*/ 3926205 h 4327207"/>
                <a:gd name="connsiteX57" fmla="*/ 690563 w 4264957"/>
                <a:gd name="connsiteY57" fmla="*/ 3926205 h 4327207"/>
                <a:gd name="connsiteX58" fmla="*/ 706755 w 4264957"/>
                <a:gd name="connsiteY58" fmla="*/ 3941445 h 4327207"/>
                <a:gd name="connsiteX59" fmla="*/ 708660 w 4264957"/>
                <a:gd name="connsiteY59" fmla="*/ 3946208 h 4327207"/>
                <a:gd name="connsiteX60" fmla="*/ 802958 w 4264957"/>
                <a:gd name="connsiteY60" fmla="*/ 4025265 h 4327207"/>
                <a:gd name="connsiteX61" fmla="*/ 848678 w 4264957"/>
                <a:gd name="connsiteY61" fmla="*/ 4061460 h 4327207"/>
                <a:gd name="connsiteX62" fmla="*/ 850583 w 4264957"/>
                <a:gd name="connsiteY62" fmla="*/ 4069080 h 4327207"/>
                <a:gd name="connsiteX63" fmla="*/ 874395 w 4264957"/>
                <a:gd name="connsiteY63" fmla="*/ 4090988 h 4327207"/>
                <a:gd name="connsiteX64" fmla="*/ 875348 w 4264957"/>
                <a:gd name="connsiteY64" fmla="*/ 4091940 h 4327207"/>
                <a:gd name="connsiteX65" fmla="*/ 881063 w 4264957"/>
                <a:gd name="connsiteY65" fmla="*/ 4097655 h 4327207"/>
                <a:gd name="connsiteX66" fmla="*/ 904875 w 4264957"/>
                <a:gd name="connsiteY66" fmla="*/ 4112895 h 4327207"/>
                <a:gd name="connsiteX67" fmla="*/ 912495 w 4264957"/>
                <a:gd name="connsiteY67" fmla="*/ 4108133 h 4327207"/>
                <a:gd name="connsiteX68" fmla="*/ 1030605 w 4264957"/>
                <a:gd name="connsiteY68" fmla="*/ 4183380 h 4327207"/>
                <a:gd name="connsiteX69" fmla="*/ 450533 w 4264957"/>
                <a:gd name="connsiteY69" fmla="*/ 4183380 h 4327207"/>
                <a:gd name="connsiteX70" fmla="*/ 445770 w 4264957"/>
                <a:gd name="connsiteY70" fmla="*/ 4184333 h 4327207"/>
                <a:gd name="connsiteX71" fmla="*/ 149543 w 4264957"/>
                <a:gd name="connsiteY71" fmla="*/ 4216718 h 4327207"/>
                <a:gd name="connsiteX72" fmla="*/ 72390 w 4264957"/>
                <a:gd name="connsiteY72" fmla="*/ 4318635 h 4327207"/>
                <a:gd name="connsiteX73" fmla="*/ 1057275 w 4264957"/>
                <a:gd name="connsiteY73" fmla="*/ 4319588 h 4327207"/>
                <a:gd name="connsiteX74" fmla="*/ 1326833 w 4264957"/>
                <a:gd name="connsiteY74" fmla="*/ 4319588 h 4327207"/>
                <a:gd name="connsiteX75" fmla="*/ 1344930 w 4264957"/>
                <a:gd name="connsiteY75" fmla="*/ 4326255 h 4327207"/>
                <a:gd name="connsiteX76" fmla="*/ 1348740 w 4264957"/>
                <a:gd name="connsiteY76" fmla="*/ 4327208 h 4327207"/>
                <a:gd name="connsiteX77" fmla="*/ 2117408 w 4264957"/>
                <a:gd name="connsiteY77" fmla="*/ 4327208 h 4327207"/>
                <a:gd name="connsiteX78" fmla="*/ 2072640 w 4264957"/>
                <a:gd name="connsiteY78" fmla="*/ 4317683 h 4327207"/>
                <a:gd name="connsiteX79" fmla="*/ 2206943 w 4264957"/>
                <a:gd name="connsiteY79" fmla="*/ 4316730 h 4327207"/>
                <a:gd name="connsiteX80" fmla="*/ 2206943 w 4264957"/>
                <a:gd name="connsiteY80" fmla="*/ 4326255 h 4327207"/>
                <a:gd name="connsiteX81" fmla="*/ 2226945 w 4264957"/>
                <a:gd name="connsiteY81" fmla="*/ 4326255 h 4327207"/>
                <a:gd name="connsiteX82" fmla="*/ 2226945 w 4264957"/>
                <a:gd name="connsiteY82" fmla="*/ 4315778 h 4327207"/>
                <a:gd name="connsiteX83" fmla="*/ 2750820 w 4264957"/>
                <a:gd name="connsiteY83" fmla="*/ 4313873 h 4327207"/>
                <a:gd name="connsiteX84" fmla="*/ 2692718 w 4264957"/>
                <a:gd name="connsiteY84" fmla="*/ 4326255 h 4327207"/>
                <a:gd name="connsiteX85" fmla="*/ 3019425 w 4264957"/>
                <a:gd name="connsiteY85" fmla="*/ 4326255 h 4327207"/>
                <a:gd name="connsiteX86" fmla="*/ 3050858 w 4264957"/>
                <a:gd name="connsiteY86" fmla="*/ 4312920 h 4327207"/>
                <a:gd name="connsiteX87" fmla="*/ 3161348 w 4264957"/>
                <a:gd name="connsiteY87" fmla="*/ 4312920 h 4327207"/>
                <a:gd name="connsiteX88" fmla="*/ 4119563 w 4264957"/>
                <a:gd name="connsiteY88" fmla="*/ 4311015 h 4327207"/>
                <a:gd name="connsiteX89" fmla="*/ 4006215 w 4264957"/>
                <a:gd name="connsiteY89" fmla="*/ 4189095 h 4327207"/>
                <a:gd name="connsiteX90" fmla="*/ 3288030 w 4264957"/>
                <a:gd name="connsiteY90" fmla="*/ 4187190 h 4327207"/>
                <a:gd name="connsiteX91" fmla="*/ 3347085 w 4264957"/>
                <a:gd name="connsiteY91" fmla="*/ 4148138 h 4327207"/>
                <a:gd name="connsiteX92" fmla="*/ 4010978 w 4264957"/>
                <a:gd name="connsiteY92" fmla="*/ 3350895 h 4327207"/>
                <a:gd name="connsiteX93" fmla="*/ 621030 w 4264957"/>
                <a:gd name="connsiteY93" fmla="*/ 876300 h 4327207"/>
                <a:gd name="connsiteX94" fmla="*/ 621983 w 4264957"/>
                <a:gd name="connsiteY94" fmla="*/ 878205 h 4327207"/>
                <a:gd name="connsiteX95" fmla="*/ 658178 w 4264957"/>
                <a:gd name="connsiteY95" fmla="*/ 1016318 h 4327207"/>
                <a:gd name="connsiteX96" fmla="*/ 677228 w 4264957"/>
                <a:gd name="connsiteY96" fmla="*/ 1088708 h 4327207"/>
                <a:gd name="connsiteX97" fmla="*/ 683895 w 4264957"/>
                <a:gd name="connsiteY97" fmla="*/ 1187768 h 4327207"/>
                <a:gd name="connsiteX98" fmla="*/ 643890 w 4264957"/>
                <a:gd name="connsiteY98" fmla="*/ 1058228 h 4327207"/>
                <a:gd name="connsiteX99" fmla="*/ 634365 w 4264957"/>
                <a:gd name="connsiteY99" fmla="*/ 1021080 h 4327207"/>
                <a:gd name="connsiteX100" fmla="*/ 620078 w 4264957"/>
                <a:gd name="connsiteY100" fmla="*/ 876300 h 4327207"/>
                <a:gd name="connsiteX101" fmla="*/ 621030 w 4264957"/>
                <a:gd name="connsiteY101" fmla="*/ 876300 h 4327207"/>
                <a:gd name="connsiteX102" fmla="*/ 441960 w 4264957"/>
                <a:gd name="connsiteY102" fmla="*/ 958215 h 4327207"/>
                <a:gd name="connsiteX103" fmla="*/ 462915 w 4264957"/>
                <a:gd name="connsiteY103" fmla="*/ 955358 h 4327207"/>
                <a:gd name="connsiteX104" fmla="*/ 518160 w 4264957"/>
                <a:gd name="connsiteY104" fmla="*/ 1263015 h 4327207"/>
                <a:gd name="connsiteX105" fmla="*/ 580073 w 4264957"/>
                <a:gd name="connsiteY105" fmla="*/ 1444943 h 4327207"/>
                <a:gd name="connsiteX106" fmla="*/ 628650 w 4264957"/>
                <a:gd name="connsiteY106" fmla="*/ 1544955 h 4327207"/>
                <a:gd name="connsiteX107" fmla="*/ 617220 w 4264957"/>
                <a:gd name="connsiteY107" fmla="*/ 1586865 h 4327207"/>
                <a:gd name="connsiteX108" fmla="*/ 512445 w 4264957"/>
                <a:gd name="connsiteY108" fmla="*/ 1311593 h 4327207"/>
                <a:gd name="connsiteX109" fmla="*/ 403860 w 4264957"/>
                <a:gd name="connsiteY109" fmla="*/ 1019175 h 4327207"/>
                <a:gd name="connsiteX110" fmla="*/ 441960 w 4264957"/>
                <a:gd name="connsiteY110" fmla="*/ 958215 h 4327207"/>
                <a:gd name="connsiteX111" fmla="*/ 539115 w 4264957"/>
                <a:gd name="connsiteY111" fmla="*/ 2283143 h 4327207"/>
                <a:gd name="connsiteX112" fmla="*/ 522923 w 4264957"/>
                <a:gd name="connsiteY112" fmla="*/ 2193608 h 4327207"/>
                <a:gd name="connsiteX113" fmla="*/ 482918 w 4264957"/>
                <a:gd name="connsiteY113" fmla="*/ 1930718 h 4327207"/>
                <a:gd name="connsiteX114" fmla="*/ 482918 w 4264957"/>
                <a:gd name="connsiteY114" fmla="*/ 1925955 h 4327207"/>
                <a:gd name="connsiteX115" fmla="*/ 477203 w 4264957"/>
                <a:gd name="connsiteY115" fmla="*/ 1889760 h 4327207"/>
                <a:gd name="connsiteX116" fmla="*/ 472440 w 4264957"/>
                <a:gd name="connsiteY116" fmla="*/ 1853565 h 4327207"/>
                <a:gd name="connsiteX117" fmla="*/ 478155 w 4264957"/>
                <a:gd name="connsiteY117" fmla="*/ 1868805 h 4327207"/>
                <a:gd name="connsiteX118" fmla="*/ 543878 w 4264957"/>
                <a:gd name="connsiteY118" fmla="*/ 2014538 h 4327207"/>
                <a:gd name="connsiteX119" fmla="*/ 546735 w 4264957"/>
                <a:gd name="connsiteY119" fmla="*/ 2016443 h 4327207"/>
                <a:gd name="connsiteX120" fmla="*/ 539115 w 4264957"/>
                <a:gd name="connsiteY120" fmla="*/ 2283143 h 4327207"/>
                <a:gd name="connsiteX121" fmla="*/ 544830 w 4264957"/>
                <a:gd name="connsiteY121" fmla="*/ 1616393 h 4327207"/>
                <a:gd name="connsiteX122" fmla="*/ 548640 w 4264957"/>
                <a:gd name="connsiteY122" fmla="*/ 1626870 h 4327207"/>
                <a:gd name="connsiteX123" fmla="*/ 585788 w 4264957"/>
                <a:gd name="connsiteY123" fmla="*/ 1729740 h 4327207"/>
                <a:gd name="connsiteX124" fmla="*/ 582930 w 4264957"/>
                <a:gd name="connsiteY124" fmla="*/ 1745933 h 4327207"/>
                <a:gd name="connsiteX125" fmla="*/ 544830 w 4264957"/>
                <a:gd name="connsiteY125" fmla="*/ 1616393 h 4327207"/>
                <a:gd name="connsiteX126" fmla="*/ 359093 w 4264957"/>
                <a:gd name="connsiteY126" fmla="*/ 1097280 h 4327207"/>
                <a:gd name="connsiteX127" fmla="*/ 381000 w 4264957"/>
                <a:gd name="connsiteY127" fmla="*/ 1173480 h 4327207"/>
                <a:gd name="connsiteX128" fmla="*/ 451485 w 4264957"/>
                <a:gd name="connsiteY128" fmla="*/ 1519238 h 4327207"/>
                <a:gd name="connsiteX129" fmla="*/ 520065 w 4264957"/>
                <a:gd name="connsiteY129" fmla="*/ 1769745 h 4327207"/>
                <a:gd name="connsiteX130" fmla="*/ 537210 w 4264957"/>
                <a:gd name="connsiteY130" fmla="*/ 1834515 h 4327207"/>
                <a:gd name="connsiteX131" fmla="*/ 519113 w 4264957"/>
                <a:gd name="connsiteY131" fmla="*/ 1780223 h 4327207"/>
                <a:gd name="connsiteX132" fmla="*/ 450533 w 4264957"/>
                <a:gd name="connsiteY132" fmla="*/ 1525905 h 4327207"/>
                <a:gd name="connsiteX133" fmla="*/ 347663 w 4264957"/>
                <a:gd name="connsiteY133" fmla="*/ 1114425 h 4327207"/>
                <a:gd name="connsiteX134" fmla="*/ 359093 w 4264957"/>
                <a:gd name="connsiteY134" fmla="*/ 1097280 h 4327207"/>
                <a:gd name="connsiteX135" fmla="*/ 468630 w 4264957"/>
                <a:gd name="connsiteY135" fmla="*/ 2191703 h 4327207"/>
                <a:gd name="connsiteX136" fmla="*/ 455295 w 4264957"/>
                <a:gd name="connsiteY136" fmla="*/ 2136458 h 4327207"/>
                <a:gd name="connsiteX137" fmla="*/ 453390 w 4264957"/>
                <a:gd name="connsiteY137" fmla="*/ 2120265 h 4327207"/>
                <a:gd name="connsiteX138" fmla="*/ 459105 w 4264957"/>
                <a:gd name="connsiteY138" fmla="*/ 2123123 h 4327207"/>
                <a:gd name="connsiteX139" fmla="*/ 464820 w 4264957"/>
                <a:gd name="connsiteY139" fmla="*/ 2166938 h 4327207"/>
                <a:gd name="connsiteX140" fmla="*/ 468630 w 4264957"/>
                <a:gd name="connsiteY140" fmla="*/ 2191703 h 4327207"/>
                <a:gd name="connsiteX141" fmla="*/ 304800 w 4264957"/>
                <a:gd name="connsiteY141" fmla="*/ 1203008 h 4327207"/>
                <a:gd name="connsiteX142" fmla="*/ 324803 w 4264957"/>
                <a:gd name="connsiteY142" fmla="*/ 1358265 h 4327207"/>
                <a:gd name="connsiteX143" fmla="*/ 322898 w 4264957"/>
                <a:gd name="connsiteY143" fmla="*/ 1352550 h 4327207"/>
                <a:gd name="connsiteX144" fmla="*/ 292418 w 4264957"/>
                <a:gd name="connsiteY144" fmla="*/ 1226820 h 4327207"/>
                <a:gd name="connsiteX145" fmla="*/ 304800 w 4264957"/>
                <a:gd name="connsiteY145" fmla="*/ 1203008 h 4327207"/>
                <a:gd name="connsiteX146" fmla="*/ 251460 w 4264957"/>
                <a:gd name="connsiteY146" fmla="*/ 1323975 h 4327207"/>
                <a:gd name="connsiteX147" fmla="*/ 293370 w 4264957"/>
                <a:gd name="connsiteY147" fmla="*/ 1528763 h 4327207"/>
                <a:gd name="connsiteX148" fmla="*/ 247650 w 4264957"/>
                <a:gd name="connsiteY148" fmla="*/ 1331595 h 4327207"/>
                <a:gd name="connsiteX149" fmla="*/ 251460 w 4264957"/>
                <a:gd name="connsiteY149" fmla="*/ 1323975 h 4327207"/>
                <a:gd name="connsiteX150" fmla="*/ 236220 w 4264957"/>
                <a:gd name="connsiteY150" fmla="*/ 1671638 h 4327207"/>
                <a:gd name="connsiteX151" fmla="*/ 310515 w 4264957"/>
                <a:gd name="connsiteY151" fmla="*/ 1914525 h 4327207"/>
                <a:gd name="connsiteX152" fmla="*/ 343853 w 4264957"/>
                <a:gd name="connsiteY152" fmla="*/ 2018348 h 4327207"/>
                <a:gd name="connsiteX153" fmla="*/ 385763 w 4264957"/>
                <a:gd name="connsiteY153" fmla="*/ 2287905 h 4327207"/>
                <a:gd name="connsiteX154" fmla="*/ 333375 w 4264957"/>
                <a:gd name="connsiteY154" fmla="*/ 2121218 h 4327207"/>
                <a:gd name="connsiteX155" fmla="*/ 214313 w 4264957"/>
                <a:gd name="connsiteY155" fmla="*/ 1655445 h 4327207"/>
                <a:gd name="connsiteX156" fmla="*/ 236220 w 4264957"/>
                <a:gd name="connsiteY156" fmla="*/ 1671638 h 4327207"/>
                <a:gd name="connsiteX157" fmla="*/ 236220 w 4264957"/>
                <a:gd name="connsiteY157" fmla="*/ 1671638 h 4327207"/>
                <a:gd name="connsiteX158" fmla="*/ 189548 w 4264957"/>
                <a:gd name="connsiteY158" fmla="*/ 1492568 h 4327207"/>
                <a:gd name="connsiteX159" fmla="*/ 232410 w 4264957"/>
                <a:gd name="connsiteY159" fmla="*/ 1657350 h 4327207"/>
                <a:gd name="connsiteX160" fmla="*/ 203835 w 4264957"/>
                <a:gd name="connsiteY160" fmla="*/ 1617345 h 4327207"/>
                <a:gd name="connsiteX161" fmla="*/ 174308 w 4264957"/>
                <a:gd name="connsiteY161" fmla="*/ 1624965 h 4327207"/>
                <a:gd name="connsiteX162" fmla="*/ 180023 w 4264957"/>
                <a:gd name="connsiteY162" fmla="*/ 1678305 h 4327207"/>
                <a:gd name="connsiteX163" fmla="*/ 155258 w 4264957"/>
                <a:gd name="connsiteY163" fmla="*/ 1608773 h 4327207"/>
                <a:gd name="connsiteX164" fmla="*/ 189548 w 4264957"/>
                <a:gd name="connsiteY164" fmla="*/ 1492568 h 4327207"/>
                <a:gd name="connsiteX165" fmla="*/ 132398 w 4264957"/>
                <a:gd name="connsiteY165" fmla="*/ 1707833 h 4327207"/>
                <a:gd name="connsiteX166" fmla="*/ 159068 w 4264957"/>
                <a:gd name="connsiteY166" fmla="*/ 1781175 h 4327207"/>
                <a:gd name="connsiteX167" fmla="*/ 163830 w 4264957"/>
                <a:gd name="connsiteY167" fmla="*/ 1794510 h 4327207"/>
                <a:gd name="connsiteX168" fmla="*/ 304800 w 4264957"/>
                <a:gd name="connsiteY168" fmla="*/ 2384108 h 4327207"/>
                <a:gd name="connsiteX169" fmla="*/ 260033 w 4264957"/>
                <a:gd name="connsiteY169" fmla="*/ 2237423 h 4327207"/>
                <a:gd name="connsiteX170" fmla="*/ 185738 w 4264957"/>
                <a:gd name="connsiteY170" fmla="*/ 1995488 h 4327207"/>
                <a:gd name="connsiteX171" fmla="*/ 117158 w 4264957"/>
                <a:gd name="connsiteY171" fmla="*/ 1787843 h 4327207"/>
                <a:gd name="connsiteX172" fmla="*/ 132398 w 4264957"/>
                <a:gd name="connsiteY172" fmla="*/ 1707833 h 4327207"/>
                <a:gd name="connsiteX173" fmla="*/ 81915 w 4264957"/>
                <a:gd name="connsiteY173" fmla="*/ 2066925 h 4327207"/>
                <a:gd name="connsiteX174" fmla="*/ 110490 w 4264957"/>
                <a:gd name="connsiteY174" fmla="*/ 2176463 h 4327207"/>
                <a:gd name="connsiteX175" fmla="*/ 148590 w 4264957"/>
                <a:gd name="connsiteY175" fmla="*/ 2332673 h 4327207"/>
                <a:gd name="connsiteX176" fmla="*/ 104775 w 4264957"/>
                <a:gd name="connsiteY176" fmla="*/ 2206943 h 4327207"/>
                <a:gd name="connsiteX177" fmla="*/ 102870 w 4264957"/>
                <a:gd name="connsiteY177" fmla="*/ 2202180 h 4327207"/>
                <a:gd name="connsiteX178" fmla="*/ 77153 w 4264957"/>
                <a:gd name="connsiteY178" fmla="*/ 2139315 h 4327207"/>
                <a:gd name="connsiteX179" fmla="*/ 81915 w 4264957"/>
                <a:gd name="connsiteY179" fmla="*/ 2066925 h 4327207"/>
                <a:gd name="connsiteX180" fmla="*/ 80963 w 4264957"/>
                <a:gd name="connsiteY180" fmla="*/ 2351723 h 4327207"/>
                <a:gd name="connsiteX181" fmla="*/ 78105 w 4264957"/>
                <a:gd name="connsiteY181" fmla="*/ 2249805 h 4327207"/>
                <a:gd name="connsiteX182" fmla="*/ 82868 w 4264957"/>
                <a:gd name="connsiteY182" fmla="*/ 2267903 h 4327207"/>
                <a:gd name="connsiteX183" fmla="*/ 137160 w 4264957"/>
                <a:gd name="connsiteY183" fmla="*/ 2517458 h 4327207"/>
                <a:gd name="connsiteX184" fmla="*/ 80963 w 4264957"/>
                <a:gd name="connsiteY184" fmla="*/ 2351723 h 4327207"/>
                <a:gd name="connsiteX185" fmla="*/ 139065 w 4264957"/>
                <a:gd name="connsiteY185" fmla="*/ 2776538 h 4327207"/>
                <a:gd name="connsiteX186" fmla="*/ 104775 w 4264957"/>
                <a:gd name="connsiteY186" fmla="*/ 2593658 h 4327207"/>
                <a:gd name="connsiteX187" fmla="*/ 200025 w 4264957"/>
                <a:gd name="connsiteY187" fmla="*/ 2881313 h 4327207"/>
                <a:gd name="connsiteX188" fmla="*/ 292418 w 4264957"/>
                <a:gd name="connsiteY188" fmla="*/ 3150870 h 4327207"/>
                <a:gd name="connsiteX189" fmla="*/ 310515 w 4264957"/>
                <a:gd name="connsiteY189" fmla="*/ 3261360 h 4327207"/>
                <a:gd name="connsiteX190" fmla="*/ 139065 w 4264957"/>
                <a:gd name="connsiteY190" fmla="*/ 2776538 h 4327207"/>
                <a:gd name="connsiteX191" fmla="*/ 340995 w 4264957"/>
                <a:gd name="connsiteY191" fmla="*/ 3116580 h 4327207"/>
                <a:gd name="connsiteX192" fmla="*/ 307658 w 4264957"/>
                <a:gd name="connsiteY192" fmla="*/ 2947988 h 4327207"/>
                <a:gd name="connsiteX193" fmla="*/ 315278 w 4264957"/>
                <a:gd name="connsiteY193" fmla="*/ 2978468 h 4327207"/>
                <a:gd name="connsiteX194" fmla="*/ 374333 w 4264957"/>
                <a:gd name="connsiteY194" fmla="*/ 3209925 h 4327207"/>
                <a:gd name="connsiteX195" fmla="*/ 340995 w 4264957"/>
                <a:gd name="connsiteY195" fmla="*/ 3116580 h 4327207"/>
                <a:gd name="connsiteX196" fmla="*/ 352425 w 4264957"/>
                <a:gd name="connsiteY196" fmla="*/ 2860358 h 4327207"/>
                <a:gd name="connsiteX197" fmla="*/ 282893 w 4264957"/>
                <a:gd name="connsiteY197" fmla="*/ 2628900 h 4327207"/>
                <a:gd name="connsiteX198" fmla="*/ 271463 w 4264957"/>
                <a:gd name="connsiteY198" fmla="*/ 2584133 h 4327207"/>
                <a:gd name="connsiteX199" fmla="*/ 100965 w 4264957"/>
                <a:gd name="connsiteY199" fmla="*/ 1887855 h 4327207"/>
                <a:gd name="connsiteX200" fmla="*/ 104775 w 4264957"/>
                <a:gd name="connsiteY200" fmla="*/ 1864043 h 4327207"/>
                <a:gd name="connsiteX201" fmla="*/ 145733 w 4264957"/>
                <a:gd name="connsiteY201" fmla="*/ 2007870 h 4327207"/>
                <a:gd name="connsiteX202" fmla="*/ 214313 w 4264957"/>
                <a:gd name="connsiteY202" fmla="*/ 2250758 h 4327207"/>
                <a:gd name="connsiteX203" fmla="*/ 355283 w 4264957"/>
                <a:gd name="connsiteY203" fmla="*/ 2736533 h 4327207"/>
                <a:gd name="connsiteX204" fmla="*/ 380048 w 4264957"/>
                <a:gd name="connsiteY204" fmla="*/ 2820353 h 4327207"/>
                <a:gd name="connsiteX205" fmla="*/ 393383 w 4264957"/>
                <a:gd name="connsiteY205" fmla="*/ 2916555 h 4327207"/>
                <a:gd name="connsiteX206" fmla="*/ 403860 w 4264957"/>
                <a:gd name="connsiteY206" fmla="*/ 3025140 h 4327207"/>
                <a:gd name="connsiteX207" fmla="*/ 352425 w 4264957"/>
                <a:gd name="connsiteY207" fmla="*/ 2860358 h 4327207"/>
                <a:gd name="connsiteX208" fmla="*/ 408623 w 4264957"/>
                <a:gd name="connsiteY208" fmla="*/ 2700338 h 4327207"/>
                <a:gd name="connsiteX209" fmla="*/ 376238 w 4264957"/>
                <a:gd name="connsiteY209" fmla="*/ 2514600 h 4327207"/>
                <a:gd name="connsiteX210" fmla="*/ 364808 w 4264957"/>
                <a:gd name="connsiteY210" fmla="*/ 2455545 h 4327207"/>
                <a:gd name="connsiteX211" fmla="*/ 401003 w 4264957"/>
                <a:gd name="connsiteY211" fmla="*/ 2590800 h 4327207"/>
                <a:gd name="connsiteX212" fmla="*/ 403860 w 4264957"/>
                <a:gd name="connsiteY212" fmla="*/ 2601278 h 4327207"/>
                <a:gd name="connsiteX213" fmla="*/ 419100 w 4264957"/>
                <a:gd name="connsiteY213" fmla="*/ 2701290 h 4327207"/>
                <a:gd name="connsiteX214" fmla="*/ 408623 w 4264957"/>
                <a:gd name="connsiteY214" fmla="*/ 2700338 h 4327207"/>
                <a:gd name="connsiteX215" fmla="*/ 421005 w 4264957"/>
                <a:gd name="connsiteY215" fmla="*/ 1864995 h 4327207"/>
                <a:gd name="connsiteX216" fmla="*/ 423863 w 4264957"/>
                <a:gd name="connsiteY216" fmla="*/ 1871663 h 4327207"/>
                <a:gd name="connsiteX217" fmla="*/ 435293 w 4264957"/>
                <a:gd name="connsiteY217" fmla="*/ 1940243 h 4327207"/>
                <a:gd name="connsiteX218" fmla="*/ 441960 w 4264957"/>
                <a:gd name="connsiteY218" fmla="*/ 1942148 h 4327207"/>
                <a:gd name="connsiteX219" fmla="*/ 448628 w 4264957"/>
                <a:gd name="connsiteY219" fmla="*/ 2027873 h 4327207"/>
                <a:gd name="connsiteX220" fmla="*/ 438150 w 4264957"/>
                <a:gd name="connsiteY220" fmla="*/ 1995488 h 4327207"/>
                <a:gd name="connsiteX221" fmla="*/ 421005 w 4264957"/>
                <a:gd name="connsiteY221" fmla="*/ 1864995 h 4327207"/>
                <a:gd name="connsiteX222" fmla="*/ 469583 w 4264957"/>
                <a:gd name="connsiteY222" fmla="*/ 3413760 h 4327207"/>
                <a:gd name="connsiteX223" fmla="*/ 447675 w 4264957"/>
                <a:gd name="connsiteY223" fmla="*/ 3409950 h 4327207"/>
                <a:gd name="connsiteX224" fmla="*/ 434340 w 4264957"/>
                <a:gd name="connsiteY224" fmla="*/ 3372803 h 4327207"/>
                <a:gd name="connsiteX225" fmla="*/ 464820 w 4264957"/>
                <a:gd name="connsiteY225" fmla="*/ 3369945 h 4327207"/>
                <a:gd name="connsiteX226" fmla="*/ 483870 w 4264957"/>
                <a:gd name="connsiteY226" fmla="*/ 3428048 h 4327207"/>
                <a:gd name="connsiteX227" fmla="*/ 469583 w 4264957"/>
                <a:gd name="connsiteY227" fmla="*/ 3413760 h 4327207"/>
                <a:gd name="connsiteX228" fmla="*/ 490538 w 4264957"/>
                <a:gd name="connsiteY228" fmla="*/ 3564255 h 4327207"/>
                <a:gd name="connsiteX229" fmla="*/ 488633 w 4264957"/>
                <a:gd name="connsiteY229" fmla="*/ 3547110 h 4327207"/>
                <a:gd name="connsiteX230" fmla="*/ 506730 w 4264957"/>
                <a:gd name="connsiteY230" fmla="*/ 3587115 h 4327207"/>
                <a:gd name="connsiteX231" fmla="*/ 490538 w 4264957"/>
                <a:gd name="connsiteY231" fmla="*/ 3564255 h 4327207"/>
                <a:gd name="connsiteX232" fmla="*/ 488633 w 4264957"/>
                <a:gd name="connsiteY232" fmla="*/ 3288030 h 4327207"/>
                <a:gd name="connsiteX233" fmla="*/ 475298 w 4264957"/>
                <a:gd name="connsiteY233" fmla="*/ 3248025 h 4327207"/>
                <a:gd name="connsiteX234" fmla="*/ 468630 w 4264957"/>
                <a:gd name="connsiteY234" fmla="*/ 3125153 h 4327207"/>
                <a:gd name="connsiteX235" fmla="*/ 469583 w 4264957"/>
                <a:gd name="connsiteY235" fmla="*/ 3128963 h 4327207"/>
                <a:gd name="connsiteX236" fmla="*/ 481965 w 4264957"/>
                <a:gd name="connsiteY236" fmla="*/ 3204210 h 4327207"/>
                <a:gd name="connsiteX237" fmla="*/ 525780 w 4264957"/>
                <a:gd name="connsiteY237" fmla="*/ 3339465 h 4327207"/>
                <a:gd name="connsiteX238" fmla="*/ 547688 w 4264957"/>
                <a:gd name="connsiteY238" fmla="*/ 3460433 h 4327207"/>
                <a:gd name="connsiteX239" fmla="*/ 488633 w 4264957"/>
                <a:gd name="connsiteY239" fmla="*/ 3288030 h 4327207"/>
                <a:gd name="connsiteX240" fmla="*/ 623888 w 4264957"/>
                <a:gd name="connsiteY240" fmla="*/ 3444240 h 4327207"/>
                <a:gd name="connsiteX241" fmla="*/ 614363 w 4264957"/>
                <a:gd name="connsiteY241" fmla="*/ 3421380 h 4327207"/>
                <a:gd name="connsiteX242" fmla="*/ 599123 w 4264957"/>
                <a:gd name="connsiteY242" fmla="*/ 3371850 h 4327207"/>
                <a:gd name="connsiteX243" fmla="*/ 614363 w 4264957"/>
                <a:gd name="connsiteY243" fmla="*/ 3358515 h 4327207"/>
                <a:gd name="connsiteX244" fmla="*/ 569595 w 4264957"/>
                <a:gd name="connsiteY244" fmla="*/ 3206115 h 4327207"/>
                <a:gd name="connsiteX245" fmla="*/ 578168 w 4264957"/>
                <a:gd name="connsiteY245" fmla="*/ 3224213 h 4327207"/>
                <a:gd name="connsiteX246" fmla="*/ 586740 w 4264957"/>
                <a:gd name="connsiteY246" fmla="*/ 3220403 h 4327207"/>
                <a:gd name="connsiteX247" fmla="*/ 508635 w 4264957"/>
                <a:gd name="connsiteY247" fmla="*/ 2997518 h 4327207"/>
                <a:gd name="connsiteX248" fmla="*/ 470535 w 4264957"/>
                <a:gd name="connsiteY248" fmla="*/ 2744153 h 4327207"/>
                <a:gd name="connsiteX249" fmla="*/ 470535 w 4264957"/>
                <a:gd name="connsiteY249" fmla="*/ 2742248 h 4327207"/>
                <a:gd name="connsiteX250" fmla="*/ 447675 w 4264957"/>
                <a:gd name="connsiteY250" fmla="*/ 2599373 h 4327207"/>
                <a:gd name="connsiteX251" fmla="*/ 446723 w 4264957"/>
                <a:gd name="connsiteY251" fmla="*/ 2592705 h 4327207"/>
                <a:gd name="connsiteX252" fmla="*/ 454343 w 4264957"/>
                <a:gd name="connsiteY252" fmla="*/ 2606993 h 4327207"/>
                <a:gd name="connsiteX253" fmla="*/ 475298 w 4264957"/>
                <a:gd name="connsiteY253" fmla="*/ 2598420 h 4327207"/>
                <a:gd name="connsiteX254" fmla="*/ 461963 w 4264957"/>
                <a:gd name="connsiteY254" fmla="*/ 2541270 h 4327207"/>
                <a:gd name="connsiteX255" fmla="*/ 469583 w 4264957"/>
                <a:gd name="connsiteY255" fmla="*/ 2538413 h 4327207"/>
                <a:gd name="connsiteX256" fmla="*/ 489585 w 4264957"/>
                <a:gd name="connsiteY256" fmla="*/ 2641283 h 4327207"/>
                <a:gd name="connsiteX257" fmla="*/ 561975 w 4264957"/>
                <a:gd name="connsiteY257" fmla="*/ 3038475 h 4327207"/>
                <a:gd name="connsiteX258" fmla="*/ 563880 w 4264957"/>
                <a:gd name="connsiteY258" fmla="*/ 3042285 h 4327207"/>
                <a:gd name="connsiteX259" fmla="*/ 602933 w 4264957"/>
                <a:gd name="connsiteY259" fmla="*/ 3256598 h 4327207"/>
                <a:gd name="connsiteX260" fmla="*/ 606743 w 4264957"/>
                <a:gd name="connsiteY260" fmla="*/ 3275648 h 4327207"/>
                <a:gd name="connsiteX261" fmla="*/ 629603 w 4264957"/>
                <a:gd name="connsiteY261" fmla="*/ 3392805 h 4327207"/>
                <a:gd name="connsiteX262" fmla="*/ 645795 w 4264957"/>
                <a:gd name="connsiteY262" fmla="*/ 3477578 h 4327207"/>
                <a:gd name="connsiteX263" fmla="*/ 623888 w 4264957"/>
                <a:gd name="connsiteY263" fmla="*/ 3444240 h 4327207"/>
                <a:gd name="connsiteX264" fmla="*/ 625793 w 4264957"/>
                <a:gd name="connsiteY264" fmla="*/ 3053715 h 4327207"/>
                <a:gd name="connsiteX265" fmla="*/ 622935 w 4264957"/>
                <a:gd name="connsiteY265" fmla="*/ 3040380 h 4327207"/>
                <a:gd name="connsiteX266" fmla="*/ 625793 w 4264957"/>
                <a:gd name="connsiteY266" fmla="*/ 3027998 h 4327207"/>
                <a:gd name="connsiteX267" fmla="*/ 625793 w 4264957"/>
                <a:gd name="connsiteY267" fmla="*/ 3027998 h 4327207"/>
                <a:gd name="connsiteX268" fmla="*/ 569595 w 4264957"/>
                <a:gd name="connsiteY268" fmla="*/ 2659380 h 4327207"/>
                <a:gd name="connsiteX269" fmla="*/ 561975 w 4264957"/>
                <a:gd name="connsiteY269" fmla="*/ 2620328 h 4327207"/>
                <a:gd name="connsiteX270" fmla="*/ 569595 w 4264957"/>
                <a:gd name="connsiteY270" fmla="*/ 2623185 h 4327207"/>
                <a:gd name="connsiteX271" fmla="*/ 604838 w 4264957"/>
                <a:gd name="connsiteY271" fmla="*/ 2811780 h 4327207"/>
                <a:gd name="connsiteX272" fmla="*/ 612458 w 4264957"/>
                <a:gd name="connsiteY272" fmla="*/ 2842260 h 4327207"/>
                <a:gd name="connsiteX273" fmla="*/ 646748 w 4264957"/>
                <a:gd name="connsiteY273" fmla="*/ 3167063 h 4327207"/>
                <a:gd name="connsiteX274" fmla="*/ 625793 w 4264957"/>
                <a:gd name="connsiteY274" fmla="*/ 3053715 h 4327207"/>
                <a:gd name="connsiteX275" fmla="*/ 675323 w 4264957"/>
                <a:gd name="connsiteY275" fmla="*/ 2038350 h 4327207"/>
                <a:gd name="connsiteX276" fmla="*/ 672465 w 4264957"/>
                <a:gd name="connsiteY276" fmla="*/ 2745105 h 4327207"/>
                <a:gd name="connsiteX277" fmla="*/ 629603 w 4264957"/>
                <a:gd name="connsiteY277" fmla="*/ 1986915 h 4327207"/>
                <a:gd name="connsiteX278" fmla="*/ 639128 w 4264957"/>
                <a:gd name="connsiteY278" fmla="*/ 1974533 h 4327207"/>
                <a:gd name="connsiteX279" fmla="*/ 637223 w 4264957"/>
                <a:gd name="connsiteY279" fmla="*/ 1915478 h 4327207"/>
                <a:gd name="connsiteX280" fmla="*/ 657225 w 4264957"/>
                <a:gd name="connsiteY280" fmla="*/ 1783080 h 4327207"/>
                <a:gd name="connsiteX281" fmla="*/ 675323 w 4264957"/>
                <a:gd name="connsiteY281" fmla="*/ 1784985 h 4327207"/>
                <a:gd name="connsiteX282" fmla="*/ 675323 w 4264957"/>
                <a:gd name="connsiteY282" fmla="*/ 2038350 h 4327207"/>
                <a:gd name="connsiteX283" fmla="*/ 676275 w 4264957"/>
                <a:gd name="connsiteY283" fmla="*/ 1744980 h 4327207"/>
                <a:gd name="connsiteX284" fmla="*/ 664845 w 4264957"/>
                <a:gd name="connsiteY284" fmla="*/ 1745933 h 4327207"/>
                <a:gd name="connsiteX285" fmla="*/ 677228 w 4264957"/>
                <a:gd name="connsiteY285" fmla="*/ 1687830 h 4327207"/>
                <a:gd name="connsiteX286" fmla="*/ 676275 w 4264957"/>
                <a:gd name="connsiteY286" fmla="*/ 1744980 h 4327207"/>
                <a:gd name="connsiteX287" fmla="*/ 653415 w 4264957"/>
                <a:gd name="connsiteY287" fmla="*/ 1458278 h 4327207"/>
                <a:gd name="connsiteX288" fmla="*/ 625793 w 4264957"/>
                <a:gd name="connsiteY288" fmla="*/ 1355408 h 4327207"/>
                <a:gd name="connsiteX289" fmla="*/ 583883 w 4264957"/>
                <a:gd name="connsiteY289" fmla="*/ 1183958 h 4327207"/>
                <a:gd name="connsiteX290" fmla="*/ 539115 w 4264957"/>
                <a:gd name="connsiteY290" fmla="*/ 915353 h 4327207"/>
                <a:gd name="connsiteX291" fmla="*/ 554355 w 4264957"/>
                <a:gd name="connsiteY291" fmla="*/ 922973 h 4327207"/>
                <a:gd name="connsiteX292" fmla="*/ 567690 w 4264957"/>
                <a:gd name="connsiteY292" fmla="*/ 990600 h 4327207"/>
                <a:gd name="connsiteX293" fmla="*/ 621983 w 4264957"/>
                <a:gd name="connsiteY293" fmla="*/ 1218248 h 4327207"/>
                <a:gd name="connsiteX294" fmla="*/ 684848 w 4264957"/>
                <a:gd name="connsiteY294" fmla="*/ 1365885 h 4327207"/>
                <a:gd name="connsiteX295" fmla="*/ 653415 w 4264957"/>
                <a:gd name="connsiteY295" fmla="*/ 1458278 h 4327207"/>
                <a:gd name="connsiteX296" fmla="*/ 4061460 w 4264957"/>
                <a:gd name="connsiteY296" fmla="*/ 2966085 h 4327207"/>
                <a:gd name="connsiteX297" fmla="*/ 4060508 w 4264957"/>
                <a:gd name="connsiteY297" fmla="*/ 2816543 h 4327207"/>
                <a:gd name="connsiteX298" fmla="*/ 4115753 w 4264957"/>
                <a:gd name="connsiteY298" fmla="*/ 2811780 h 4327207"/>
                <a:gd name="connsiteX299" fmla="*/ 4061460 w 4264957"/>
                <a:gd name="connsiteY299" fmla="*/ 2966085 h 4327207"/>
                <a:gd name="connsiteX300" fmla="*/ 4126230 w 4264957"/>
                <a:gd name="connsiteY300" fmla="*/ 2774633 h 4327207"/>
                <a:gd name="connsiteX301" fmla="*/ 4060508 w 4264957"/>
                <a:gd name="connsiteY301" fmla="*/ 2768918 h 4327207"/>
                <a:gd name="connsiteX302" fmla="*/ 4057650 w 4264957"/>
                <a:gd name="connsiteY302" fmla="*/ 2038350 h 4327207"/>
                <a:gd name="connsiteX303" fmla="*/ 4056698 w 4264957"/>
                <a:gd name="connsiteY303" fmla="*/ 1795463 h 4327207"/>
                <a:gd name="connsiteX304" fmla="*/ 4144328 w 4264957"/>
                <a:gd name="connsiteY304" fmla="*/ 1789748 h 4327207"/>
                <a:gd name="connsiteX305" fmla="*/ 4126230 w 4264957"/>
                <a:gd name="connsiteY305" fmla="*/ 2774633 h 4327207"/>
                <a:gd name="connsiteX306" fmla="*/ 4117658 w 4264957"/>
                <a:gd name="connsiteY306" fmla="*/ 1663065 h 4327207"/>
                <a:gd name="connsiteX307" fmla="*/ 4121468 w 4264957"/>
                <a:gd name="connsiteY307" fmla="*/ 1674495 h 4327207"/>
                <a:gd name="connsiteX308" fmla="*/ 4135755 w 4264957"/>
                <a:gd name="connsiteY308" fmla="*/ 1740218 h 4327207"/>
                <a:gd name="connsiteX309" fmla="*/ 4057650 w 4264957"/>
                <a:gd name="connsiteY309" fmla="*/ 1735455 h 4327207"/>
                <a:gd name="connsiteX310" fmla="*/ 4056698 w 4264957"/>
                <a:gd name="connsiteY310" fmla="*/ 1491615 h 4327207"/>
                <a:gd name="connsiteX311" fmla="*/ 4117658 w 4264957"/>
                <a:gd name="connsiteY311" fmla="*/ 1663065 h 4327207"/>
                <a:gd name="connsiteX312" fmla="*/ 1416368 w 4264957"/>
                <a:gd name="connsiteY312" fmla="*/ 211455 h 4327207"/>
                <a:gd name="connsiteX313" fmla="*/ 1459230 w 4264957"/>
                <a:gd name="connsiteY313" fmla="*/ 200025 h 4327207"/>
                <a:gd name="connsiteX314" fmla="*/ 1410653 w 4264957"/>
                <a:gd name="connsiteY314" fmla="*/ 221933 h 4327207"/>
                <a:gd name="connsiteX315" fmla="*/ 1410653 w 4264957"/>
                <a:gd name="connsiteY315" fmla="*/ 220980 h 4327207"/>
                <a:gd name="connsiteX316" fmla="*/ 1416368 w 4264957"/>
                <a:gd name="connsiteY316" fmla="*/ 211455 h 4327207"/>
                <a:gd name="connsiteX317" fmla="*/ 1164908 w 4264957"/>
                <a:gd name="connsiteY317" fmla="*/ 305753 h 4327207"/>
                <a:gd name="connsiteX318" fmla="*/ 1149668 w 4264957"/>
                <a:gd name="connsiteY318" fmla="*/ 326708 h 4327207"/>
                <a:gd name="connsiteX319" fmla="*/ 1121093 w 4264957"/>
                <a:gd name="connsiteY319" fmla="*/ 338138 h 4327207"/>
                <a:gd name="connsiteX320" fmla="*/ 1112520 w 4264957"/>
                <a:gd name="connsiteY320" fmla="*/ 332423 h 4327207"/>
                <a:gd name="connsiteX321" fmla="*/ 1164908 w 4264957"/>
                <a:gd name="connsiteY321" fmla="*/ 305753 h 4327207"/>
                <a:gd name="connsiteX322" fmla="*/ 1287780 w 4264957"/>
                <a:gd name="connsiteY322" fmla="*/ 571500 h 4327207"/>
                <a:gd name="connsiteX323" fmla="*/ 1286828 w 4264957"/>
                <a:gd name="connsiteY323" fmla="*/ 828675 h 4327207"/>
                <a:gd name="connsiteX324" fmla="*/ 1053465 w 4264957"/>
                <a:gd name="connsiteY324" fmla="*/ 839153 h 4327207"/>
                <a:gd name="connsiteX325" fmla="*/ 1287780 w 4264957"/>
                <a:gd name="connsiteY325" fmla="*/ 571500 h 4327207"/>
                <a:gd name="connsiteX326" fmla="*/ 901065 w 4264957"/>
                <a:gd name="connsiteY326" fmla="*/ 699135 h 4327207"/>
                <a:gd name="connsiteX327" fmla="*/ 913448 w 4264957"/>
                <a:gd name="connsiteY327" fmla="*/ 779145 h 4327207"/>
                <a:gd name="connsiteX328" fmla="*/ 901065 w 4264957"/>
                <a:gd name="connsiteY328" fmla="*/ 731520 h 4327207"/>
                <a:gd name="connsiteX329" fmla="*/ 898208 w 4264957"/>
                <a:gd name="connsiteY329" fmla="*/ 700088 h 4327207"/>
                <a:gd name="connsiteX330" fmla="*/ 901065 w 4264957"/>
                <a:gd name="connsiteY330" fmla="*/ 699135 h 4327207"/>
                <a:gd name="connsiteX331" fmla="*/ 746760 w 4264957"/>
                <a:gd name="connsiteY331" fmla="*/ 1082993 h 4327207"/>
                <a:gd name="connsiteX332" fmla="*/ 772478 w 4264957"/>
                <a:gd name="connsiteY332" fmla="*/ 1111568 h 4327207"/>
                <a:gd name="connsiteX333" fmla="*/ 784860 w 4264957"/>
                <a:gd name="connsiteY333" fmla="*/ 1127760 h 4327207"/>
                <a:gd name="connsiteX334" fmla="*/ 764858 w 4264957"/>
                <a:gd name="connsiteY334" fmla="*/ 1170623 h 4327207"/>
                <a:gd name="connsiteX335" fmla="*/ 756285 w 4264957"/>
                <a:gd name="connsiteY335" fmla="*/ 1139190 h 4327207"/>
                <a:gd name="connsiteX336" fmla="*/ 719138 w 4264957"/>
                <a:gd name="connsiteY336" fmla="*/ 1006793 h 4327207"/>
                <a:gd name="connsiteX337" fmla="*/ 717233 w 4264957"/>
                <a:gd name="connsiteY337" fmla="*/ 972503 h 4327207"/>
                <a:gd name="connsiteX338" fmla="*/ 746760 w 4264957"/>
                <a:gd name="connsiteY338" fmla="*/ 1082993 h 4327207"/>
                <a:gd name="connsiteX339" fmla="*/ 748665 w 4264957"/>
                <a:gd name="connsiteY339" fmla="*/ 3862388 h 4327207"/>
                <a:gd name="connsiteX340" fmla="*/ 709613 w 4264957"/>
                <a:gd name="connsiteY340" fmla="*/ 3736658 h 4327207"/>
                <a:gd name="connsiteX341" fmla="*/ 714375 w 4264957"/>
                <a:gd name="connsiteY341" fmla="*/ 3749993 h 4327207"/>
                <a:gd name="connsiteX342" fmla="*/ 756285 w 4264957"/>
                <a:gd name="connsiteY342" fmla="*/ 3761423 h 4327207"/>
                <a:gd name="connsiteX343" fmla="*/ 790575 w 4264957"/>
                <a:gd name="connsiteY343" fmla="*/ 3901440 h 4327207"/>
                <a:gd name="connsiteX344" fmla="*/ 748665 w 4264957"/>
                <a:gd name="connsiteY344" fmla="*/ 3862388 h 4327207"/>
                <a:gd name="connsiteX345" fmla="*/ 713423 w 4264957"/>
                <a:gd name="connsiteY345" fmla="*/ 3161348 h 4327207"/>
                <a:gd name="connsiteX346" fmla="*/ 741045 w 4264957"/>
                <a:gd name="connsiteY346" fmla="*/ 3228975 h 4327207"/>
                <a:gd name="connsiteX347" fmla="*/ 779145 w 4264957"/>
                <a:gd name="connsiteY347" fmla="*/ 3537585 h 4327207"/>
                <a:gd name="connsiteX348" fmla="*/ 782003 w 4264957"/>
                <a:gd name="connsiteY348" fmla="*/ 3560445 h 4327207"/>
                <a:gd name="connsiteX349" fmla="*/ 733425 w 4264957"/>
                <a:gd name="connsiteY349" fmla="*/ 3316605 h 4327207"/>
                <a:gd name="connsiteX350" fmla="*/ 713423 w 4264957"/>
                <a:gd name="connsiteY350" fmla="*/ 3193733 h 4327207"/>
                <a:gd name="connsiteX351" fmla="*/ 713423 w 4264957"/>
                <a:gd name="connsiteY351" fmla="*/ 3161348 h 4327207"/>
                <a:gd name="connsiteX352" fmla="*/ 856298 w 4264957"/>
                <a:gd name="connsiteY352" fmla="*/ 3606165 h 4327207"/>
                <a:gd name="connsiteX353" fmla="*/ 847725 w 4264957"/>
                <a:gd name="connsiteY353" fmla="*/ 3549015 h 4327207"/>
                <a:gd name="connsiteX354" fmla="*/ 825818 w 4264957"/>
                <a:gd name="connsiteY354" fmla="*/ 3406140 h 4327207"/>
                <a:gd name="connsiteX355" fmla="*/ 844868 w 4264957"/>
                <a:gd name="connsiteY355" fmla="*/ 3441383 h 4327207"/>
                <a:gd name="connsiteX356" fmla="*/ 854393 w 4264957"/>
                <a:gd name="connsiteY356" fmla="*/ 3492818 h 4327207"/>
                <a:gd name="connsiteX357" fmla="*/ 870585 w 4264957"/>
                <a:gd name="connsiteY357" fmla="*/ 3599498 h 4327207"/>
                <a:gd name="connsiteX358" fmla="*/ 856298 w 4264957"/>
                <a:gd name="connsiteY358" fmla="*/ 3606165 h 4327207"/>
                <a:gd name="connsiteX359" fmla="*/ 890588 w 4264957"/>
                <a:gd name="connsiteY359" fmla="*/ 3809048 h 4327207"/>
                <a:gd name="connsiteX360" fmla="*/ 906780 w 4264957"/>
                <a:gd name="connsiteY360" fmla="*/ 3826193 h 4327207"/>
                <a:gd name="connsiteX361" fmla="*/ 913448 w 4264957"/>
                <a:gd name="connsiteY361" fmla="*/ 3868103 h 4327207"/>
                <a:gd name="connsiteX362" fmla="*/ 902970 w 4264957"/>
                <a:gd name="connsiteY362" fmla="*/ 3891915 h 4327207"/>
                <a:gd name="connsiteX363" fmla="*/ 890588 w 4264957"/>
                <a:gd name="connsiteY363" fmla="*/ 3809048 h 4327207"/>
                <a:gd name="connsiteX364" fmla="*/ 927735 w 4264957"/>
                <a:gd name="connsiteY364" fmla="*/ 3997643 h 4327207"/>
                <a:gd name="connsiteX365" fmla="*/ 920115 w 4264957"/>
                <a:gd name="connsiteY365" fmla="*/ 4003358 h 4327207"/>
                <a:gd name="connsiteX366" fmla="*/ 917258 w 4264957"/>
                <a:gd name="connsiteY366" fmla="*/ 4001453 h 4327207"/>
                <a:gd name="connsiteX367" fmla="*/ 907733 w 4264957"/>
                <a:gd name="connsiteY367" fmla="*/ 3920490 h 4327207"/>
                <a:gd name="connsiteX368" fmla="*/ 911543 w 4264957"/>
                <a:gd name="connsiteY368" fmla="*/ 3927158 h 4327207"/>
                <a:gd name="connsiteX369" fmla="*/ 929640 w 4264957"/>
                <a:gd name="connsiteY369" fmla="*/ 3958590 h 4327207"/>
                <a:gd name="connsiteX370" fmla="*/ 934403 w 4264957"/>
                <a:gd name="connsiteY370" fmla="*/ 3994785 h 4327207"/>
                <a:gd name="connsiteX371" fmla="*/ 927735 w 4264957"/>
                <a:gd name="connsiteY371" fmla="*/ 3997643 h 4327207"/>
                <a:gd name="connsiteX372" fmla="*/ 975360 w 4264957"/>
                <a:gd name="connsiteY372" fmla="*/ 3477578 h 4327207"/>
                <a:gd name="connsiteX373" fmla="*/ 957263 w 4264957"/>
                <a:gd name="connsiteY373" fmla="*/ 3403283 h 4327207"/>
                <a:gd name="connsiteX374" fmla="*/ 916305 w 4264957"/>
                <a:gd name="connsiteY374" fmla="*/ 3398520 h 4327207"/>
                <a:gd name="connsiteX375" fmla="*/ 890588 w 4264957"/>
                <a:gd name="connsiteY375" fmla="*/ 3351848 h 4327207"/>
                <a:gd name="connsiteX376" fmla="*/ 864870 w 4264957"/>
                <a:gd name="connsiteY376" fmla="*/ 3291840 h 4327207"/>
                <a:gd name="connsiteX377" fmla="*/ 856298 w 4264957"/>
                <a:gd name="connsiteY377" fmla="*/ 3285173 h 4327207"/>
                <a:gd name="connsiteX378" fmla="*/ 777240 w 4264957"/>
                <a:gd name="connsiteY378" fmla="*/ 3103245 h 4327207"/>
                <a:gd name="connsiteX379" fmla="*/ 759143 w 4264957"/>
                <a:gd name="connsiteY379" fmla="*/ 2990850 h 4327207"/>
                <a:gd name="connsiteX380" fmla="*/ 731520 w 4264957"/>
                <a:gd name="connsiteY380" fmla="*/ 2973705 h 4327207"/>
                <a:gd name="connsiteX381" fmla="*/ 710565 w 4264957"/>
                <a:gd name="connsiteY381" fmla="*/ 2905125 h 4327207"/>
                <a:gd name="connsiteX382" fmla="*/ 709613 w 4264957"/>
                <a:gd name="connsiteY382" fmla="*/ 2800350 h 4327207"/>
                <a:gd name="connsiteX383" fmla="*/ 974408 w 4264957"/>
                <a:gd name="connsiteY383" fmla="*/ 2807970 h 4327207"/>
                <a:gd name="connsiteX384" fmla="*/ 975360 w 4264957"/>
                <a:gd name="connsiteY384" fmla="*/ 3477578 h 4327207"/>
                <a:gd name="connsiteX385" fmla="*/ 1016318 w 4264957"/>
                <a:gd name="connsiteY385" fmla="*/ 4068128 h 4327207"/>
                <a:gd name="connsiteX386" fmla="*/ 1007745 w 4264957"/>
                <a:gd name="connsiteY386" fmla="*/ 4008120 h 4327207"/>
                <a:gd name="connsiteX387" fmla="*/ 1008698 w 4264957"/>
                <a:gd name="connsiteY387" fmla="*/ 4009073 h 4327207"/>
                <a:gd name="connsiteX388" fmla="*/ 1018223 w 4264957"/>
                <a:gd name="connsiteY388" fmla="*/ 4051935 h 4327207"/>
                <a:gd name="connsiteX389" fmla="*/ 1022985 w 4264957"/>
                <a:gd name="connsiteY389" fmla="*/ 4071938 h 4327207"/>
                <a:gd name="connsiteX390" fmla="*/ 1016318 w 4264957"/>
                <a:gd name="connsiteY390" fmla="*/ 4068128 h 4327207"/>
                <a:gd name="connsiteX391" fmla="*/ 1102995 w 4264957"/>
                <a:gd name="connsiteY391" fmla="*/ 4118610 h 4327207"/>
                <a:gd name="connsiteX392" fmla="*/ 1088708 w 4264957"/>
                <a:gd name="connsiteY392" fmla="*/ 4064318 h 4327207"/>
                <a:gd name="connsiteX393" fmla="*/ 1103948 w 4264957"/>
                <a:gd name="connsiteY393" fmla="*/ 4074795 h 4327207"/>
                <a:gd name="connsiteX394" fmla="*/ 1109663 w 4264957"/>
                <a:gd name="connsiteY394" fmla="*/ 4122420 h 4327207"/>
                <a:gd name="connsiteX395" fmla="*/ 1102995 w 4264957"/>
                <a:gd name="connsiteY395" fmla="*/ 4118610 h 4327207"/>
                <a:gd name="connsiteX396" fmla="*/ 1241108 w 4264957"/>
                <a:gd name="connsiteY396" fmla="*/ 4179570 h 4327207"/>
                <a:gd name="connsiteX397" fmla="*/ 1236345 w 4264957"/>
                <a:gd name="connsiteY397" fmla="*/ 4157663 h 4327207"/>
                <a:gd name="connsiteX398" fmla="*/ 1266825 w 4264957"/>
                <a:gd name="connsiteY398" fmla="*/ 4174808 h 4327207"/>
                <a:gd name="connsiteX399" fmla="*/ 1268730 w 4264957"/>
                <a:gd name="connsiteY399" fmla="*/ 4180523 h 4327207"/>
                <a:gd name="connsiteX400" fmla="*/ 1241108 w 4264957"/>
                <a:gd name="connsiteY400" fmla="*/ 4179570 h 4327207"/>
                <a:gd name="connsiteX401" fmla="*/ 3100388 w 4264957"/>
                <a:gd name="connsiteY401" fmla="*/ 4182428 h 4327207"/>
                <a:gd name="connsiteX402" fmla="*/ 2836545 w 4264957"/>
                <a:gd name="connsiteY402" fmla="*/ 4181475 h 4327207"/>
                <a:gd name="connsiteX403" fmla="*/ 2842260 w 4264957"/>
                <a:gd name="connsiteY403" fmla="*/ 3790950 h 4327207"/>
                <a:gd name="connsiteX404" fmla="*/ 2834640 w 4264957"/>
                <a:gd name="connsiteY404" fmla="*/ 3784283 h 4327207"/>
                <a:gd name="connsiteX405" fmla="*/ 2803208 w 4264957"/>
                <a:gd name="connsiteY405" fmla="*/ 3736658 h 4327207"/>
                <a:gd name="connsiteX406" fmla="*/ 2809875 w 4264957"/>
                <a:gd name="connsiteY406" fmla="*/ 4180523 h 4327207"/>
                <a:gd name="connsiteX407" fmla="*/ 2531745 w 4264957"/>
                <a:gd name="connsiteY407" fmla="*/ 4179570 h 4327207"/>
                <a:gd name="connsiteX408" fmla="*/ 2532698 w 4264957"/>
                <a:gd name="connsiteY408" fmla="*/ 4148138 h 4327207"/>
                <a:gd name="connsiteX409" fmla="*/ 2505075 w 4264957"/>
                <a:gd name="connsiteY409" fmla="*/ 4150043 h 4327207"/>
                <a:gd name="connsiteX410" fmla="*/ 2506028 w 4264957"/>
                <a:gd name="connsiteY410" fmla="*/ 4179570 h 4327207"/>
                <a:gd name="connsiteX411" fmla="*/ 2227898 w 4264957"/>
                <a:gd name="connsiteY411" fmla="*/ 4178618 h 4327207"/>
                <a:gd name="connsiteX412" fmla="*/ 2232660 w 4264957"/>
                <a:gd name="connsiteY412" fmla="*/ 3882390 h 4327207"/>
                <a:gd name="connsiteX413" fmla="*/ 2219325 w 4264957"/>
                <a:gd name="connsiteY413" fmla="*/ 3880485 h 4327207"/>
                <a:gd name="connsiteX414" fmla="*/ 2196465 w 4264957"/>
                <a:gd name="connsiteY414" fmla="*/ 3911918 h 4327207"/>
                <a:gd name="connsiteX415" fmla="*/ 2201228 w 4264957"/>
                <a:gd name="connsiteY415" fmla="*/ 4178618 h 4327207"/>
                <a:gd name="connsiteX416" fmla="*/ 1923098 w 4264957"/>
                <a:gd name="connsiteY416" fmla="*/ 4178618 h 4327207"/>
                <a:gd name="connsiteX417" fmla="*/ 1926908 w 4264957"/>
                <a:gd name="connsiteY417" fmla="*/ 3944303 h 4327207"/>
                <a:gd name="connsiteX418" fmla="*/ 1891665 w 4264957"/>
                <a:gd name="connsiteY418" fmla="*/ 3903345 h 4327207"/>
                <a:gd name="connsiteX419" fmla="*/ 1896428 w 4264957"/>
                <a:gd name="connsiteY419" fmla="*/ 4178618 h 4327207"/>
                <a:gd name="connsiteX420" fmla="*/ 1704023 w 4264957"/>
                <a:gd name="connsiteY420" fmla="*/ 4178618 h 4327207"/>
                <a:gd name="connsiteX421" fmla="*/ 1690688 w 4264957"/>
                <a:gd name="connsiteY421" fmla="*/ 4171950 h 4327207"/>
                <a:gd name="connsiteX422" fmla="*/ 1687830 w 4264957"/>
                <a:gd name="connsiteY422" fmla="*/ 4156710 h 4327207"/>
                <a:gd name="connsiteX423" fmla="*/ 1622108 w 4264957"/>
                <a:gd name="connsiteY423" fmla="*/ 4133850 h 4327207"/>
                <a:gd name="connsiteX424" fmla="*/ 1619250 w 4264957"/>
                <a:gd name="connsiteY424" fmla="*/ 4131945 h 4327207"/>
                <a:gd name="connsiteX425" fmla="*/ 1624013 w 4264957"/>
                <a:gd name="connsiteY425" fmla="*/ 3840480 h 4327207"/>
                <a:gd name="connsiteX426" fmla="*/ 1586865 w 4264957"/>
                <a:gd name="connsiteY426" fmla="*/ 3832860 h 4327207"/>
                <a:gd name="connsiteX427" fmla="*/ 1590675 w 4264957"/>
                <a:gd name="connsiteY427" fmla="*/ 4115753 h 4327207"/>
                <a:gd name="connsiteX428" fmla="*/ 1552575 w 4264957"/>
                <a:gd name="connsiteY428" fmla="*/ 4091940 h 4327207"/>
                <a:gd name="connsiteX429" fmla="*/ 1553528 w 4264957"/>
                <a:gd name="connsiteY429" fmla="*/ 4072890 h 4327207"/>
                <a:gd name="connsiteX430" fmla="*/ 1517333 w 4264957"/>
                <a:gd name="connsiteY430" fmla="*/ 4068128 h 4327207"/>
                <a:gd name="connsiteX431" fmla="*/ 1504950 w 4264957"/>
                <a:gd name="connsiteY431" fmla="*/ 4059555 h 4327207"/>
                <a:gd name="connsiteX432" fmla="*/ 1490663 w 4264957"/>
                <a:gd name="connsiteY432" fmla="*/ 4004310 h 4327207"/>
                <a:gd name="connsiteX433" fmla="*/ 1453515 w 4264957"/>
                <a:gd name="connsiteY433" fmla="*/ 3995738 h 4327207"/>
                <a:gd name="connsiteX434" fmla="*/ 1429703 w 4264957"/>
                <a:gd name="connsiteY434" fmla="*/ 3967163 h 4327207"/>
                <a:gd name="connsiteX435" fmla="*/ 1423035 w 4264957"/>
                <a:gd name="connsiteY435" fmla="*/ 3962400 h 4327207"/>
                <a:gd name="connsiteX436" fmla="*/ 1409700 w 4264957"/>
                <a:gd name="connsiteY436" fmla="*/ 3927158 h 4327207"/>
                <a:gd name="connsiteX437" fmla="*/ 1373505 w 4264957"/>
                <a:gd name="connsiteY437" fmla="*/ 3920490 h 4327207"/>
                <a:gd name="connsiteX438" fmla="*/ 1320165 w 4264957"/>
                <a:gd name="connsiteY438" fmla="*/ 3883343 h 4327207"/>
                <a:gd name="connsiteX439" fmla="*/ 1322070 w 4264957"/>
                <a:gd name="connsiteY439" fmla="*/ 3693795 h 4327207"/>
                <a:gd name="connsiteX440" fmla="*/ 1392555 w 4264957"/>
                <a:gd name="connsiteY440" fmla="*/ 3694748 h 4327207"/>
                <a:gd name="connsiteX441" fmla="*/ 1453515 w 4264957"/>
                <a:gd name="connsiteY441" fmla="*/ 3696653 h 4327207"/>
                <a:gd name="connsiteX442" fmla="*/ 1450658 w 4264957"/>
                <a:gd name="connsiteY442" fmla="*/ 3688080 h 4327207"/>
                <a:gd name="connsiteX443" fmla="*/ 1443990 w 4264957"/>
                <a:gd name="connsiteY443" fmla="*/ 3659505 h 4327207"/>
                <a:gd name="connsiteX444" fmla="*/ 1393508 w 4264957"/>
                <a:gd name="connsiteY444" fmla="*/ 3661410 h 4327207"/>
                <a:gd name="connsiteX445" fmla="*/ 1323023 w 4264957"/>
                <a:gd name="connsiteY445" fmla="*/ 3662363 h 4327207"/>
                <a:gd name="connsiteX446" fmla="*/ 1323975 w 4264957"/>
                <a:gd name="connsiteY446" fmla="*/ 3574733 h 4327207"/>
                <a:gd name="connsiteX447" fmla="*/ 1283970 w 4264957"/>
                <a:gd name="connsiteY447" fmla="*/ 3689985 h 4327207"/>
                <a:gd name="connsiteX448" fmla="*/ 1283970 w 4264957"/>
                <a:gd name="connsiteY448" fmla="*/ 3689985 h 4327207"/>
                <a:gd name="connsiteX449" fmla="*/ 1283018 w 4264957"/>
                <a:gd name="connsiteY449" fmla="*/ 3693795 h 4327207"/>
                <a:gd name="connsiteX450" fmla="*/ 1283970 w 4264957"/>
                <a:gd name="connsiteY450" fmla="*/ 3693795 h 4327207"/>
                <a:gd name="connsiteX451" fmla="*/ 1285875 w 4264957"/>
                <a:gd name="connsiteY451" fmla="*/ 3859530 h 4327207"/>
                <a:gd name="connsiteX452" fmla="*/ 1239203 w 4264957"/>
                <a:gd name="connsiteY452" fmla="*/ 3830003 h 4327207"/>
                <a:gd name="connsiteX453" fmla="*/ 1165860 w 4264957"/>
                <a:gd name="connsiteY453" fmla="*/ 3749993 h 4327207"/>
                <a:gd name="connsiteX454" fmla="*/ 1163003 w 4264957"/>
                <a:gd name="connsiteY454" fmla="*/ 3691890 h 4327207"/>
                <a:gd name="connsiteX455" fmla="*/ 1254443 w 4264957"/>
                <a:gd name="connsiteY455" fmla="*/ 3693795 h 4327207"/>
                <a:gd name="connsiteX456" fmla="*/ 1241108 w 4264957"/>
                <a:gd name="connsiteY456" fmla="*/ 3663315 h 4327207"/>
                <a:gd name="connsiteX457" fmla="*/ 1157288 w 4264957"/>
                <a:gd name="connsiteY457" fmla="*/ 3665220 h 4327207"/>
                <a:gd name="connsiteX458" fmla="*/ 1121093 w 4264957"/>
                <a:gd name="connsiteY458" fmla="*/ 3668078 h 4327207"/>
                <a:gd name="connsiteX459" fmla="*/ 1099185 w 4264957"/>
                <a:gd name="connsiteY459" fmla="*/ 3669983 h 4327207"/>
                <a:gd name="connsiteX460" fmla="*/ 1082993 w 4264957"/>
                <a:gd name="connsiteY460" fmla="*/ 3649028 h 4327207"/>
                <a:gd name="connsiteX461" fmla="*/ 1074420 w 4264957"/>
                <a:gd name="connsiteY461" fmla="*/ 3629025 h 4327207"/>
                <a:gd name="connsiteX462" fmla="*/ 1062990 w 4264957"/>
                <a:gd name="connsiteY462" fmla="*/ 3624263 h 4327207"/>
                <a:gd name="connsiteX463" fmla="*/ 1019175 w 4264957"/>
                <a:gd name="connsiteY463" fmla="*/ 3562350 h 4327207"/>
                <a:gd name="connsiteX464" fmla="*/ 1019175 w 4264957"/>
                <a:gd name="connsiteY464" fmla="*/ 2908935 h 4327207"/>
                <a:gd name="connsiteX465" fmla="*/ 1011555 w 4264957"/>
                <a:gd name="connsiteY465" fmla="*/ 2985135 h 4327207"/>
                <a:gd name="connsiteX466" fmla="*/ 985838 w 4264957"/>
                <a:gd name="connsiteY466" fmla="*/ 2985135 h 4327207"/>
                <a:gd name="connsiteX467" fmla="*/ 982028 w 4264957"/>
                <a:gd name="connsiteY467" fmla="*/ 2799398 h 4327207"/>
                <a:gd name="connsiteX468" fmla="*/ 982028 w 4264957"/>
                <a:gd name="connsiteY468" fmla="*/ 2780348 h 4327207"/>
                <a:gd name="connsiteX469" fmla="*/ 982028 w 4264957"/>
                <a:gd name="connsiteY469" fmla="*/ 2780348 h 4327207"/>
                <a:gd name="connsiteX470" fmla="*/ 981075 w 4264957"/>
                <a:gd name="connsiteY470" fmla="*/ 2585085 h 4327207"/>
                <a:gd name="connsiteX471" fmla="*/ 979170 w 4264957"/>
                <a:gd name="connsiteY471" fmla="*/ 2586990 h 4327207"/>
                <a:gd name="connsiteX472" fmla="*/ 978218 w 4264957"/>
                <a:gd name="connsiteY472" fmla="*/ 2780348 h 4327207"/>
                <a:gd name="connsiteX473" fmla="*/ 713423 w 4264957"/>
                <a:gd name="connsiteY473" fmla="*/ 2787968 h 4327207"/>
                <a:gd name="connsiteX474" fmla="*/ 709613 w 4264957"/>
                <a:gd name="connsiteY474" fmla="*/ 2041208 h 4327207"/>
                <a:gd name="connsiteX475" fmla="*/ 708660 w 4264957"/>
                <a:gd name="connsiteY475" fmla="*/ 1789748 h 4327207"/>
                <a:gd name="connsiteX476" fmla="*/ 806768 w 4264957"/>
                <a:gd name="connsiteY476" fmla="*/ 1791653 h 4327207"/>
                <a:gd name="connsiteX477" fmla="*/ 888683 w 4264957"/>
                <a:gd name="connsiteY477" fmla="*/ 1792605 h 4327207"/>
                <a:gd name="connsiteX478" fmla="*/ 893445 w 4264957"/>
                <a:gd name="connsiteY478" fmla="*/ 1744980 h 4327207"/>
                <a:gd name="connsiteX479" fmla="*/ 827723 w 4264957"/>
                <a:gd name="connsiteY479" fmla="*/ 1745933 h 4327207"/>
                <a:gd name="connsiteX480" fmla="*/ 708660 w 4264957"/>
                <a:gd name="connsiteY480" fmla="*/ 1747838 h 4327207"/>
                <a:gd name="connsiteX481" fmla="*/ 708660 w 4264957"/>
                <a:gd name="connsiteY481" fmla="*/ 1566863 h 4327207"/>
                <a:gd name="connsiteX482" fmla="*/ 983933 w 4264957"/>
                <a:gd name="connsiteY482" fmla="*/ 948690 h 4327207"/>
                <a:gd name="connsiteX483" fmla="*/ 982980 w 4264957"/>
                <a:gd name="connsiteY483" fmla="*/ 1499235 h 4327207"/>
                <a:gd name="connsiteX484" fmla="*/ 985838 w 4264957"/>
                <a:gd name="connsiteY484" fmla="*/ 1544955 h 4327207"/>
                <a:gd name="connsiteX485" fmla="*/ 1002030 w 4264957"/>
                <a:gd name="connsiteY485" fmla="*/ 1542098 h 4327207"/>
                <a:gd name="connsiteX486" fmla="*/ 1006793 w 4264957"/>
                <a:gd name="connsiteY486" fmla="*/ 1501140 h 4327207"/>
                <a:gd name="connsiteX487" fmla="*/ 1013460 w 4264957"/>
                <a:gd name="connsiteY487" fmla="*/ 1482090 h 4327207"/>
                <a:gd name="connsiteX488" fmla="*/ 1012508 w 4264957"/>
                <a:gd name="connsiteY488" fmla="*/ 906780 h 4327207"/>
                <a:gd name="connsiteX489" fmla="*/ 1045845 w 4264957"/>
                <a:gd name="connsiteY489" fmla="*/ 859155 h 4327207"/>
                <a:gd name="connsiteX490" fmla="*/ 1289685 w 4264957"/>
                <a:gd name="connsiteY490" fmla="*/ 871538 h 4327207"/>
                <a:gd name="connsiteX491" fmla="*/ 1288733 w 4264957"/>
                <a:gd name="connsiteY491" fmla="*/ 1473518 h 4327207"/>
                <a:gd name="connsiteX492" fmla="*/ 1318260 w 4264957"/>
                <a:gd name="connsiteY492" fmla="*/ 1243965 h 4327207"/>
                <a:gd name="connsiteX493" fmla="*/ 1317308 w 4264957"/>
                <a:gd name="connsiteY493" fmla="*/ 871538 h 4327207"/>
                <a:gd name="connsiteX494" fmla="*/ 1366838 w 4264957"/>
                <a:gd name="connsiteY494" fmla="*/ 871538 h 4327207"/>
                <a:gd name="connsiteX495" fmla="*/ 1441133 w 4264957"/>
                <a:gd name="connsiteY495" fmla="*/ 871538 h 4327207"/>
                <a:gd name="connsiteX496" fmla="*/ 1446848 w 4264957"/>
                <a:gd name="connsiteY496" fmla="*/ 834390 h 4327207"/>
                <a:gd name="connsiteX497" fmla="*/ 1366838 w 4264957"/>
                <a:gd name="connsiteY497" fmla="*/ 834390 h 4327207"/>
                <a:gd name="connsiteX498" fmla="*/ 1317308 w 4264957"/>
                <a:gd name="connsiteY498" fmla="*/ 834390 h 4327207"/>
                <a:gd name="connsiteX499" fmla="*/ 1316355 w 4264957"/>
                <a:gd name="connsiteY499" fmla="*/ 552450 h 4327207"/>
                <a:gd name="connsiteX500" fmla="*/ 1503045 w 4264957"/>
                <a:gd name="connsiteY500" fmla="*/ 402908 h 4327207"/>
                <a:gd name="connsiteX501" fmla="*/ 1900238 w 4264957"/>
                <a:gd name="connsiteY501" fmla="*/ 200978 h 4327207"/>
                <a:gd name="connsiteX502" fmla="*/ 1899285 w 4264957"/>
                <a:gd name="connsiteY502" fmla="*/ 563880 h 4327207"/>
                <a:gd name="connsiteX503" fmla="*/ 1925955 w 4264957"/>
                <a:gd name="connsiteY503" fmla="*/ 528638 h 4327207"/>
                <a:gd name="connsiteX504" fmla="*/ 1925003 w 4264957"/>
                <a:gd name="connsiteY504" fmla="*/ 192405 h 4327207"/>
                <a:gd name="connsiteX505" fmla="*/ 2205038 w 4264957"/>
                <a:gd name="connsiteY505" fmla="*/ 129540 h 4327207"/>
                <a:gd name="connsiteX506" fmla="*/ 2205038 w 4264957"/>
                <a:gd name="connsiteY506" fmla="*/ 183833 h 4327207"/>
                <a:gd name="connsiteX507" fmla="*/ 2229803 w 4264957"/>
                <a:gd name="connsiteY507" fmla="*/ 183833 h 4327207"/>
                <a:gd name="connsiteX508" fmla="*/ 2229803 w 4264957"/>
                <a:gd name="connsiteY508" fmla="*/ 126683 h 4327207"/>
                <a:gd name="connsiteX509" fmla="*/ 2509838 w 4264957"/>
                <a:gd name="connsiteY509" fmla="*/ 120968 h 4327207"/>
                <a:gd name="connsiteX510" fmla="*/ 2508885 w 4264957"/>
                <a:gd name="connsiteY510" fmla="*/ 719138 h 4327207"/>
                <a:gd name="connsiteX511" fmla="*/ 2535555 w 4264957"/>
                <a:gd name="connsiteY511" fmla="*/ 557213 h 4327207"/>
                <a:gd name="connsiteX512" fmla="*/ 2534603 w 4264957"/>
                <a:gd name="connsiteY512" fmla="*/ 122873 h 4327207"/>
                <a:gd name="connsiteX513" fmla="*/ 2814638 w 4264957"/>
                <a:gd name="connsiteY513" fmla="*/ 173355 h 4327207"/>
                <a:gd name="connsiteX514" fmla="*/ 2813685 w 4264957"/>
                <a:gd name="connsiteY514" fmla="*/ 452438 h 4327207"/>
                <a:gd name="connsiteX515" fmla="*/ 2837498 w 4264957"/>
                <a:gd name="connsiteY515" fmla="*/ 470535 h 4327207"/>
                <a:gd name="connsiteX516" fmla="*/ 2840355 w 4264957"/>
                <a:gd name="connsiteY516" fmla="*/ 476250 h 4327207"/>
                <a:gd name="connsiteX517" fmla="*/ 2839403 w 4264957"/>
                <a:gd name="connsiteY517" fmla="*/ 180975 h 4327207"/>
                <a:gd name="connsiteX518" fmla="*/ 3119438 w 4264957"/>
                <a:gd name="connsiteY518" fmla="*/ 293370 h 4327207"/>
                <a:gd name="connsiteX519" fmla="*/ 3119438 w 4264957"/>
                <a:gd name="connsiteY519" fmla="*/ 454343 h 4327207"/>
                <a:gd name="connsiteX520" fmla="*/ 3145155 w 4264957"/>
                <a:gd name="connsiteY520" fmla="*/ 425768 h 4327207"/>
                <a:gd name="connsiteX521" fmla="*/ 3145155 w 4264957"/>
                <a:gd name="connsiteY521" fmla="*/ 306705 h 4327207"/>
                <a:gd name="connsiteX522" fmla="*/ 3303270 w 4264957"/>
                <a:gd name="connsiteY522" fmla="*/ 404813 h 4327207"/>
                <a:gd name="connsiteX523" fmla="*/ 3423285 w 4264957"/>
                <a:gd name="connsiteY523" fmla="*/ 497205 h 4327207"/>
                <a:gd name="connsiteX524" fmla="*/ 3423285 w 4264957"/>
                <a:gd name="connsiteY524" fmla="*/ 658178 h 4327207"/>
                <a:gd name="connsiteX525" fmla="*/ 3449955 w 4264957"/>
                <a:gd name="connsiteY525" fmla="*/ 668655 h 4327207"/>
                <a:gd name="connsiteX526" fmla="*/ 3449955 w 4264957"/>
                <a:gd name="connsiteY526" fmla="*/ 518160 h 4327207"/>
                <a:gd name="connsiteX527" fmla="*/ 3728085 w 4264957"/>
                <a:gd name="connsiteY527" fmla="*/ 814388 h 4327207"/>
                <a:gd name="connsiteX528" fmla="*/ 3728085 w 4264957"/>
                <a:gd name="connsiteY528" fmla="*/ 833438 h 4327207"/>
                <a:gd name="connsiteX529" fmla="*/ 3482340 w 4264957"/>
                <a:gd name="connsiteY529" fmla="*/ 822960 h 4327207"/>
                <a:gd name="connsiteX530" fmla="*/ 3492818 w 4264957"/>
                <a:gd name="connsiteY530" fmla="*/ 884873 h 4327207"/>
                <a:gd name="connsiteX531" fmla="*/ 3728085 w 4264957"/>
                <a:gd name="connsiteY531" fmla="*/ 874395 h 4327207"/>
                <a:gd name="connsiteX532" fmla="*/ 3727133 w 4264957"/>
                <a:gd name="connsiteY532" fmla="*/ 1195388 h 4327207"/>
                <a:gd name="connsiteX533" fmla="*/ 3734753 w 4264957"/>
                <a:gd name="connsiteY533" fmla="*/ 1217295 h 4327207"/>
                <a:gd name="connsiteX534" fmla="*/ 3757613 w 4264957"/>
                <a:gd name="connsiteY534" fmla="*/ 1482090 h 4327207"/>
                <a:gd name="connsiteX535" fmla="*/ 3756660 w 4264957"/>
                <a:gd name="connsiteY535" fmla="*/ 872490 h 4327207"/>
                <a:gd name="connsiteX536" fmla="*/ 3770948 w 4264957"/>
                <a:gd name="connsiteY536" fmla="*/ 871538 h 4327207"/>
                <a:gd name="connsiteX537" fmla="*/ 3944303 w 4264957"/>
                <a:gd name="connsiteY537" fmla="*/ 1163003 h 4327207"/>
                <a:gd name="connsiteX538" fmla="*/ 4031933 w 4264957"/>
                <a:gd name="connsiteY538" fmla="*/ 1410653 h 4327207"/>
                <a:gd name="connsiteX539" fmla="*/ 4030980 w 4264957"/>
                <a:gd name="connsiteY539" fmla="*/ 1739265 h 4327207"/>
                <a:gd name="connsiteX540" fmla="*/ 3911918 w 4264957"/>
                <a:gd name="connsiteY540" fmla="*/ 1738313 h 4327207"/>
                <a:gd name="connsiteX541" fmla="*/ 3914775 w 4264957"/>
                <a:gd name="connsiteY541" fmla="*/ 1803083 h 4327207"/>
                <a:gd name="connsiteX542" fmla="*/ 4030980 w 4264957"/>
                <a:gd name="connsiteY542" fmla="*/ 1802130 h 4327207"/>
                <a:gd name="connsiteX543" fmla="*/ 4030028 w 4264957"/>
                <a:gd name="connsiteY543" fmla="*/ 2044065 h 4327207"/>
                <a:gd name="connsiteX544" fmla="*/ 4027170 w 4264957"/>
                <a:gd name="connsiteY544" fmla="*/ 2772728 h 4327207"/>
                <a:gd name="connsiteX545" fmla="*/ 3873818 w 4264957"/>
                <a:gd name="connsiteY545" fmla="*/ 2766060 h 4327207"/>
                <a:gd name="connsiteX546" fmla="*/ 3860483 w 4264957"/>
                <a:gd name="connsiteY546" fmla="*/ 2832735 h 4327207"/>
                <a:gd name="connsiteX547" fmla="*/ 4026218 w 4264957"/>
                <a:gd name="connsiteY547" fmla="*/ 2826068 h 4327207"/>
                <a:gd name="connsiteX548" fmla="*/ 4025265 w 4264957"/>
                <a:gd name="connsiteY548" fmla="*/ 3089910 h 4327207"/>
                <a:gd name="connsiteX549" fmla="*/ 3947160 w 4264957"/>
                <a:gd name="connsiteY549" fmla="*/ 3309938 h 4327207"/>
                <a:gd name="connsiteX550" fmla="*/ 3762375 w 4264957"/>
                <a:gd name="connsiteY550" fmla="*/ 3617595 h 4327207"/>
                <a:gd name="connsiteX551" fmla="*/ 3763328 w 4264957"/>
                <a:gd name="connsiteY551" fmla="*/ 3268028 h 4327207"/>
                <a:gd name="connsiteX552" fmla="*/ 3727133 w 4264957"/>
                <a:gd name="connsiteY552" fmla="*/ 3213735 h 4327207"/>
                <a:gd name="connsiteX553" fmla="*/ 3752850 w 4264957"/>
                <a:gd name="connsiteY553" fmla="*/ 2956560 h 4327207"/>
                <a:gd name="connsiteX554" fmla="*/ 3721418 w 4264957"/>
                <a:gd name="connsiteY554" fmla="*/ 2967038 h 4327207"/>
                <a:gd name="connsiteX555" fmla="*/ 3722370 w 4264957"/>
                <a:gd name="connsiteY555" fmla="*/ 3662363 h 4327207"/>
                <a:gd name="connsiteX556" fmla="*/ 3586163 w 4264957"/>
                <a:gd name="connsiteY556" fmla="*/ 3649028 h 4327207"/>
                <a:gd name="connsiteX557" fmla="*/ 3494723 w 4264957"/>
                <a:gd name="connsiteY557" fmla="*/ 3648075 h 4327207"/>
                <a:gd name="connsiteX558" fmla="*/ 3514725 w 4264957"/>
                <a:gd name="connsiteY558" fmla="*/ 3719513 h 4327207"/>
                <a:gd name="connsiteX559" fmla="*/ 3586163 w 4264957"/>
                <a:gd name="connsiteY559" fmla="*/ 3718560 h 4327207"/>
                <a:gd name="connsiteX560" fmla="*/ 3692843 w 4264957"/>
                <a:gd name="connsiteY560" fmla="*/ 3708083 h 4327207"/>
                <a:gd name="connsiteX561" fmla="*/ 3455670 w 4264957"/>
                <a:gd name="connsiteY561" fmla="*/ 3952875 h 4327207"/>
                <a:gd name="connsiteX562" fmla="*/ 3457575 w 4264957"/>
                <a:gd name="connsiteY562" fmla="*/ 3718560 h 4327207"/>
                <a:gd name="connsiteX563" fmla="*/ 3470910 w 4264957"/>
                <a:gd name="connsiteY563" fmla="*/ 3718560 h 4327207"/>
                <a:gd name="connsiteX564" fmla="*/ 3457575 w 4264957"/>
                <a:gd name="connsiteY564" fmla="*/ 3671888 h 4327207"/>
                <a:gd name="connsiteX565" fmla="*/ 3432810 w 4264957"/>
                <a:gd name="connsiteY565" fmla="*/ 3573780 h 4327207"/>
                <a:gd name="connsiteX566" fmla="*/ 3416618 w 4264957"/>
                <a:gd name="connsiteY566" fmla="*/ 3634740 h 4327207"/>
                <a:gd name="connsiteX567" fmla="*/ 3416618 w 4264957"/>
                <a:gd name="connsiteY567" fmla="*/ 3648075 h 4327207"/>
                <a:gd name="connsiteX568" fmla="*/ 3416618 w 4264957"/>
                <a:gd name="connsiteY568" fmla="*/ 3648075 h 4327207"/>
                <a:gd name="connsiteX569" fmla="*/ 3412808 w 4264957"/>
                <a:gd name="connsiteY569" fmla="*/ 3648075 h 4327207"/>
                <a:gd name="connsiteX570" fmla="*/ 3392805 w 4264957"/>
                <a:gd name="connsiteY570" fmla="*/ 3717608 h 4327207"/>
                <a:gd name="connsiteX571" fmla="*/ 3415665 w 4264957"/>
                <a:gd name="connsiteY571" fmla="*/ 3717608 h 4327207"/>
                <a:gd name="connsiteX572" fmla="*/ 3416618 w 4264957"/>
                <a:gd name="connsiteY572" fmla="*/ 3717608 h 4327207"/>
                <a:gd name="connsiteX573" fmla="*/ 3419475 w 4264957"/>
                <a:gd name="connsiteY573" fmla="*/ 3981450 h 4327207"/>
                <a:gd name="connsiteX574" fmla="*/ 3308033 w 4264957"/>
                <a:gd name="connsiteY574" fmla="*/ 4067175 h 4327207"/>
                <a:gd name="connsiteX575" fmla="*/ 3100388 w 4264957"/>
                <a:gd name="connsiteY575" fmla="*/ 4182428 h 4327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Lst>
              <a:rect l="l" t="t" r="r" b="b"/>
              <a:pathLst>
                <a:path w="4264957" h="4327207">
                  <a:moveTo>
                    <a:pt x="4010978" y="3350895"/>
                  </a:moveTo>
                  <a:cubicBezTo>
                    <a:pt x="4073843" y="3174683"/>
                    <a:pt x="4135755" y="2999423"/>
                    <a:pt x="4198620" y="2823210"/>
                  </a:cubicBezTo>
                  <a:cubicBezTo>
                    <a:pt x="4277678" y="2472690"/>
                    <a:pt x="4286250" y="2121218"/>
                    <a:pt x="4223385" y="1770698"/>
                  </a:cubicBezTo>
                  <a:cubicBezTo>
                    <a:pt x="4225290" y="1764983"/>
                    <a:pt x="4224338" y="1757363"/>
                    <a:pt x="4220528" y="1752600"/>
                  </a:cubicBezTo>
                  <a:cubicBezTo>
                    <a:pt x="4213860" y="1718310"/>
                    <a:pt x="4207193" y="1683068"/>
                    <a:pt x="4199573" y="1648778"/>
                  </a:cubicBezTo>
                  <a:cubicBezTo>
                    <a:pt x="4198620" y="1644968"/>
                    <a:pt x="4196715" y="1641158"/>
                    <a:pt x="4195763" y="1637348"/>
                  </a:cubicBezTo>
                  <a:cubicBezTo>
                    <a:pt x="4132898" y="1461135"/>
                    <a:pt x="4070985" y="1284923"/>
                    <a:pt x="4008120" y="1108710"/>
                  </a:cubicBezTo>
                  <a:cubicBezTo>
                    <a:pt x="3964305" y="1020128"/>
                    <a:pt x="3915728" y="936308"/>
                    <a:pt x="3863340" y="857250"/>
                  </a:cubicBezTo>
                  <a:cubicBezTo>
                    <a:pt x="3873818" y="853440"/>
                    <a:pt x="3873818" y="837248"/>
                    <a:pt x="3860483" y="836295"/>
                  </a:cubicBezTo>
                  <a:cubicBezTo>
                    <a:pt x="3856673" y="836295"/>
                    <a:pt x="3852863" y="835343"/>
                    <a:pt x="3849053" y="835343"/>
                  </a:cubicBezTo>
                  <a:cubicBezTo>
                    <a:pt x="3817620" y="789623"/>
                    <a:pt x="3785235" y="745808"/>
                    <a:pt x="3751898" y="703898"/>
                  </a:cubicBezTo>
                  <a:cubicBezTo>
                    <a:pt x="3751898" y="695325"/>
                    <a:pt x="3751898" y="686753"/>
                    <a:pt x="3751898" y="677228"/>
                  </a:cubicBezTo>
                  <a:cubicBezTo>
                    <a:pt x="3748088" y="671513"/>
                    <a:pt x="3744278" y="665798"/>
                    <a:pt x="3740468" y="661035"/>
                  </a:cubicBezTo>
                  <a:cubicBezTo>
                    <a:pt x="3735705" y="655320"/>
                    <a:pt x="3730943" y="649605"/>
                    <a:pt x="3725228" y="643890"/>
                  </a:cubicBezTo>
                  <a:cubicBezTo>
                    <a:pt x="3725228" y="652463"/>
                    <a:pt x="3725228" y="661988"/>
                    <a:pt x="3725228" y="670560"/>
                  </a:cubicBezTo>
                  <a:cubicBezTo>
                    <a:pt x="3609975" y="534353"/>
                    <a:pt x="3482340" y="416243"/>
                    <a:pt x="3338513" y="315278"/>
                  </a:cubicBezTo>
                  <a:cubicBezTo>
                    <a:pt x="3089910" y="141923"/>
                    <a:pt x="2811780" y="44768"/>
                    <a:pt x="2529840" y="20955"/>
                  </a:cubicBezTo>
                  <a:cubicBezTo>
                    <a:pt x="2529840" y="15240"/>
                    <a:pt x="2529840" y="9525"/>
                    <a:pt x="2529840" y="3810"/>
                  </a:cubicBezTo>
                  <a:cubicBezTo>
                    <a:pt x="2522220" y="2858"/>
                    <a:pt x="2513648" y="953"/>
                    <a:pt x="2506028" y="0"/>
                  </a:cubicBezTo>
                  <a:cubicBezTo>
                    <a:pt x="2506028" y="6668"/>
                    <a:pt x="2506028" y="12383"/>
                    <a:pt x="2506028" y="19050"/>
                  </a:cubicBezTo>
                  <a:cubicBezTo>
                    <a:pt x="2329815" y="7620"/>
                    <a:pt x="2152650" y="24765"/>
                    <a:pt x="1980248" y="71438"/>
                  </a:cubicBezTo>
                  <a:cubicBezTo>
                    <a:pt x="1903095" y="63818"/>
                    <a:pt x="1825943" y="60960"/>
                    <a:pt x="1748790" y="64770"/>
                  </a:cubicBezTo>
                  <a:cubicBezTo>
                    <a:pt x="1739265" y="57150"/>
                    <a:pt x="1726883" y="54293"/>
                    <a:pt x="1711643" y="60008"/>
                  </a:cubicBezTo>
                  <a:cubicBezTo>
                    <a:pt x="1704023" y="62865"/>
                    <a:pt x="1697355" y="65723"/>
                    <a:pt x="1689735" y="68580"/>
                  </a:cubicBezTo>
                  <a:cubicBezTo>
                    <a:pt x="1414463" y="91440"/>
                    <a:pt x="1143000" y="187643"/>
                    <a:pt x="901065" y="356235"/>
                  </a:cubicBezTo>
                  <a:cubicBezTo>
                    <a:pt x="812483" y="417195"/>
                    <a:pt x="729615" y="487680"/>
                    <a:pt x="651510" y="565785"/>
                  </a:cubicBezTo>
                  <a:cubicBezTo>
                    <a:pt x="644843" y="569595"/>
                    <a:pt x="640080" y="574358"/>
                    <a:pt x="636270" y="581025"/>
                  </a:cubicBezTo>
                  <a:cubicBezTo>
                    <a:pt x="479108" y="741998"/>
                    <a:pt x="345758" y="933450"/>
                    <a:pt x="241935" y="1146810"/>
                  </a:cubicBezTo>
                  <a:cubicBezTo>
                    <a:pt x="228600" y="1147763"/>
                    <a:pt x="220028" y="1162050"/>
                    <a:pt x="221933" y="1175385"/>
                  </a:cubicBezTo>
                  <a:cubicBezTo>
                    <a:pt x="222885" y="1178243"/>
                    <a:pt x="222885" y="1181100"/>
                    <a:pt x="223838" y="1184910"/>
                  </a:cubicBezTo>
                  <a:cubicBezTo>
                    <a:pt x="214313" y="1205865"/>
                    <a:pt x="204788" y="1225868"/>
                    <a:pt x="196215" y="1246823"/>
                  </a:cubicBezTo>
                  <a:cubicBezTo>
                    <a:pt x="193358" y="1249680"/>
                    <a:pt x="191453" y="1253490"/>
                    <a:pt x="191453" y="1258253"/>
                  </a:cubicBezTo>
                  <a:cubicBezTo>
                    <a:pt x="183833" y="1275398"/>
                    <a:pt x="177165" y="1293495"/>
                    <a:pt x="169545" y="1310640"/>
                  </a:cubicBezTo>
                  <a:cubicBezTo>
                    <a:pt x="161925" y="1312545"/>
                    <a:pt x="156210" y="1320165"/>
                    <a:pt x="158115" y="1330643"/>
                  </a:cubicBezTo>
                  <a:cubicBezTo>
                    <a:pt x="158115" y="1333500"/>
                    <a:pt x="159068" y="1335405"/>
                    <a:pt x="159068" y="1338263"/>
                  </a:cubicBezTo>
                  <a:cubicBezTo>
                    <a:pt x="142875" y="1382078"/>
                    <a:pt x="126683" y="1426845"/>
                    <a:pt x="112395" y="1471613"/>
                  </a:cubicBezTo>
                  <a:cubicBezTo>
                    <a:pt x="108585" y="1464945"/>
                    <a:pt x="102870" y="1459230"/>
                    <a:pt x="98108" y="1454468"/>
                  </a:cubicBezTo>
                  <a:cubicBezTo>
                    <a:pt x="93345" y="1490663"/>
                    <a:pt x="86678" y="1525905"/>
                    <a:pt x="77153" y="1560195"/>
                  </a:cubicBezTo>
                  <a:cubicBezTo>
                    <a:pt x="79058" y="1565910"/>
                    <a:pt x="80963" y="1570673"/>
                    <a:pt x="82868" y="1576388"/>
                  </a:cubicBezTo>
                  <a:cubicBezTo>
                    <a:pt x="76200" y="1601153"/>
                    <a:pt x="70485" y="1625918"/>
                    <a:pt x="64770" y="1650683"/>
                  </a:cubicBezTo>
                  <a:cubicBezTo>
                    <a:pt x="40958" y="1758315"/>
                    <a:pt x="22860" y="1864995"/>
                    <a:pt x="12383" y="1972628"/>
                  </a:cubicBezTo>
                  <a:cubicBezTo>
                    <a:pt x="20003" y="2054543"/>
                    <a:pt x="18098" y="2135505"/>
                    <a:pt x="5715" y="2218373"/>
                  </a:cubicBezTo>
                  <a:cubicBezTo>
                    <a:pt x="4763" y="2224088"/>
                    <a:pt x="2858" y="2227898"/>
                    <a:pt x="0" y="2231708"/>
                  </a:cubicBezTo>
                  <a:cubicBezTo>
                    <a:pt x="0" y="2274570"/>
                    <a:pt x="953" y="2316480"/>
                    <a:pt x="3810" y="2359343"/>
                  </a:cubicBezTo>
                  <a:cubicBezTo>
                    <a:pt x="22860" y="2549843"/>
                    <a:pt x="63818" y="2739390"/>
                    <a:pt x="100965" y="2926080"/>
                  </a:cubicBezTo>
                  <a:cubicBezTo>
                    <a:pt x="101918" y="2929890"/>
                    <a:pt x="101918" y="2934653"/>
                    <a:pt x="100965" y="2938463"/>
                  </a:cubicBezTo>
                  <a:cubicBezTo>
                    <a:pt x="160973" y="3141345"/>
                    <a:pt x="242888" y="3328988"/>
                    <a:pt x="348615" y="3499485"/>
                  </a:cubicBezTo>
                  <a:lnTo>
                    <a:pt x="348615" y="3502343"/>
                  </a:lnTo>
                  <a:cubicBezTo>
                    <a:pt x="349568" y="3508058"/>
                    <a:pt x="353378" y="3512820"/>
                    <a:pt x="358140" y="3515678"/>
                  </a:cubicBezTo>
                  <a:cubicBezTo>
                    <a:pt x="380048" y="3550920"/>
                    <a:pt x="403860" y="3585210"/>
                    <a:pt x="427673" y="3619500"/>
                  </a:cubicBezTo>
                  <a:cubicBezTo>
                    <a:pt x="428625" y="3622358"/>
                    <a:pt x="429578" y="3625215"/>
                    <a:pt x="431483" y="3629025"/>
                  </a:cubicBezTo>
                  <a:cubicBezTo>
                    <a:pt x="434340" y="3635693"/>
                    <a:pt x="439103" y="3640455"/>
                    <a:pt x="444818" y="3643313"/>
                  </a:cubicBezTo>
                  <a:cubicBezTo>
                    <a:pt x="473393" y="3682365"/>
                    <a:pt x="502920" y="3720465"/>
                    <a:pt x="533400" y="3757613"/>
                  </a:cubicBezTo>
                  <a:cubicBezTo>
                    <a:pt x="535305" y="3760470"/>
                    <a:pt x="538163" y="3763328"/>
                    <a:pt x="540068" y="3766185"/>
                  </a:cubicBezTo>
                  <a:cubicBezTo>
                    <a:pt x="579120" y="3812858"/>
                    <a:pt x="620078" y="3856673"/>
                    <a:pt x="661988" y="3898583"/>
                  </a:cubicBezTo>
                  <a:cubicBezTo>
                    <a:pt x="665798" y="3906203"/>
                    <a:pt x="669608" y="3913823"/>
                    <a:pt x="674370" y="3921443"/>
                  </a:cubicBezTo>
                  <a:cubicBezTo>
                    <a:pt x="677228" y="3923348"/>
                    <a:pt x="679133" y="3925253"/>
                    <a:pt x="681990" y="3926205"/>
                  </a:cubicBezTo>
                  <a:cubicBezTo>
                    <a:pt x="684848" y="3927158"/>
                    <a:pt x="687705" y="3927158"/>
                    <a:pt x="690563" y="3926205"/>
                  </a:cubicBezTo>
                  <a:cubicBezTo>
                    <a:pt x="696278" y="3930968"/>
                    <a:pt x="701040" y="3936683"/>
                    <a:pt x="706755" y="3941445"/>
                  </a:cubicBezTo>
                  <a:cubicBezTo>
                    <a:pt x="707708" y="3943350"/>
                    <a:pt x="707708" y="3944303"/>
                    <a:pt x="708660" y="3946208"/>
                  </a:cubicBezTo>
                  <a:cubicBezTo>
                    <a:pt x="741045" y="3970973"/>
                    <a:pt x="772478" y="3997643"/>
                    <a:pt x="802958" y="4025265"/>
                  </a:cubicBezTo>
                  <a:cubicBezTo>
                    <a:pt x="818198" y="4037648"/>
                    <a:pt x="833438" y="4049078"/>
                    <a:pt x="848678" y="4061460"/>
                  </a:cubicBezTo>
                  <a:cubicBezTo>
                    <a:pt x="849630" y="4064318"/>
                    <a:pt x="849630" y="4066223"/>
                    <a:pt x="850583" y="4069080"/>
                  </a:cubicBezTo>
                  <a:cubicBezTo>
                    <a:pt x="858203" y="4076700"/>
                    <a:pt x="865823" y="4083368"/>
                    <a:pt x="874395" y="4090988"/>
                  </a:cubicBezTo>
                  <a:cubicBezTo>
                    <a:pt x="874395" y="4090988"/>
                    <a:pt x="875348" y="4091940"/>
                    <a:pt x="875348" y="4091940"/>
                  </a:cubicBezTo>
                  <a:cubicBezTo>
                    <a:pt x="877253" y="4093845"/>
                    <a:pt x="879158" y="4095750"/>
                    <a:pt x="881063" y="4097655"/>
                  </a:cubicBezTo>
                  <a:cubicBezTo>
                    <a:pt x="888683" y="4102418"/>
                    <a:pt x="896303" y="4107180"/>
                    <a:pt x="904875" y="4112895"/>
                  </a:cubicBezTo>
                  <a:cubicBezTo>
                    <a:pt x="907733" y="4111943"/>
                    <a:pt x="909638" y="4110038"/>
                    <a:pt x="912495" y="4108133"/>
                  </a:cubicBezTo>
                  <a:cubicBezTo>
                    <a:pt x="950595" y="4134803"/>
                    <a:pt x="990600" y="4159568"/>
                    <a:pt x="1030605" y="4183380"/>
                  </a:cubicBezTo>
                  <a:lnTo>
                    <a:pt x="450533" y="4183380"/>
                  </a:lnTo>
                  <a:cubicBezTo>
                    <a:pt x="448628" y="4183380"/>
                    <a:pt x="447675" y="4184333"/>
                    <a:pt x="445770" y="4184333"/>
                  </a:cubicBezTo>
                  <a:cubicBezTo>
                    <a:pt x="347663" y="4196715"/>
                    <a:pt x="248603" y="4206240"/>
                    <a:pt x="149543" y="4216718"/>
                  </a:cubicBezTo>
                  <a:cubicBezTo>
                    <a:pt x="124778" y="4251008"/>
                    <a:pt x="99060" y="4285298"/>
                    <a:pt x="72390" y="4318635"/>
                  </a:cubicBezTo>
                  <a:cubicBezTo>
                    <a:pt x="401003" y="4318635"/>
                    <a:pt x="729615" y="4318635"/>
                    <a:pt x="1057275" y="4319588"/>
                  </a:cubicBezTo>
                  <a:cubicBezTo>
                    <a:pt x="1146810" y="4319588"/>
                    <a:pt x="1237298" y="4319588"/>
                    <a:pt x="1326833" y="4319588"/>
                  </a:cubicBezTo>
                  <a:cubicBezTo>
                    <a:pt x="1332548" y="4321493"/>
                    <a:pt x="1338263" y="4323398"/>
                    <a:pt x="1344930" y="4326255"/>
                  </a:cubicBezTo>
                  <a:cubicBezTo>
                    <a:pt x="1345883" y="4326255"/>
                    <a:pt x="1347788" y="4327208"/>
                    <a:pt x="1348740" y="4327208"/>
                  </a:cubicBezTo>
                  <a:lnTo>
                    <a:pt x="2117408" y="4327208"/>
                  </a:lnTo>
                  <a:cubicBezTo>
                    <a:pt x="2102168" y="4324350"/>
                    <a:pt x="2086928" y="4321493"/>
                    <a:pt x="2072640" y="4317683"/>
                  </a:cubicBezTo>
                  <a:cubicBezTo>
                    <a:pt x="2117408" y="4317683"/>
                    <a:pt x="2162175" y="4317683"/>
                    <a:pt x="2206943" y="4316730"/>
                  </a:cubicBezTo>
                  <a:cubicBezTo>
                    <a:pt x="2206943" y="4319588"/>
                    <a:pt x="2206943" y="4323398"/>
                    <a:pt x="2206943" y="4326255"/>
                  </a:cubicBezTo>
                  <a:lnTo>
                    <a:pt x="2226945" y="4326255"/>
                  </a:lnTo>
                  <a:cubicBezTo>
                    <a:pt x="2226945" y="4322445"/>
                    <a:pt x="2226945" y="4319588"/>
                    <a:pt x="2226945" y="4315778"/>
                  </a:cubicBezTo>
                  <a:cubicBezTo>
                    <a:pt x="2401253" y="4314825"/>
                    <a:pt x="2576513" y="4313873"/>
                    <a:pt x="2750820" y="4313873"/>
                  </a:cubicBezTo>
                  <a:cubicBezTo>
                    <a:pt x="2731770" y="4318635"/>
                    <a:pt x="2711768" y="4322445"/>
                    <a:pt x="2692718" y="4326255"/>
                  </a:cubicBezTo>
                  <a:lnTo>
                    <a:pt x="3019425" y="4326255"/>
                  </a:lnTo>
                  <a:cubicBezTo>
                    <a:pt x="3029903" y="4322445"/>
                    <a:pt x="3040380" y="4317683"/>
                    <a:pt x="3050858" y="4312920"/>
                  </a:cubicBezTo>
                  <a:cubicBezTo>
                    <a:pt x="3088005" y="4312920"/>
                    <a:pt x="3124200" y="4312920"/>
                    <a:pt x="3161348" y="4312920"/>
                  </a:cubicBezTo>
                  <a:cubicBezTo>
                    <a:pt x="3480435" y="4311968"/>
                    <a:pt x="3800475" y="4311968"/>
                    <a:pt x="4119563" y="4311015"/>
                  </a:cubicBezTo>
                  <a:cubicBezTo>
                    <a:pt x="4079558" y="4272915"/>
                    <a:pt x="4041458" y="4231958"/>
                    <a:pt x="4006215" y="4189095"/>
                  </a:cubicBezTo>
                  <a:cubicBezTo>
                    <a:pt x="3767138" y="4188143"/>
                    <a:pt x="3527108" y="4188143"/>
                    <a:pt x="3288030" y="4187190"/>
                  </a:cubicBezTo>
                  <a:cubicBezTo>
                    <a:pt x="3308033" y="4174808"/>
                    <a:pt x="3327083" y="4161473"/>
                    <a:pt x="3347085" y="4148138"/>
                  </a:cubicBezTo>
                  <a:cubicBezTo>
                    <a:pt x="3623310" y="3947160"/>
                    <a:pt x="3845243" y="3683318"/>
                    <a:pt x="4010978" y="3350895"/>
                  </a:cubicBezTo>
                  <a:close/>
                  <a:moveTo>
                    <a:pt x="621030" y="876300"/>
                  </a:moveTo>
                  <a:cubicBezTo>
                    <a:pt x="621030" y="877253"/>
                    <a:pt x="621030" y="878205"/>
                    <a:pt x="621983" y="878205"/>
                  </a:cubicBezTo>
                  <a:cubicBezTo>
                    <a:pt x="633413" y="924878"/>
                    <a:pt x="645795" y="970598"/>
                    <a:pt x="658178" y="1016318"/>
                  </a:cubicBezTo>
                  <a:cubicBezTo>
                    <a:pt x="664845" y="1040130"/>
                    <a:pt x="670560" y="1064895"/>
                    <a:pt x="677228" y="1088708"/>
                  </a:cubicBezTo>
                  <a:cubicBezTo>
                    <a:pt x="680085" y="1122045"/>
                    <a:pt x="681990" y="1154430"/>
                    <a:pt x="683895" y="1187768"/>
                  </a:cubicBezTo>
                  <a:cubicBezTo>
                    <a:pt x="669608" y="1143953"/>
                    <a:pt x="654368" y="1101090"/>
                    <a:pt x="643890" y="1058228"/>
                  </a:cubicBezTo>
                  <a:cubicBezTo>
                    <a:pt x="641033" y="1045845"/>
                    <a:pt x="637223" y="1033463"/>
                    <a:pt x="634365" y="1021080"/>
                  </a:cubicBezTo>
                  <a:cubicBezTo>
                    <a:pt x="625793" y="972503"/>
                    <a:pt x="621983" y="924878"/>
                    <a:pt x="620078" y="876300"/>
                  </a:cubicBezTo>
                  <a:cubicBezTo>
                    <a:pt x="620078" y="877253"/>
                    <a:pt x="620078" y="877253"/>
                    <a:pt x="621030" y="876300"/>
                  </a:cubicBezTo>
                  <a:close/>
                  <a:moveTo>
                    <a:pt x="441960" y="958215"/>
                  </a:moveTo>
                  <a:cubicBezTo>
                    <a:pt x="448628" y="959168"/>
                    <a:pt x="455295" y="958215"/>
                    <a:pt x="462915" y="955358"/>
                  </a:cubicBezTo>
                  <a:cubicBezTo>
                    <a:pt x="462915" y="1058228"/>
                    <a:pt x="492443" y="1166813"/>
                    <a:pt x="518160" y="1263015"/>
                  </a:cubicBezTo>
                  <a:cubicBezTo>
                    <a:pt x="534353" y="1324928"/>
                    <a:pt x="557213" y="1385888"/>
                    <a:pt x="580073" y="1444943"/>
                  </a:cubicBezTo>
                  <a:cubicBezTo>
                    <a:pt x="593408" y="1478280"/>
                    <a:pt x="606743" y="1515428"/>
                    <a:pt x="628650" y="1544955"/>
                  </a:cubicBezTo>
                  <a:cubicBezTo>
                    <a:pt x="624840" y="1558290"/>
                    <a:pt x="621030" y="1572578"/>
                    <a:pt x="617220" y="1586865"/>
                  </a:cubicBezTo>
                  <a:cubicBezTo>
                    <a:pt x="590550" y="1493520"/>
                    <a:pt x="546735" y="1402080"/>
                    <a:pt x="512445" y="1311593"/>
                  </a:cubicBezTo>
                  <a:cubicBezTo>
                    <a:pt x="475298" y="1214438"/>
                    <a:pt x="446723" y="1113473"/>
                    <a:pt x="403860" y="1019175"/>
                  </a:cubicBezTo>
                  <a:cubicBezTo>
                    <a:pt x="417195" y="998220"/>
                    <a:pt x="429578" y="977265"/>
                    <a:pt x="441960" y="958215"/>
                  </a:cubicBezTo>
                  <a:close/>
                  <a:moveTo>
                    <a:pt x="539115" y="2283143"/>
                  </a:moveTo>
                  <a:cubicBezTo>
                    <a:pt x="533400" y="2253615"/>
                    <a:pt x="528638" y="2223135"/>
                    <a:pt x="522923" y="2193608"/>
                  </a:cubicBezTo>
                  <a:cubicBezTo>
                    <a:pt x="507683" y="2105978"/>
                    <a:pt x="494348" y="2018348"/>
                    <a:pt x="482918" y="1930718"/>
                  </a:cubicBezTo>
                  <a:cubicBezTo>
                    <a:pt x="482918" y="1928813"/>
                    <a:pt x="483870" y="1927860"/>
                    <a:pt x="482918" y="1925955"/>
                  </a:cubicBezTo>
                  <a:cubicBezTo>
                    <a:pt x="481013" y="1913573"/>
                    <a:pt x="479108" y="1902143"/>
                    <a:pt x="477203" y="1889760"/>
                  </a:cubicBezTo>
                  <a:cubicBezTo>
                    <a:pt x="475298" y="1877378"/>
                    <a:pt x="474345" y="1864995"/>
                    <a:pt x="472440" y="1853565"/>
                  </a:cubicBezTo>
                  <a:cubicBezTo>
                    <a:pt x="474345" y="1858328"/>
                    <a:pt x="476250" y="1863090"/>
                    <a:pt x="478155" y="1868805"/>
                  </a:cubicBezTo>
                  <a:cubicBezTo>
                    <a:pt x="492443" y="1922145"/>
                    <a:pt x="509588" y="1977390"/>
                    <a:pt x="543878" y="2014538"/>
                  </a:cubicBezTo>
                  <a:cubicBezTo>
                    <a:pt x="544830" y="2015490"/>
                    <a:pt x="545783" y="2016443"/>
                    <a:pt x="546735" y="2016443"/>
                  </a:cubicBezTo>
                  <a:cubicBezTo>
                    <a:pt x="540068" y="2104073"/>
                    <a:pt x="537210" y="2193608"/>
                    <a:pt x="539115" y="2283143"/>
                  </a:cubicBezTo>
                  <a:close/>
                  <a:moveTo>
                    <a:pt x="544830" y="1616393"/>
                  </a:moveTo>
                  <a:cubicBezTo>
                    <a:pt x="545783" y="1620203"/>
                    <a:pt x="547688" y="1624013"/>
                    <a:pt x="548640" y="1626870"/>
                  </a:cubicBezTo>
                  <a:cubicBezTo>
                    <a:pt x="561023" y="1658303"/>
                    <a:pt x="570548" y="1696403"/>
                    <a:pt x="585788" y="1729740"/>
                  </a:cubicBezTo>
                  <a:cubicBezTo>
                    <a:pt x="584835" y="1735455"/>
                    <a:pt x="583883" y="1741170"/>
                    <a:pt x="582930" y="1745933"/>
                  </a:cubicBezTo>
                  <a:cubicBezTo>
                    <a:pt x="569595" y="1704023"/>
                    <a:pt x="556260" y="1660208"/>
                    <a:pt x="544830" y="1616393"/>
                  </a:cubicBezTo>
                  <a:close/>
                  <a:moveTo>
                    <a:pt x="359093" y="1097280"/>
                  </a:moveTo>
                  <a:cubicBezTo>
                    <a:pt x="365760" y="1122998"/>
                    <a:pt x="373380" y="1147763"/>
                    <a:pt x="381000" y="1173480"/>
                  </a:cubicBezTo>
                  <a:cubicBezTo>
                    <a:pt x="394335" y="1289685"/>
                    <a:pt x="423863" y="1405890"/>
                    <a:pt x="451485" y="1519238"/>
                  </a:cubicBezTo>
                  <a:cubicBezTo>
                    <a:pt x="472440" y="1603058"/>
                    <a:pt x="495300" y="1686878"/>
                    <a:pt x="520065" y="1769745"/>
                  </a:cubicBezTo>
                  <a:cubicBezTo>
                    <a:pt x="525780" y="1788795"/>
                    <a:pt x="531495" y="1811655"/>
                    <a:pt x="537210" y="1834515"/>
                  </a:cubicBezTo>
                  <a:cubicBezTo>
                    <a:pt x="530543" y="1815465"/>
                    <a:pt x="524828" y="1797368"/>
                    <a:pt x="519113" y="1780223"/>
                  </a:cubicBezTo>
                  <a:cubicBezTo>
                    <a:pt x="494348" y="1696403"/>
                    <a:pt x="471488" y="1611630"/>
                    <a:pt x="450533" y="1525905"/>
                  </a:cubicBezTo>
                  <a:cubicBezTo>
                    <a:pt x="416243" y="1388745"/>
                    <a:pt x="379095" y="1252538"/>
                    <a:pt x="347663" y="1114425"/>
                  </a:cubicBezTo>
                  <a:cubicBezTo>
                    <a:pt x="352425" y="1109663"/>
                    <a:pt x="356235" y="1103948"/>
                    <a:pt x="359093" y="1097280"/>
                  </a:cubicBezTo>
                  <a:close/>
                  <a:moveTo>
                    <a:pt x="468630" y="2191703"/>
                  </a:moveTo>
                  <a:cubicBezTo>
                    <a:pt x="463868" y="2173605"/>
                    <a:pt x="460058" y="2154555"/>
                    <a:pt x="455295" y="2136458"/>
                  </a:cubicBezTo>
                  <a:cubicBezTo>
                    <a:pt x="454343" y="2130743"/>
                    <a:pt x="454343" y="2125980"/>
                    <a:pt x="453390" y="2120265"/>
                  </a:cubicBezTo>
                  <a:cubicBezTo>
                    <a:pt x="455295" y="2122170"/>
                    <a:pt x="457200" y="2123123"/>
                    <a:pt x="459105" y="2123123"/>
                  </a:cubicBezTo>
                  <a:cubicBezTo>
                    <a:pt x="461010" y="2137410"/>
                    <a:pt x="462915" y="2152650"/>
                    <a:pt x="464820" y="2166938"/>
                  </a:cubicBezTo>
                  <a:cubicBezTo>
                    <a:pt x="466725" y="2175510"/>
                    <a:pt x="467678" y="2184083"/>
                    <a:pt x="468630" y="2191703"/>
                  </a:cubicBezTo>
                  <a:close/>
                  <a:moveTo>
                    <a:pt x="304800" y="1203008"/>
                  </a:moveTo>
                  <a:cubicBezTo>
                    <a:pt x="307658" y="1255395"/>
                    <a:pt x="316230" y="1306830"/>
                    <a:pt x="324803" y="1358265"/>
                  </a:cubicBezTo>
                  <a:cubicBezTo>
                    <a:pt x="323850" y="1356360"/>
                    <a:pt x="323850" y="1354455"/>
                    <a:pt x="322898" y="1352550"/>
                  </a:cubicBezTo>
                  <a:cubicBezTo>
                    <a:pt x="312420" y="1311593"/>
                    <a:pt x="304800" y="1268730"/>
                    <a:pt x="292418" y="1226820"/>
                  </a:cubicBezTo>
                  <a:cubicBezTo>
                    <a:pt x="297180" y="1218248"/>
                    <a:pt x="300990" y="1210628"/>
                    <a:pt x="304800" y="1203008"/>
                  </a:cubicBezTo>
                  <a:close/>
                  <a:moveTo>
                    <a:pt x="251460" y="1323975"/>
                  </a:moveTo>
                  <a:cubicBezTo>
                    <a:pt x="265748" y="1392555"/>
                    <a:pt x="280035" y="1461135"/>
                    <a:pt x="293370" y="1528763"/>
                  </a:cubicBezTo>
                  <a:cubicBezTo>
                    <a:pt x="277178" y="1463040"/>
                    <a:pt x="262890" y="1397318"/>
                    <a:pt x="247650" y="1331595"/>
                  </a:cubicBezTo>
                  <a:cubicBezTo>
                    <a:pt x="248603" y="1329690"/>
                    <a:pt x="249555" y="1326833"/>
                    <a:pt x="251460" y="1323975"/>
                  </a:cubicBezTo>
                  <a:close/>
                  <a:moveTo>
                    <a:pt x="236220" y="1671638"/>
                  </a:moveTo>
                  <a:cubicBezTo>
                    <a:pt x="260033" y="1753553"/>
                    <a:pt x="284798" y="1834515"/>
                    <a:pt x="310515" y="1914525"/>
                  </a:cubicBezTo>
                  <a:cubicBezTo>
                    <a:pt x="321945" y="1949768"/>
                    <a:pt x="332423" y="1984058"/>
                    <a:pt x="343853" y="2018348"/>
                  </a:cubicBezTo>
                  <a:cubicBezTo>
                    <a:pt x="360045" y="2107883"/>
                    <a:pt x="374333" y="2197418"/>
                    <a:pt x="385763" y="2287905"/>
                  </a:cubicBezTo>
                  <a:cubicBezTo>
                    <a:pt x="367665" y="2232660"/>
                    <a:pt x="349568" y="2177415"/>
                    <a:pt x="333375" y="2121218"/>
                  </a:cubicBezTo>
                  <a:cubicBezTo>
                    <a:pt x="288608" y="1967865"/>
                    <a:pt x="257175" y="1809750"/>
                    <a:pt x="214313" y="1655445"/>
                  </a:cubicBezTo>
                  <a:cubicBezTo>
                    <a:pt x="221933" y="1660208"/>
                    <a:pt x="229553" y="1665923"/>
                    <a:pt x="236220" y="1671638"/>
                  </a:cubicBezTo>
                  <a:cubicBezTo>
                    <a:pt x="236220" y="1671638"/>
                    <a:pt x="236220" y="1671638"/>
                    <a:pt x="236220" y="1671638"/>
                  </a:cubicBezTo>
                  <a:close/>
                  <a:moveTo>
                    <a:pt x="189548" y="1492568"/>
                  </a:moveTo>
                  <a:cubicBezTo>
                    <a:pt x="201930" y="1547813"/>
                    <a:pt x="217170" y="1603058"/>
                    <a:pt x="232410" y="1657350"/>
                  </a:cubicBezTo>
                  <a:cubicBezTo>
                    <a:pt x="220980" y="1644968"/>
                    <a:pt x="211455" y="1632585"/>
                    <a:pt x="203835" y="1617345"/>
                  </a:cubicBezTo>
                  <a:cubicBezTo>
                    <a:pt x="197168" y="1604010"/>
                    <a:pt x="172403" y="1609725"/>
                    <a:pt x="174308" y="1624965"/>
                  </a:cubicBezTo>
                  <a:cubicBezTo>
                    <a:pt x="176213" y="1643063"/>
                    <a:pt x="178118" y="1660208"/>
                    <a:pt x="180023" y="1678305"/>
                  </a:cubicBezTo>
                  <a:cubicBezTo>
                    <a:pt x="172403" y="1655445"/>
                    <a:pt x="163830" y="1631633"/>
                    <a:pt x="155258" y="1608773"/>
                  </a:cubicBezTo>
                  <a:cubicBezTo>
                    <a:pt x="165735" y="1569720"/>
                    <a:pt x="177165" y="1530668"/>
                    <a:pt x="189548" y="1492568"/>
                  </a:cubicBezTo>
                  <a:close/>
                  <a:moveTo>
                    <a:pt x="132398" y="1707833"/>
                  </a:moveTo>
                  <a:cubicBezTo>
                    <a:pt x="141923" y="1732598"/>
                    <a:pt x="150495" y="1756410"/>
                    <a:pt x="159068" y="1781175"/>
                  </a:cubicBezTo>
                  <a:cubicBezTo>
                    <a:pt x="160973" y="1785938"/>
                    <a:pt x="161925" y="1789748"/>
                    <a:pt x="163830" y="1794510"/>
                  </a:cubicBezTo>
                  <a:cubicBezTo>
                    <a:pt x="211455" y="1990725"/>
                    <a:pt x="262890" y="2185988"/>
                    <a:pt x="304800" y="2384108"/>
                  </a:cubicBezTo>
                  <a:cubicBezTo>
                    <a:pt x="289560" y="2335530"/>
                    <a:pt x="275273" y="2286000"/>
                    <a:pt x="260033" y="2237423"/>
                  </a:cubicBezTo>
                  <a:lnTo>
                    <a:pt x="185738" y="1995488"/>
                  </a:lnTo>
                  <a:cubicBezTo>
                    <a:pt x="164783" y="1926908"/>
                    <a:pt x="145733" y="1854518"/>
                    <a:pt x="117158" y="1787843"/>
                  </a:cubicBezTo>
                  <a:cubicBezTo>
                    <a:pt x="120968" y="1762125"/>
                    <a:pt x="126683" y="1734503"/>
                    <a:pt x="132398" y="1707833"/>
                  </a:cubicBezTo>
                  <a:close/>
                  <a:moveTo>
                    <a:pt x="81915" y="2066925"/>
                  </a:moveTo>
                  <a:cubicBezTo>
                    <a:pt x="90488" y="2104073"/>
                    <a:pt x="100013" y="2140268"/>
                    <a:pt x="110490" y="2176463"/>
                  </a:cubicBezTo>
                  <a:cubicBezTo>
                    <a:pt x="122873" y="2228850"/>
                    <a:pt x="135255" y="2280285"/>
                    <a:pt x="148590" y="2332673"/>
                  </a:cubicBezTo>
                  <a:cubicBezTo>
                    <a:pt x="135255" y="2289810"/>
                    <a:pt x="120968" y="2247900"/>
                    <a:pt x="104775" y="2206943"/>
                  </a:cubicBezTo>
                  <a:cubicBezTo>
                    <a:pt x="104775" y="2205038"/>
                    <a:pt x="103823" y="2204085"/>
                    <a:pt x="102870" y="2202180"/>
                  </a:cubicBezTo>
                  <a:cubicBezTo>
                    <a:pt x="94298" y="2181225"/>
                    <a:pt x="86678" y="2160270"/>
                    <a:pt x="77153" y="2139315"/>
                  </a:cubicBezTo>
                  <a:cubicBezTo>
                    <a:pt x="80010" y="2115503"/>
                    <a:pt x="80963" y="2090738"/>
                    <a:pt x="81915" y="2066925"/>
                  </a:cubicBezTo>
                  <a:close/>
                  <a:moveTo>
                    <a:pt x="80963" y="2351723"/>
                  </a:moveTo>
                  <a:cubicBezTo>
                    <a:pt x="79058" y="2317433"/>
                    <a:pt x="78105" y="2284095"/>
                    <a:pt x="78105" y="2249805"/>
                  </a:cubicBezTo>
                  <a:cubicBezTo>
                    <a:pt x="80010" y="2255520"/>
                    <a:pt x="81915" y="2261235"/>
                    <a:pt x="82868" y="2267903"/>
                  </a:cubicBezTo>
                  <a:cubicBezTo>
                    <a:pt x="100013" y="2350770"/>
                    <a:pt x="118110" y="2434590"/>
                    <a:pt x="137160" y="2517458"/>
                  </a:cubicBezTo>
                  <a:cubicBezTo>
                    <a:pt x="118110" y="2462213"/>
                    <a:pt x="100013" y="2406968"/>
                    <a:pt x="80963" y="2351723"/>
                  </a:cubicBezTo>
                  <a:close/>
                  <a:moveTo>
                    <a:pt x="139065" y="2776538"/>
                  </a:moveTo>
                  <a:cubicBezTo>
                    <a:pt x="125730" y="2715578"/>
                    <a:pt x="114300" y="2654618"/>
                    <a:pt x="104775" y="2593658"/>
                  </a:cubicBezTo>
                  <a:cubicBezTo>
                    <a:pt x="135255" y="2690813"/>
                    <a:pt x="168593" y="2786063"/>
                    <a:pt x="200025" y="2881313"/>
                  </a:cubicBezTo>
                  <a:cubicBezTo>
                    <a:pt x="230505" y="2971800"/>
                    <a:pt x="260985" y="3061335"/>
                    <a:pt x="292418" y="3150870"/>
                  </a:cubicBezTo>
                  <a:cubicBezTo>
                    <a:pt x="299085" y="3188018"/>
                    <a:pt x="304800" y="3224213"/>
                    <a:pt x="310515" y="3261360"/>
                  </a:cubicBezTo>
                  <a:cubicBezTo>
                    <a:pt x="237173" y="3110865"/>
                    <a:pt x="180023" y="2948940"/>
                    <a:pt x="139065" y="2776538"/>
                  </a:cubicBezTo>
                  <a:close/>
                  <a:moveTo>
                    <a:pt x="340995" y="3116580"/>
                  </a:moveTo>
                  <a:cubicBezTo>
                    <a:pt x="330518" y="3060383"/>
                    <a:pt x="320040" y="3004185"/>
                    <a:pt x="307658" y="2947988"/>
                  </a:cubicBezTo>
                  <a:cubicBezTo>
                    <a:pt x="310515" y="2958465"/>
                    <a:pt x="312420" y="2967990"/>
                    <a:pt x="315278" y="2978468"/>
                  </a:cubicBezTo>
                  <a:cubicBezTo>
                    <a:pt x="335280" y="3054668"/>
                    <a:pt x="353378" y="3132773"/>
                    <a:pt x="374333" y="3209925"/>
                  </a:cubicBezTo>
                  <a:cubicBezTo>
                    <a:pt x="362903" y="3179445"/>
                    <a:pt x="352425" y="3148013"/>
                    <a:pt x="340995" y="3116580"/>
                  </a:cubicBezTo>
                  <a:close/>
                  <a:moveTo>
                    <a:pt x="352425" y="2860358"/>
                  </a:moveTo>
                  <a:cubicBezTo>
                    <a:pt x="328613" y="2783205"/>
                    <a:pt x="305753" y="2706053"/>
                    <a:pt x="282893" y="2628900"/>
                  </a:cubicBezTo>
                  <a:cubicBezTo>
                    <a:pt x="279083" y="2613660"/>
                    <a:pt x="275273" y="2599373"/>
                    <a:pt x="271463" y="2584133"/>
                  </a:cubicBezTo>
                  <a:cubicBezTo>
                    <a:pt x="212408" y="2352675"/>
                    <a:pt x="163830" y="2117408"/>
                    <a:pt x="100965" y="1887855"/>
                  </a:cubicBezTo>
                  <a:cubicBezTo>
                    <a:pt x="101918" y="1880235"/>
                    <a:pt x="103823" y="1871663"/>
                    <a:pt x="104775" y="1864043"/>
                  </a:cubicBezTo>
                  <a:cubicBezTo>
                    <a:pt x="117158" y="1912620"/>
                    <a:pt x="132398" y="1960245"/>
                    <a:pt x="145733" y="2007870"/>
                  </a:cubicBezTo>
                  <a:cubicBezTo>
                    <a:pt x="168593" y="2088833"/>
                    <a:pt x="191453" y="2169795"/>
                    <a:pt x="214313" y="2250758"/>
                  </a:cubicBezTo>
                  <a:cubicBezTo>
                    <a:pt x="260033" y="2412683"/>
                    <a:pt x="308610" y="2574608"/>
                    <a:pt x="355283" y="2736533"/>
                  </a:cubicBezTo>
                  <a:cubicBezTo>
                    <a:pt x="363855" y="2764155"/>
                    <a:pt x="371475" y="2792730"/>
                    <a:pt x="380048" y="2820353"/>
                  </a:cubicBezTo>
                  <a:cubicBezTo>
                    <a:pt x="384810" y="2852738"/>
                    <a:pt x="388620" y="2884170"/>
                    <a:pt x="393383" y="2916555"/>
                  </a:cubicBezTo>
                  <a:cubicBezTo>
                    <a:pt x="398145" y="2951798"/>
                    <a:pt x="401003" y="2987993"/>
                    <a:pt x="403860" y="3025140"/>
                  </a:cubicBezTo>
                  <a:cubicBezTo>
                    <a:pt x="386715" y="2969895"/>
                    <a:pt x="368618" y="2915603"/>
                    <a:pt x="352425" y="2860358"/>
                  </a:cubicBezTo>
                  <a:close/>
                  <a:moveTo>
                    <a:pt x="408623" y="2700338"/>
                  </a:moveTo>
                  <a:cubicBezTo>
                    <a:pt x="398145" y="2638425"/>
                    <a:pt x="387668" y="2576513"/>
                    <a:pt x="376238" y="2514600"/>
                  </a:cubicBezTo>
                  <a:cubicBezTo>
                    <a:pt x="372428" y="2494598"/>
                    <a:pt x="368618" y="2475548"/>
                    <a:pt x="364808" y="2455545"/>
                  </a:cubicBezTo>
                  <a:cubicBezTo>
                    <a:pt x="377190" y="2500313"/>
                    <a:pt x="388620" y="2546033"/>
                    <a:pt x="401003" y="2590800"/>
                  </a:cubicBezTo>
                  <a:cubicBezTo>
                    <a:pt x="401955" y="2593658"/>
                    <a:pt x="402908" y="2597468"/>
                    <a:pt x="403860" y="2601278"/>
                  </a:cubicBezTo>
                  <a:cubicBezTo>
                    <a:pt x="409575" y="2634615"/>
                    <a:pt x="414338" y="2667953"/>
                    <a:pt x="419100" y="2701290"/>
                  </a:cubicBezTo>
                  <a:cubicBezTo>
                    <a:pt x="415290" y="2699385"/>
                    <a:pt x="411480" y="2699385"/>
                    <a:pt x="408623" y="2700338"/>
                  </a:cubicBezTo>
                  <a:close/>
                  <a:moveTo>
                    <a:pt x="421005" y="1864995"/>
                  </a:moveTo>
                  <a:cubicBezTo>
                    <a:pt x="421958" y="1866900"/>
                    <a:pt x="422910" y="1868805"/>
                    <a:pt x="423863" y="1871663"/>
                  </a:cubicBezTo>
                  <a:cubicBezTo>
                    <a:pt x="426720" y="1894523"/>
                    <a:pt x="430530" y="1917383"/>
                    <a:pt x="435293" y="1940243"/>
                  </a:cubicBezTo>
                  <a:cubicBezTo>
                    <a:pt x="436245" y="1944053"/>
                    <a:pt x="440055" y="1944053"/>
                    <a:pt x="441960" y="1942148"/>
                  </a:cubicBezTo>
                  <a:cubicBezTo>
                    <a:pt x="443865" y="1970723"/>
                    <a:pt x="446723" y="1999298"/>
                    <a:pt x="448628" y="2027873"/>
                  </a:cubicBezTo>
                  <a:cubicBezTo>
                    <a:pt x="444818" y="2017395"/>
                    <a:pt x="441960" y="2006918"/>
                    <a:pt x="438150" y="1995488"/>
                  </a:cubicBezTo>
                  <a:cubicBezTo>
                    <a:pt x="433388" y="1952625"/>
                    <a:pt x="427673" y="1908810"/>
                    <a:pt x="421005" y="1864995"/>
                  </a:cubicBezTo>
                  <a:close/>
                  <a:moveTo>
                    <a:pt x="469583" y="3413760"/>
                  </a:moveTo>
                  <a:cubicBezTo>
                    <a:pt x="462915" y="3407093"/>
                    <a:pt x="454343" y="3406140"/>
                    <a:pt x="447675" y="3409950"/>
                  </a:cubicBezTo>
                  <a:cubicBezTo>
                    <a:pt x="442913" y="3397568"/>
                    <a:pt x="439103" y="3385185"/>
                    <a:pt x="434340" y="3372803"/>
                  </a:cubicBezTo>
                  <a:cubicBezTo>
                    <a:pt x="443865" y="3377565"/>
                    <a:pt x="456248" y="3376613"/>
                    <a:pt x="464820" y="3369945"/>
                  </a:cubicBezTo>
                  <a:cubicBezTo>
                    <a:pt x="471488" y="3388995"/>
                    <a:pt x="477203" y="3408998"/>
                    <a:pt x="483870" y="3428048"/>
                  </a:cubicBezTo>
                  <a:cubicBezTo>
                    <a:pt x="479108" y="3423285"/>
                    <a:pt x="474345" y="3418523"/>
                    <a:pt x="469583" y="3413760"/>
                  </a:cubicBezTo>
                  <a:close/>
                  <a:moveTo>
                    <a:pt x="490538" y="3564255"/>
                  </a:moveTo>
                  <a:cubicBezTo>
                    <a:pt x="490538" y="3558540"/>
                    <a:pt x="489585" y="3552825"/>
                    <a:pt x="488633" y="3547110"/>
                  </a:cubicBezTo>
                  <a:cubicBezTo>
                    <a:pt x="494348" y="3560445"/>
                    <a:pt x="501015" y="3573780"/>
                    <a:pt x="506730" y="3587115"/>
                  </a:cubicBezTo>
                  <a:cubicBezTo>
                    <a:pt x="501015" y="3578543"/>
                    <a:pt x="495300" y="3571875"/>
                    <a:pt x="490538" y="3564255"/>
                  </a:cubicBezTo>
                  <a:close/>
                  <a:moveTo>
                    <a:pt x="488633" y="3288030"/>
                  </a:moveTo>
                  <a:cubicBezTo>
                    <a:pt x="483870" y="3274695"/>
                    <a:pt x="480060" y="3261360"/>
                    <a:pt x="475298" y="3248025"/>
                  </a:cubicBezTo>
                  <a:cubicBezTo>
                    <a:pt x="475298" y="3207068"/>
                    <a:pt x="472440" y="3166110"/>
                    <a:pt x="468630" y="3125153"/>
                  </a:cubicBezTo>
                  <a:cubicBezTo>
                    <a:pt x="468630" y="3126105"/>
                    <a:pt x="469583" y="3128010"/>
                    <a:pt x="469583" y="3128963"/>
                  </a:cubicBezTo>
                  <a:cubicBezTo>
                    <a:pt x="472440" y="3153728"/>
                    <a:pt x="476250" y="3178493"/>
                    <a:pt x="481965" y="3204210"/>
                  </a:cubicBezTo>
                  <a:cubicBezTo>
                    <a:pt x="492443" y="3250883"/>
                    <a:pt x="506730" y="3295650"/>
                    <a:pt x="525780" y="3339465"/>
                  </a:cubicBezTo>
                  <a:cubicBezTo>
                    <a:pt x="533400" y="3379470"/>
                    <a:pt x="540068" y="3420428"/>
                    <a:pt x="547688" y="3460433"/>
                  </a:cubicBezTo>
                  <a:cubicBezTo>
                    <a:pt x="528638" y="3402330"/>
                    <a:pt x="507683" y="3345180"/>
                    <a:pt x="488633" y="3288030"/>
                  </a:cubicBezTo>
                  <a:close/>
                  <a:moveTo>
                    <a:pt x="623888" y="3444240"/>
                  </a:moveTo>
                  <a:cubicBezTo>
                    <a:pt x="621030" y="3436620"/>
                    <a:pt x="618173" y="3429000"/>
                    <a:pt x="614363" y="3421380"/>
                  </a:cubicBezTo>
                  <a:cubicBezTo>
                    <a:pt x="609600" y="3405188"/>
                    <a:pt x="604838" y="3388043"/>
                    <a:pt x="599123" y="3371850"/>
                  </a:cubicBezTo>
                  <a:cubicBezTo>
                    <a:pt x="606743" y="3374708"/>
                    <a:pt x="616268" y="3368040"/>
                    <a:pt x="614363" y="3358515"/>
                  </a:cubicBezTo>
                  <a:cubicBezTo>
                    <a:pt x="600075" y="3307080"/>
                    <a:pt x="584835" y="3256598"/>
                    <a:pt x="569595" y="3206115"/>
                  </a:cubicBezTo>
                  <a:cubicBezTo>
                    <a:pt x="572453" y="3211830"/>
                    <a:pt x="575310" y="3218498"/>
                    <a:pt x="578168" y="3224213"/>
                  </a:cubicBezTo>
                  <a:cubicBezTo>
                    <a:pt x="581025" y="3228975"/>
                    <a:pt x="588645" y="3226118"/>
                    <a:pt x="586740" y="3220403"/>
                  </a:cubicBezTo>
                  <a:cubicBezTo>
                    <a:pt x="567690" y="3145155"/>
                    <a:pt x="537210" y="3070860"/>
                    <a:pt x="508635" y="2997518"/>
                  </a:cubicBezTo>
                  <a:cubicBezTo>
                    <a:pt x="515303" y="2907030"/>
                    <a:pt x="525780" y="2811780"/>
                    <a:pt x="470535" y="2744153"/>
                  </a:cubicBezTo>
                  <a:cubicBezTo>
                    <a:pt x="470535" y="2743200"/>
                    <a:pt x="470535" y="2743200"/>
                    <a:pt x="470535" y="2742248"/>
                  </a:cubicBezTo>
                  <a:cubicBezTo>
                    <a:pt x="472440" y="2694623"/>
                    <a:pt x="457200" y="2645093"/>
                    <a:pt x="447675" y="2599373"/>
                  </a:cubicBezTo>
                  <a:cubicBezTo>
                    <a:pt x="447675" y="2597468"/>
                    <a:pt x="446723" y="2594610"/>
                    <a:pt x="446723" y="2592705"/>
                  </a:cubicBezTo>
                  <a:cubicBezTo>
                    <a:pt x="449580" y="2597468"/>
                    <a:pt x="451485" y="2602230"/>
                    <a:pt x="454343" y="2606993"/>
                  </a:cubicBezTo>
                  <a:cubicBezTo>
                    <a:pt x="461010" y="2618423"/>
                    <a:pt x="478155" y="2610803"/>
                    <a:pt x="475298" y="2598420"/>
                  </a:cubicBezTo>
                  <a:cubicBezTo>
                    <a:pt x="471488" y="2579370"/>
                    <a:pt x="466725" y="2560320"/>
                    <a:pt x="461963" y="2541270"/>
                  </a:cubicBezTo>
                  <a:cubicBezTo>
                    <a:pt x="464820" y="2540318"/>
                    <a:pt x="467678" y="2539365"/>
                    <a:pt x="469583" y="2538413"/>
                  </a:cubicBezTo>
                  <a:cubicBezTo>
                    <a:pt x="476250" y="2572703"/>
                    <a:pt x="482918" y="2606993"/>
                    <a:pt x="489585" y="2641283"/>
                  </a:cubicBezTo>
                  <a:cubicBezTo>
                    <a:pt x="514350" y="2771775"/>
                    <a:pt x="525780" y="2910840"/>
                    <a:pt x="561975" y="3038475"/>
                  </a:cubicBezTo>
                  <a:cubicBezTo>
                    <a:pt x="561975" y="3039428"/>
                    <a:pt x="562928" y="3041333"/>
                    <a:pt x="563880" y="3042285"/>
                  </a:cubicBezTo>
                  <a:cubicBezTo>
                    <a:pt x="576263" y="3113723"/>
                    <a:pt x="588645" y="3185160"/>
                    <a:pt x="602933" y="3256598"/>
                  </a:cubicBezTo>
                  <a:cubicBezTo>
                    <a:pt x="603885" y="3263265"/>
                    <a:pt x="605790" y="3269933"/>
                    <a:pt x="606743" y="3275648"/>
                  </a:cubicBezTo>
                  <a:cubicBezTo>
                    <a:pt x="614363" y="3314700"/>
                    <a:pt x="621983" y="3353753"/>
                    <a:pt x="629603" y="3392805"/>
                  </a:cubicBezTo>
                  <a:cubicBezTo>
                    <a:pt x="635318" y="3420428"/>
                    <a:pt x="640080" y="3449003"/>
                    <a:pt x="645795" y="3477578"/>
                  </a:cubicBezTo>
                  <a:cubicBezTo>
                    <a:pt x="638175" y="3466148"/>
                    <a:pt x="630555" y="3454718"/>
                    <a:pt x="623888" y="3444240"/>
                  </a:cubicBezTo>
                  <a:close/>
                  <a:moveTo>
                    <a:pt x="625793" y="3053715"/>
                  </a:moveTo>
                  <a:cubicBezTo>
                    <a:pt x="624840" y="3048953"/>
                    <a:pt x="623888" y="3045143"/>
                    <a:pt x="622935" y="3040380"/>
                  </a:cubicBezTo>
                  <a:cubicBezTo>
                    <a:pt x="624840" y="3036570"/>
                    <a:pt x="625793" y="3032760"/>
                    <a:pt x="625793" y="3027998"/>
                  </a:cubicBezTo>
                  <a:lnTo>
                    <a:pt x="625793" y="3027998"/>
                  </a:lnTo>
                  <a:cubicBezTo>
                    <a:pt x="622935" y="2906078"/>
                    <a:pt x="591503" y="2779395"/>
                    <a:pt x="569595" y="2659380"/>
                  </a:cubicBezTo>
                  <a:cubicBezTo>
                    <a:pt x="566738" y="2646045"/>
                    <a:pt x="564833" y="2633663"/>
                    <a:pt x="561975" y="2620328"/>
                  </a:cubicBezTo>
                  <a:cubicBezTo>
                    <a:pt x="563880" y="2622233"/>
                    <a:pt x="566738" y="2623185"/>
                    <a:pt x="569595" y="2623185"/>
                  </a:cubicBezTo>
                  <a:cubicBezTo>
                    <a:pt x="579120" y="2686050"/>
                    <a:pt x="590550" y="2748915"/>
                    <a:pt x="604838" y="2811780"/>
                  </a:cubicBezTo>
                  <a:cubicBezTo>
                    <a:pt x="607695" y="2822258"/>
                    <a:pt x="609600" y="2831783"/>
                    <a:pt x="612458" y="2842260"/>
                  </a:cubicBezTo>
                  <a:cubicBezTo>
                    <a:pt x="620078" y="2950845"/>
                    <a:pt x="632460" y="3059430"/>
                    <a:pt x="646748" y="3167063"/>
                  </a:cubicBezTo>
                  <a:cubicBezTo>
                    <a:pt x="640080" y="3129915"/>
                    <a:pt x="632460" y="3091815"/>
                    <a:pt x="625793" y="3053715"/>
                  </a:cubicBezTo>
                  <a:close/>
                  <a:moveTo>
                    <a:pt x="675323" y="2038350"/>
                  </a:moveTo>
                  <a:cubicBezTo>
                    <a:pt x="674370" y="2273618"/>
                    <a:pt x="673418" y="2508885"/>
                    <a:pt x="672465" y="2745105"/>
                  </a:cubicBezTo>
                  <a:cubicBezTo>
                    <a:pt x="620078" y="2492693"/>
                    <a:pt x="605790" y="2239328"/>
                    <a:pt x="629603" y="1986915"/>
                  </a:cubicBezTo>
                  <a:cubicBezTo>
                    <a:pt x="634365" y="1985010"/>
                    <a:pt x="638175" y="1981200"/>
                    <a:pt x="639128" y="1974533"/>
                  </a:cubicBezTo>
                  <a:cubicBezTo>
                    <a:pt x="642938" y="1955483"/>
                    <a:pt x="641033" y="1935480"/>
                    <a:pt x="637223" y="1915478"/>
                  </a:cubicBezTo>
                  <a:cubicBezTo>
                    <a:pt x="642938" y="1871663"/>
                    <a:pt x="649605" y="1826895"/>
                    <a:pt x="657225" y="1783080"/>
                  </a:cubicBezTo>
                  <a:cubicBezTo>
                    <a:pt x="662940" y="1784033"/>
                    <a:pt x="669608" y="1784033"/>
                    <a:pt x="675323" y="1784985"/>
                  </a:cubicBezTo>
                  <a:cubicBezTo>
                    <a:pt x="676275" y="1868805"/>
                    <a:pt x="675323" y="1953578"/>
                    <a:pt x="675323" y="2038350"/>
                  </a:cubicBezTo>
                  <a:close/>
                  <a:moveTo>
                    <a:pt x="676275" y="1744980"/>
                  </a:moveTo>
                  <a:cubicBezTo>
                    <a:pt x="672465" y="1744980"/>
                    <a:pt x="668655" y="1745933"/>
                    <a:pt x="664845" y="1745933"/>
                  </a:cubicBezTo>
                  <a:cubicBezTo>
                    <a:pt x="668655" y="1726883"/>
                    <a:pt x="672465" y="1706880"/>
                    <a:pt x="677228" y="1687830"/>
                  </a:cubicBezTo>
                  <a:cubicBezTo>
                    <a:pt x="676275" y="1706880"/>
                    <a:pt x="676275" y="1725930"/>
                    <a:pt x="676275" y="1744980"/>
                  </a:cubicBezTo>
                  <a:close/>
                  <a:moveTo>
                    <a:pt x="653415" y="1458278"/>
                  </a:moveTo>
                  <a:cubicBezTo>
                    <a:pt x="648653" y="1423988"/>
                    <a:pt x="635318" y="1388745"/>
                    <a:pt x="625793" y="1355408"/>
                  </a:cubicBezTo>
                  <a:cubicBezTo>
                    <a:pt x="609600" y="1299210"/>
                    <a:pt x="596265" y="1242060"/>
                    <a:pt x="583883" y="1183958"/>
                  </a:cubicBezTo>
                  <a:cubicBezTo>
                    <a:pt x="564833" y="1095375"/>
                    <a:pt x="556260" y="1004888"/>
                    <a:pt x="539115" y="915353"/>
                  </a:cubicBezTo>
                  <a:cubicBezTo>
                    <a:pt x="543878" y="919163"/>
                    <a:pt x="548640" y="921068"/>
                    <a:pt x="554355" y="922973"/>
                  </a:cubicBezTo>
                  <a:cubicBezTo>
                    <a:pt x="558165" y="945833"/>
                    <a:pt x="562928" y="968693"/>
                    <a:pt x="567690" y="990600"/>
                  </a:cubicBezTo>
                  <a:cubicBezTo>
                    <a:pt x="575310" y="1068705"/>
                    <a:pt x="594360" y="1146810"/>
                    <a:pt x="621983" y="1218248"/>
                  </a:cubicBezTo>
                  <a:cubicBezTo>
                    <a:pt x="637223" y="1270635"/>
                    <a:pt x="656273" y="1322070"/>
                    <a:pt x="684848" y="1365885"/>
                  </a:cubicBezTo>
                  <a:cubicBezTo>
                    <a:pt x="673418" y="1397318"/>
                    <a:pt x="662940" y="1427798"/>
                    <a:pt x="653415" y="1458278"/>
                  </a:cubicBezTo>
                  <a:close/>
                  <a:moveTo>
                    <a:pt x="4061460" y="2966085"/>
                  </a:moveTo>
                  <a:cubicBezTo>
                    <a:pt x="4061460" y="2916555"/>
                    <a:pt x="4061460" y="2866073"/>
                    <a:pt x="4060508" y="2816543"/>
                  </a:cubicBezTo>
                  <a:cubicBezTo>
                    <a:pt x="4078605" y="2815590"/>
                    <a:pt x="4097655" y="2813685"/>
                    <a:pt x="4115753" y="2811780"/>
                  </a:cubicBezTo>
                  <a:cubicBezTo>
                    <a:pt x="4097655" y="2863215"/>
                    <a:pt x="4079558" y="2914650"/>
                    <a:pt x="4061460" y="2966085"/>
                  </a:cubicBezTo>
                  <a:close/>
                  <a:moveTo>
                    <a:pt x="4126230" y="2774633"/>
                  </a:moveTo>
                  <a:cubicBezTo>
                    <a:pt x="4104323" y="2772728"/>
                    <a:pt x="4082415" y="2770823"/>
                    <a:pt x="4060508" y="2768918"/>
                  </a:cubicBezTo>
                  <a:cubicBezTo>
                    <a:pt x="4059555" y="2525078"/>
                    <a:pt x="4057650" y="2281238"/>
                    <a:pt x="4057650" y="2038350"/>
                  </a:cubicBezTo>
                  <a:cubicBezTo>
                    <a:pt x="4057650" y="1957388"/>
                    <a:pt x="4057650" y="1876425"/>
                    <a:pt x="4056698" y="1795463"/>
                  </a:cubicBezTo>
                  <a:cubicBezTo>
                    <a:pt x="4086225" y="1794510"/>
                    <a:pt x="4114800" y="1792605"/>
                    <a:pt x="4144328" y="1789748"/>
                  </a:cubicBezTo>
                  <a:cubicBezTo>
                    <a:pt x="4203383" y="2117408"/>
                    <a:pt x="4197668" y="2446020"/>
                    <a:pt x="4126230" y="2774633"/>
                  </a:cubicBezTo>
                  <a:close/>
                  <a:moveTo>
                    <a:pt x="4117658" y="1663065"/>
                  </a:moveTo>
                  <a:cubicBezTo>
                    <a:pt x="4118610" y="1666875"/>
                    <a:pt x="4120515" y="1670685"/>
                    <a:pt x="4121468" y="1674495"/>
                  </a:cubicBezTo>
                  <a:cubicBezTo>
                    <a:pt x="4126230" y="1696403"/>
                    <a:pt x="4130993" y="1718310"/>
                    <a:pt x="4135755" y="1740218"/>
                  </a:cubicBezTo>
                  <a:cubicBezTo>
                    <a:pt x="4110038" y="1738313"/>
                    <a:pt x="4083368" y="1736408"/>
                    <a:pt x="4057650" y="1735455"/>
                  </a:cubicBezTo>
                  <a:cubicBezTo>
                    <a:pt x="4057650" y="1654493"/>
                    <a:pt x="4057650" y="1572578"/>
                    <a:pt x="4056698" y="1491615"/>
                  </a:cubicBezTo>
                  <a:lnTo>
                    <a:pt x="4117658" y="1663065"/>
                  </a:lnTo>
                  <a:close/>
                  <a:moveTo>
                    <a:pt x="1416368" y="211455"/>
                  </a:moveTo>
                  <a:cubicBezTo>
                    <a:pt x="1430655" y="207645"/>
                    <a:pt x="1444943" y="203835"/>
                    <a:pt x="1459230" y="200025"/>
                  </a:cubicBezTo>
                  <a:cubicBezTo>
                    <a:pt x="1443038" y="207645"/>
                    <a:pt x="1426845" y="214313"/>
                    <a:pt x="1410653" y="221933"/>
                  </a:cubicBezTo>
                  <a:cubicBezTo>
                    <a:pt x="1410653" y="221933"/>
                    <a:pt x="1410653" y="220980"/>
                    <a:pt x="1410653" y="220980"/>
                  </a:cubicBezTo>
                  <a:cubicBezTo>
                    <a:pt x="1412558" y="217170"/>
                    <a:pt x="1414463" y="214313"/>
                    <a:pt x="1416368" y="211455"/>
                  </a:cubicBezTo>
                  <a:close/>
                  <a:moveTo>
                    <a:pt x="1164908" y="305753"/>
                  </a:moveTo>
                  <a:cubicBezTo>
                    <a:pt x="1157288" y="311468"/>
                    <a:pt x="1152525" y="319088"/>
                    <a:pt x="1149668" y="326708"/>
                  </a:cubicBezTo>
                  <a:cubicBezTo>
                    <a:pt x="1140143" y="330518"/>
                    <a:pt x="1130618" y="334328"/>
                    <a:pt x="1121093" y="338138"/>
                  </a:cubicBezTo>
                  <a:cubicBezTo>
                    <a:pt x="1118235" y="336233"/>
                    <a:pt x="1115378" y="334328"/>
                    <a:pt x="1112520" y="332423"/>
                  </a:cubicBezTo>
                  <a:cubicBezTo>
                    <a:pt x="1129665" y="322898"/>
                    <a:pt x="1147763" y="314325"/>
                    <a:pt x="1164908" y="305753"/>
                  </a:cubicBezTo>
                  <a:close/>
                  <a:moveTo>
                    <a:pt x="1287780" y="571500"/>
                  </a:moveTo>
                  <a:cubicBezTo>
                    <a:pt x="1287780" y="657225"/>
                    <a:pt x="1287780" y="742950"/>
                    <a:pt x="1286828" y="828675"/>
                  </a:cubicBezTo>
                  <a:cubicBezTo>
                    <a:pt x="1208723" y="827723"/>
                    <a:pt x="1129665" y="827723"/>
                    <a:pt x="1053465" y="839153"/>
                  </a:cubicBezTo>
                  <a:cubicBezTo>
                    <a:pt x="1124903" y="742950"/>
                    <a:pt x="1203008" y="652463"/>
                    <a:pt x="1287780" y="571500"/>
                  </a:cubicBezTo>
                  <a:close/>
                  <a:moveTo>
                    <a:pt x="901065" y="699135"/>
                  </a:moveTo>
                  <a:cubicBezTo>
                    <a:pt x="903923" y="725805"/>
                    <a:pt x="908685" y="752475"/>
                    <a:pt x="913448" y="779145"/>
                  </a:cubicBezTo>
                  <a:cubicBezTo>
                    <a:pt x="908685" y="763905"/>
                    <a:pt x="904875" y="747713"/>
                    <a:pt x="901065" y="731520"/>
                  </a:cubicBezTo>
                  <a:cubicBezTo>
                    <a:pt x="900113" y="721043"/>
                    <a:pt x="899160" y="710565"/>
                    <a:pt x="898208" y="700088"/>
                  </a:cubicBezTo>
                  <a:cubicBezTo>
                    <a:pt x="899160" y="700088"/>
                    <a:pt x="900113" y="699135"/>
                    <a:pt x="901065" y="699135"/>
                  </a:cubicBezTo>
                  <a:close/>
                  <a:moveTo>
                    <a:pt x="746760" y="1082993"/>
                  </a:moveTo>
                  <a:cubicBezTo>
                    <a:pt x="750570" y="1098233"/>
                    <a:pt x="761048" y="1107758"/>
                    <a:pt x="772478" y="1111568"/>
                  </a:cubicBezTo>
                  <a:cubicBezTo>
                    <a:pt x="776288" y="1117283"/>
                    <a:pt x="780098" y="1122998"/>
                    <a:pt x="784860" y="1127760"/>
                  </a:cubicBezTo>
                  <a:cubicBezTo>
                    <a:pt x="778193" y="1142048"/>
                    <a:pt x="771525" y="1156335"/>
                    <a:pt x="764858" y="1170623"/>
                  </a:cubicBezTo>
                  <a:cubicBezTo>
                    <a:pt x="762000" y="1160145"/>
                    <a:pt x="759143" y="1149668"/>
                    <a:pt x="756285" y="1139190"/>
                  </a:cubicBezTo>
                  <a:cubicBezTo>
                    <a:pt x="745808" y="1094423"/>
                    <a:pt x="731520" y="1050608"/>
                    <a:pt x="719138" y="1006793"/>
                  </a:cubicBezTo>
                  <a:cubicBezTo>
                    <a:pt x="718185" y="995363"/>
                    <a:pt x="718185" y="983933"/>
                    <a:pt x="717233" y="972503"/>
                  </a:cubicBezTo>
                  <a:cubicBezTo>
                    <a:pt x="727710" y="1008698"/>
                    <a:pt x="737235" y="1045845"/>
                    <a:pt x="746760" y="1082993"/>
                  </a:cubicBezTo>
                  <a:close/>
                  <a:moveTo>
                    <a:pt x="748665" y="3862388"/>
                  </a:moveTo>
                  <a:cubicBezTo>
                    <a:pt x="735330" y="3820478"/>
                    <a:pt x="722948" y="3778568"/>
                    <a:pt x="709613" y="3736658"/>
                  </a:cubicBezTo>
                  <a:cubicBezTo>
                    <a:pt x="711518" y="3741420"/>
                    <a:pt x="712470" y="3745230"/>
                    <a:pt x="714375" y="3749993"/>
                  </a:cubicBezTo>
                  <a:cubicBezTo>
                    <a:pt x="721043" y="3767138"/>
                    <a:pt x="744855" y="3771900"/>
                    <a:pt x="756285" y="3761423"/>
                  </a:cubicBezTo>
                  <a:cubicBezTo>
                    <a:pt x="766763" y="3808095"/>
                    <a:pt x="777240" y="3855720"/>
                    <a:pt x="790575" y="3901440"/>
                  </a:cubicBezTo>
                  <a:cubicBezTo>
                    <a:pt x="777240" y="3888105"/>
                    <a:pt x="762953" y="3874770"/>
                    <a:pt x="748665" y="3862388"/>
                  </a:cubicBezTo>
                  <a:close/>
                  <a:moveTo>
                    <a:pt x="713423" y="3161348"/>
                  </a:moveTo>
                  <a:cubicBezTo>
                    <a:pt x="721995" y="3184208"/>
                    <a:pt x="731520" y="3206115"/>
                    <a:pt x="741045" y="3228975"/>
                  </a:cubicBezTo>
                  <a:cubicBezTo>
                    <a:pt x="753428" y="3331845"/>
                    <a:pt x="765810" y="3434715"/>
                    <a:pt x="779145" y="3537585"/>
                  </a:cubicBezTo>
                  <a:lnTo>
                    <a:pt x="782003" y="3560445"/>
                  </a:lnTo>
                  <a:cubicBezTo>
                    <a:pt x="763905" y="3479483"/>
                    <a:pt x="748665" y="3398520"/>
                    <a:pt x="733425" y="3316605"/>
                  </a:cubicBezTo>
                  <a:cubicBezTo>
                    <a:pt x="725805" y="3275648"/>
                    <a:pt x="719138" y="3234690"/>
                    <a:pt x="713423" y="3193733"/>
                  </a:cubicBezTo>
                  <a:cubicBezTo>
                    <a:pt x="713423" y="3182303"/>
                    <a:pt x="713423" y="3171825"/>
                    <a:pt x="713423" y="3161348"/>
                  </a:cubicBezTo>
                  <a:close/>
                  <a:moveTo>
                    <a:pt x="856298" y="3606165"/>
                  </a:moveTo>
                  <a:cubicBezTo>
                    <a:pt x="853440" y="3587115"/>
                    <a:pt x="850583" y="3568065"/>
                    <a:pt x="847725" y="3549015"/>
                  </a:cubicBezTo>
                  <a:cubicBezTo>
                    <a:pt x="840105" y="3501390"/>
                    <a:pt x="833438" y="3453765"/>
                    <a:pt x="825818" y="3406140"/>
                  </a:cubicBezTo>
                  <a:cubicBezTo>
                    <a:pt x="832485" y="3417570"/>
                    <a:pt x="838200" y="3429953"/>
                    <a:pt x="844868" y="3441383"/>
                  </a:cubicBezTo>
                  <a:cubicBezTo>
                    <a:pt x="847725" y="3458528"/>
                    <a:pt x="851535" y="3476625"/>
                    <a:pt x="854393" y="3492818"/>
                  </a:cubicBezTo>
                  <a:lnTo>
                    <a:pt x="870585" y="3599498"/>
                  </a:lnTo>
                  <a:cubicBezTo>
                    <a:pt x="865823" y="3600450"/>
                    <a:pt x="861060" y="3603308"/>
                    <a:pt x="856298" y="3606165"/>
                  </a:cubicBezTo>
                  <a:close/>
                  <a:moveTo>
                    <a:pt x="890588" y="3809048"/>
                  </a:moveTo>
                  <a:cubicBezTo>
                    <a:pt x="895350" y="3814763"/>
                    <a:pt x="901065" y="3820478"/>
                    <a:pt x="906780" y="3826193"/>
                  </a:cubicBezTo>
                  <a:cubicBezTo>
                    <a:pt x="908685" y="3840480"/>
                    <a:pt x="911543" y="3853815"/>
                    <a:pt x="913448" y="3868103"/>
                  </a:cubicBezTo>
                  <a:cubicBezTo>
                    <a:pt x="907733" y="3875723"/>
                    <a:pt x="904875" y="3883343"/>
                    <a:pt x="902970" y="3891915"/>
                  </a:cubicBezTo>
                  <a:cubicBezTo>
                    <a:pt x="899160" y="3864293"/>
                    <a:pt x="895350" y="3836670"/>
                    <a:pt x="890588" y="3809048"/>
                  </a:cubicBezTo>
                  <a:close/>
                  <a:moveTo>
                    <a:pt x="927735" y="3997643"/>
                  </a:moveTo>
                  <a:cubicBezTo>
                    <a:pt x="924878" y="3999548"/>
                    <a:pt x="922020" y="4001453"/>
                    <a:pt x="920115" y="4003358"/>
                  </a:cubicBezTo>
                  <a:cubicBezTo>
                    <a:pt x="919163" y="4002405"/>
                    <a:pt x="918210" y="4001453"/>
                    <a:pt x="917258" y="4001453"/>
                  </a:cubicBezTo>
                  <a:cubicBezTo>
                    <a:pt x="914400" y="3974783"/>
                    <a:pt x="911543" y="3948113"/>
                    <a:pt x="907733" y="3920490"/>
                  </a:cubicBezTo>
                  <a:cubicBezTo>
                    <a:pt x="908685" y="3922395"/>
                    <a:pt x="910590" y="3925253"/>
                    <a:pt x="911543" y="3927158"/>
                  </a:cubicBezTo>
                  <a:cubicBezTo>
                    <a:pt x="914400" y="3938588"/>
                    <a:pt x="920115" y="3950018"/>
                    <a:pt x="929640" y="3958590"/>
                  </a:cubicBezTo>
                  <a:cubicBezTo>
                    <a:pt x="931545" y="3970020"/>
                    <a:pt x="932498" y="3982403"/>
                    <a:pt x="934403" y="3994785"/>
                  </a:cubicBezTo>
                  <a:cubicBezTo>
                    <a:pt x="931545" y="3995738"/>
                    <a:pt x="929640" y="3995738"/>
                    <a:pt x="927735" y="3997643"/>
                  </a:cubicBezTo>
                  <a:close/>
                  <a:moveTo>
                    <a:pt x="975360" y="3477578"/>
                  </a:moveTo>
                  <a:cubicBezTo>
                    <a:pt x="970598" y="3451860"/>
                    <a:pt x="964883" y="3427095"/>
                    <a:pt x="957263" y="3403283"/>
                  </a:cubicBezTo>
                  <a:cubicBezTo>
                    <a:pt x="953453" y="3381375"/>
                    <a:pt x="925830" y="3383280"/>
                    <a:pt x="916305" y="3398520"/>
                  </a:cubicBezTo>
                  <a:cubicBezTo>
                    <a:pt x="907733" y="3383280"/>
                    <a:pt x="899160" y="3367088"/>
                    <a:pt x="890588" y="3351848"/>
                  </a:cubicBezTo>
                  <a:cubicBezTo>
                    <a:pt x="884873" y="3329940"/>
                    <a:pt x="876300" y="3308985"/>
                    <a:pt x="864870" y="3291840"/>
                  </a:cubicBezTo>
                  <a:cubicBezTo>
                    <a:pt x="862965" y="3288983"/>
                    <a:pt x="859155" y="3286125"/>
                    <a:pt x="856298" y="3285173"/>
                  </a:cubicBezTo>
                  <a:cubicBezTo>
                    <a:pt x="827723" y="3226118"/>
                    <a:pt x="801053" y="3165158"/>
                    <a:pt x="777240" y="3103245"/>
                  </a:cubicBezTo>
                  <a:cubicBezTo>
                    <a:pt x="771525" y="3066098"/>
                    <a:pt x="765810" y="3028950"/>
                    <a:pt x="759143" y="2990850"/>
                  </a:cubicBezTo>
                  <a:cubicBezTo>
                    <a:pt x="757238" y="2977515"/>
                    <a:pt x="743903" y="2971800"/>
                    <a:pt x="731520" y="2973705"/>
                  </a:cubicBezTo>
                  <a:cubicBezTo>
                    <a:pt x="723900" y="2950845"/>
                    <a:pt x="717233" y="2927985"/>
                    <a:pt x="710565" y="2905125"/>
                  </a:cubicBezTo>
                  <a:cubicBezTo>
                    <a:pt x="710565" y="2869883"/>
                    <a:pt x="710565" y="2835593"/>
                    <a:pt x="709613" y="2800350"/>
                  </a:cubicBezTo>
                  <a:cubicBezTo>
                    <a:pt x="798195" y="2803208"/>
                    <a:pt x="885825" y="2806065"/>
                    <a:pt x="974408" y="2807970"/>
                  </a:cubicBezTo>
                  <a:cubicBezTo>
                    <a:pt x="975360" y="3031808"/>
                    <a:pt x="975360" y="3254693"/>
                    <a:pt x="975360" y="3477578"/>
                  </a:cubicBezTo>
                  <a:close/>
                  <a:moveTo>
                    <a:pt x="1016318" y="4068128"/>
                  </a:moveTo>
                  <a:cubicBezTo>
                    <a:pt x="1015365" y="4048125"/>
                    <a:pt x="1012508" y="4028123"/>
                    <a:pt x="1007745" y="4008120"/>
                  </a:cubicBezTo>
                  <a:cubicBezTo>
                    <a:pt x="1007745" y="4008120"/>
                    <a:pt x="1008698" y="4008120"/>
                    <a:pt x="1008698" y="4009073"/>
                  </a:cubicBezTo>
                  <a:cubicBezTo>
                    <a:pt x="1011555" y="4023360"/>
                    <a:pt x="1015365" y="4037648"/>
                    <a:pt x="1018223" y="4051935"/>
                  </a:cubicBezTo>
                  <a:cubicBezTo>
                    <a:pt x="1020128" y="4058603"/>
                    <a:pt x="1021080" y="4065270"/>
                    <a:pt x="1022985" y="4071938"/>
                  </a:cubicBezTo>
                  <a:cubicBezTo>
                    <a:pt x="1021080" y="4070985"/>
                    <a:pt x="1019175" y="4070033"/>
                    <a:pt x="1016318" y="4068128"/>
                  </a:cubicBezTo>
                  <a:close/>
                  <a:moveTo>
                    <a:pt x="1102995" y="4118610"/>
                  </a:moveTo>
                  <a:cubicBezTo>
                    <a:pt x="1098233" y="4099560"/>
                    <a:pt x="1092518" y="4081463"/>
                    <a:pt x="1088708" y="4064318"/>
                  </a:cubicBezTo>
                  <a:cubicBezTo>
                    <a:pt x="1093470" y="4068128"/>
                    <a:pt x="1099185" y="4070985"/>
                    <a:pt x="1103948" y="4074795"/>
                  </a:cubicBezTo>
                  <a:cubicBezTo>
                    <a:pt x="1105853" y="4090035"/>
                    <a:pt x="1107758" y="4106228"/>
                    <a:pt x="1109663" y="4122420"/>
                  </a:cubicBezTo>
                  <a:cubicBezTo>
                    <a:pt x="1107758" y="4120515"/>
                    <a:pt x="1104900" y="4119563"/>
                    <a:pt x="1102995" y="4118610"/>
                  </a:cubicBezTo>
                  <a:close/>
                  <a:moveTo>
                    <a:pt x="1241108" y="4179570"/>
                  </a:moveTo>
                  <a:cubicBezTo>
                    <a:pt x="1240155" y="4171950"/>
                    <a:pt x="1238250" y="4164330"/>
                    <a:pt x="1236345" y="4157663"/>
                  </a:cubicBezTo>
                  <a:cubicBezTo>
                    <a:pt x="1246823" y="4163378"/>
                    <a:pt x="1256348" y="4169093"/>
                    <a:pt x="1266825" y="4174808"/>
                  </a:cubicBezTo>
                  <a:cubicBezTo>
                    <a:pt x="1266825" y="4176713"/>
                    <a:pt x="1267778" y="4178618"/>
                    <a:pt x="1268730" y="4180523"/>
                  </a:cubicBezTo>
                  <a:cubicBezTo>
                    <a:pt x="1260158" y="4179570"/>
                    <a:pt x="1250633" y="4179570"/>
                    <a:pt x="1241108" y="4179570"/>
                  </a:cubicBezTo>
                  <a:close/>
                  <a:moveTo>
                    <a:pt x="3100388" y="4182428"/>
                  </a:moveTo>
                  <a:cubicBezTo>
                    <a:pt x="3012758" y="4182428"/>
                    <a:pt x="2924175" y="4182428"/>
                    <a:pt x="2836545" y="4181475"/>
                  </a:cubicBezTo>
                  <a:cubicBezTo>
                    <a:pt x="2839403" y="4051935"/>
                    <a:pt x="2841308" y="3921443"/>
                    <a:pt x="2842260" y="3790950"/>
                  </a:cubicBezTo>
                  <a:cubicBezTo>
                    <a:pt x="2839403" y="3789045"/>
                    <a:pt x="2837498" y="3787140"/>
                    <a:pt x="2834640" y="3784283"/>
                  </a:cubicBezTo>
                  <a:cubicBezTo>
                    <a:pt x="2822258" y="3769043"/>
                    <a:pt x="2811780" y="3752850"/>
                    <a:pt x="2803208" y="3736658"/>
                  </a:cubicBezTo>
                  <a:cubicBezTo>
                    <a:pt x="2804160" y="3885248"/>
                    <a:pt x="2806065" y="4032885"/>
                    <a:pt x="2809875" y="4180523"/>
                  </a:cubicBezTo>
                  <a:cubicBezTo>
                    <a:pt x="2717483" y="4180523"/>
                    <a:pt x="2624138" y="4179570"/>
                    <a:pt x="2531745" y="4179570"/>
                  </a:cubicBezTo>
                  <a:cubicBezTo>
                    <a:pt x="2531745" y="4169093"/>
                    <a:pt x="2531745" y="4158615"/>
                    <a:pt x="2532698" y="4148138"/>
                  </a:cubicBezTo>
                  <a:cubicBezTo>
                    <a:pt x="2524125" y="4151948"/>
                    <a:pt x="2514600" y="4151948"/>
                    <a:pt x="2505075" y="4150043"/>
                  </a:cubicBezTo>
                  <a:cubicBezTo>
                    <a:pt x="2505075" y="4159568"/>
                    <a:pt x="2505075" y="4169093"/>
                    <a:pt x="2506028" y="4179570"/>
                  </a:cubicBezTo>
                  <a:cubicBezTo>
                    <a:pt x="2413635" y="4179570"/>
                    <a:pt x="2320290" y="4179570"/>
                    <a:pt x="2227898" y="4178618"/>
                  </a:cubicBezTo>
                  <a:cubicBezTo>
                    <a:pt x="2229803" y="4079558"/>
                    <a:pt x="2231708" y="3981450"/>
                    <a:pt x="2232660" y="3882390"/>
                  </a:cubicBezTo>
                  <a:cubicBezTo>
                    <a:pt x="2227898" y="3882390"/>
                    <a:pt x="2224088" y="3881438"/>
                    <a:pt x="2219325" y="3880485"/>
                  </a:cubicBezTo>
                  <a:cubicBezTo>
                    <a:pt x="2212658" y="3891915"/>
                    <a:pt x="2205038" y="3902393"/>
                    <a:pt x="2196465" y="3911918"/>
                  </a:cubicBezTo>
                  <a:cubicBezTo>
                    <a:pt x="2197418" y="4000500"/>
                    <a:pt x="2199323" y="4090035"/>
                    <a:pt x="2201228" y="4178618"/>
                  </a:cubicBezTo>
                  <a:cubicBezTo>
                    <a:pt x="2108835" y="4178618"/>
                    <a:pt x="2015490" y="4178618"/>
                    <a:pt x="1923098" y="4178618"/>
                  </a:cubicBezTo>
                  <a:cubicBezTo>
                    <a:pt x="1925003" y="4100513"/>
                    <a:pt x="1925955" y="4022408"/>
                    <a:pt x="1926908" y="3944303"/>
                  </a:cubicBezTo>
                  <a:cubicBezTo>
                    <a:pt x="1914525" y="3931920"/>
                    <a:pt x="1903095" y="3917633"/>
                    <a:pt x="1891665" y="3903345"/>
                  </a:cubicBezTo>
                  <a:cubicBezTo>
                    <a:pt x="1892618" y="3994785"/>
                    <a:pt x="1894523" y="4087178"/>
                    <a:pt x="1896428" y="4178618"/>
                  </a:cubicBezTo>
                  <a:cubicBezTo>
                    <a:pt x="1832610" y="4178618"/>
                    <a:pt x="1767840" y="4178618"/>
                    <a:pt x="1704023" y="4178618"/>
                  </a:cubicBezTo>
                  <a:cubicBezTo>
                    <a:pt x="1699260" y="4176713"/>
                    <a:pt x="1695450" y="4173855"/>
                    <a:pt x="1690688" y="4171950"/>
                  </a:cubicBezTo>
                  <a:cubicBezTo>
                    <a:pt x="1689735" y="4167188"/>
                    <a:pt x="1688783" y="4162425"/>
                    <a:pt x="1687830" y="4156710"/>
                  </a:cubicBezTo>
                  <a:cubicBezTo>
                    <a:pt x="1681163" y="4127183"/>
                    <a:pt x="1644015" y="4117658"/>
                    <a:pt x="1622108" y="4133850"/>
                  </a:cubicBezTo>
                  <a:cubicBezTo>
                    <a:pt x="1621155" y="4133850"/>
                    <a:pt x="1620203" y="4132898"/>
                    <a:pt x="1619250" y="4131945"/>
                  </a:cubicBezTo>
                  <a:cubicBezTo>
                    <a:pt x="1621155" y="4034790"/>
                    <a:pt x="1622108" y="3937635"/>
                    <a:pt x="1624013" y="3840480"/>
                  </a:cubicBezTo>
                  <a:cubicBezTo>
                    <a:pt x="1611630" y="3844290"/>
                    <a:pt x="1597343" y="3842385"/>
                    <a:pt x="1586865" y="3832860"/>
                  </a:cubicBezTo>
                  <a:cubicBezTo>
                    <a:pt x="1587818" y="3927158"/>
                    <a:pt x="1588770" y="4021455"/>
                    <a:pt x="1590675" y="4115753"/>
                  </a:cubicBezTo>
                  <a:cubicBezTo>
                    <a:pt x="1578293" y="4108133"/>
                    <a:pt x="1564958" y="4100513"/>
                    <a:pt x="1552575" y="4091940"/>
                  </a:cubicBezTo>
                  <a:cubicBezTo>
                    <a:pt x="1552575" y="4085273"/>
                    <a:pt x="1552575" y="4079558"/>
                    <a:pt x="1553528" y="4072890"/>
                  </a:cubicBezTo>
                  <a:cubicBezTo>
                    <a:pt x="1555433" y="4050030"/>
                    <a:pt x="1524953" y="4049078"/>
                    <a:pt x="1517333" y="4068128"/>
                  </a:cubicBezTo>
                  <a:cubicBezTo>
                    <a:pt x="1513523" y="4065270"/>
                    <a:pt x="1508760" y="4062413"/>
                    <a:pt x="1504950" y="4059555"/>
                  </a:cubicBezTo>
                  <a:cubicBezTo>
                    <a:pt x="1500188" y="4041458"/>
                    <a:pt x="1495425" y="4022408"/>
                    <a:pt x="1490663" y="4004310"/>
                  </a:cubicBezTo>
                  <a:cubicBezTo>
                    <a:pt x="1485900" y="3984308"/>
                    <a:pt x="1463993" y="3984308"/>
                    <a:pt x="1453515" y="3995738"/>
                  </a:cubicBezTo>
                  <a:cubicBezTo>
                    <a:pt x="1448753" y="3985260"/>
                    <a:pt x="1441133" y="3974783"/>
                    <a:pt x="1429703" y="3967163"/>
                  </a:cubicBezTo>
                  <a:cubicBezTo>
                    <a:pt x="1427798" y="3965258"/>
                    <a:pt x="1424940" y="3963353"/>
                    <a:pt x="1423035" y="3962400"/>
                  </a:cubicBezTo>
                  <a:cubicBezTo>
                    <a:pt x="1418273" y="3950970"/>
                    <a:pt x="1414463" y="3938588"/>
                    <a:pt x="1409700" y="3927158"/>
                  </a:cubicBezTo>
                  <a:cubicBezTo>
                    <a:pt x="1403033" y="3910013"/>
                    <a:pt x="1382078" y="3910013"/>
                    <a:pt x="1373505" y="3920490"/>
                  </a:cubicBezTo>
                  <a:cubicBezTo>
                    <a:pt x="1356360" y="3908108"/>
                    <a:pt x="1338263" y="3895725"/>
                    <a:pt x="1320165" y="3883343"/>
                  </a:cubicBezTo>
                  <a:cubicBezTo>
                    <a:pt x="1321118" y="3820478"/>
                    <a:pt x="1321118" y="3756660"/>
                    <a:pt x="1322070" y="3693795"/>
                  </a:cubicBezTo>
                  <a:cubicBezTo>
                    <a:pt x="1345883" y="3693795"/>
                    <a:pt x="1369695" y="3693795"/>
                    <a:pt x="1392555" y="3694748"/>
                  </a:cubicBezTo>
                  <a:cubicBezTo>
                    <a:pt x="1412558" y="3695700"/>
                    <a:pt x="1433513" y="3696653"/>
                    <a:pt x="1453515" y="3696653"/>
                  </a:cubicBezTo>
                  <a:cubicBezTo>
                    <a:pt x="1452563" y="3693795"/>
                    <a:pt x="1450658" y="3690938"/>
                    <a:pt x="1450658" y="3688080"/>
                  </a:cubicBezTo>
                  <a:cubicBezTo>
                    <a:pt x="1447800" y="3678555"/>
                    <a:pt x="1445895" y="3669030"/>
                    <a:pt x="1443990" y="3659505"/>
                  </a:cubicBezTo>
                  <a:cubicBezTo>
                    <a:pt x="1426845" y="3660458"/>
                    <a:pt x="1409700" y="3660458"/>
                    <a:pt x="1393508" y="3661410"/>
                  </a:cubicBezTo>
                  <a:cubicBezTo>
                    <a:pt x="1369695" y="3662363"/>
                    <a:pt x="1346835" y="3662363"/>
                    <a:pt x="1323023" y="3662363"/>
                  </a:cubicBezTo>
                  <a:cubicBezTo>
                    <a:pt x="1323023" y="3632835"/>
                    <a:pt x="1323023" y="3604260"/>
                    <a:pt x="1323975" y="3574733"/>
                  </a:cubicBezTo>
                  <a:cubicBezTo>
                    <a:pt x="1312545" y="3613785"/>
                    <a:pt x="1299210" y="3652838"/>
                    <a:pt x="1283970" y="3689985"/>
                  </a:cubicBezTo>
                  <a:lnTo>
                    <a:pt x="1283970" y="3689985"/>
                  </a:lnTo>
                  <a:cubicBezTo>
                    <a:pt x="1283970" y="3690938"/>
                    <a:pt x="1283018" y="3691890"/>
                    <a:pt x="1283018" y="3693795"/>
                  </a:cubicBezTo>
                  <a:cubicBezTo>
                    <a:pt x="1283018" y="3693795"/>
                    <a:pt x="1283970" y="3693795"/>
                    <a:pt x="1283970" y="3693795"/>
                  </a:cubicBezTo>
                  <a:cubicBezTo>
                    <a:pt x="1283970" y="3749040"/>
                    <a:pt x="1284923" y="3804285"/>
                    <a:pt x="1285875" y="3859530"/>
                  </a:cubicBezTo>
                  <a:cubicBezTo>
                    <a:pt x="1270635" y="3850005"/>
                    <a:pt x="1254443" y="3839528"/>
                    <a:pt x="1239203" y="3830003"/>
                  </a:cubicBezTo>
                  <a:cubicBezTo>
                    <a:pt x="1214438" y="3804285"/>
                    <a:pt x="1190625" y="3777615"/>
                    <a:pt x="1165860" y="3749993"/>
                  </a:cubicBezTo>
                  <a:cubicBezTo>
                    <a:pt x="1164908" y="3730943"/>
                    <a:pt x="1163955" y="3710940"/>
                    <a:pt x="1163003" y="3691890"/>
                  </a:cubicBezTo>
                  <a:cubicBezTo>
                    <a:pt x="1193483" y="3692843"/>
                    <a:pt x="1223963" y="3693795"/>
                    <a:pt x="1254443" y="3693795"/>
                  </a:cubicBezTo>
                  <a:cubicBezTo>
                    <a:pt x="1249680" y="3683318"/>
                    <a:pt x="1245870" y="3672840"/>
                    <a:pt x="1241108" y="3663315"/>
                  </a:cubicBezTo>
                  <a:cubicBezTo>
                    <a:pt x="1213485" y="3663315"/>
                    <a:pt x="1184910" y="3663315"/>
                    <a:pt x="1157288" y="3665220"/>
                  </a:cubicBezTo>
                  <a:cubicBezTo>
                    <a:pt x="1148715" y="3653790"/>
                    <a:pt x="1128713" y="3654743"/>
                    <a:pt x="1121093" y="3668078"/>
                  </a:cubicBezTo>
                  <a:cubicBezTo>
                    <a:pt x="1113473" y="3669030"/>
                    <a:pt x="1105853" y="3669030"/>
                    <a:pt x="1099185" y="3669983"/>
                  </a:cubicBezTo>
                  <a:cubicBezTo>
                    <a:pt x="1093470" y="3663315"/>
                    <a:pt x="1088708" y="3655695"/>
                    <a:pt x="1082993" y="3649028"/>
                  </a:cubicBezTo>
                  <a:cubicBezTo>
                    <a:pt x="1080135" y="3642360"/>
                    <a:pt x="1077278" y="3635693"/>
                    <a:pt x="1074420" y="3629025"/>
                  </a:cubicBezTo>
                  <a:cubicBezTo>
                    <a:pt x="1072515" y="3623310"/>
                    <a:pt x="1067753" y="3622358"/>
                    <a:pt x="1062990" y="3624263"/>
                  </a:cubicBezTo>
                  <a:cubicBezTo>
                    <a:pt x="1047750" y="3604260"/>
                    <a:pt x="1033463" y="3583305"/>
                    <a:pt x="1019175" y="3562350"/>
                  </a:cubicBezTo>
                  <a:cubicBezTo>
                    <a:pt x="1020128" y="3344228"/>
                    <a:pt x="1020128" y="3126105"/>
                    <a:pt x="1019175" y="2908935"/>
                  </a:cubicBezTo>
                  <a:cubicBezTo>
                    <a:pt x="1017270" y="2934653"/>
                    <a:pt x="1014413" y="2959418"/>
                    <a:pt x="1011555" y="2985135"/>
                  </a:cubicBezTo>
                  <a:cubicBezTo>
                    <a:pt x="1009650" y="3001328"/>
                    <a:pt x="986790" y="3002280"/>
                    <a:pt x="985838" y="2985135"/>
                  </a:cubicBezTo>
                  <a:cubicBezTo>
                    <a:pt x="983933" y="2923223"/>
                    <a:pt x="982980" y="2861310"/>
                    <a:pt x="982028" y="2799398"/>
                  </a:cubicBezTo>
                  <a:cubicBezTo>
                    <a:pt x="982028" y="2792730"/>
                    <a:pt x="982028" y="2787015"/>
                    <a:pt x="982028" y="2780348"/>
                  </a:cubicBezTo>
                  <a:lnTo>
                    <a:pt x="982028" y="2780348"/>
                  </a:lnTo>
                  <a:cubicBezTo>
                    <a:pt x="981075" y="2715578"/>
                    <a:pt x="981075" y="2649855"/>
                    <a:pt x="981075" y="2585085"/>
                  </a:cubicBezTo>
                  <a:cubicBezTo>
                    <a:pt x="980123" y="2586038"/>
                    <a:pt x="980123" y="2586038"/>
                    <a:pt x="979170" y="2586990"/>
                  </a:cubicBezTo>
                  <a:cubicBezTo>
                    <a:pt x="979170" y="2651760"/>
                    <a:pt x="978218" y="2716530"/>
                    <a:pt x="978218" y="2780348"/>
                  </a:cubicBezTo>
                  <a:cubicBezTo>
                    <a:pt x="889635" y="2782253"/>
                    <a:pt x="802005" y="2785110"/>
                    <a:pt x="713423" y="2787968"/>
                  </a:cubicBezTo>
                  <a:cubicBezTo>
                    <a:pt x="712470" y="2539365"/>
                    <a:pt x="710565" y="2289810"/>
                    <a:pt x="709613" y="2041208"/>
                  </a:cubicBezTo>
                  <a:cubicBezTo>
                    <a:pt x="709613" y="1957388"/>
                    <a:pt x="709613" y="1873568"/>
                    <a:pt x="708660" y="1789748"/>
                  </a:cubicBezTo>
                  <a:cubicBezTo>
                    <a:pt x="741045" y="1791653"/>
                    <a:pt x="774383" y="1790700"/>
                    <a:pt x="806768" y="1791653"/>
                  </a:cubicBezTo>
                  <a:cubicBezTo>
                    <a:pt x="834390" y="1791653"/>
                    <a:pt x="861060" y="1791653"/>
                    <a:pt x="888683" y="1792605"/>
                  </a:cubicBezTo>
                  <a:cubicBezTo>
                    <a:pt x="889635" y="1776413"/>
                    <a:pt x="891540" y="1760220"/>
                    <a:pt x="893445" y="1744980"/>
                  </a:cubicBezTo>
                  <a:cubicBezTo>
                    <a:pt x="871538" y="1744980"/>
                    <a:pt x="849630" y="1744980"/>
                    <a:pt x="827723" y="1745933"/>
                  </a:cubicBezTo>
                  <a:cubicBezTo>
                    <a:pt x="787718" y="1745933"/>
                    <a:pt x="747713" y="1745933"/>
                    <a:pt x="708660" y="1747838"/>
                  </a:cubicBezTo>
                  <a:cubicBezTo>
                    <a:pt x="708660" y="1687830"/>
                    <a:pt x="708660" y="1626870"/>
                    <a:pt x="708660" y="1566863"/>
                  </a:cubicBezTo>
                  <a:cubicBezTo>
                    <a:pt x="770573" y="1343978"/>
                    <a:pt x="864870" y="1134428"/>
                    <a:pt x="983933" y="948690"/>
                  </a:cubicBezTo>
                  <a:cubicBezTo>
                    <a:pt x="983933" y="1132523"/>
                    <a:pt x="982980" y="1315403"/>
                    <a:pt x="982980" y="1499235"/>
                  </a:cubicBezTo>
                  <a:cubicBezTo>
                    <a:pt x="983933" y="1514475"/>
                    <a:pt x="984885" y="1529715"/>
                    <a:pt x="985838" y="1544955"/>
                  </a:cubicBezTo>
                  <a:cubicBezTo>
                    <a:pt x="990600" y="1543050"/>
                    <a:pt x="996315" y="1542098"/>
                    <a:pt x="1002030" y="1542098"/>
                  </a:cubicBezTo>
                  <a:cubicBezTo>
                    <a:pt x="1002983" y="1528763"/>
                    <a:pt x="1004888" y="1514475"/>
                    <a:pt x="1006793" y="1501140"/>
                  </a:cubicBezTo>
                  <a:cubicBezTo>
                    <a:pt x="1007745" y="1493520"/>
                    <a:pt x="1010603" y="1487805"/>
                    <a:pt x="1013460" y="1482090"/>
                  </a:cubicBezTo>
                  <a:cubicBezTo>
                    <a:pt x="1013460" y="1290638"/>
                    <a:pt x="1012508" y="1098233"/>
                    <a:pt x="1012508" y="906780"/>
                  </a:cubicBezTo>
                  <a:cubicBezTo>
                    <a:pt x="1022985" y="890588"/>
                    <a:pt x="1034415" y="874395"/>
                    <a:pt x="1045845" y="859155"/>
                  </a:cubicBezTo>
                  <a:cubicBezTo>
                    <a:pt x="1124903" y="872490"/>
                    <a:pt x="1207770" y="872490"/>
                    <a:pt x="1289685" y="871538"/>
                  </a:cubicBezTo>
                  <a:cubicBezTo>
                    <a:pt x="1289685" y="1072515"/>
                    <a:pt x="1288733" y="1273493"/>
                    <a:pt x="1288733" y="1473518"/>
                  </a:cubicBezTo>
                  <a:cubicBezTo>
                    <a:pt x="1295400" y="1396365"/>
                    <a:pt x="1303973" y="1319213"/>
                    <a:pt x="1318260" y="1243965"/>
                  </a:cubicBezTo>
                  <a:cubicBezTo>
                    <a:pt x="1318260" y="1120140"/>
                    <a:pt x="1317308" y="995363"/>
                    <a:pt x="1317308" y="871538"/>
                  </a:cubicBezTo>
                  <a:cubicBezTo>
                    <a:pt x="1333500" y="871538"/>
                    <a:pt x="1350645" y="871538"/>
                    <a:pt x="1366838" y="871538"/>
                  </a:cubicBezTo>
                  <a:cubicBezTo>
                    <a:pt x="1391603" y="871538"/>
                    <a:pt x="1416368" y="871538"/>
                    <a:pt x="1441133" y="871538"/>
                  </a:cubicBezTo>
                  <a:cubicBezTo>
                    <a:pt x="1443038" y="859155"/>
                    <a:pt x="1444943" y="846773"/>
                    <a:pt x="1446848" y="834390"/>
                  </a:cubicBezTo>
                  <a:cubicBezTo>
                    <a:pt x="1420178" y="834390"/>
                    <a:pt x="1393508" y="834390"/>
                    <a:pt x="1366838" y="834390"/>
                  </a:cubicBezTo>
                  <a:cubicBezTo>
                    <a:pt x="1350645" y="834390"/>
                    <a:pt x="1334453" y="834390"/>
                    <a:pt x="1317308" y="834390"/>
                  </a:cubicBezTo>
                  <a:cubicBezTo>
                    <a:pt x="1317308" y="740093"/>
                    <a:pt x="1317308" y="645795"/>
                    <a:pt x="1316355" y="552450"/>
                  </a:cubicBezTo>
                  <a:cubicBezTo>
                    <a:pt x="1375410" y="498158"/>
                    <a:pt x="1437323" y="447675"/>
                    <a:pt x="1503045" y="402908"/>
                  </a:cubicBezTo>
                  <a:cubicBezTo>
                    <a:pt x="1628775" y="315278"/>
                    <a:pt x="1762125" y="248603"/>
                    <a:pt x="1900238" y="200978"/>
                  </a:cubicBezTo>
                  <a:cubicBezTo>
                    <a:pt x="1900238" y="321945"/>
                    <a:pt x="1899285" y="442913"/>
                    <a:pt x="1899285" y="563880"/>
                  </a:cubicBezTo>
                  <a:cubicBezTo>
                    <a:pt x="1907858" y="551498"/>
                    <a:pt x="1916430" y="540068"/>
                    <a:pt x="1925955" y="528638"/>
                  </a:cubicBezTo>
                  <a:cubicBezTo>
                    <a:pt x="1925955" y="416243"/>
                    <a:pt x="1925003" y="304800"/>
                    <a:pt x="1925003" y="192405"/>
                  </a:cubicBezTo>
                  <a:cubicBezTo>
                    <a:pt x="2016443" y="162878"/>
                    <a:pt x="2110740" y="140970"/>
                    <a:pt x="2205038" y="129540"/>
                  </a:cubicBezTo>
                  <a:cubicBezTo>
                    <a:pt x="2205038" y="147638"/>
                    <a:pt x="2205038" y="165735"/>
                    <a:pt x="2205038" y="183833"/>
                  </a:cubicBezTo>
                  <a:cubicBezTo>
                    <a:pt x="2212658" y="180975"/>
                    <a:pt x="2221230" y="180975"/>
                    <a:pt x="2229803" y="183833"/>
                  </a:cubicBezTo>
                  <a:cubicBezTo>
                    <a:pt x="2229803" y="164783"/>
                    <a:pt x="2229803" y="145733"/>
                    <a:pt x="2229803" y="126683"/>
                  </a:cubicBezTo>
                  <a:cubicBezTo>
                    <a:pt x="2323148" y="116205"/>
                    <a:pt x="2416493" y="114300"/>
                    <a:pt x="2509838" y="120968"/>
                  </a:cubicBezTo>
                  <a:cubicBezTo>
                    <a:pt x="2508885" y="320040"/>
                    <a:pt x="2508885" y="520065"/>
                    <a:pt x="2508885" y="719138"/>
                  </a:cubicBezTo>
                  <a:cubicBezTo>
                    <a:pt x="2515553" y="664845"/>
                    <a:pt x="2524125" y="610553"/>
                    <a:pt x="2535555" y="557213"/>
                  </a:cubicBezTo>
                  <a:cubicBezTo>
                    <a:pt x="2535555" y="412433"/>
                    <a:pt x="2534603" y="267653"/>
                    <a:pt x="2534603" y="122873"/>
                  </a:cubicBezTo>
                  <a:cubicBezTo>
                    <a:pt x="2628900" y="131445"/>
                    <a:pt x="2722245" y="147638"/>
                    <a:pt x="2814638" y="173355"/>
                  </a:cubicBezTo>
                  <a:cubicBezTo>
                    <a:pt x="2814638" y="266700"/>
                    <a:pt x="2814638" y="359093"/>
                    <a:pt x="2813685" y="452438"/>
                  </a:cubicBezTo>
                  <a:cubicBezTo>
                    <a:pt x="2823210" y="455295"/>
                    <a:pt x="2832735" y="461010"/>
                    <a:pt x="2837498" y="470535"/>
                  </a:cubicBezTo>
                  <a:cubicBezTo>
                    <a:pt x="2838450" y="472440"/>
                    <a:pt x="2839403" y="474345"/>
                    <a:pt x="2840355" y="476250"/>
                  </a:cubicBezTo>
                  <a:cubicBezTo>
                    <a:pt x="2840355" y="378143"/>
                    <a:pt x="2840355" y="279083"/>
                    <a:pt x="2839403" y="180975"/>
                  </a:cubicBezTo>
                  <a:cubicBezTo>
                    <a:pt x="2934653" y="209550"/>
                    <a:pt x="3027998" y="246698"/>
                    <a:pt x="3119438" y="293370"/>
                  </a:cubicBezTo>
                  <a:cubicBezTo>
                    <a:pt x="3119438" y="346710"/>
                    <a:pt x="3119438" y="400050"/>
                    <a:pt x="3119438" y="454343"/>
                  </a:cubicBezTo>
                  <a:cubicBezTo>
                    <a:pt x="3127058" y="444818"/>
                    <a:pt x="3135630" y="435293"/>
                    <a:pt x="3145155" y="425768"/>
                  </a:cubicBezTo>
                  <a:cubicBezTo>
                    <a:pt x="3145155" y="385763"/>
                    <a:pt x="3145155" y="346710"/>
                    <a:pt x="3145155" y="306705"/>
                  </a:cubicBezTo>
                  <a:cubicBezTo>
                    <a:pt x="3199448" y="336233"/>
                    <a:pt x="3251835" y="368618"/>
                    <a:pt x="3303270" y="404813"/>
                  </a:cubicBezTo>
                  <a:cubicBezTo>
                    <a:pt x="3345180" y="434340"/>
                    <a:pt x="3385185" y="464820"/>
                    <a:pt x="3423285" y="497205"/>
                  </a:cubicBezTo>
                  <a:cubicBezTo>
                    <a:pt x="3423285" y="550545"/>
                    <a:pt x="3423285" y="604838"/>
                    <a:pt x="3423285" y="658178"/>
                  </a:cubicBezTo>
                  <a:cubicBezTo>
                    <a:pt x="3433763" y="659130"/>
                    <a:pt x="3443288" y="661988"/>
                    <a:pt x="3449955" y="668655"/>
                  </a:cubicBezTo>
                  <a:cubicBezTo>
                    <a:pt x="3449955" y="618173"/>
                    <a:pt x="3449955" y="568643"/>
                    <a:pt x="3449955" y="518160"/>
                  </a:cubicBezTo>
                  <a:cubicBezTo>
                    <a:pt x="3551873" y="605790"/>
                    <a:pt x="3644265" y="704850"/>
                    <a:pt x="3728085" y="814388"/>
                  </a:cubicBezTo>
                  <a:cubicBezTo>
                    <a:pt x="3728085" y="821055"/>
                    <a:pt x="3728085" y="826770"/>
                    <a:pt x="3728085" y="833438"/>
                  </a:cubicBezTo>
                  <a:cubicBezTo>
                    <a:pt x="3646170" y="828675"/>
                    <a:pt x="3564255" y="824865"/>
                    <a:pt x="3482340" y="822960"/>
                  </a:cubicBezTo>
                  <a:cubicBezTo>
                    <a:pt x="3486150" y="843915"/>
                    <a:pt x="3489008" y="864870"/>
                    <a:pt x="3492818" y="884873"/>
                  </a:cubicBezTo>
                  <a:cubicBezTo>
                    <a:pt x="3570923" y="882968"/>
                    <a:pt x="3649980" y="879158"/>
                    <a:pt x="3728085" y="874395"/>
                  </a:cubicBezTo>
                  <a:cubicBezTo>
                    <a:pt x="3728085" y="981075"/>
                    <a:pt x="3727133" y="1088708"/>
                    <a:pt x="3727133" y="1195388"/>
                  </a:cubicBezTo>
                  <a:cubicBezTo>
                    <a:pt x="3730943" y="1201103"/>
                    <a:pt x="3733800" y="1208723"/>
                    <a:pt x="3734753" y="1217295"/>
                  </a:cubicBezTo>
                  <a:cubicBezTo>
                    <a:pt x="3744278" y="1305878"/>
                    <a:pt x="3751898" y="1393508"/>
                    <a:pt x="3757613" y="1482090"/>
                  </a:cubicBezTo>
                  <a:cubicBezTo>
                    <a:pt x="3757613" y="1279208"/>
                    <a:pt x="3756660" y="1075373"/>
                    <a:pt x="3756660" y="872490"/>
                  </a:cubicBezTo>
                  <a:cubicBezTo>
                    <a:pt x="3761423" y="872490"/>
                    <a:pt x="3766185" y="871538"/>
                    <a:pt x="3770948" y="871538"/>
                  </a:cubicBezTo>
                  <a:cubicBezTo>
                    <a:pt x="3834765" y="962025"/>
                    <a:pt x="3891915" y="1059180"/>
                    <a:pt x="3944303" y="1163003"/>
                  </a:cubicBezTo>
                  <a:cubicBezTo>
                    <a:pt x="3973830" y="1245870"/>
                    <a:pt x="4003358" y="1327785"/>
                    <a:pt x="4031933" y="1410653"/>
                  </a:cubicBezTo>
                  <a:cubicBezTo>
                    <a:pt x="4031933" y="1520190"/>
                    <a:pt x="4030980" y="1629728"/>
                    <a:pt x="4030980" y="1739265"/>
                  </a:cubicBezTo>
                  <a:cubicBezTo>
                    <a:pt x="3990975" y="1738313"/>
                    <a:pt x="3951923" y="1738313"/>
                    <a:pt x="3911918" y="1738313"/>
                  </a:cubicBezTo>
                  <a:cubicBezTo>
                    <a:pt x="3912870" y="1760220"/>
                    <a:pt x="3913823" y="1781175"/>
                    <a:pt x="3914775" y="1803083"/>
                  </a:cubicBezTo>
                  <a:cubicBezTo>
                    <a:pt x="3953828" y="1803083"/>
                    <a:pt x="3992880" y="1803083"/>
                    <a:pt x="4030980" y="1802130"/>
                  </a:cubicBezTo>
                  <a:cubicBezTo>
                    <a:pt x="4030980" y="1883093"/>
                    <a:pt x="4030980" y="1963103"/>
                    <a:pt x="4030028" y="2044065"/>
                  </a:cubicBezTo>
                  <a:cubicBezTo>
                    <a:pt x="4029075" y="2286953"/>
                    <a:pt x="4028123" y="2529840"/>
                    <a:pt x="4027170" y="2772728"/>
                  </a:cubicBezTo>
                  <a:cubicBezTo>
                    <a:pt x="3976688" y="2769870"/>
                    <a:pt x="3925253" y="2767013"/>
                    <a:pt x="3873818" y="2766060"/>
                  </a:cubicBezTo>
                  <a:cubicBezTo>
                    <a:pt x="3870008" y="2787968"/>
                    <a:pt x="3865245" y="2810828"/>
                    <a:pt x="3860483" y="2832735"/>
                  </a:cubicBezTo>
                  <a:cubicBezTo>
                    <a:pt x="3915728" y="2831783"/>
                    <a:pt x="3970973" y="2828925"/>
                    <a:pt x="4026218" y="2826068"/>
                  </a:cubicBezTo>
                  <a:cubicBezTo>
                    <a:pt x="4026218" y="2913698"/>
                    <a:pt x="4025265" y="3002280"/>
                    <a:pt x="4025265" y="3089910"/>
                  </a:cubicBezTo>
                  <a:cubicBezTo>
                    <a:pt x="3999548" y="3163253"/>
                    <a:pt x="3972878" y="3236595"/>
                    <a:pt x="3947160" y="3309938"/>
                  </a:cubicBezTo>
                  <a:cubicBezTo>
                    <a:pt x="3891915" y="3420428"/>
                    <a:pt x="3830003" y="3522345"/>
                    <a:pt x="3762375" y="3617595"/>
                  </a:cubicBezTo>
                  <a:cubicBezTo>
                    <a:pt x="3763328" y="3501390"/>
                    <a:pt x="3763328" y="3385185"/>
                    <a:pt x="3763328" y="3268028"/>
                  </a:cubicBezTo>
                  <a:cubicBezTo>
                    <a:pt x="3742373" y="3262313"/>
                    <a:pt x="3722370" y="3242310"/>
                    <a:pt x="3727133" y="3213735"/>
                  </a:cubicBezTo>
                  <a:cubicBezTo>
                    <a:pt x="3740468" y="3128010"/>
                    <a:pt x="3748088" y="3043238"/>
                    <a:pt x="3752850" y="2956560"/>
                  </a:cubicBezTo>
                  <a:cubicBezTo>
                    <a:pt x="3744278" y="2964180"/>
                    <a:pt x="3732848" y="2967990"/>
                    <a:pt x="3721418" y="2967038"/>
                  </a:cubicBezTo>
                  <a:cubicBezTo>
                    <a:pt x="3720465" y="3198495"/>
                    <a:pt x="3720465" y="3430905"/>
                    <a:pt x="3722370" y="3662363"/>
                  </a:cubicBezTo>
                  <a:cubicBezTo>
                    <a:pt x="3676650" y="3656648"/>
                    <a:pt x="3631883" y="3649980"/>
                    <a:pt x="3586163" y="3649028"/>
                  </a:cubicBezTo>
                  <a:cubicBezTo>
                    <a:pt x="3555683" y="3648075"/>
                    <a:pt x="3525203" y="3648075"/>
                    <a:pt x="3494723" y="3648075"/>
                  </a:cubicBezTo>
                  <a:cubicBezTo>
                    <a:pt x="3501390" y="3671888"/>
                    <a:pt x="3508058" y="3695700"/>
                    <a:pt x="3514725" y="3719513"/>
                  </a:cubicBezTo>
                  <a:cubicBezTo>
                    <a:pt x="3538538" y="3719513"/>
                    <a:pt x="3562350" y="3719513"/>
                    <a:pt x="3586163" y="3718560"/>
                  </a:cubicBezTo>
                  <a:cubicBezTo>
                    <a:pt x="3621405" y="3717608"/>
                    <a:pt x="3657600" y="3712845"/>
                    <a:pt x="3692843" y="3708083"/>
                  </a:cubicBezTo>
                  <a:cubicBezTo>
                    <a:pt x="3620453" y="3797618"/>
                    <a:pt x="3541395" y="3879533"/>
                    <a:pt x="3455670" y="3952875"/>
                  </a:cubicBezTo>
                  <a:cubicBezTo>
                    <a:pt x="3456623" y="3874770"/>
                    <a:pt x="3457575" y="3796665"/>
                    <a:pt x="3457575" y="3718560"/>
                  </a:cubicBezTo>
                  <a:cubicBezTo>
                    <a:pt x="3462338" y="3718560"/>
                    <a:pt x="3467100" y="3718560"/>
                    <a:pt x="3470910" y="3718560"/>
                  </a:cubicBezTo>
                  <a:cubicBezTo>
                    <a:pt x="3466148" y="3703320"/>
                    <a:pt x="3462338" y="3687128"/>
                    <a:pt x="3457575" y="3671888"/>
                  </a:cubicBezTo>
                  <a:cubicBezTo>
                    <a:pt x="3449003" y="3639503"/>
                    <a:pt x="3440430" y="3606165"/>
                    <a:pt x="3432810" y="3573780"/>
                  </a:cubicBezTo>
                  <a:cubicBezTo>
                    <a:pt x="3428048" y="3594735"/>
                    <a:pt x="3422333" y="3614738"/>
                    <a:pt x="3416618" y="3634740"/>
                  </a:cubicBezTo>
                  <a:cubicBezTo>
                    <a:pt x="3416618" y="3639503"/>
                    <a:pt x="3416618" y="3643313"/>
                    <a:pt x="3416618" y="3648075"/>
                  </a:cubicBezTo>
                  <a:cubicBezTo>
                    <a:pt x="3416618" y="3648075"/>
                    <a:pt x="3416618" y="3648075"/>
                    <a:pt x="3416618" y="3648075"/>
                  </a:cubicBezTo>
                  <a:cubicBezTo>
                    <a:pt x="3415665" y="3648075"/>
                    <a:pt x="3414713" y="3648075"/>
                    <a:pt x="3412808" y="3648075"/>
                  </a:cubicBezTo>
                  <a:cubicBezTo>
                    <a:pt x="3406140" y="3670935"/>
                    <a:pt x="3399473" y="3694748"/>
                    <a:pt x="3392805" y="3717608"/>
                  </a:cubicBezTo>
                  <a:cubicBezTo>
                    <a:pt x="3400425" y="3717608"/>
                    <a:pt x="3408045" y="3717608"/>
                    <a:pt x="3415665" y="3717608"/>
                  </a:cubicBezTo>
                  <a:cubicBezTo>
                    <a:pt x="3415665" y="3717608"/>
                    <a:pt x="3416618" y="3717608"/>
                    <a:pt x="3416618" y="3717608"/>
                  </a:cubicBezTo>
                  <a:cubicBezTo>
                    <a:pt x="3417570" y="3805238"/>
                    <a:pt x="3418523" y="3893820"/>
                    <a:pt x="3419475" y="3981450"/>
                  </a:cubicBezTo>
                  <a:cubicBezTo>
                    <a:pt x="3383280" y="4010978"/>
                    <a:pt x="3346133" y="4039553"/>
                    <a:pt x="3308033" y="4067175"/>
                  </a:cubicBezTo>
                  <a:cubicBezTo>
                    <a:pt x="3237548" y="4107180"/>
                    <a:pt x="3169920" y="4147185"/>
                    <a:pt x="3100388" y="41824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3" name="任意多边形: 形状 82"/>
            <p:cNvSpPr/>
            <p:nvPr/>
          </p:nvSpPr>
          <p:spPr>
            <a:xfrm>
              <a:off x="-149971" y="8230554"/>
              <a:ext cx="74294" cy="70484"/>
            </a:xfrm>
            <a:custGeom>
              <a:avLst/>
              <a:gdLst>
                <a:gd name="connsiteX0" fmla="*/ 74295 w 74294"/>
                <a:gd name="connsiteY0" fmla="*/ 70485 h 70484"/>
                <a:gd name="connsiteX1" fmla="*/ 74295 w 74294"/>
                <a:gd name="connsiteY1" fmla="*/ 0 h 70484"/>
                <a:gd name="connsiteX2" fmla="*/ 0 w 74294"/>
                <a:gd name="connsiteY2" fmla="*/ 0 h 70484"/>
                <a:gd name="connsiteX3" fmla="*/ 1905 w 74294"/>
                <a:gd name="connsiteY3" fmla="*/ 69533 h 70484"/>
                <a:gd name="connsiteX4" fmla="*/ 74295 w 74294"/>
                <a:gd name="connsiteY4" fmla="*/ 70485 h 70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4" h="70484">
                  <a:moveTo>
                    <a:pt x="74295" y="70485"/>
                  </a:moveTo>
                  <a:cubicBezTo>
                    <a:pt x="74295" y="46672"/>
                    <a:pt x="74295" y="23813"/>
                    <a:pt x="74295" y="0"/>
                  </a:cubicBezTo>
                  <a:cubicBezTo>
                    <a:pt x="49530" y="0"/>
                    <a:pt x="24765" y="0"/>
                    <a:pt x="0" y="0"/>
                  </a:cubicBezTo>
                  <a:cubicBezTo>
                    <a:pt x="952" y="22860"/>
                    <a:pt x="952" y="46672"/>
                    <a:pt x="1905" y="69533"/>
                  </a:cubicBezTo>
                  <a:cubicBezTo>
                    <a:pt x="25717" y="70485"/>
                    <a:pt x="49530" y="70485"/>
                    <a:pt x="74295" y="704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4" name="任意多边形: 形状 83"/>
            <p:cNvSpPr/>
            <p:nvPr/>
          </p:nvSpPr>
          <p:spPr>
            <a:xfrm>
              <a:off x="-148066" y="7206617"/>
              <a:ext cx="79057" cy="62865"/>
            </a:xfrm>
            <a:custGeom>
              <a:avLst/>
              <a:gdLst>
                <a:gd name="connsiteX0" fmla="*/ 77153 w 79057"/>
                <a:gd name="connsiteY0" fmla="*/ 0 h 62865"/>
                <a:gd name="connsiteX1" fmla="*/ 6668 w 79057"/>
                <a:gd name="connsiteY1" fmla="*/ 0 h 62865"/>
                <a:gd name="connsiteX2" fmla="*/ 0 w 79057"/>
                <a:gd name="connsiteY2" fmla="*/ 62865 h 62865"/>
                <a:gd name="connsiteX3" fmla="*/ 79058 w 79057"/>
                <a:gd name="connsiteY3" fmla="*/ 62865 h 62865"/>
                <a:gd name="connsiteX4" fmla="*/ 77153 w 79057"/>
                <a:gd name="connsiteY4" fmla="*/ 0 h 62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057" h="62865">
                  <a:moveTo>
                    <a:pt x="77153" y="0"/>
                  </a:moveTo>
                  <a:cubicBezTo>
                    <a:pt x="53340" y="0"/>
                    <a:pt x="29528" y="0"/>
                    <a:pt x="6668" y="0"/>
                  </a:cubicBezTo>
                  <a:cubicBezTo>
                    <a:pt x="4763" y="20955"/>
                    <a:pt x="1905" y="41910"/>
                    <a:pt x="0" y="62865"/>
                  </a:cubicBezTo>
                  <a:cubicBezTo>
                    <a:pt x="26670" y="62865"/>
                    <a:pt x="52388" y="62865"/>
                    <a:pt x="79058" y="62865"/>
                  </a:cubicBezTo>
                  <a:cubicBezTo>
                    <a:pt x="78105" y="41910"/>
                    <a:pt x="77153" y="20955"/>
                    <a:pt x="77153"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5" name="任意多边形: 形状 84"/>
            <p:cNvSpPr/>
            <p:nvPr/>
          </p:nvSpPr>
          <p:spPr>
            <a:xfrm>
              <a:off x="-417623" y="8233412"/>
              <a:ext cx="34290" cy="64769"/>
            </a:xfrm>
            <a:custGeom>
              <a:avLst/>
              <a:gdLst>
                <a:gd name="connsiteX0" fmla="*/ 0 w 34290"/>
                <a:gd name="connsiteY0" fmla="*/ 64770 h 64769"/>
                <a:gd name="connsiteX1" fmla="*/ 33338 w 34290"/>
                <a:gd name="connsiteY1" fmla="*/ 64770 h 64769"/>
                <a:gd name="connsiteX2" fmla="*/ 34290 w 34290"/>
                <a:gd name="connsiteY2" fmla="*/ 0 h 64769"/>
                <a:gd name="connsiteX3" fmla="*/ 5715 w 34290"/>
                <a:gd name="connsiteY3" fmla="*/ 0 h 64769"/>
                <a:gd name="connsiteX4" fmla="*/ 0 w 34290"/>
                <a:gd name="connsiteY4" fmla="*/ 64770 h 64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 h="64769">
                  <a:moveTo>
                    <a:pt x="0" y="64770"/>
                  </a:moveTo>
                  <a:cubicBezTo>
                    <a:pt x="11430" y="64770"/>
                    <a:pt x="21907" y="64770"/>
                    <a:pt x="33338" y="64770"/>
                  </a:cubicBezTo>
                  <a:cubicBezTo>
                    <a:pt x="33338" y="42863"/>
                    <a:pt x="34290" y="21907"/>
                    <a:pt x="34290" y="0"/>
                  </a:cubicBezTo>
                  <a:cubicBezTo>
                    <a:pt x="24765" y="0"/>
                    <a:pt x="15240" y="0"/>
                    <a:pt x="5715" y="0"/>
                  </a:cubicBezTo>
                  <a:cubicBezTo>
                    <a:pt x="4763" y="21907"/>
                    <a:pt x="1905" y="42863"/>
                    <a:pt x="0" y="647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6" name="任意多边形: 形状 85"/>
            <p:cNvSpPr/>
            <p:nvPr/>
          </p:nvSpPr>
          <p:spPr>
            <a:xfrm>
              <a:off x="-686229" y="7206617"/>
              <a:ext cx="27622" cy="62865"/>
            </a:xfrm>
            <a:custGeom>
              <a:avLst/>
              <a:gdLst>
                <a:gd name="connsiteX0" fmla="*/ 10478 w 27622"/>
                <a:gd name="connsiteY0" fmla="*/ 0 h 62865"/>
                <a:gd name="connsiteX1" fmla="*/ 1905 w 27622"/>
                <a:gd name="connsiteY1" fmla="*/ 0 h 62865"/>
                <a:gd name="connsiteX2" fmla="*/ 0 w 27622"/>
                <a:gd name="connsiteY2" fmla="*/ 62865 h 62865"/>
                <a:gd name="connsiteX3" fmla="*/ 27622 w 27622"/>
                <a:gd name="connsiteY3" fmla="*/ 62865 h 62865"/>
                <a:gd name="connsiteX4" fmla="*/ 23813 w 27622"/>
                <a:gd name="connsiteY4" fmla="*/ 28575 h 62865"/>
                <a:gd name="connsiteX5" fmla="*/ 10478 w 27622"/>
                <a:gd name="connsiteY5" fmla="*/ 0 h 62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22" h="62865">
                  <a:moveTo>
                    <a:pt x="10478" y="0"/>
                  </a:moveTo>
                  <a:cubicBezTo>
                    <a:pt x="7620" y="0"/>
                    <a:pt x="4763" y="0"/>
                    <a:pt x="1905" y="0"/>
                  </a:cubicBezTo>
                  <a:cubicBezTo>
                    <a:pt x="1905" y="20955"/>
                    <a:pt x="953" y="41910"/>
                    <a:pt x="0" y="62865"/>
                  </a:cubicBezTo>
                  <a:cubicBezTo>
                    <a:pt x="9525" y="62865"/>
                    <a:pt x="19050" y="62865"/>
                    <a:pt x="27622" y="62865"/>
                  </a:cubicBezTo>
                  <a:cubicBezTo>
                    <a:pt x="26670" y="51435"/>
                    <a:pt x="25718" y="40005"/>
                    <a:pt x="23813" y="28575"/>
                  </a:cubicBezTo>
                  <a:cubicBezTo>
                    <a:pt x="20003" y="19050"/>
                    <a:pt x="15240" y="9525"/>
                    <a:pt x="10478"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7" name="任意多边形: 形状 86"/>
            <p:cNvSpPr/>
            <p:nvPr/>
          </p:nvSpPr>
          <p:spPr>
            <a:xfrm>
              <a:off x="-966264" y="6210302"/>
              <a:ext cx="84772" cy="425767"/>
            </a:xfrm>
            <a:custGeom>
              <a:avLst/>
              <a:gdLst>
                <a:gd name="connsiteX0" fmla="*/ 28575 w 84772"/>
                <a:gd name="connsiteY0" fmla="*/ 143827 h 425767"/>
                <a:gd name="connsiteX1" fmla="*/ 27622 w 84772"/>
                <a:gd name="connsiteY1" fmla="*/ 366713 h 425767"/>
                <a:gd name="connsiteX2" fmla="*/ 56197 w 84772"/>
                <a:gd name="connsiteY2" fmla="*/ 425767 h 425767"/>
                <a:gd name="connsiteX3" fmla="*/ 55245 w 84772"/>
                <a:gd name="connsiteY3" fmla="*/ 143827 h 425767"/>
                <a:gd name="connsiteX4" fmla="*/ 84772 w 84772"/>
                <a:gd name="connsiteY4" fmla="*/ 143827 h 425767"/>
                <a:gd name="connsiteX5" fmla="*/ 60960 w 84772"/>
                <a:gd name="connsiteY5" fmla="*/ 77152 h 425767"/>
                <a:gd name="connsiteX6" fmla="*/ 54293 w 84772"/>
                <a:gd name="connsiteY6" fmla="*/ 77152 h 425767"/>
                <a:gd name="connsiteX7" fmla="*/ 54293 w 84772"/>
                <a:gd name="connsiteY7" fmla="*/ 60960 h 425767"/>
                <a:gd name="connsiteX8" fmla="*/ 26670 w 84772"/>
                <a:gd name="connsiteY8" fmla="*/ 0 h 425767"/>
                <a:gd name="connsiteX9" fmla="*/ 26670 w 84772"/>
                <a:gd name="connsiteY9" fmla="*/ 76200 h 425767"/>
                <a:gd name="connsiteX10" fmla="*/ 0 w 84772"/>
                <a:gd name="connsiteY10" fmla="*/ 76200 h 425767"/>
                <a:gd name="connsiteX11" fmla="*/ 7620 w 84772"/>
                <a:gd name="connsiteY11" fmla="*/ 142875 h 425767"/>
                <a:gd name="connsiteX12" fmla="*/ 28575 w 84772"/>
                <a:gd name="connsiteY12" fmla="*/ 143827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772" h="425767">
                  <a:moveTo>
                    <a:pt x="28575" y="143827"/>
                  </a:moveTo>
                  <a:cubicBezTo>
                    <a:pt x="28575" y="218122"/>
                    <a:pt x="28575" y="292417"/>
                    <a:pt x="27622" y="366713"/>
                  </a:cubicBezTo>
                  <a:cubicBezTo>
                    <a:pt x="37147" y="386715"/>
                    <a:pt x="47625" y="405765"/>
                    <a:pt x="56197" y="425767"/>
                  </a:cubicBezTo>
                  <a:cubicBezTo>
                    <a:pt x="56197" y="331470"/>
                    <a:pt x="56197" y="237172"/>
                    <a:pt x="55245" y="143827"/>
                  </a:cubicBezTo>
                  <a:cubicBezTo>
                    <a:pt x="64770" y="143827"/>
                    <a:pt x="75247" y="143827"/>
                    <a:pt x="84772" y="143827"/>
                  </a:cubicBezTo>
                  <a:cubicBezTo>
                    <a:pt x="77153" y="120967"/>
                    <a:pt x="69532" y="99060"/>
                    <a:pt x="60960" y="77152"/>
                  </a:cubicBezTo>
                  <a:cubicBezTo>
                    <a:pt x="59055" y="77152"/>
                    <a:pt x="57150" y="77152"/>
                    <a:pt x="54293" y="77152"/>
                  </a:cubicBezTo>
                  <a:cubicBezTo>
                    <a:pt x="54293" y="71438"/>
                    <a:pt x="54293" y="66675"/>
                    <a:pt x="54293" y="60960"/>
                  </a:cubicBezTo>
                  <a:cubicBezTo>
                    <a:pt x="45720" y="40957"/>
                    <a:pt x="37147" y="20002"/>
                    <a:pt x="26670" y="0"/>
                  </a:cubicBezTo>
                  <a:cubicBezTo>
                    <a:pt x="26670" y="25717"/>
                    <a:pt x="26670" y="50482"/>
                    <a:pt x="26670" y="76200"/>
                  </a:cubicBezTo>
                  <a:cubicBezTo>
                    <a:pt x="18097" y="76200"/>
                    <a:pt x="8572" y="76200"/>
                    <a:pt x="0" y="76200"/>
                  </a:cubicBezTo>
                  <a:cubicBezTo>
                    <a:pt x="2857" y="99060"/>
                    <a:pt x="5715" y="120967"/>
                    <a:pt x="7620" y="142875"/>
                  </a:cubicBezTo>
                  <a:cubicBezTo>
                    <a:pt x="16193" y="143827"/>
                    <a:pt x="22860" y="143827"/>
                    <a:pt x="28575" y="1438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8" name="任意多边形: 形状 87"/>
            <p:cNvSpPr/>
            <p:nvPr/>
          </p:nvSpPr>
          <p:spPr>
            <a:xfrm>
              <a:off x="-587169" y="7206617"/>
              <a:ext cx="20002" cy="34290"/>
            </a:xfrm>
            <a:custGeom>
              <a:avLst/>
              <a:gdLst>
                <a:gd name="connsiteX0" fmla="*/ 20003 w 20002"/>
                <a:gd name="connsiteY0" fmla="*/ 34290 h 34290"/>
                <a:gd name="connsiteX1" fmla="*/ 19050 w 20002"/>
                <a:gd name="connsiteY1" fmla="*/ 0 h 34290"/>
                <a:gd name="connsiteX2" fmla="*/ 0 w 20002"/>
                <a:gd name="connsiteY2" fmla="*/ 0 h 34290"/>
                <a:gd name="connsiteX3" fmla="*/ 20003 w 20002"/>
                <a:gd name="connsiteY3" fmla="*/ 34290 h 34290"/>
              </a:gdLst>
              <a:ahLst/>
              <a:cxnLst>
                <a:cxn ang="0">
                  <a:pos x="connsiteX0" y="connsiteY0"/>
                </a:cxn>
                <a:cxn ang="0">
                  <a:pos x="connsiteX1" y="connsiteY1"/>
                </a:cxn>
                <a:cxn ang="0">
                  <a:pos x="connsiteX2" y="connsiteY2"/>
                </a:cxn>
                <a:cxn ang="0">
                  <a:pos x="connsiteX3" y="connsiteY3"/>
                </a:cxn>
              </a:cxnLst>
              <a:rect l="l" t="t" r="r" b="b"/>
              <a:pathLst>
                <a:path w="20002" h="34290">
                  <a:moveTo>
                    <a:pt x="20003" y="34290"/>
                  </a:moveTo>
                  <a:cubicBezTo>
                    <a:pt x="20003" y="22860"/>
                    <a:pt x="20003" y="11430"/>
                    <a:pt x="19050" y="0"/>
                  </a:cubicBezTo>
                  <a:cubicBezTo>
                    <a:pt x="12383" y="0"/>
                    <a:pt x="6668" y="0"/>
                    <a:pt x="0" y="0"/>
                  </a:cubicBezTo>
                  <a:cubicBezTo>
                    <a:pt x="6668" y="11430"/>
                    <a:pt x="13335" y="22860"/>
                    <a:pt x="20003" y="3429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89" name="任意多边形: 形状 88"/>
            <p:cNvSpPr/>
            <p:nvPr/>
          </p:nvSpPr>
          <p:spPr>
            <a:xfrm>
              <a:off x="-1412034" y="6293170"/>
              <a:ext cx="11429" cy="54292"/>
            </a:xfrm>
            <a:custGeom>
              <a:avLst/>
              <a:gdLst>
                <a:gd name="connsiteX0" fmla="*/ 10478 w 11429"/>
                <a:gd name="connsiteY0" fmla="*/ 13335 h 54292"/>
                <a:gd name="connsiteX1" fmla="*/ 11430 w 11429"/>
                <a:gd name="connsiteY1" fmla="*/ 0 h 54292"/>
                <a:gd name="connsiteX2" fmla="*/ 953 w 11429"/>
                <a:gd name="connsiteY2" fmla="*/ 0 h 54292"/>
                <a:gd name="connsiteX3" fmla="*/ 0 w 11429"/>
                <a:gd name="connsiteY3" fmla="*/ 54292 h 54292"/>
                <a:gd name="connsiteX4" fmla="*/ 6667 w 11429"/>
                <a:gd name="connsiteY4" fmla="*/ 54292 h 54292"/>
                <a:gd name="connsiteX5" fmla="*/ 10478 w 11429"/>
                <a:gd name="connsiteY5" fmla="*/ 13335 h 54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9" h="54292">
                  <a:moveTo>
                    <a:pt x="10478" y="13335"/>
                  </a:moveTo>
                  <a:cubicBezTo>
                    <a:pt x="10478" y="8573"/>
                    <a:pt x="11430" y="4763"/>
                    <a:pt x="11430" y="0"/>
                  </a:cubicBezTo>
                  <a:cubicBezTo>
                    <a:pt x="7620" y="0"/>
                    <a:pt x="4763" y="0"/>
                    <a:pt x="953" y="0"/>
                  </a:cubicBezTo>
                  <a:cubicBezTo>
                    <a:pt x="953" y="18098"/>
                    <a:pt x="0" y="36195"/>
                    <a:pt x="0" y="54292"/>
                  </a:cubicBezTo>
                  <a:cubicBezTo>
                    <a:pt x="1905" y="54292"/>
                    <a:pt x="4763" y="54292"/>
                    <a:pt x="6667" y="54292"/>
                  </a:cubicBezTo>
                  <a:cubicBezTo>
                    <a:pt x="7620" y="40958"/>
                    <a:pt x="9525" y="26670"/>
                    <a:pt x="10478" y="133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0" name="任意多边形: 形状 89"/>
            <p:cNvSpPr/>
            <p:nvPr/>
          </p:nvSpPr>
          <p:spPr>
            <a:xfrm>
              <a:off x="-1137714" y="6287455"/>
              <a:ext cx="77152" cy="66675"/>
            </a:xfrm>
            <a:custGeom>
              <a:avLst/>
              <a:gdLst>
                <a:gd name="connsiteX0" fmla="*/ 77153 w 77152"/>
                <a:gd name="connsiteY0" fmla="*/ 0 h 66675"/>
                <a:gd name="connsiteX1" fmla="*/ 20955 w 77152"/>
                <a:gd name="connsiteY1" fmla="*/ 0 h 66675"/>
                <a:gd name="connsiteX2" fmla="*/ 3810 w 77152"/>
                <a:gd name="connsiteY2" fmla="*/ 17145 h 66675"/>
                <a:gd name="connsiteX3" fmla="*/ 0 w 77152"/>
                <a:gd name="connsiteY3" fmla="*/ 65723 h 66675"/>
                <a:gd name="connsiteX4" fmla="*/ 73343 w 77152"/>
                <a:gd name="connsiteY4" fmla="*/ 66675 h 66675"/>
                <a:gd name="connsiteX5" fmla="*/ 77153 w 77152"/>
                <a:gd name="connsiteY5" fmla="*/ 0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52" h="66675">
                  <a:moveTo>
                    <a:pt x="77153" y="0"/>
                  </a:moveTo>
                  <a:cubicBezTo>
                    <a:pt x="58103" y="0"/>
                    <a:pt x="40005" y="0"/>
                    <a:pt x="20955" y="0"/>
                  </a:cubicBezTo>
                  <a:cubicBezTo>
                    <a:pt x="17145" y="7620"/>
                    <a:pt x="10478" y="13335"/>
                    <a:pt x="3810" y="17145"/>
                  </a:cubicBezTo>
                  <a:cubicBezTo>
                    <a:pt x="2857" y="33338"/>
                    <a:pt x="1905" y="49530"/>
                    <a:pt x="0" y="65723"/>
                  </a:cubicBezTo>
                  <a:cubicBezTo>
                    <a:pt x="24765" y="65723"/>
                    <a:pt x="49530" y="65723"/>
                    <a:pt x="73343" y="66675"/>
                  </a:cubicBezTo>
                  <a:cubicBezTo>
                    <a:pt x="74295" y="43815"/>
                    <a:pt x="75247" y="21907"/>
                    <a:pt x="77153"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1" name="任意多边形: 形状 90"/>
            <p:cNvSpPr/>
            <p:nvPr/>
          </p:nvSpPr>
          <p:spPr>
            <a:xfrm>
              <a:off x="-1178671" y="6312220"/>
              <a:ext cx="2857" cy="40957"/>
            </a:xfrm>
            <a:custGeom>
              <a:avLst/>
              <a:gdLst>
                <a:gd name="connsiteX0" fmla="*/ 2857 w 2857"/>
                <a:gd name="connsiteY0" fmla="*/ 0 h 40957"/>
                <a:gd name="connsiteX1" fmla="*/ 0 w 2857"/>
                <a:gd name="connsiteY1" fmla="*/ 40958 h 40957"/>
                <a:gd name="connsiteX2" fmla="*/ 1905 w 2857"/>
                <a:gd name="connsiteY2" fmla="*/ 40958 h 40957"/>
                <a:gd name="connsiteX3" fmla="*/ 2857 w 2857"/>
                <a:gd name="connsiteY3" fmla="*/ 0 h 40957"/>
              </a:gdLst>
              <a:ahLst/>
              <a:cxnLst>
                <a:cxn ang="0">
                  <a:pos x="connsiteX0" y="connsiteY0"/>
                </a:cxn>
                <a:cxn ang="0">
                  <a:pos x="connsiteX1" y="connsiteY1"/>
                </a:cxn>
                <a:cxn ang="0">
                  <a:pos x="connsiteX2" y="connsiteY2"/>
                </a:cxn>
                <a:cxn ang="0">
                  <a:pos x="connsiteX3" y="connsiteY3"/>
                </a:cxn>
              </a:cxnLst>
              <a:rect l="l" t="t" r="r" b="b"/>
              <a:pathLst>
                <a:path w="2857" h="40957">
                  <a:moveTo>
                    <a:pt x="2857" y="0"/>
                  </a:moveTo>
                  <a:cubicBezTo>
                    <a:pt x="1905" y="13335"/>
                    <a:pt x="952" y="27623"/>
                    <a:pt x="0" y="40958"/>
                  </a:cubicBezTo>
                  <a:cubicBezTo>
                    <a:pt x="952" y="40958"/>
                    <a:pt x="952" y="40958"/>
                    <a:pt x="1905" y="40958"/>
                  </a:cubicBezTo>
                  <a:cubicBezTo>
                    <a:pt x="1905" y="26670"/>
                    <a:pt x="2857" y="13335"/>
                    <a:pt x="285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2" name="任意多边形: 形状 91"/>
            <p:cNvSpPr/>
            <p:nvPr/>
          </p:nvSpPr>
          <p:spPr>
            <a:xfrm>
              <a:off x="-1267254" y="6290312"/>
              <a:ext cx="15240" cy="60960"/>
            </a:xfrm>
            <a:custGeom>
              <a:avLst/>
              <a:gdLst>
                <a:gd name="connsiteX0" fmla="*/ 10478 w 15240"/>
                <a:gd name="connsiteY0" fmla="*/ 60960 h 60960"/>
                <a:gd name="connsiteX1" fmla="*/ 15240 w 15240"/>
                <a:gd name="connsiteY1" fmla="*/ 0 h 60960"/>
                <a:gd name="connsiteX2" fmla="*/ 0 w 15240"/>
                <a:gd name="connsiteY2" fmla="*/ 0 h 60960"/>
                <a:gd name="connsiteX3" fmla="*/ 953 w 15240"/>
                <a:gd name="connsiteY3" fmla="*/ 60008 h 60960"/>
                <a:gd name="connsiteX4" fmla="*/ 10478 w 15240"/>
                <a:gd name="connsiteY4" fmla="*/ 6096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 h="60960">
                  <a:moveTo>
                    <a:pt x="10478" y="60960"/>
                  </a:moveTo>
                  <a:cubicBezTo>
                    <a:pt x="12383" y="40958"/>
                    <a:pt x="13335" y="20003"/>
                    <a:pt x="15240" y="0"/>
                  </a:cubicBezTo>
                  <a:cubicBezTo>
                    <a:pt x="10478" y="0"/>
                    <a:pt x="4763" y="0"/>
                    <a:pt x="0" y="0"/>
                  </a:cubicBezTo>
                  <a:cubicBezTo>
                    <a:pt x="0" y="20003"/>
                    <a:pt x="953" y="40005"/>
                    <a:pt x="953" y="60008"/>
                  </a:cubicBezTo>
                  <a:cubicBezTo>
                    <a:pt x="4763" y="60960"/>
                    <a:pt x="7620" y="60960"/>
                    <a:pt x="10478" y="6096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3" name="任意多边形: 形状 92"/>
            <p:cNvSpPr/>
            <p:nvPr/>
          </p:nvSpPr>
          <p:spPr>
            <a:xfrm>
              <a:off x="-1378696" y="6292217"/>
              <a:ext cx="36195" cy="57150"/>
            </a:xfrm>
            <a:custGeom>
              <a:avLst/>
              <a:gdLst>
                <a:gd name="connsiteX0" fmla="*/ 35242 w 36195"/>
                <a:gd name="connsiteY0" fmla="*/ 0 h 57150"/>
                <a:gd name="connsiteX1" fmla="*/ 3810 w 36195"/>
                <a:gd name="connsiteY1" fmla="*/ 952 h 57150"/>
                <a:gd name="connsiteX2" fmla="*/ 1905 w 36195"/>
                <a:gd name="connsiteY2" fmla="*/ 25717 h 57150"/>
                <a:gd name="connsiteX3" fmla="*/ 0 w 36195"/>
                <a:gd name="connsiteY3" fmla="*/ 56198 h 57150"/>
                <a:gd name="connsiteX4" fmla="*/ 36195 w 36195"/>
                <a:gd name="connsiteY4" fmla="*/ 57150 h 57150"/>
                <a:gd name="connsiteX5" fmla="*/ 35242 w 36195"/>
                <a:gd name="connsiteY5"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 h="57150">
                  <a:moveTo>
                    <a:pt x="35242" y="0"/>
                  </a:moveTo>
                  <a:cubicBezTo>
                    <a:pt x="24765" y="0"/>
                    <a:pt x="14288" y="952"/>
                    <a:pt x="3810" y="952"/>
                  </a:cubicBezTo>
                  <a:cubicBezTo>
                    <a:pt x="2858" y="9525"/>
                    <a:pt x="2858" y="18098"/>
                    <a:pt x="1905" y="25717"/>
                  </a:cubicBezTo>
                  <a:cubicBezTo>
                    <a:pt x="953" y="36195"/>
                    <a:pt x="953" y="45720"/>
                    <a:pt x="0" y="56198"/>
                  </a:cubicBezTo>
                  <a:cubicBezTo>
                    <a:pt x="12383" y="56198"/>
                    <a:pt x="24765" y="57150"/>
                    <a:pt x="36195" y="57150"/>
                  </a:cubicBezTo>
                  <a:cubicBezTo>
                    <a:pt x="36195" y="38100"/>
                    <a:pt x="35242" y="19050"/>
                    <a:pt x="3524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4" name="任意多边形: 形状 93"/>
            <p:cNvSpPr/>
            <p:nvPr/>
          </p:nvSpPr>
          <p:spPr>
            <a:xfrm>
              <a:off x="-2298811" y="7212332"/>
              <a:ext cx="24764" cy="50482"/>
            </a:xfrm>
            <a:custGeom>
              <a:avLst/>
              <a:gdLst>
                <a:gd name="connsiteX0" fmla="*/ 23813 w 24764"/>
                <a:gd name="connsiteY0" fmla="*/ 0 h 50482"/>
                <a:gd name="connsiteX1" fmla="*/ 4763 w 24764"/>
                <a:gd name="connsiteY1" fmla="*/ 0 h 50482"/>
                <a:gd name="connsiteX2" fmla="*/ 0 w 24764"/>
                <a:gd name="connsiteY2" fmla="*/ 50483 h 50482"/>
                <a:gd name="connsiteX3" fmla="*/ 24765 w 24764"/>
                <a:gd name="connsiteY3" fmla="*/ 50483 h 50482"/>
                <a:gd name="connsiteX4" fmla="*/ 23813 w 24764"/>
                <a:gd name="connsiteY4" fmla="*/ 0 h 50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4" h="50482">
                  <a:moveTo>
                    <a:pt x="23813" y="0"/>
                  </a:moveTo>
                  <a:cubicBezTo>
                    <a:pt x="17145" y="0"/>
                    <a:pt x="11430" y="0"/>
                    <a:pt x="4763" y="0"/>
                  </a:cubicBezTo>
                  <a:cubicBezTo>
                    <a:pt x="2857" y="17145"/>
                    <a:pt x="1905" y="33338"/>
                    <a:pt x="0" y="50483"/>
                  </a:cubicBezTo>
                  <a:cubicBezTo>
                    <a:pt x="8572" y="50483"/>
                    <a:pt x="17145" y="50483"/>
                    <a:pt x="24765" y="50483"/>
                  </a:cubicBezTo>
                  <a:cubicBezTo>
                    <a:pt x="24765" y="34290"/>
                    <a:pt x="23813" y="17145"/>
                    <a:pt x="23813"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5" name="任意多边形: 形状 94"/>
            <p:cNvSpPr/>
            <p:nvPr/>
          </p:nvSpPr>
          <p:spPr>
            <a:xfrm>
              <a:off x="-2584561" y="8247700"/>
              <a:ext cx="98107" cy="35242"/>
            </a:xfrm>
            <a:custGeom>
              <a:avLst/>
              <a:gdLst>
                <a:gd name="connsiteX0" fmla="*/ 0 w 98107"/>
                <a:gd name="connsiteY0" fmla="*/ 35242 h 35242"/>
                <a:gd name="connsiteX1" fmla="*/ 94298 w 98107"/>
                <a:gd name="connsiteY1" fmla="*/ 35242 h 35242"/>
                <a:gd name="connsiteX2" fmla="*/ 98107 w 98107"/>
                <a:gd name="connsiteY2" fmla="*/ 0 h 35242"/>
                <a:gd name="connsiteX3" fmla="*/ 0 w 98107"/>
                <a:gd name="connsiteY3" fmla="*/ 0 h 35242"/>
                <a:gd name="connsiteX4" fmla="*/ 0 w 98107"/>
                <a:gd name="connsiteY4" fmla="*/ 35242 h 35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107" h="35242">
                  <a:moveTo>
                    <a:pt x="0" y="35242"/>
                  </a:moveTo>
                  <a:cubicBezTo>
                    <a:pt x="31433" y="35242"/>
                    <a:pt x="62865" y="35242"/>
                    <a:pt x="94298" y="35242"/>
                  </a:cubicBezTo>
                  <a:cubicBezTo>
                    <a:pt x="95250" y="22860"/>
                    <a:pt x="97155" y="11430"/>
                    <a:pt x="98107" y="0"/>
                  </a:cubicBezTo>
                  <a:cubicBezTo>
                    <a:pt x="65723" y="0"/>
                    <a:pt x="32385" y="0"/>
                    <a:pt x="0" y="0"/>
                  </a:cubicBezTo>
                  <a:cubicBezTo>
                    <a:pt x="0" y="12382"/>
                    <a:pt x="0" y="23813"/>
                    <a:pt x="0" y="3524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6" name="任意多边形: 形状 95"/>
            <p:cNvSpPr/>
            <p:nvPr/>
          </p:nvSpPr>
          <p:spPr>
            <a:xfrm>
              <a:off x="-2359771" y="8243889"/>
              <a:ext cx="175260" cy="42862"/>
            </a:xfrm>
            <a:custGeom>
              <a:avLst/>
              <a:gdLst>
                <a:gd name="connsiteX0" fmla="*/ 163830 w 175260"/>
                <a:gd name="connsiteY0" fmla="*/ 0 h 42862"/>
                <a:gd name="connsiteX1" fmla="*/ 0 w 175260"/>
                <a:gd name="connsiteY1" fmla="*/ 2858 h 42862"/>
                <a:gd name="connsiteX2" fmla="*/ 14288 w 175260"/>
                <a:gd name="connsiteY2" fmla="*/ 39053 h 42862"/>
                <a:gd name="connsiteX3" fmla="*/ 142875 w 175260"/>
                <a:gd name="connsiteY3" fmla="*/ 41910 h 42862"/>
                <a:gd name="connsiteX4" fmla="*/ 175260 w 175260"/>
                <a:gd name="connsiteY4" fmla="*/ 42863 h 42862"/>
                <a:gd name="connsiteX5" fmla="*/ 169545 w 175260"/>
                <a:gd name="connsiteY5" fmla="*/ 0 h 42862"/>
                <a:gd name="connsiteX6" fmla="*/ 163830 w 175260"/>
                <a:gd name="connsiteY6" fmla="*/ 0 h 42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5260" h="42862">
                  <a:moveTo>
                    <a:pt x="163830" y="0"/>
                  </a:moveTo>
                  <a:cubicBezTo>
                    <a:pt x="109538" y="1905"/>
                    <a:pt x="54292" y="2858"/>
                    <a:pt x="0" y="2858"/>
                  </a:cubicBezTo>
                  <a:cubicBezTo>
                    <a:pt x="4763" y="15240"/>
                    <a:pt x="9525" y="26670"/>
                    <a:pt x="14288" y="39053"/>
                  </a:cubicBezTo>
                  <a:cubicBezTo>
                    <a:pt x="57150" y="39053"/>
                    <a:pt x="100013" y="40005"/>
                    <a:pt x="142875" y="41910"/>
                  </a:cubicBezTo>
                  <a:cubicBezTo>
                    <a:pt x="153353" y="41910"/>
                    <a:pt x="163830" y="42863"/>
                    <a:pt x="175260" y="42863"/>
                  </a:cubicBezTo>
                  <a:cubicBezTo>
                    <a:pt x="173355" y="28575"/>
                    <a:pt x="171450" y="14288"/>
                    <a:pt x="169545" y="0"/>
                  </a:cubicBezTo>
                  <a:cubicBezTo>
                    <a:pt x="167640" y="0"/>
                    <a:pt x="165735" y="0"/>
                    <a:pt x="16383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7" name="任意多边形: 形状 96"/>
            <p:cNvSpPr/>
            <p:nvPr/>
          </p:nvSpPr>
          <p:spPr>
            <a:xfrm>
              <a:off x="-2721721" y="8247700"/>
              <a:ext cx="112395" cy="35242"/>
            </a:xfrm>
            <a:custGeom>
              <a:avLst/>
              <a:gdLst>
                <a:gd name="connsiteX0" fmla="*/ 82868 w 112395"/>
                <a:gd name="connsiteY0" fmla="*/ 0 h 35242"/>
                <a:gd name="connsiteX1" fmla="*/ 1905 w 112395"/>
                <a:gd name="connsiteY1" fmla="*/ 952 h 35242"/>
                <a:gd name="connsiteX2" fmla="*/ 0 w 112395"/>
                <a:gd name="connsiteY2" fmla="*/ 34290 h 35242"/>
                <a:gd name="connsiteX3" fmla="*/ 61913 w 112395"/>
                <a:gd name="connsiteY3" fmla="*/ 35242 h 35242"/>
                <a:gd name="connsiteX4" fmla="*/ 112395 w 112395"/>
                <a:gd name="connsiteY4" fmla="*/ 35242 h 35242"/>
                <a:gd name="connsiteX5" fmla="*/ 112395 w 112395"/>
                <a:gd name="connsiteY5" fmla="*/ 0 h 35242"/>
                <a:gd name="connsiteX6" fmla="*/ 82868 w 112395"/>
                <a:gd name="connsiteY6" fmla="*/ 0 h 3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395" h="35242">
                  <a:moveTo>
                    <a:pt x="82868" y="0"/>
                  </a:moveTo>
                  <a:cubicBezTo>
                    <a:pt x="55245" y="0"/>
                    <a:pt x="28575" y="952"/>
                    <a:pt x="1905" y="952"/>
                  </a:cubicBezTo>
                  <a:cubicBezTo>
                    <a:pt x="953" y="12382"/>
                    <a:pt x="953" y="22860"/>
                    <a:pt x="0" y="34290"/>
                  </a:cubicBezTo>
                  <a:cubicBezTo>
                    <a:pt x="20955" y="34290"/>
                    <a:pt x="41910" y="35242"/>
                    <a:pt x="61913" y="35242"/>
                  </a:cubicBezTo>
                  <a:cubicBezTo>
                    <a:pt x="79058" y="35242"/>
                    <a:pt x="95250" y="35242"/>
                    <a:pt x="112395" y="35242"/>
                  </a:cubicBezTo>
                  <a:cubicBezTo>
                    <a:pt x="112395" y="23813"/>
                    <a:pt x="112395" y="11430"/>
                    <a:pt x="112395" y="0"/>
                  </a:cubicBezTo>
                  <a:cubicBezTo>
                    <a:pt x="101918" y="0"/>
                    <a:pt x="92393" y="0"/>
                    <a:pt x="82868"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8" name="任意多边形: 形状 97"/>
            <p:cNvSpPr/>
            <p:nvPr/>
          </p:nvSpPr>
          <p:spPr>
            <a:xfrm>
              <a:off x="-2833164" y="7213285"/>
              <a:ext cx="23812" cy="48577"/>
            </a:xfrm>
            <a:custGeom>
              <a:avLst/>
              <a:gdLst>
                <a:gd name="connsiteX0" fmla="*/ 0 w 23812"/>
                <a:gd name="connsiteY0" fmla="*/ 48577 h 48577"/>
                <a:gd name="connsiteX1" fmla="*/ 19050 w 23812"/>
                <a:gd name="connsiteY1" fmla="*/ 48577 h 48577"/>
                <a:gd name="connsiteX2" fmla="*/ 23813 w 23812"/>
                <a:gd name="connsiteY2" fmla="*/ 0 h 48577"/>
                <a:gd name="connsiteX3" fmla="*/ 3810 w 23812"/>
                <a:gd name="connsiteY3" fmla="*/ 0 h 48577"/>
                <a:gd name="connsiteX4" fmla="*/ 0 w 23812"/>
                <a:gd name="connsiteY4" fmla="*/ 48577 h 4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 h="48577">
                  <a:moveTo>
                    <a:pt x="0" y="48577"/>
                  </a:moveTo>
                  <a:cubicBezTo>
                    <a:pt x="6667" y="48577"/>
                    <a:pt x="13335" y="48577"/>
                    <a:pt x="19050" y="48577"/>
                  </a:cubicBezTo>
                  <a:cubicBezTo>
                    <a:pt x="20955" y="32385"/>
                    <a:pt x="21908" y="16192"/>
                    <a:pt x="23813" y="0"/>
                  </a:cubicBezTo>
                  <a:cubicBezTo>
                    <a:pt x="17145" y="0"/>
                    <a:pt x="10477" y="0"/>
                    <a:pt x="3810" y="0"/>
                  </a:cubicBezTo>
                  <a:cubicBezTo>
                    <a:pt x="2858" y="16192"/>
                    <a:pt x="952" y="32385"/>
                    <a:pt x="0" y="4857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99" name="任意多边形: 形状 98"/>
            <p:cNvSpPr/>
            <p:nvPr/>
          </p:nvSpPr>
          <p:spPr>
            <a:xfrm>
              <a:off x="-2225468" y="9137335"/>
              <a:ext cx="20002" cy="35242"/>
            </a:xfrm>
            <a:custGeom>
              <a:avLst/>
              <a:gdLst>
                <a:gd name="connsiteX0" fmla="*/ 3810 w 20002"/>
                <a:gd name="connsiteY0" fmla="*/ 24765 h 35242"/>
                <a:gd name="connsiteX1" fmla="*/ 0 w 20002"/>
                <a:gd name="connsiteY1" fmla="*/ 35242 h 35242"/>
                <a:gd name="connsiteX2" fmla="*/ 20002 w 20002"/>
                <a:gd name="connsiteY2" fmla="*/ 35242 h 35242"/>
                <a:gd name="connsiteX3" fmla="*/ 9525 w 20002"/>
                <a:gd name="connsiteY3" fmla="*/ 0 h 35242"/>
                <a:gd name="connsiteX4" fmla="*/ 3810 w 20002"/>
                <a:gd name="connsiteY4" fmla="*/ 24765 h 35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 h="35242">
                  <a:moveTo>
                    <a:pt x="3810" y="24765"/>
                  </a:moveTo>
                  <a:cubicBezTo>
                    <a:pt x="2858" y="28575"/>
                    <a:pt x="952" y="31432"/>
                    <a:pt x="0" y="35242"/>
                  </a:cubicBezTo>
                  <a:cubicBezTo>
                    <a:pt x="6667" y="35242"/>
                    <a:pt x="13335" y="35242"/>
                    <a:pt x="20002" y="35242"/>
                  </a:cubicBezTo>
                  <a:cubicBezTo>
                    <a:pt x="16192" y="23813"/>
                    <a:pt x="13335" y="11430"/>
                    <a:pt x="9525" y="0"/>
                  </a:cubicBezTo>
                  <a:cubicBezTo>
                    <a:pt x="7620" y="7620"/>
                    <a:pt x="5715" y="16192"/>
                    <a:pt x="3810" y="2476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00" name="任意多边形: 形状 99"/>
            <p:cNvSpPr/>
            <p:nvPr/>
          </p:nvSpPr>
          <p:spPr>
            <a:xfrm>
              <a:off x="-2089261" y="9128762"/>
              <a:ext cx="15239" cy="44767"/>
            </a:xfrm>
            <a:custGeom>
              <a:avLst/>
              <a:gdLst>
                <a:gd name="connsiteX0" fmla="*/ 952 w 15239"/>
                <a:gd name="connsiteY0" fmla="*/ 0 h 44767"/>
                <a:gd name="connsiteX1" fmla="*/ 0 w 15239"/>
                <a:gd name="connsiteY1" fmla="*/ 44767 h 44767"/>
                <a:gd name="connsiteX2" fmla="*/ 15240 w 15239"/>
                <a:gd name="connsiteY2" fmla="*/ 44767 h 44767"/>
                <a:gd name="connsiteX3" fmla="*/ 7620 w 15239"/>
                <a:gd name="connsiteY3" fmla="*/ 0 h 44767"/>
                <a:gd name="connsiteX4" fmla="*/ 952 w 15239"/>
                <a:gd name="connsiteY4" fmla="*/ 0 h 4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39" h="44767">
                  <a:moveTo>
                    <a:pt x="952" y="0"/>
                  </a:moveTo>
                  <a:cubicBezTo>
                    <a:pt x="952" y="15240"/>
                    <a:pt x="952" y="29527"/>
                    <a:pt x="0" y="44767"/>
                  </a:cubicBezTo>
                  <a:cubicBezTo>
                    <a:pt x="4763" y="44767"/>
                    <a:pt x="10477" y="44767"/>
                    <a:pt x="15240" y="44767"/>
                  </a:cubicBezTo>
                  <a:cubicBezTo>
                    <a:pt x="12382" y="29527"/>
                    <a:pt x="9525" y="15240"/>
                    <a:pt x="7620" y="0"/>
                  </a:cubicBezTo>
                  <a:cubicBezTo>
                    <a:pt x="5715" y="0"/>
                    <a:pt x="2857" y="0"/>
                    <a:pt x="95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01" name="任意多边形: 形状 100"/>
            <p:cNvSpPr/>
            <p:nvPr/>
          </p:nvSpPr>
          <p:spPr>
            <a:xfrm>
              <a:off x="-2637901" y="7212332"/>
              <a:ext cx="156209" cy="50482"/>
            </a:xfrm>
            <a:custGeom>
              <a:avLst/>
              <a:gdLst>
                <a:gd name="connsiteX0" fmla="*/ 2858 w 156209"/>
                <a:gd name="connsiteY0" fmla="*/ 50483 h 50482"/>
                <a:gd name="connsiteX1" fmla="*/ 152400 w 156209"/>
                <a:gd name="connsiteY1" fmla="*/ 50483 h 50482"/>
                <a:gd name="connsiteX2" fmla="*/ 156210 w 156209"/>
                <a:gd name="connsiteY2" fmla="*/ 0 h 50482"/>
                <a:gd name="connsiteX3" fmla="*/ 0 w 156209"/>
                <a:gd name="connsiteY3" fmla="*/ 0 h 50482"/>
                <a:gd name="connsiteX4" fmla="*/ 2858 w 156209"/>
                <a:gd name="connsiteY4" fmla="*/ 50483 h 50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09" h="50482">
                  <a:moveTo>
                    <a:pt x="2858" y="50483"/>
                  </a:moveTo>
                  <a:cubicBezTo>
                    <a:pt x="52388" y="50483"/>
                    <a:pt x="102870" y="50483"/>
                    <a:pt x="152400" y="50483"/>
                  </a:cubicBezTo>
                  <a:cubicBezTo>
                    <a:pt x="154305" y="33338"/>
                    <a:pt x="155258" y="17145"/>
                    <a:pt x="156210" y="0"/>
                  </a:cubicBezTo>
                  <a:cubicBezTo>
                    <a:pt x="103823" y="0"/>
                    <a:pt x="52388" y="0"/>
                    <a:pt x="0" y="0"/>
                  </a:cubicBezTo>
                  <a:cubicBezTo>
                    <a:pt x="1905" y="17145"/>
                    <a:pt x="2858" y="33338"/>
                    <a:pt x="2858" y="504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grpSp>
      <p:grpSp>
        <p:nvGrpSpPr>
          <p:cNvPr id="102" name="图形 21"/>
          <p:cNvGrpSpPr/>
          <p:nvPr/>
        </p:nvGrpSpPr>
        <p:grpSpPr>
          <a:xfrm>
            <a:off x="10096186" y="3358472"/>
            <a:ext cx="1268356" cy="2850585"/>
            <a:chOff x="-8054260" y="5932431"/>
            <a:chExt cx="3050875" cy="6856730"/>
          </a:xfrm>
          <a:gradFill flip="none" rotWithShape="1">
            <a:gsLst>
              <a:gs pos="82000">
                <a:srgbClr val="F5D6A8">
                  <a:alpha val="0"/>
                </a:srgbClr>
              </a:gs>
              <a:gs pos="0">
                <a:schemeClr val="accent4">
                  <a:lumMod val="20000"/>
                  <a:lumOff val="80000"/>
                  <a:alpha val="65000"/>
                </a:schemeClr>
              </a:gs>
            </a:gsLst>
            <a:lin ang="3000000" scaled="0"/>
            <a:tileRect/>
          </a:gradFill>
        </p:grpSpPr>
        <p:sp>
          <p:nvSpPr>
            <p:cNvPr id="103" name="任意多边形: 形状 102"/>
            <p:cNvSpPr/>
            <p:nvPr/>
          </p:nvSpPr>
          <p:spPr>
            <a:xfrm>
              <a:off x="-6946659" y="11066868"/>
              <a:ext cx="27244" cy="16677"/>
            </a:xfrm>
            <a:custGeom>
              <a:avLst/>
              <a:gdLst>
                <a:gd name="connsiteX0" fmla="*/ 26054 w 27244"/>
                <a:gd name="connsiteY0" fmla="*/ 11835 h 16677"/>
                <a:gd name="connsiteX1" fmla="*/ 3050 w 27244"/>
                <a:gd name="connsiteY1" fmla="*/ 333 h 16677"/>
                <a:gd name="connsiteX2" fmla="*/ 893 w 27244"/>
                <a:gd name="connsiteY2" fmla="*/ 3927 h 16677"/>
                <a:gd name="connsiteX3" fmla="*/ 23178 w 27244"/>
                <a:gd name="connsiteY3" fmla="*/ 16148 h 16677"/>
                <a:gd name="connsiteX4" fmla="*/ 26054 w 27244"/>
                <a:gd name="connsiteY4" fmla="*/ 11835 h 16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4" h="16677">
                  <a:moveTo>
                    <a:pt x="26054" y="11835"/>
                  </a:moveTo>
                  <a:cubicBezTo>
                    <a:pt x="18146" y="8241"/>
                    <a:pt x="10958" y="3927"/>
                    <a:pt x="3050" y="333"/>
                  </a:cubicBezTo>
                  <a:cubicBezTo>
                    <a:pt x="893" y="-1104"/>
                    <a:pt x="-1263" y="2490"/>
                    <a:pt x="893" y="3927"/>
                  </a:cubicBezTo>
                  <a:cubicBezTo>
                    <a:pt x="8082" y="8241"/>
                    <a:pt x="15990" y="11835"/>
                    <a:pt x="23178" y="16148"/>
                  </a:cubicBezTo>
                  <a:cubicBezTo>
                    <a:pt x="26054" y="18305"/>
                    <a:pt x="28929" y="13273"/>
                    <a:pt x="26054" y="11835"/>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04" name="任意多边形: 形状 103"/>
            <p:cNvSpPr/>
            <p:nvPr/>
          </p:nvSpPr>
          <p:spPr>
            <a:xfrm>
              <a:off x="-6589926" y="10907613"/>
              <a:ext cx="37381" cy="539"/>
            </a:xfrm>
            <a:custGeom>
              <a:avLst/>
              <a:gdLst>
                <a:gd name="connsiteX0" fmla="*/ 0 w 37381"/>
                <a:gd name="connsiteY0" fmla="*/ 0 h 539"/>
                <a:gd name="connsiteX1" fmla="*/ 37381 w 37381"/>
                <a:gd name="connsiteY1" fmla="*/ 0 h 539"/>
                <a:gd name="connsiteX2" fmla="*/ 0 w 37381"/>
                <a:gd name="connsiteY2" fmla="*/ 0 h 539"/>
              </a:gdLst>
              <a:ahLst/>
              <a:cxnLst>
                <a:cxn ang="0">
                  <a:pos x="connsiteX0" y="connsiteY0"/>
                </a:cxn>
                <a:cxn ang="0">
                  <a:pos x="connsiteX1" y="connsiteY1"/>
                </a:cxn>
                <a:cxn ang="0">
                  <a:pos x="connsiteX2" y="connsiteY2"/>
                </a:cxn>
              </a:cxnLst>
              <a:rect l="l" t="t" r="r" b="b"/>
              <a:pathLst>
                <a:path w="37381" h="539">
                  <a:moveTo>
                    <a:pt x="0" y="0"/>
                  </a:moveTo>
                  <a:cubicBezTo>
                    <a:pt x="12221" y="719"/>
                    <a:pt x="25160" y="719"/>
                    <a:pt x="37381" y="0"/>
                  </a:cubicBezTo>
                  <a:cubicBezTo>
                    <a:pt x="25160" y="0"/>
                    <a:pt x="12940" y="0"/>
                    <a:pt x="0" y="0"/>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05" name="任意多边形: 形状 104"/>
            <p:cNvSpPr/>
            <p:nvPr/>
          </p:nvSpPr>
          <p:spPr>
            <a:xfrm>
              <a:off x="-6733520" y="9272907"/>
              <a:ext cx="539" cy="718"/>
            </a:xfrm>
            <a:custGeom>
              <a:avLst/>
              <a:gdLst>
                <a:gd name="connsiteX0" fmla="*/ 539 w 539"/>
                <a:gd name="connsiteY0" fmla="*/ 0 h 718"/>
                <a:gd name="connsiteX1" fmla="*/ 539 w 539"/>
                <a:gd name="connsiteY1" fmla="*/ 719 h 718"/>
                <a:gd name="connsiteX2" fmla="*/ 539 w 539"/>
                <a:gd name="connsiteY2" fmla="*/ 0 h 718"/>
              </a:gdLst>
              <a:ahLst/>
              <a:cxnLst>
                <a:cxn ang="0">
                  <a:pos x="connsiteX0" y="connsiteY0"/>
                </a:cxn>
                <a:cxn ang="0">
                  <a:pos x="connsiteX1" y="connsiteY1"/>
                </a:cxn>
                <a:cxn ang="0">
                  <a:pos x="connsiteX2" y="connsiteY2"/>
                </a:cxn>
              </a:cxnLst>
              <a:rect l="l" t="t" r="r" b="b"/>
              <a:pathLst>
                <a:path w="539" h="718">
                  <a:moveTo>
                    <a:pt x="539" y="0"/>
                  </a:moveTo>
                  <a:cubicBezTo>
                    <a:pt x="-180" y="0"/>
                    <a:pt x="-180" y="719"/>
                    <a:pt x="539" y="719"/>
                  </a:cubicBezTo>
                  <a:cubicBezTo>
                    <a:pt x="539" y="719"/>
                    <a:pt x="539" y="0"/>
                    <a:pt x="539" y="0"/>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06" name="任意多边形: 形状 105"/>
            <p:cNvSpPr/>
            <p:nvPr/>
          </p:nvSpPr>
          <p:spPr>
            <a:xfrm>
              <a:off x="-7235469" y="9392239"/>
              <a:ext cx="128677" cy="47445"/>
            </a:xfrm>
            <a:custGeom>
              <a:avLst/>
              <a:gdLst>
                <a:gd name="connsiteX0" fmla="*/ 34506 w 128677"/>
                <a:gd name="connsiteY0" fmla="*/ 46726 h 47445"/>
                <a:gd name="connsiteX1" fmla="*/ 128677 w 128677"/>
                <a:gd name="connsiteY1" fmla="*/ 0 h 47445"/>
                <a:gd name="connsiteX2" fmla="*/ 0 w 128677"/>
                <a:gd name="connsiteY2" fmla="*/ 15815 h 47445"/>
                <a:gd name="connsiteX3" fmla="*/ 4313 w 128677"/>
                <a:gd name="connsiteY3" fmla="*/ 24441 h 47445"/>
                <a:gd name="connsiteX4" fmla="*/ 31630 w 128677"/>
                <a:gd name="connsiteY4" fmla="*/ 47445 h 47445"/>
                <a:gd name="connsiteX5" fmla="*/ 34506 w 128677"/>
                <a:gd name="connsiteY5" fmla="*/ 46726 h 47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677" h="47445">
                  <a:moveTo>
                    <a:pt x="34506" y="46726"/>
                  </a:moveTo>
                  <a:cubicBezTo>
                    <a:pt x="68292" y="33068"/>
                    <a:pt x="99204" y="17972"/>
                    <a:pt x="128677" y="0"/>
                  </a:cubicBezTo>
                  <a:cubicBezTo>
                    <a:pt x="86264" y="11502"/>
                    <a:pt x="43851" y="16534"/>
                    <a:pt x="0" y="15815"/>
                  </a:cubicBezTo>
                  <a:cubicBezTo>
                    <a:pt x="0" y="18691"/>
                    <a:pt x="1438" y="22285"/>
                    <a:pt x="4313" y="24441"/>
                  </a:cubicBezTo>
                  <a:cubicBezTo>
                    <a:pt x="14377" y="33068"/>
                    <a:pt x="22285" y="40975"/>
                    <a:pt x="31630" y="47445"/>
                  </a:cubicBezTo>
                  <a:cubicBezTo>
                    <a:pt x="33068" y="47445"/>
                    <a:pt x="33787" y="46726"/>
                    <a:pt x="34506" y="46726"/>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07" name="任意多边形: 形状 106"/>
            <p:cNvSpPr/>
            <p:nvPr/>
          </p:nvSpPr>
          <p:spPr>
            <a:xfrm>
              <a:off x="-6998962" y="10545303"/>
              <a:ext cx="47445" cy="20392"/>
            </a:xfrm>
            <a:custGeom>
              <a:avLst/>
              <a:gdLst>
                <a:gd name="connsiteX0" fmla="*/ 44570 w 47445"/>
                <a:gd name="connsiteY0" fmla="*/ 4313 h 20392"/>
                <a:gd name="connsiteX1" fmla="*/ 47445 w 47445"/>
                <a:gd name="connsiteY1" fmla="*/ 0 h 20392"/>
                <a:gd name="connsiteX2" fmla="*/ 0 w 47445"/>
                <a:gd name="connsiteY2" fmla="*/ 20128 h 20392"/>
                <a:gd name="connsiteX3" fmla="*/ 44570 w 47445"/>
                <a:gd name="connsiteY3" fmla="*/ 4313 h 20392"/>
              </a:gdLst>
              <a:ahLst/>
              <a:cxnLst>
                <a:cxn ang="0">
                  <a:pos x="connsiteX0" y="connsiteY0"/>
                </a:cxn>
                <a:cxn ang="0">
                  <a:pos x="connsiteX1" y="connsiteY1"/>
                </a:cxn>
                <a:cxn ang="0">
                  <a:pos x="connsiteX2" y="connsiteY2"/>
                </a:cxn>
                <a:cxn ang="0">
                  <a:pos x="connsiteX3" y="connsiteY3"/>
                </a:cxn>
              </a:cxnLst>
              <a:rect l="l" t="t" r="r" b="b"/>
              <a:pathLst>
                <a:path w="47445" h="20392">
                  <a:moveTo>
                    <a:pt x="44570" y="4313"/>
                  </a:moveTo>
                  <a:cubicBezTo>
                    <a:pt x="46008" y="2876"/>
                    <a:pt x="46726" y="1438"/>
                    <a:pt x="47445" y="0"/>
                  </a:cubicBezTo>
                  <a:cubicBezTo>
                    <a:pt x="32349" y="7907"/>
                    <a:pt x="16534" y="14377"/>
                    <a:pt x="0" y="20128"/>
                  </a:cubicBezTo>
                  <a:cubicBezTo>
                    <a:pt x="17253" y="21566"/>
                    <a:pt x="34506" y="17253"/>
                    <a:pt x="44570" y="4313"/>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08" name="任意多边形: 形状 107"/>
            <p:cNvSpPr/>
            <p:nvPr/>
          </p:nvSpPr>
          <p:spPr>
            <a:xfrm>
              <a:off x="-6896883" y="10433850"/>
              <a:ext cx="47157" cy="41723"/>
            </a:xfrm>
            <a:custGeom>
              <a:avLst/>
              <a:gdLst>
                <a:gd name="connsiteX0" fmla="*/ 13658 w 47157"/>
                <a:gd name="connsiteY0" fmla="*/ 41723 h 41723"/>
                <a:gd name="connsiteX1" fmla="*/ 43132 w 47157"/>
                <a:gd name="connsiteY1" fmla="*/ 22314 h 41723"/>
                <a:gd name="connsiteX2" fmla="*/ 34506 w 47157"/>
                <a:gd name="connsiteY2" fmla="*/ 748 h 41723"/>
                <a:gd name="connsiteX3" fmla="*/ 0 w 47157"/>
                <a:gd name="connsiteY3" fmla="*/ 2186 h 41723"/>
                <a:gd name="connsiteX4" fmla="*/ 2157 w 47157"/>
                <a:gd name="connsiteY4" fmla="*/ 30222 h 41723"/>
                <a:gd name="connsiteX5" fmla="*/ 13658 w 47157"/>
                <a:gd name="connsiteY5" fmla="*/ 41723 h 4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57" h="41723">
                  <a:moveTo>
                    <a:pt x="13658" y="41723"/>
                  </a:moveTo>
                  <a:cubicBezTo>
                    <a:pt x="24441" y="36691"/>
                    <a:pt x="34506" y="30222"/>
                    <a:pt x="43132" y="22314"/>
                  </a:cubicBezTo>
                  <a:cubicBezTo>
                    <a:pt x="52477" y="14406"/>
                    <a:pt x="43851" y="1467"/>
                    <a:pt x="34506" y="748"/>
                  </a:cubicBezTo>
                  <a:cubicBezTo>
                    <a:pt x="23004" y="-690"/>
                    <a:pt x="11502" y="29"/>
                    <a:pt x="0" y="2186"/>
                  </a:cubicBezTo>
                  <a:cubicBezTo>
                    <a:pt x="7189" y="9374"/>
                    <a:pt x="10064" y="19439"/>
                    <a:pt x="2157" y="30222"/>
                  </a:cubicBezTo>
                  <a:cubicBezTo>
                    <a:pt x="7189" y="32378"/>
                    <a:pt x="11502" y="36691"/>
                    <a:pt x="13658" y="41723"/>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09" name="任意多边形: 形状 108"/>
            <p:cNvSpPr/>
            <p:nvPr/>
          </p:nvSpPr>
          <p:spPr>
            <a:xfrm>
              <a:off x="-7493834" y="11040603"/>
              <a:ext cx="57081" cy="42412"/>
            </a:xfrm>
            <a:custGeom>
              <a:avLst/>
              <a:gdLst>
                <a:gd name="connsiteX0" fmla="*/ 57081 w 57081"/>
                <a:gd name="connsiteY0" fmla="*/ 42413 h 42412"/>
                <a:gd name="connsiteX1" fmla="*/ 52768 w 57081"/>
                <a:gd name="connsiteY1" fmla="*/ 35943 h 42412"/>
                <a:gd name="connsiteX2" fmla="*/ 26170 w 57081"/>
                <a:gd name="connsiteY2" fmla="*/ 24441 h 42412"/>
                <a:gd name="connsiteX3" fmla="*/ 9636 w 57081"/>
                <a:gd name="connsiteY3" fmla="*/ 0 h 42412"/>
                <a:gd name="connsiteX4" fmla="*/ 5323 w 57081"/>
                <a:gd name="connsiteY4" fmla="*/ 20847 h 42412"/>
                <a:gd name="connsiteX5" fmla="*/ 57081 w 57081"/>
                <a:gd name="connsiteY5" fmla="*/ 42413 h 42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081" h="42412">
                  <a:moveTo>
                    <a:pt x="57081" y="42413"/>
                  </a:moveTo>
                  <a:cubicBezTo>
                    <a:pt x="55644" y="40256"/>
                    <a:pt x="54206" y="38100"/>
                    <a:pt x="52768" y="35943"/>
                  </a:cubicBezTo>
                  <a:cubicBezTo>
                    <a:pt x="43423" y="37381"/>
                    <a:pt x="33359" y="34506"/>
                    <a:pt x="26170" y="24441"/>
                  </a:cubicBezTo>
                  <a:cubicBezTo>
                    <a:pt x="20419" y="16534"/>
                    <a:pt x="15387" y="7907"/>
                    <a:pt x="9636" y="0"/>
                  </a:cubicBezTo>
                  <a:cubicBezTo>
                    <a:pt x="-1147" y="719"/>
                    <a:pt x="-3304" y="15096"/>
                    <a:pt x="5323" y="20847"/>
                  </a:cubicBezTo>
                  <a:cubicBezTo>
                    <a:pt x="21857" y="33068"/>
                    <a:pt x="39110" y="40256"/>
                    <a:pt x="57081" y="42413"/>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10" name="任意多边形: 形状 109"/>
            <p:cNvSpPr/>
            <p:nvPr/>
          </p:nvSpPr>
          <p:spPr>
            <a:xfrm>
              <a:off x="-5907001" y="9337307"/>
              <a:ext cx="42413" cy="32646"/>
            </a:xfrm>
            <a:custGeom>
              <a:avLst/>
              <a:gdLst>
                <a:gd name="connsiteX0" fmla="*/ 36662 w 42413"/>
                <a:gd name="connsiteY0" fmla="*/ 1017 h 32646"/>
                <a:gd name="connsiteX1" fmla="*/ 0 w 42413"/>
                <a:gd name="connsiteY1" fmla="*/ 15394 h 32646"/>
                <a:gd name="connsiteX2" fmla="*/ 2875 w 42413"/>
                <a:gd name="connsiteY2" fmla="*/ 20426 h 32646"/>
                <a:gd name="connsiteX3" fmla="*/ 35224 w 42413"/>
                <a:gd name="connsiteY3" fmla="*/ 32647 h 32646"/>
                <a:gd name="connsiteX4" fmla="*/ 42413 w 42413"/>
                <a:gd name="connsiteY4" fmla="*/ 298 h 32646"/>
                <a:gd name="connsiteX5" fmla="*/ 36662 w 42413"/>
                <a:gd name="connsiteY5" fmla="*/ 1017 h 3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413" h="32646">
                  <a:moveTo>
                    <a:pt x="36662" y="1017"/>
                  </a:moveTo>
                  <a:cubicBezTo>
                    <a:pt x="25160" y="6768"/>
                    <a:pt x="12940" y="11800"/>
                    <a:pt x="0" y="15394"/>
                  </a:cubicBezTo>
                  <a:cubicBezTo>
                    <a:pt x="719" y="16832"/>
                    <a:pt x="2157" y="18988"/>
                    <a:pt x="2875" y="20426"/>
                  </a:cubicBezTo>
                  <a:cubicBezTo>
                    <a:pt x="12221" y="26896"/>
                    <a:pt x="23004" y="30490"/>
                    <a:pt x="35224" y="32647"/>
                  </a:cubicBezTo>
                  <a:cubicBezTo>
                    <a:pt x="34506" y="21864"/>
                    <a:pt x="36662" y="10362"/>
                    <a:pt x="42413" y="298"/>
                  </a:cubicBezTo>
                  <a:cubicBezTo>
                    <a:pt x="40256" y="-421"/>
                    <a:pt x="38819" y="298"/>
                    <a:pt x="36662" y="1017"/>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11" name="任意多边形: 形状 110"/>
            <p:cNvSpPr/>
            <p:nvPr/>
          </p:nvSpPr>
          <p:spPr>
            <a:xfrm>
              <a:off x="-6768205" y="7072420"/>
              <a:ext cx="58947" cy="27349"/>
            </a:xfrm>
            <a:custGeom>
              <a:avLst/>
              <a:gdLst>
                <a:gd name="connsiteX0" fmla="*/ 12940 w 58947"/>
                <a:gd name="connsiteY0" fmla="*/ 12972 h 27349"/>
                <a:gd name="connsiteX1" fmla="*/ 58947 w 58947"/>
                <a:gd name="connsiteY1" fmla="*/ 18004 h 27349"/>
                <a:gd name="connsiteX2" fmla="*/ 21566 w 58947"/>
                <a:gd name="connsiteY2" fmla="*/ 21598 h 27349"/>
                <a:gd name="connsiteX3" fmla="*/ 2876 w 58947"/>
                <a:gd name="connsiteY3" fmla="*/ 32 h 27349"/>
                <a:gd name="connsiteX4" fmla="*/ 0 w 58947"/>
                <a:gd name="connsiteY4" fmla="*/ 751 h 27349"/>
                <a:gd name="connsiteX5" fmla="*/ 0 w 58947"/>
                <a:gd name="connsiteY5" fmla="*/ 751 h 27349"/>
                <a:gd name="connsiteX6" fmla="*/ 12940 w 58947"/>
                <a:gd name="connsiteY6" fmla="*/ 12972 h 27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47" h="27349">
                  <a:moveTo>
                    <a:pt x="12940" y="12972"/>
                  </a:moveTo>
                  <a:cubicBezTo>
                    <a:pt x="24442" y="33819"/>
                    <a:pt x="42413" y="28787"/>
                    <a:pt x="58947" y="18004"/>
                  </a:cubicBezTo>
                  <a:cubicBezTo>
                    <a:pt x="46008" y="16566"/>
                    <a:pt x="33787" y="18723"/>
                    <a:pt x="21566" y="21598"/>
                  </a:cubicBezTo>
                  <a:cubicBezTo>
                    <a:pt x="22285" y="10815"/>
                    <a:pt x="15096" y="-687"/>
                    <a:pt x="2876" y="32"/>
                  </a:cubicBezTo>
                  <a:cubicBezTo>
                    <a:pt x="2157" y="32"/>
                    <a:pt x="1438" y="32"/>
                    <a:pt x="0" y="751"/>
                  </a:cubicBezTo>
                  <a:cubicBezTo>
                    <a:pt x="0" y="751"/>
                    <a:pt x="0" y="751"/>
                    <a:pt x="0" y="751"/>
                  </a:cubicBezTo>
                  <a:cubicBezTo>
                    <a:pt x="5032" y="2908"/>
                    <a:pt x="9345" y="7221"/>
                    <a:pt x="12940" y="12972"/>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12" name="任意多边形: 形状 111"/>
            <p:cNvSpPr/>
            <p:nvPr/>
          </p:nvSpPr>
          <p:spPr>
            <a:xfrm>
              <a:off x="-6662532" y="6874045"/>
              <a:ext cx="38112" cy="202720"/>
            </a:xfrm>
            <a:custGeom>
              <a:avLst/>
              <a:gdLst>
                <a:gd name="connsiteX0" fmla="*/ 30911 w 38112"/>
                <a:gd name="connsiteY0" fmla="*/ 202721 h 202720"/>
                <a:gd name="connsiteX1" fmla="*/ 38100 w 38112"/>
                <a:gd name="connsiteY1" fmla="*/ 15096 h 202720"/>
                <a:gd name="connsiteX2" fmla="*/ 7907 w 38112"/>
                <a:gd name="connsiteY2" fmla="*/ 15096 h 202720"/>
                <a:gd name="connsiteX3" fmla="*/ 0 w 38112"/>
                <a:gd name="connsiteY3" fmla="*/ 184749 h 202720"/>
                <a:gd name="connsiteX4" fmla="*/ 30911 w 38112"/>
                <a:gd name="connsiteY4" fmla="*/ 202721 h 202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 h="202720">
                  <a:moveTo>
                    <a:pt x="30911" y="202721"/>
                  </a:moveTo>
                  <a:cubicBezTo>
                    <a:pt x="33068" y="140179"/>
                    <a:pt x="35943" y="77638"/>
                    <a:pt x="38100" y="15096"/>
                  </a:cubicBezTo>
                  <a:cubicBezTo>
                    <a:pt x="38819" y="-5032"/>
                    <a:pt x="8626" y="-5032"/>
                    <a:pt x="7907" y="15096"/>
                  </a:cubicBezTo>
                  <a:cubicBezTo>
                    <a:pt x="5032" y="71887"/>
                    <a:pt x="2875" y="127959"/>
                    <a:pt x="0" y="184749"/>
                  </a:cubicBezTo>
                  <a:cubicBezTo>
                    <a:pt x="12940" y="183311"/>
                    <a:pt x="25160" y="191219"/>
                    <a:pt x="30911" y="202721"/>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13" name="任意多边形: 形状 112"/>
            <p:cNvSpPr/>
            <p:nvPr/>
          </p:nvSpPr>
          <p:spPr>
            <a:xfrm>
              <a:off x="-8054260" y="5932431"/>
              <a:ext cx="3050875" cy="6856730"/>
            </a:xfrm>
            <a:custGeom>
              <a:avLst/>
              <a:gdLst>
                <a:gd name="connsiteX0" fmla="*/ 3050876 w 3050875"/>
                <a:gd name="connsiteY0" fmla="*/ 6846395 h 6856730"/>
                <a:gd name="connsiteX1" fmla="*/ 2968925 w 3050875"/>
                <a:gd name="connsiteY1" fmla="*/ 6788166 h 6856730"/>
                <a:gd name="connsiteX2" fmla="*/ 2932263 w 3050875"/>
                <a:gd name="connsiteY2" fmla="*/ 6765163 h 6856730"/>
                <a:gd name="connsiteX3" fmla="*/ 2847436 w 3050875"/>
                <a:gd name="connsiteY3" fmla="*/ 6766600 h 6856730"/>
                <a:gd name="connsiteX4" fmla="*/ 2608772 w 3050875"/>
                <a:gd name="connsiteY4" fmla="*/ 6766600 h 6856730"/>
                <a:gd name="connsiteX5" fmla="*/ 2574266 w 3050875"/>
                <a:gd name="connsiteY5" fmla="*/ 6753661 h 6856730"/>
                <a:gd name="connsiteX6" fmla="*/ 2573548 w 3050875"/>
                <a:gd name="connsiteY6" fmla="*/ 6676023 h 6856730"/>
                <a:gd name="connsiteX7" fmla="*/ 2574266 w 3050875"/>
                <a:gd name="connsiteY7" fmla="*/ 6674585 h 6856730"/>
                <a:gd name="connsiteX8" fmla="*/ 2550544 w 3050875"/>
                <a:gd name="connsiteY8" fmla="*/ 6653019 h 6856730"/>
                <a:gd name="connsiteX9" fmla="*/ 2550544 w 3050875"/>
                <a:gd name="connsiteY9" fmla="*/ 6321621 h 6856730"/>
                <a:gd name="connsiteX10" fmla="*/ 2561327 w 3050875"/>
                <a:gd name="connsiteY10" fmla="*/ 6302212 h 6856730"/>
                <a:gd name="connsiteX11" fmla="*/ 2563483 w 3050875"/>
                <a:gd name="connsiteY11" fmla="*/ 6290710 h 6856730"/>
                <a:gd name="connsiteX12" fmla="*/ 2590081 w 3050875"/>
                <a:gd name="connsiteY12" fmla="*/ 6276333 h 6856730"/>
                <a:gd name="connsiteX13" fmla="*/ 2608053 w 3050875"/>
                <a:gd name="connsiteY13" fmla="*/ 6277051 h 6856730"/>
                <a:gd name="connsiteX14" fmla="*/ 2612366 w 3050875"/>
                <a:gd name="connsiteY14" fmla="*/ 6254047 h 6856730"/>
                <a:gd name="connsiteX15" fmla="*/ 2614523 w 3050875"/>
                <a:gd name="connsiteY15" fmla="*/ 6249015 h 6856730"/>
                <a:gd name="connsiteX16" fmla="*/ 2613804 w 3050875"/>
                <a:gd name="connsiteY16" fmla="*/ 6231763 h 6856730"/>
                <a:gd name="connsiteX17" fmla="*/ 2622431 w 3050875"/>
                <a:gd name="connsiteY17" fmla="*/ 6230325 h 6856730"/>
                <a:gd name="connsiteX18" fmla="*/ 2656217 w 3050875"/>
                <a:gd name="connsiteY18" fmla="*/ 6182880 h 6856730"/>
                <a:gd name="connsiteX19" fmla="*/ 2622431 w 3050875"/>
                <a:gd name="connsiteY19" fmla="*/ 6135434 h 6856730"/>
                <a:gd name="connsiteX20" fmla="*/ 2610929 w 3050875"/>
                <a:gd name="connsiteY20" fmla="*/ 6133278 h 6856730"/>
                <a:gd name="connsiteX21" fmla="*/ 2610210 w 3050875"/>
                <a:gd name="connsiteY21" fmla="*/ 6104523 h 6856730"/>
                <a:gd name="connsiteX22" fmla="*/ 2700068 w 3050875"/>
                <a:gd name="connsiteY22" fmla="*/ 6098772 h 6856730"/>
                <a:gd name="connsiteX23" fmla="*/ 2846717 w 3050875"/>
                <a:gd name="connsiteY23" fmla="*/ 6059953 h 6856730"/>
                <a:gd name="connsiteX24" fmla="*/ 2858938 w 3050875"/>
                <a:gd name="connsiteY24" fmla="*/ 6034793 h 6856730"/>
                <a:gd name="connsiteX25" fmla="*/ 2859657 w 3050875"/>
                <a:gd name="connsiteY25" fmla="*/ 6034793 h 6856730"/>
                <a:gd name="connsiteX26" fmla="*/ 2904946 w 3050875"/>
                <a:gd name="connsiteY26" fmla="*/ 6035512 h 6856730"/>
                <a:gd name="connsiteX27" fmla="*/ 2925793 w 3050875"/>
                <a:gd name="connsiteY27" fmla="*/ 6013946 h 6856730"/>
                <a:gd name="connsiteX28" fmla="*/ 2925793 w 3050875"/>
                <a:gd name="connsiteY28" fmla="*/ 6008194 h 6856730"/>
                <a:gd name="connsiteX29" fmla="*/ 2926512 w 3050875"/>
                <a:gd name="connsiteY29" fmla="*/ 6008194 h 6856730"/>
                <a:gd name="connsiteX30" fmla="*/ 2950953 w 3050875"/>
                <a:gd name="connsiteY30" fmla="*/ 5988785 h 6856730"/>
                <a:gd name="connsiteX31" fmla="*/ 2951672 w 3050875"/>
                <a:gd name="connsiteY31" fmla="*/ 5987348 h 6856730"/>
                <a:gd name="connsiteX32" fmla="*/ 2944483 w 3050875"/>
                <a:gd name="connsiteY32" fmla="*/ 5960031 h 6856730"/>
                <a:gd name="connsiteX33" fmla="*/ 2916448 w 3050875"/>
                <a:gd name="connsiteY33" fmla="*/ 5949248 h 6856730"/>
                <a:gd name="connsiteX34" fmla="*/ 2845280 w 3050875"/>
                <a:gd name="connsiteY34" fmla="*/ 5946372 h 6856730"/>
                <a:gd name="connsiteX35" fmla="*/ 2843842 w 3050875"/>
                <a:gd name="connsiteY35" fmla="*/ 5933432 h 6856730"/>
                <a:gd name="connsiteX36" fmla="*/ 2833778 w 3050875"/>
                <a:gd name="connsiteY36" fmla="*/ 5925525 h 6856730"/>
                <a:gd name="connsiteX37" fmla="*/ 2797834 w 3050875"/>
                <a:gd name="connsiteY37" fmla="*/ 5942778 h 6856730"/>
                <a:gd name="connsiteX38" fmla="*/ 2792802 w 3050875"/>
                <a:gd name="connsiteY38" fmla="*/ 5945653 h 6856730"/>
                <a:gd name="connsiteX39" fmla="*/ 2769798 w 3050875"/>
                <a:gd name="connsiteY39" fmla="*/ 5944934 h 6856730"/>
                <a:gd name="connsiteX40" fmla="*/ 2695036 w 3050875"/>
                <a:gd name="connsiteY40" fmla="*/ 5929119 h 6856730"/>
                <a:gd name="connsiteX41" fmla="*/ 2823714 w 3050875"/>
                <a:gd name="connsiteY41" fmla="*/ 5885268 h 6856730"/>
                <a:gd name="connsiteX42" fmla="*/ 2817963 w 3050875"/>
                <a:gd name="connsiteY42" fmla="*/ 5870891 h 6856730"/>
                <a:gd name="connsiteX43" fmla="*/ 2546949 w 3050875"/>
                <a:gd name="connsiteY43" fmla="*/ 5873767 h 6856730"/>
                <a:gd name="connsiteX44" fmla="*/ 2419710 w 3050875"/>
                <a:gd name="connsiteY44" fmla="*/ 5822008 h 6856730"/>
                <a:gd name="connsiteX45" fmla="*/ 2370108 w 3050875"/>
                <a:gd name="connsiteY45" fmla="*/ 5786783 h 6856730"/>
                <a:gd name="connsiteX46" fmla="*/ 2506693 w 3050875"/>
                <a:gd name="connsiteY46" fmla="*/ 5775282 h 6856730"/>
                <a:gd name="connsiteX47" fmla="*/ 2506693 w 3050875"/>
                <a:gd name="connsiteY47" fmla="*/ 5736463 h 6856730"/>
                <a:gd name="connsiteX48" fmla="*/ 2359325 w 3050875"/>
                <a:gd name="connsiteY48" fmla="*/ 5724961 h 6856730"/>
                <a:gd name="connsiteX49" fmla="*/ 2347823 w 3050875"/>
                <a:gd name="connsiteY49" fmla="*/ 5718491 h 6856730"/>
                <a:gd name="connsiteX50" fmla="*/ 2321225 w 3050875"/>
                <a:gd name="connsiteY50" fmla="*/ 5722085 h 6856730"/>
                <a:gd name="connsiteX51" fmla="*/ 2302534 w 3050875"/>
                <a:gd name="connsiteY51" fmla="*/ 5539493 h 6856730"/>
                <a:gd name="connsiteX52" fmla="*/ 2283125 w 3050875"/>
                <a:gd name="connsiteY52" fmla="*/ 5351149 h 6856730"/>
                <a:gd name="connsiteX53" fmla="*/ 2312599 w 3050875"/>
                <a:gd name="connsiteY53" fmla="*/ 5343242 h 6856730"/>
                <a:gd name="connsiteX54" fmla="*/ 2316193 w 3050875"/>
                <a:gd name="connsiteY54" fmla="*/ 5315206 h 6856730"/>
                <a:gd name="connsiteX55" fmla="*/ 2286000 w 3050875"/>
                <a:gd name="connsiteY55" fmla="*/ 5296515 h 6856730"/>
                <a:gd name="connsiteX56" fmla="*/ 2302534 w 3050875"/>
                <a:gd name="connsiteY56" fmla="*/ 5271355 h 6856730"/>
                <a:gd name="connsiteX57" fmla="*/ 2446308 w 3050875"/>
                <a:gd name="connsiteY57" fmla="*/ 5043474 h 6856730"/>
                <a:gd name="connsiteX58" fmla="*/ 2431930 w 3050875"/>
                <a:gd name="connsiteY58" fmla="*/ 5019751 h 6856730"/>
                <a:gd name="connsiteX59" fmla="*/ 2423304 w 3050875"/>
                <a:gd name="connsiteY59" fmla="*/ 5024065 h 6856730"/>
                <a:gd name="connsiteX60" fmla="*/ 2323382 w 3050875"/>
                <a:gd name="connsiteY60" fmla="*/ 5042755 h 6856730"/>
                <a:gd name="connsiteX61" fmla="*/ 2240712 w 3050875"/>
                <a:gd name="connsiteY61" fmla="*/ 5003217 h 6856730"/>
                <a:gd name="connsiteX62" fmla="*/ 2237117 w 3050875"/>
                <a:gd name="connsiteY62" fmla="*/ 5003936 h 6856730"/>
                <a:gd name="connsiteX63" fmla="*/ 2229210 w 3050875"/>
                <a:gd name="connsiteY63" fmla="*/ 4984527 h 6856730"/>
                <a:gd name="connsiteX64" fmla="*/ 2227053 w 3050875"/>
                <a:gd name="connsiteY64" fmla="*/ 4978776 h 6856730"/>
                <a:gd name="connsiteX65" fmla="*/ 2204768 w 3050875"/>
                <a:gd name="connsiteY65" fmla="*/ 4904014 h 6856730"/>
                <a:gd name="connsiteX66" fmla="*/ 2152291 w 3050875"/>
                <a:gd name="connsiteY66" fmla="*/ 4627968 h 6856730"/>
                <a:gd name="connsiteX67" fmla="*/ 2176732 w 3050875"/>
                <a:gd name="connsiteY67" fmla="*/ 4602089 h 6856730"/>
                <a:gd name="connsiteX68" fmla="*/ 2180327 w 3050875"/>
                <a:gd name="connsiteY68" fmla="*/ 4589868 h 6856730"/>
                <a:gd name="connsiteX69" fmla="*/ 2176014 w 3050875"/>
                <a:gd name="connsiteY69" fmla="*/ 4520857 h 6856730"/>
                <a:gd name="connsiteX70" fmla="*/ 2201174 w 3050875"/>
                <a:gd name="connsiteY70" fmla="*/ 4509355 h 6856730"/>
                <a:gd name="connsiteX71" fmla="*/ 2204768 w 3050875"/>
                <a:gd name="connsiteY71" fmla="*/ 4492821 h 6856730"/>
                <a:gd name="connsiteX72" fmla="*/ 2205487 w 3050875"/>
                <a:gd name="connsiteY72" fmla="*/ 4492102 h 6856730"/>
                <a:gd name="connsiteX73" fmla="*/ 2209081 w 3050875"/>
                <a:gd name="connsiteY73" fmla="*/ 4463348 h 6856730"/>
                <a:gd name="connsiteX74" fmla="*/ 2226334 w 3050875"/>
                <a:gd name="connsiteY74" fmla="*/ 4443219 h 6856730"/>
                <a:gd name="connsiteX75" fmla="*/ 2277374 w 3050875"/>
                <a:gd name="connsiteY75" fmla="*/ 4355517 h 6856730"/>
                <a:gd name="connsiteX76" fmla="*/ 2360763 w 3050875"/>
                <a:gd name="connsiteY76" fmla="*/ 4237623 h 6856730"/>
                <a:gd name="connsiteX77" fmla="*/ 2360763 w 3050875"/>
                <a:gd name="connsiteY77" fmla="*/ 4237623 h 6856730"/>
                <a:gd name="connsiteX78" fmla="*/ 2265153 w 3050875"/>
                <a:gd name="connsiteY78" fmla="*/ 4262783 h 6856730"/>
                <a:gd name="connsiteX79" fmla="*/ 2131444 w 3050875"/>
                <a:gd name="connsiteY79" fmla="*/ 4175800 h 6856730"/>
                <a:gd name="connsiteX80" fmla="*/ 2145821 w 3050875"/>
                <a:gd name="connsiteY80" fmla="*/ 4139138 h 6856730"/>
                <a:gd name="connsiteX81" fmla="*/ 2139351 w 3050875"/>
                <a:gd name="connsiteY81" fmla="*/ 4131949 h 6856730"/>
                <a:gd name="connsiteX82" fmla="*/ 2129287 w 3050875"/>
                <a:gd name="connsiteY82" fmla="*/ 4126917 h 6856730"/>
                <a:gd name="connsiteX83" fmla="*/ 2125693 w 3050875"/>
                <a:gd name="connsiteY83" fmla="*/ 4101757 h 6856730"/>
                <a:gd name="connsiteX84" fmla="*/ 2109159 w 3050875"/>
                <a:gd name="connsiteY84" fmla="*/ 3872438 h 6856730"/>
                <a:gd name="connsiteX85" fmla="*/ 2096219 w 3050875"/>
                <a:gd name="connsiteY85" fmla="*/ 3692002 h 6856730"/>
                <a:gd name="connsiteX86" fmla="*/ 2140789 w 3050875"/>
                <a:gd name="connsiteY86" fmla="*/ 3622991 h 6856730"/>
                <a:gd name="connsiteX87" fmla="*/ 2193985 w 3050875"/>
                <a:gd name="connsiteY87" fmla="*/ 3536008 h 6856730"/>
                <a:gd name="connsiteX88" fmla="*/ 2211957 w 3050875"/>
                <a:gd name="connsiteY88" fmla="*/ 3505815 h 6856730"/>
                <a:gd name="connsiteX89" fmla="*/ 2213395 w 3050875"/>
                <a:gd name="connsiteY89" fmla="*/ 3498627 h 6856730"/>
                <a:gd name="connsiteX90" fmla="*/ 2214832 w 3050875"/>
                <a:gd name="connsiteY90" fmla="*/ 3495751 h 6856730"/>
                <a:gd name="connsiteX91" fmla="*/ 2215551 w 3050875"/>
                <a:gd name="connsiteY91" fmla="*/ 3495032 h 6856730"/>
                <a:gd name="connsiteX92" fmla="*/ 2136476 w 3050875"/>
                <a:gd name="connsiteY92" fmla="*/ 3483530 h 6856730"/>
                <a:gd name="connsiteX93" fmla="*/ 2112753 w 3050875"/>
                <a:gd name="connsiteY93" fmla="*/ 3463402 h 6856730"/>
                <a:gd name="connsiteX94" fmla="*/ 2066746 w 3050875"/>
                <a:gd name="connsiteY94" fmla="*/ 3366355 h 6856730"/>
                <a:gd name="connsiteX95" fmla="*/ 2096938 w 3050875"/>
                <a:gd name="connsiteY95" fmla="*/ 3341914 h 6856730"/>
                <a:gd name="connsiteX96" fmla="*/ 2101251 w 3050875"/>
                <a:gd name="connsiteY96" fmla="*/ 3338319 h 6856730"/>
                <a:gd name="connsiteX97" fmla="*/ 2101251 w 3050875"/>
                <a:gd name="connsiteY97" fmla="*/ 3321066 h 6856730"/>
                <a:gd name="connsiteX98" fmla="*/ 2070340 w 3050875"/>
                <a:gd name="connsiteY98" fmla="*/ 3305970 h 6856730"/>
                <a:gd name="connsiteX99" fmla="*/ 2056681 w 3050875"/>
                <a:gd name="connsiteY99" fmla="*/ 3107563 h 6856730"/>
                <a:gd name="connsiteX100" fmla="*/ 2109159 w 3050875"/>
                <a:gd name="connsiteY100" fmla="*/ 3125534 h 6856730"/>
                <a:gd name="connsiteX101" fmla="*/ 2118504 w 3050875"/>
                <a:gd name="connsiteY101" fmla="*/ 3109000 h 6856730"/>
                <a:gd name="connsiteX102" fmla="*/ 2058119 w 3050875"/>
                <a:gd name="connsiteY102" fmla="*/ 3055804 h 6856730"/>
                <a:gd name="connsiteX103" fmla="*/ 2053087 w 3050875"/>
                <a:gd name="connsiteY103" fmla="*/ 3052210 h 6856730"/>
                <a:gd name="connsiteX104" fmla="*/ 2046617 w 3050875"/>
                <a:gd name="connsiteY104" fmla="*/ 2960195 h 6856730"/>
                <a:gd name="connsiteX105" fmla="*/ 2048774 w 3050875"/>
                <a:gd name="connsiteY105" fmla="*/ 2960914 h 6856730"/>
                <a:gd name="connsiteX106" fmla="*/ 2061713 w 3050875"/>
                <a:gd name="connsiteY106" fmla="*/ 2943660 h 6856730"/>
                <a:gd name="connsiteX107" fmla="*/ 2060995 w 3050875"/>
                <a:gd name="connsiteY107" fmla="*/ 2942942 h 6856730"/>
                <a:gd name="connsiteX108" fmla="*/ 2025770 w 3050875"/>
                <a:gd name="connsiteY108" fmla="*/ 2904123 h 6856730"/>
                <a:gd name="connsiteX109" fmla="*/ 2075372 w 3050875"/>
                <a:gd name="connsiteY109" fmla="*/ 2799887 h 6856730"/>
                <a:gd name="connsiteX110" fmla="*/ 2119942 w 3050875"/>
                <a:gd name="connsiteY110" fmla="*/ 2735189 h 6856730"/>
                <a:gd name="connsiteX111" fmla="*/ 2219864 w 3050875"/>
                <a:gd name="connsiteY111" fmla="*/ 2606511 h 6856730"/>
                <a:gd name="connsiteX112" fmla="*/ 2037991 w 3050875"/>
                <a:gd name="connsiteY112" fmla="*/ 2599323 h 6856730"/>
                <a:gd name="connsiteX113" fmla="*/ 2021457 w 3050875"/>
                <a:gd name="connsiteY113" fmla="*/ 2574162 h 6856730"/>
                <a:gd name="connsiteX114" fmla="*/ 2013549 w 3050875"/>
                <a:gd name="connsiteY114" fmla="*/ 2452674 h 6856730"/>
                <a:gd name="connsiteX115" fmla="*/ 2049493 w 3050875"/>
                <a:gd name="connsiteY115" fmla="*/ 2474959 h 6856730"/>
                <a:gd name="connsiteX116" fmla="*/ 2060276 w 3050875"/>
                <a:gd name="connsiteY116" fmla="*/ 2464176 h 6856730"/>
                <a:gd name="connsiteX117" fmla="*/ 2011393 w 3050875"/>
                <a:gd name="connsiteY117" fmla="*/ 2410980 h 6856730"/>
                <a:gd name="connsiteX118" fmla="*/ 2005642 w 3050875"/>
                <a:gd name="connsiteY118" fmla="*/ 2318245 h 6856730"/>
                <a:gd name="connsiteX119" fmla="*/ 1997015 w 3050875"/>
                <a:gd name="connsiteY119" fmla="*/ 2188130 h 6856730"/>
                <a:gd name="connsiteX120" fmla="*/ 1997015 w 3050875"/>
                <a:gd name="connsiteY120" fmla="*/ 2183817 h 6856730"/>
                <a:gd name="connsiteX121" fmla="*/ 1991983 w 3050875"/>
                <a:gd name="connsiteY121" fmla="*/ 2114806 h 6856730"/>
                <a:gd name="connsiteX122" fmla="*/ 1995578 w 3050875"/>
                <a:gd name="connsiteY122" fmla="*/ 2099710 h 6856730"/>
                <a:gd name="connsiteX123" fmla="*/ 1990546 w 3050875"/>
                <a:gd name="connsiteY123" fmla="*/ 2093240 h 6856730"/>
                <a:gd name="connsiteX124" fmla="*/ 1990546 w 3050875"/>
                <a:gd name="connsiteY124" fmla="*/ 2090364 h 6856730"/>
                <a:gd name="connsiteX125" fmla="*/ 1995578 w 3050875"/>
                <a:gd name="connsiteY125" fmla="*/ 2091802 h 6856730"/>
                <a:gd name="connsiteX126" fmla="*/ 2004204 w 3050875"/>
                <a:gd name="connsiteY126" fmla="*/ 2075987 h 6856730"/>
                <a:gd name="connsiteX127" fmla="*/ 1990546 w 3050875"/>
                <a:gd name="connsiteY127" fmla="*/ 2063766 h 6856730"/>
                <a:gd name="connsiteX128" fmla="*/ 2027927 w 3050875"/>
                <a:gd name="connsiteY128" fmla="*/ 2001225 h 6856730"/>
                <a:gd name="connsiteX129" fmla="*/ 2029364 w 3050875"/>
                <a:gd name="connsiteY129" fmla="*/ 1999787 h 6856730"/>
                <a:gd name="connsiteX130" fmla="*/ 2034397 w 3050875"/>
                <a:gd name="connsiteY130" fmla="*/ 1991879 h 6856730"/>
                <a:gd name="connsiteX131" fmla="*/ 2041585 w 3050875"/>
                <a:gd name="connsiteY131" fmla="*/ 1989004 h 6856730"/>
                <a:gd name="connsiteX132" fmla="*/ 2055244 w 3050875"/>
                <a:gd name="connsiteY132" fmla="*/ 1970313 h 6856730"/>
                <a:gd name="connsiteX133" fmla="*/ 2069621 w 3050875"/>
                <a:gd name="connsiteY133" fmla="*/ 1957374 h 6856730"/>
                <a:gd name="connsiteX134" fmla="*/ 2076091 w 3050875"/>
                <a:gd name="connsiteY134" fmla="*/ 1944434 h 6856730"/>
                <a:gd name="connsiteX135" fmla="*/ 2091906 w 3050875"/>
                <a:gd name="connsiteY135" fmla="*/ 1936527 h 6856730"/>
                <a:gd name="connsiteX136" fmla="*/ 2088312 w 3050875"/>
                <a:gd name="connsiteY136" fmla="*/ 1894832 h 6856730"/>
                <a:gd name="connsiteX137" fmla="*/ 2092625 w 3050875"/>
                <a:gd name="connsiteY137" fmla="*/ 1883330 h 6856730"/>
                <a:gd name="connsiteX138" fmla="*/ 2078966 w 3050875"/>
                <a:gd name="connsiteY138" fmla="*/ 1863921 h 6856730"/>
                <a:gd name="connsiteX139" fmla="*/ 2078966 w 3050875"/>
                <a:gd name="connsiteY139" fmla="*/ 1861764 h 6856730"/>
                <a:gd name="connsiteX140" fmla="*/ 2062432 w 3050875"/>
                <a:gd name="connsiteY140" fmla="*/ 1851700 h 6856730"/>
                <a:gd name="connsiteX141" fmla="*/ 2042304 w 3050875"/>
                <a:gd name="connsiteY141" fmla="*/ 1870391 h 6856730"/>
                <a:gd name="connsiteX142" fmla="*/ 2010674 w 3050875"/>
                <a:gd name="connsiteY142" fmla="*/ 1889081 h 6856730"/>
                <a:gd name="connsiteX143" fmla="*/ 2006361 w 3050875"/>
                <a:gd name="connsiteY143" fmla="*/ 1899864 h 6856730"/>
                <a:gd name="connsiteX144" fmla="*/ 1978325 w 3050875"/>
                <a:gd name="connsiteY144" fmla="*/ 1910647 h 6856730"/>
                <a:gd name="connsiteX145" fmla="*/ 1975449 w 3050875"/>
                <a:gd name="connsiteY145" fmla="*/ 1866077 h 6856730"/>
                <a:gd name="connsiteX146" fmla="*/ 1999172 w 3050875"/>
                <a:gd name="connsiteY146" fmla="*/ 1865359 h 6856730"/>
                <a:gd name="connsiteX147" fmla="*/ 1999172 w 3050875"/>
                <a:gd name="connsiteY147" fmla="*/ 1854576 h 6856730"/>
                <a:gd name="connsiteX148" fmla="*/ 1974731 w 3050875"/>
                <a:gd name="connsiteY148" fmla="*/ 1853857 h 6856730"/>
                <a:gd name="connsiteX149" fmla="*/ 1958196 w 3050875"/>
                <a:gd name="connsiteY149" fmla="*/ 1619506 h 6856730"/>
                <a:gd name="connsiteX150" fmla="*/ 1954602 w 3050875"/>
                <a:gd name="connsiteY150" fmla="*/ 1565591 h 6856730"/>
                <a:gd name="connsiteX151" fmla="*/ 1971136 w 3050875"/>
                <a:gd name="connsiteY151" fmla="*/ 1567028 h 6856730"/>
                <a:gd name="connsiteX152" fmla="*/ 1983357 w 3050875"/>
                <a:gd name="connsiteY152" fmla="*/ 1544744 h 6856730"/>
                <a:gd name="connsiteX153" fmla="*/ 1950289 w 3050875"/>
                <a:gd name="connsiteY153" fmla="*/ 1508081 h 6856730"/>
                <a:gd name="connsiteX154" fmla="*/ 1944538 w 3050875"/>
                <a:gd name="connsiteY154" fmla="*/ 1431162 h 6856730"/>
                <a:gd name="connsiteX155" fmla="*/ 1974731 w 3050875"/>
                <a:gd name="connsiteY155" fmla="*/ 1423974 h 6856730"/>
                <a:gd name="connsiteX156" fmla="*/ 1977606 w 3050875"/>
                <a:gd name="connsiteY156" fmla="*/ 1421098 h 6856730"/>
                <a:gd name="connsiteX157" fmla="*/ 1981200 w 3050875"/>
                <a:gd name="connsiteY157" fmla="*/ 1418223 h 6856730"/>
                <a:gd name="connsiteX158" fmla="*/ 2077529 w 3050875"/>
                <a:gd name="connsiteY158" fmla="*/ 1285232 h 6856730"/>
                <a:gd name="connsiteX159" fmla="*/ 2072496 w 3050875"/>
                <a:gd name="connsiteY159" fmla="*/ 1252883 h 6856730"/>
                <a:gd name="connsiteX160" fmla="*/ 2072496 w 3050875"/>
                <a:gd name="connsiteY160" fmla="*/ 1252883 h 6856730"/>
                <a:gd name="connsiteX161" fmla="*/ 2045898 w 3050875"/>
                <a:gd name="connsiteY161" fmla="*/ 1252883 h 6856730"/>
                <a:gd name="connsiteX162" fmla="*/ 2027208 w 3050875"/>
                <a:gd name="connsiteY162" fmla="*/ 1246413 h 6856730"/>
                <a:gd name="connsiteX163" fmla="*/ 1935911 w 3050875"/>
                <a:gd name="connsiteY163" fmla="*/ 1228442 h 6856730"/>
                <a:gd name="connsiteX164" fmla="*/ 1923691 w 3050875"/>
                <a:gd name="connsiteY164" fmla="*/ 1198968 h 6856730"/>
                <a:gd name="connsiteX165" fmla="*/ 1940944 w 3050875"/>
                <a:gd name="connsiteY165" fmla="*/ 1166619 h 6856730"/>
                <a:gd name="connsiteX166" fmla="*/ 1943100 w 3050875"/>
                <a:gd name="connsiteY166" fmla="*/ 1067415 h 6856730"/>
                <a:gd name="connsiteX167" fmla="*/ 1945257 w 3050875"/>
                <a:gd name="connsiteY167" fmla="*/ 1024283 h 6856730"/>
                <a:gd name="connsiteX168" fmla="*/ 2102689 w 3050875"/>
                <a:gd name="connsiteY168" fmla="*/ 946645 h 6856730"/>
                <a:gd name="connsiteX169" fmla="*/ 2081123 w 3050875"/>
                <a:gd name="connsiteY169" fmla="*/ 917172 h 6856730"/>
                <a:gd name="connsiteX170" fmla="*/ 1989827 w 3050875"/>
                <a:gd name="connsiteY170" fmla="*/ 959585 h 6856730"/>
                <a:gd name="connsiteX171" fmla="*/ 2014268 w 3050875"/>
                <a:gd name="connsiteY171" fmla="*/ 939457 h 6856730"/>
                <a:gd name="connsiteX172" fmla="*/ 2095500 w 3050875"/>
                <a:gd name="connsiteY172" fmla="*/ 896325 h 6856730"/>
                <a:gd name="connsiteX173" fmla="*/ 2096938 w 3050875"/>
                <a:gd name="connsiteY173" fmla="*/ 895606 h 6856730"/>
                <a:gd name="connsiteX174" fmla="*/ 1933036 w 3050875"/>
                <a:gd name="connsiteY174" fmla="*/ 787057 h 6856730"/>
                <a:gd name="connsiteX175" fmla="*/ 1930880 w 3050875"/>
                <a:gd name="connsiteY175" fmla="*/ 787057 h 6856730"/>
                <a:gd name="connsiteX176" fmla="*/ 1922972 w 3050875"/>
                <a:gd name="connsiteY176" fmla="*/ 777711 h 6856730"/>
                <a:gd name="connsiteX177" fmla="*/ 1924410 w 3050875"/>
                <a:gd name="connsiteY177" fmla="*/ 775555 h 6856730"/>
                <a:gd name="connsiteX178" fmla="*/ 1927285 w 3050875"/>
                <a:gd name="connsiteY178" fmla="*/ 766928 h 6856730"/>
                <a:gd name="connsiteX179" fmla="*/ 1925128 w 3050875"/>
                <a:gd name="connsiteY179" fmla="*/ 753270 h 6856730"/>
                <a:gd name="connsiteX180" fmla="*/ 1910751 w 3050875"/>
                <a:gd name="connsiteY180" fmla="*/ 740330 h 6856730"/>
                <a:gd name="connsiteX181" fmla="*/ 1857555 w 3050875"/>
                <a:gd name="connsiteY181" fmla="*/ 746800 h 6856730"/>
                <a:gd name="connsiteX182" fmla="*/ 1854680 w 3050875"/>
                <a:gd name="connsiteY182" fmla="*/ 745362 h 6856730"/>
                <a:gd name="connsiteX183" fmla="*/ 1819455 w 3050875"/>
                <a:gd name="connsiteY183" fmla="*/ 739611 h 6856730"/>
                <a:gd name="connsiteX184" fmla="*/ 1708749 w 3050875"/>
                <a:gd name="connsiteY184" fmla="*/ 470036 h 6856730"/>
                <a:gd name="connsiteX185" fmla="*/ 1591574 w 3050875"/>
                <a:gd name="connsiteY185" fmla="*/ 130011 h 6856730"/>
                <a:gd name="connsiteX186" fmla="*/ 1591574 w 3050875"/>
                <a:gd name="connsiteY186" fmla="*/ 111321 h 6856730"/>
                <a:gd name="connsiteX187" fmla="*/ 1585823 w 3050875"/>
                <a:gd name="connsiteY187" fmla="*/ 84723 h 6856730"/>
                <a:gd name="connsiteX188" fmla="*/ 1584385 w 3050875"/>
                <a:gd name="connsiteY188" fmla="*/ 51655 h 6856730"/>
                <a:gd name="connsiteX189" fmla="*/ 1582229 w 3050875"/>
                <a:gd name="connsiteY189" fmla="*/ 51655 h 6856730"/>
                <a:gd name="connsiteX190" fmla="*/ 1582947 w 3050875"/>
                <a:gd name="connsiteY190" fmla="*/ 71064 h 6856730"/>
                <a:gd name="connsiteX191" fmla="*/ 1580072 w 3050875"/>
                <a:gd name="connsiteY191" fmla="*/ 58843 h 6856730"/>
                <a:gd name="connsiteX192" fmla="*/ 1603076 w 3050875"/>
                <a:gd name="connsiteY192" fmla="*/ 27213 h 6856730"/>
                <a:gd name="connsiteX193" fmla="*/ 1603076 w 3050875"/>
                <a:gd name="connsiteY193" fmla="*/ 17868 h 6856730"/>
                <a:gd name="connsiteX194" fmla="*/ 1561381 w 3050875"/>
                <a:gd name="connsiteY194" fmla="*/ 41591 h 6856730"/>
                <a:gd name="connsiteX195" fmla="*/ 1561381 w 3050875"/>
                <a:gd name="connsiteY195" fmla="*/ 75377 h 6856730"/>
                <a:gd name="connsiteX196" fmla="*/ 1550598 w 3050875"/>
                <a:gd name="connsiteY196" fmla="*/ 494477 h 6856730"/>
                <a:gd name="connsiteX197" fmla="*/ 1532627 w 3050875"/>
                <a:gd name="connsiteY197" fmla="*/ 564927 h 6856730"/>
                <a:gd name="connsiteX198" fmla="*/ 1531189 w 3050875"/>
                <a:gd name="connsiteY198" fmla="*/ 566364 h 6856730"/>
                <a:gd name="connsiteX199" fmla="*/ 1459302 w 3050875"/>
                <a:gd name="connsiteY199" fmla="*/ 681383 h 6856730"/>
                <a:gd name="connsiteX200" fmla="*/ 1437017 w 3050875"/>
                <a:gd name="connsiteY200" fmla="*/ 709419 h 6856730"/>
                <a:gd name="connsiteX201" fmla="*/ 1485181 w 3050875"/>
                <a:gd name="connsiteY201" fmla="*/ 492321 h 6856730"/>
                <a:gd name="connsiteX202" fmla="*/ 1554193 w 3050875"/>
                <a:gd name="connsiteY202" fmla="*/ 114196 h 6856730"/>
                <a:gd name="connsiteX203" fmla="*/ 1552036 w 3050875"/>
                <a:gd name="connsiteY203" fmla="*/ 114196 h 6856730"/>
                <a:gd name="connsiteX204" fmla="*/ 1480868 w 3050875"/>
                <a:gd name="connsiteY204" fmla="*/ 490883 h 6856730"/>
                <a:gd name="connsiteX205" fmla="*/ 1428391 w 3050875"/>
                <a:gd name="connsiteY205" fmla="*/ 719483 h 6856730"/>
                <a:gd name="connsiteX206" fmla="*/ 1407544 w 3050875"/>
                <a:gd name="connsiteY206" fmla="*/ 741768 h 6856730"/>
                <a:gd name="connsiteX207" fmla="*/ 1393166 w 3050875"/>
                <a:gd name="connsiteY207" fmla="*/ 746800 h 6856730"/>
                <a:gd name="connsiteX208" fmla="*/ 1321998 w 3050875"/>
                <a:gd name="connsiteY208" fmla="*/ 758302 h 6856730"/>
                <a:gd name="connsiteX209" fmla="*/ 1265927 w 3050875"/>
                <a:gd name="connsiteY209" fmla="*/ 738893 h 6856730"/>
                <a:gd name="connsiteX210" fmla="*/ 1300432 w 3050875"/>
                <a:gd name="connsiteY210" fmla="*/ 683540 h 6856730"/>
                <a:gd name="connsiteX211" fmla="*/ 1416889 w 3050875"/>
                <a:gd name="connsiteY211" fmla="*/ 465004 h 6856730"/>
                <a:gd name="connsiteX212" fmla="*/ 1542691 w 3050875"/>
                <a:gd name="connsiteY212" fmla="*/ 114196 h 6856730"/>
                <a:gd name="connsiteX213" fmla="*/ 1544847 w 3050875"/>
                <a:gd name="connsiteY213" fmla="*/ 112040 h 6856730"/>
                <a:gd name="connsiteX214" fmla="*/ 1544847 w 3050875"/>
                <a:gd name="connsiteY214" fmla="*/ 112040 h 6856730"/>
                <a:gd name="connsiteX215" fmla="*/ 1542691 w 3050875"/>
                <a:gd name="connsiteY215" fmla="*/ 114196 h 6856730"/>
                <a:gd name="connsiteX216" fmla="*/ 1567132 w 3050875"/>
                <a:gd name="connsiteY216" fmla="*/ 1334 h 6856730"/>
                <a:gd name="connsiteX217" fmla="*/ 1564976 w 3050875"/>
                <a:gd name="connsiteY217" fmla="*/ 615 h 6856730"/>
                <a:gd name="connsiteX218" fmla="*/ 1529032 w 3050875"/>
                <a:gd name="connsiteY218" fmla="*/ 73940 h 6856730"/>
                <a:gd name="connsiteX219" fmla="*/ 1529751 w 3050875"/>
                <a:gd name="connsiteY219" fmla="*/ 73940 h 6856730"/>
                <a:gd name="connsiteX220" fmla="*/ 1562819 w 3050875"/>
                <a:gd name="connsiteY220" fmla="*/ 8523 h 6856730"/>
                <a:gd name="connsiteX221" fmla="*/ 1558506 w 3050875"/>
                <a:gd name="connsiteY221" fmla="*/ 27932 h 6856730"/>
                <a:gd name="connsiteX222" fmla="*/ 1550598 w 3050875"/>
                <a:gd name="connsiteY222" fmla="*/ 62438 h 6856730"/>
                <a:gd name="connsiteX223" fmla="*/ 1536221 w 3050875"/>
                <a:gd name="connsiteY223" fmla="*/ 120666 h 6856730"/>
                <a:gd name="connsiteX224" fmla="*/ 1532627 w 3050875"/>
                <a:gd name="connsiteY224" fmla="*/ 124260 h 6856730"/>
                <a:gd name="connsiteX225" fmla="*/ 1532627 w 3050875"/>
                <a:gd name="connsiteY225" fmla="*/ 124260 h 6856730"/>
                <a:gd name="connsiteX226" fmla="*/ 1536221 w 3050875"/>
                <a:gd name="connsiteY226" fmla="*/ 120666 h 6856730"/>
                <a:gd name="connsiteX227" fmla="*/ 1518249 w 3050875"/>
                <a:gd name="connsiteY227" fmla="*/ 185364 h 6856730"/>
                <a:gd name="connsiteX228" fmla="*/ 1427672 w 3050875"/>
                <a:gd name="connsiteY228" fmla="*/ 429779 h 6856730"/>
                <a:gd name="connsiteX229" fmla="*/ 1311215 w 3050875"/>
                <a:gd name="connsiteY229" fmla="*/ 656223 h 6856730"/>
                <a:gd name="connsiteX230" fmla="*/ 1260894 w 3050875"/>
                <a:gd name="connsiteY230" fmla="*/ 736017 h 6856730"/>
                <a:gd name="connsiteX231" fmla="*/ 1250830 w 3050875"/>
                <a:gd name="connsiteY231" fmla="*/ 731704 h 6856730"/>
                <a:gd name="connsiteX232" fmla="*/ 1242923 w 3050875"/>
                <a:gd name="connsiteY232" fmla="*/ 732423 h 6856730"/>
                <a:gd name="connsiteX233" fmla="*/ 1216325 w 3050875"/>
                <a:gd name="connsiteY233" fmla="*/ 739611 h 6856730"/>
                <a:gd name="connsiteX234" fmla="*/ 1208417 w 3050875"/>
                <a:gd name="connsiteY234" fmla="*/ 769085 h 6856730"/>
                <a:gd name="connsiteX235" fmla="*/ 1194759 w 3050875"/>
                <a:gd name="connsiteY235" fmla="*/ 790651 h 6856730"/>
                <a:gd name="connsiteX236" fmla="*/ 1179662 w 3050875"/>
                <a:gd name="connsiteY236" fmla="*/ 846004 h 6856730"/>
                <a:gd name="connsiteX237" fmla="*/ 1178944 w 3050875"/>
                <a:gd name="connsiteY237" fmla="*/ 848161 h 6856730"/>
                <a:gd name="connsiteX238" fmla="*/ 1169598 w 3050875"/>
                <a:gd name="connsiteY238" fmla="*/ 847442 h 6856730"/>
                <a:gd name="connsiteX239" fmla="*/ 1108494 w 3050875"/>
                <a:gd name="connsiteY239" fmla="*/ 885542 h 6856730"/>
                <a:gd name="connsiteX240" fmla="*/ 1029419 w 3050875"/>
                <a:gd name="connsiteY240" fmla="*/ 918610 h 6856730"/>
                <a:gd name="connsiteX241" fmla="*/ 1035170 w 3050875"/>
                <a:gd name="connsiteY241" fmla="*/ 950959 h 6856730"/>
                <a:gd name="connsiteX242" fmla="*/ 1045234 w 3050875"/>
                <a:gd name="connsiteY242" fmla="*/ 962460 h 6856730"/>
                <a:gd name="connsiteX243" fmla="*/ 1088366 w 3050875"/>
                <a:gd name="connsiteY243" fmla="*/ 970368 h 6856730"/>
                <a:gd name="connsiteX244" fmla="*/ 1081896 w 3050875"/>
                <a:gd name="connsiteY244" fmla="*/ 976838 h 6856730"/>
                <a:gd name="connsiteX245" fmla="*/ 1117121 w 3050875"/>
                <a:gd name="connsiteY245" fmla="*/ 1014219 h 6856730"/>
                <a:gd name="connsiteX246" fmla="*/ 1189727 w 3050875"/>
                <a:gd name="connsiteY246" fmla="*/ 1032910 h 6856730"/>
                <a:gd name="connsiteX247" fmla="*/ 1187570 w 3050875"/>
                <a:gd name="connsiteY247" fmla="*/ 1111266 h 6856730"/>
                <a:gd name="connsiteX248" fmla="*/ 1196915 w 3050875"/>
                <a:gd name="connsiteY248" fmla="*/ 1132113 h 6856730"/>
                <a:gd name="connsiteX249" fmla="*/ 1196915 w 3050875"/>
                <a:gd name="connsiteY249" fmla="*/ 1173089 h 6856730"/>
                <a:gd name="connsiteX250" fmla="*/ 1197634 w 3050875"/>
                <a:gd name="connsiteY250" fmla="*/ 1204719 h 6856730"/>
                <a:gd name="connsiteX251" fmla="*/ 1189727 w 3050875"/>
                <a:gd name="connsiteY251" fmla="*/ 1208313 h 6856730"/>
                <a:gd name="connsiteX252" fmla="*/ 1177506 w 3050875"/>
                <a:gd name="connsiteY252" fmla="*/ 1234912 h 6856730"/>
                <a:gd name="connsiteX253" fmla="*/ 1175349 w 3050875"/>
                <a:gd name="connsiteY253" fmla="*/ 1242100 h 6856730"/>
                <a:gd name="connsiteX254" fmla="*/ 1180381 w 3050875"/>
                <a:gd name="connsiteY254" fmla="*/ 1242100 h 6856730"/>
                <a:gd name="connsiteX255" fmla="*/ 1189008 w 3050875"/>
                <a:gd name="connsiteY255" fmla="*/ 1239944 h 6856730"/>
                <a:gd name="connsiteX256" fmla="*/ 1184695 w 3050875"/>
                <a:gd name="connsiteY256" fmla="*/ 1250727 h 6856730"/>
                <a:gd name="connsiteX257" fmla="*/ 1178944 w 3050875"/>
                <a:gd name="connsiteY257" fmla="*/ 1252164 h 6856730"/>
                <a:gd name="connsiteX258" fmla="*/ 1177506 w 3050875"/>
                <a:gd name="connsiteY258" fmla="*/ 1252164 h 6856730"/>
                <a:gd name="connsiteX259" fmla="*/ 1177506 w 3050875"/>
                <a:gd name="connsiteY259" fmla="*/ 1251445 h 6856730"/>
                <a:gd name="connsiteX260" fmla="*/ 1176787 w 3050875"/>
                <a:gd name="connsiteY260" fmla="*/ 1244976 h 6856730"/>
                <a:gd name="connsiteX261" fmla="*/ 1174630 w 3050875"/>
                <a:gd name="connsiteY261" fmla="*/ 1242100 h 6856730"/>
                <a:gd name="connsiteX262" fmla="*/ 1171036 w 3050875"/>
                <a:gd name="connsiteY262" fmla="*/ 1248570 h 6856730"/>
                <a:gd name="connsiteX263" fmla="*/ 1168879 w 3050875"/>
                <a:gd name="connsiteY263" fmla="*/ 1250727 h 6856730"/>
                <a:gd name="connsiteX264" fmla="*/ 1168879 w 3050875"/>
                <a:gd name="connsiteY264" fmla="*/ 1250727 h 6856730"/>
                <a:gd name="connsiteX265" fmla="*/ 1168879 w 3050875"/>
                <a:gd name="connsiteY265" fmla="*/ 1250727 h 6856730"/>
                <a:gd name="connsiteX266" fmla="*/ 1147313 w 3050875"/>
                <a:gd name="connsiteY266" fmla="*/ 1271574 h 6856730"/>
                <a:gd name="connsiteX267" fmla="*/ 1140844 w 3050875"/>
                <a:gd name="connsiteY267" fmla="*/ 1268698 h 6856730"/>
                <a:gd name="connsiteX268" fmla="*/ 1084772 w 3050875"/>
                <a:gd name="connsiteY268" fmla="*/ 1274449 h 6856730"/>
                <a:gd name="connsiteX269" fmla="*/ 1023668 w 3050875"/>
                <a:gd name="connsiteY269" fmla="*/ 1249289 h 6856730"/>
                <a:gd name="connsiteX270" fmla="*/ 1011447 w 3050875"/>
                <a:gd name="connsiteY270" fmla="*/ 1258634 h 6856730"/>
                <a:gd name="connsiteX271" fmla="*/ 1073989 w 3050875"/>
                <a:gd name="connsiteY271" fmla="*/ 1305360 h 6856730"/>
                <a:gd name="connsiteX272" fmla="*/ 1074708 w 3050875"/>
                <a:gd name="connsiteY272" fmla="*/ 1305360 h 6856730"/>
                <a:gd name="connsiteX273" fmla="*/ 1061049 w 3050875"/>
                <a:gd name="connsiteY273" fmla="*/ 1309674 h 6856730"/>
                <a:gd name="connsiteX274" fmla="*/ 1061049 w 3050875"/>
                <a:gd name="connsiteY274" fmla="*/ 1309674 h 6856730"/>
                <a:gd name="connsiteX275" fmla="*/ 1046672 w 3050875"/>
                <a:gd name="connsiteY275" fmla="*/ 1299610 h 6856730"/>
                <a:gd name="connsiteX276" fmla="*/ 1027262 w 3050875"/>
                <a:gd name="connsiteY276" fmla="*/ 1289545 h 6856730"/>
                <a:gd name="connsiteX277" fmla="*/ 1002102 w 3050875"/>
                <a:gd name="connsiteY277" fmla="*/ 1314706 h 6856730"/>
                <a:gd name="connsiteX278" fmla="*/ 1022949 w 3050875"/>
                <a:gd name="connsiteY278" fmla="*/ 1334834 h 6856730"/>
                <a:gd name="connsiteX279" fmla="*/ 1043078 w 3050875"/>
                <a:gd name="connsiteY279" fmla="*/ 1348493 h 6856730"/>
                <a:gd name="connsiteX280" fmla="*/ 1053142 w 3050875"/>
                <a:gd name="connsiteY280" fmla="*/ 1354962 h 6856730"/>
                <a:gd name="connsiteX281" fmla="*/ 1111370 w 3050875"/>
                <a:gd name="connsiteY281" fmla="*/ 1445540 h 6856730"/>
                <a:gd name="connsiteX282" fmla="*/ 1112089 w 3050875"/>
                <a:gd name="connsiteY282" fmla="*/ 1451291 h 6856730"/>
                <a:gd name="connsiteX283" fmla="*/ 1116402 w 3050875"/>
                <a:gd name="connsiteY283" fmla="*/ 1467825 h 6856730"/>
                <a:gd name="connsiteX284" fmla="*/ 1122872 w 3050875"/>
                <a:gd name="connsiteY284" fmla="*/ 1467106 h 6856730"/>
                <a:gd name="connsiteX285" fmla="*/ 1125747 w 3050875"/>
                <a:gd name="connsiteY285" fmla="*/ 1469262 h 6856730"/>
                <a:gd name="connsiteX286" fmla="*/ 1142281 w 3050875"/>
                <a:gd name="connsiteY286" fmla="*/ 1473576 h 6856730"/>
                <a:gd name="connsiteX287" fmla="*/ 1163129 w 3050875"/>
                <a:gd name="connsiteY287" fmla="*/ 1507362 h 6856730"/>
                <a:gd name="connsiteX288" fmla="*/ 1173912 w 3050875"/>
                <a:gd name="connsiteY288" fmla="*/ 1517427 h 6856730"/>
                <a:gd name="connsiteX289" fmla="*/ 1166004 w 3050875"/>
                <a:gd name="connsiteY289" fmla="*/ 1774781 h 6856730"/>
                <a:gd name="connsiteX290" fmla="*/ 1164566 w 3050875"/>
                <a:gd name="connsiteY290" fmla="*/ 1784127 h 6856730"/>
                <a:gd name="connsiteX291" fmla="*/ 1151627 w 3050875"/>
                <a:gd name="connsiteY291" fmla="*/ 1791315 h 6856730"/>
                <a:gd name="connsiteX292" fmla="*/ 1147313 w 3050875"/>
                <a:gd name="connsiteY292" fmla="*/ 1796347 h 6856730"/>
                <a:gd name="connsiteX293" fmla="*/ 1144438 w 3050875"/>
                <a:gd name="connsiteY293" fmla="*/ 1786283 h 6856730"/>
                <a:gd name="connsiteX294" fmla="*/ 1141562 w 3050875"/>
                <a:gd name="connsiteY294" fmla="*/ 1798504 h 6856730"/>
                <a:gd name="connsiteX295" fmla="*/ 1136530 w 3050875"/>
                <a:gd name="connsiteY295" fmla="*/ 1808568 h 6856730"/>
                <a:gd name="connsiteX296" fmla="*/ 1137249 w 3050875"/>
                <a:gd name="connsiteY296" fmla="*/ 1810006 h 6856730"/>
                <a:gd name="connsiteX297" fmla="*/ 1080459 w 3050875"/>
                <a:gd name="connsiteY297" fmla="*/ 1870391 h 6856730"/>
                <a:gd name="connsiteX298" fmla="*/ 958970 w 3050875"/>
                <a:gd name="connsiteY298" fmla="*/ 1866077 h 6856730"/>
                <a:gd name="connsiteX299" fmla="*/ 921589 w 3050875"/>
                <a:gd name="connsiteY299" fmla="*/ 1903459 h 6856730"/>
                <a:gd name="connsiteX300" fmla="*/ 959689 w 3050875"/>
                <a:gd name="connsiteY300" fmla="*/ 1957374 h 6856730"/>
                <a:gd name="connsiteX301" fmla="*/ 926621 w 3050875"/>
                <a:gd name="connsiteY301" fmla="*/ 1957374 h 6856730"/>
                <a:gd name="connsiteX302" fmla="*/ 948187 w 3050875"/>
                <a:gd name="connsiteY302" fmla="*/ 1997630 h 6856730"/>
                <a:gd name="connsiteX303" fmla="*/ 999227 w 3050875"/>
                <a:gd name="connsiteY303" fmla="*/ 2030698 h 6856730"/>
                <a:gd name="connsiteX304" fmla="*/ 1053861 w 3050875"/>
                <a:gd name="connsiteY304" fmla="*/ 2083176 h 6856730"/>
                <a:gd name="connsiteX305" fmla="*/ 1086210 w 3050875"/>
                <a:gd name="connsiteY305" fmla="*/ 2112649 h 6856730"/>
                <a:gd name="connsiteX306" fmla="*/ 1091242 w 3050875"/>
                <a:gd name="connsiteY306" fmla="*/ 2114087 h 6856730"/>
                <a:gd name="connsiteX307" fmla="*/ 1120715 w 3050875"/>
                <a:gd name="connsiteY307" fmla="*/ 2144279 h 6856730"/>
                <a:gd name="connsiteX308" fmla="*/ 1139406 w 3050875"/>
                <a:gd name="connsiteY308" fmla="*/ 2156500 h 6856730"/>
                <a:gd name="connsiteX309" fmla="*/ 1161691 w 3050875"/>
                <a:gd name="connsiteY309" fmla="*/ 2123432 h 6856730"/>
                <a:gd name="connsiteX310" fmla="*/ 1144438 w 3050875"/>
                <a:gd name="connsiteY310" fmla="*/ 2093240 h 6856730"/>
                <a:gd name="connsiteX311" fmla="*/ 1150189 w 3050875"/>
                <a:gd name="connsiteY311" fmla="*/ 2091802 h 6856730"/>
                <a:gd name="connsiteX312" fmla="*/ 1153064 w 3050875"/>
                <a:gd name="connsiteY312" fmla="*/ 2089645 h 6856730"/>
                <a:gd name="connsiteX313" fmla="*/ 1252268 w 3050875"/>
                <a:gd name="connsiteY313" fmla="*/ 2072393 h 6856730"/>
                <a:gd name="connsiteX314" fmla="*/ 1352191 w 3050875"/>
                <a:gd name="connsiteY314" fmla="*/ 2054421 h 6856730"/>
                <a:gd name="connsiteX315" fmla="*/ 1332062 w 3050875"/>
                <a:gd name="connsiteY315" fmla="*/ 2495087 h 6856730"/>
                <a:gd name="connsiteX316" fmla="*/ 1243642 w 3050875"/>
                <a:gd name="connsiteY316" fmla="*/ 2525279 h 6856730"/>
                <a:gd name="connsiteX317" fmla="*/ 1157378 w 3050875"/>
                <a:gd name="connsiteY317" fmla="*/ 2543251 h 6856730"/>
                <a:gd name="connsiteX318" fmla="*/ 1202666 w 3050875"/>
                <a:gd name="connsiteY318" fmla="*/ 2506589 h 6856730"/>
                <a:gd name="connsiteX319" fmla="*/ 1200510 w 3050875"/>
                <a:gd name="connsiteY319" fmla="*/ 2502995 h 6856730"/>
                <a:gd name="connsiteX320" fmla="*/ 1130061 w 3050875"/>
                <a:gd name="connsiteY320" fmla="*/ 2546846 h 6856730"/>
                <a:gd name="connsiteX321" fmla="*/ 1149470 w 3050875"/>
                <a:gd name="connsiteY321" fmla="*/ 2308900 h 6856730"/>
                <a:gd name="connsiteX322" fmla="*/ 1150908 w 3050875"/>
                <a:gd name="connsiteY322" fmla="*/ 2291647 h 6856730"/>
                <a:gd name="connsiteX323" fmla="*/ 1158815 w 3050875"/>
                <a:gd name="connsiteY323" fmla="*/ 2287334 h 6856730"/>
                <a:gd name="connsiteX324" fmla="*/ 1153064 w 3050875"/>
                <a:gd name="connsiteY324" fmla="*/ 2252110 h 6856730"/>
                <a:gd name="connsiteX325" fmla="*/ 1149470 w 3050875"/>
                <a:gd name="connsiteY325" fmla="*/ 2193881 h 6856730"/>
                <a:gd name="connsiteX326" fmla="*/ 1144438 w 3050875"/>
                <a:gd name="connsiteY326" fmla="*/ 2188849 h 6856730"/>
                <a:gd name="connsiteX327" fmla="*/ 1135812 w 3050875"/>
                <a:gd name="connsiteY327" fmla="*/ 2272238 h 6856730"/>
                <a:gd name="connsiteX328" fmla="*/ 1146595 w 3050875"/>
                <a:gd name="connsiteY328" fmla="*/ 2295961 h 6856730"/>
                <a:gd name="connsiteX329" fmla="*/ 1130061 w 3050875"/>
                <a:gd name="connsiteY329" fmla="*/ 2360659 h 6856730"/>
                <a:gd name="connsiteX330" fmla="*/ 1122153 w 3050875"/>
                <a:gd name="connsiteY330" fmla="*/ 2368566 h 6856730"/>
                <a:gd name="connsiteX331" fmla="*/ 1120715 w 3050875"/>
                <a:gd name="connsiteY331" fmla="*/ 2377912 h 6856730"/>
                <a:gd name="connsiteX332" fmla="*/ 1096993 w 3050875"/>
                <a:gd name="connsiteY332" fmla="*/ 2400197 h 6856730"/>
                <a:gd name="connsiteX333" fmla="*/ 1089804 w 3050875"/>
                <a:gd name="connsiteY333" fmla="*/ 2492930 h 6856730"/>
                <a:gd name="connsiteX334" fmla="*/ 1096993 w 3050875"/>
                <a:gd name="connsiteY334" fmla="*/ 2535344 h 6856730"/>
                <a:gd name="connsiteX335" fmla="*/ 1092679 w 3050875"/>
                <a:gd name="connsiteY335" fmla="*/ 2539657 h 6856730"/>
                <a:gd name="connsiteX336" fmla="*/ 1096993 w 3050875"/>
                <a:gd name="connsiteY336" fmla="*/ 2539657 h 6856730"/>
                <a:gd name="connsiteX337" fmla="*/ 1095555 w 3050875"/>
                <a:gd name="connsiteY337" fmla="*/ 2559066 h 6856730"/>
                <a:gd name="connsiteX338" fmla="*/ 1095555 w 3050875"/>
                <a:gd name="connsiteY338" fmla="*/ 2562660 h 6856730"/>
                <a:gd name="connsiteX339" fmla="*/ 1094117 w 3050875"/>
                <a:gd name="connsiteY339" fmla="*/ 2592134 h 6856730"/>
                <a:gd name="connsiteX340" fmla="*/ 1068238 w 3050875"/>
                <a:gd name="connsiteY340" fmla="*/ 2602198 h 6856730"/>
                <a:gd name="connsiteX341" fmla="*/ 1065362 w 3050875"/>
                <a:gd name="connsiteY341" fmla="*/ 2581351 h 6856730"/>
                <a:gd name="connsiteX342" fmla="*/ 1066800 w 3050875"/>
                <a:gd name="connsiteY342" fmla="*/ 2571287 h 6856730"/>
                <a:gd name="connsiteX343" fmla="*/ 1068238 w 3050875"/>
                <a:gd name="connsiteY343" fmla="*/ 2562660 h 6856730"/>
                <a:gd name="connsiteX344" fmla="*/ 1063925 w 3050875"/>
                <a:gd name="connsiteY344" fmla="*/ 2566255 h 6856730"/>
                <a:gd name="connsiteX345" fmla="*/ 1053861 w 3050875"/>
                <a:gd name="connsiteY345" fmla="*/ 2576319 h 6856730"/>
                <a:gd name="connsiteX346" fmla="*/ 1047391 w 3050875"/>
                <a:gd name="connsiteY346" fmla="*/ 2590697 h 6856730"/>
                <a:gd name="connsiteX347" fmla="*/ 1045953 w 3050875"/>
                <a:gd name="connsiteY347" fmla="*/ 2589978 h 6856730"/>
                <a:gd name="connsiteX348" fmla="*/ 1035170 w 3050875"/>
                <a:gd name="connsiteY348" fmla="*/ 2605793 h 6856730"/>
                <a:gd name="connsiteX349" fmla="*/ 1005696 w 3050875"/>
                <a:gd name="connsiteY349" fmla="*/ 2593572 h 6856730"/>
                <a:gd name="connsiteX350" fmla="*/ 953219 w 3050875"/>
                <a:gd name="connsiteY350" fmla="*/ 2597885 h 6856730"/>
                <a:gd name="connsiteX351" fmla="*/ 923026 w 3050875"/>
                <a:gd name="connsiteY351" fmla="*/ 2602917 h 6856730"/>
                <a:gd name="connsiteX352" fmla="*/ 871268 w 3050875"/>
                <a:gd name="connsiteY352" fmla="*/ 2616576 h 6856730"/>
                <a:gd name="connsiteX353" fmla="*/ 907211 w 3050875"/>
                <a:gd name="connsiteY353" fmla="*/ 2666896 h 6856730"/>
                <a:gd name="connsiteX354" fmla="*/ 900023 w 3050875"/>
                <a:gd name="connsiteY354" fmla="*/ 2708591 h 6856730"/>
                <a:gd name="connsiteX355" fmla="*/ 1023668 w 3050875"/>
                <a:gd name="connsiteY355" fmla="*/ 2849489 h 6856730"/>
                <a:gd name="connsiteX356" fmla="*/ 1055298 w 3050875"/>
                <a:gd name="connsiteY356" fmla="*/ 2910593 h 6856730"/>
                <a:gd name="connsiteX357" fmla="*/ 1078302 w 3050875"/>
                <a:gd name="connsiteY357" fmla="*/ 2924251 h 6856730"/>
                <a:gd name="connsiteX358" fmla="*/ 1079021 w 3050875"/>
                <a:gd name="connsiteY358" fmla="*/ 2927127 h 6856730"/>
                <a:gd name="connsiteX359" fmla="*/ 1079740 w 3050875"/>
                <a:gd name="connsiteY359" fmla="*/ 2939347 h 6856730"/>
                <a:gd name="connsiteX360" fmla="*/ 1085491 w 3050875"/>
                <a:gd name="connsiteY360" fmla="*/ 2958757 h 6856730"/>
                <a:gd name="connsiteX361" fmla="*/ 1084772 w 3050875"/>
                <a:gd name="connsiteY361" fmla="*/ 2977447 h 6856730"/>
                <a:gd name="connsiteX362" fmla="*/ 1089085 w 3050875"/>
                <a:gd name="connsiteY362" fmla="*/ 2982480 h 6856730"/>
                <a:gd name="connsiteX363" fmla="*/ 1086928 w 3050875"/>
                <a:gd name="connsiteY363" fmla="*/ 3004764 h 6856730"/>
                <a:gd name="connsiteX364" fmla="*/ 1083334 w 3050875"/>
                <a:gd name="connsiteY364" fmla="*/ 3051491 h 6856730"/>
                <a:gd name="connsiteX365" fmla="*/ 1120715 w 3050875"/>
                <a:gd name="connsiteY365" fmla="*/ 3073057 h 6856730"/>
                <a:gd name="connsiteX366" fmla="*/ 1096274 w 3050875"/>
                <a:gd name="connsiteY366" fmla="*/ 3236959 h 6856730"/>
                <a:gd name="connsiteX367" fmla="*/ 1084053 w 3050875"/>
                <a:gd name="connsiteY367" fmla="*/ 3310283 h 6856730"/>
                <a:gd name="connsiteX368" fmla="*/ 1059611 w 3050875"/>
                <a:gd name="connsiteY368" fmla="*/ 3332568 h 6856730"/>
                <a:gd name="connsiteX369" fmla="*/ 1054579 w 3050875"/>
                <a:gd name="connsiteY369" fmla="*/ 3391515 h 6856730"/>
                <a:gd name="connsiteX370" fmla="*/ 1043796 w 3050875"/>
                <a:gd name="connsiteY370" fmla="*/ 3379295 h 6856730"/>
                <a:gd name="connsiteX371" fmla="*/ 1019355 w 3050875"/>
                <a:gd name="connsiteY371" fmla="*/ 3377857 h 6856730"/>
                <a:gd name="connsiteX372" fmla="*/ 1014323 w 3050875"/>
                <a:gd name="connsiteY372" fmla="*/ 3374981 h 6856730"/>
                <a:gd name="connsiteX373" fmla="*/ 1013604 w 3050875"/>
                <a:gd name="connsiteY373" fmla="*/ 3386483 h 6856730"/>
                <a:gd name="connsiteX374" fmla="*/ 1013604 w 3050875"/>
                <a:gd name="connsiteY374" fmla="*/ 3387202 h 6856730"/>
                <a:gd name="connsiteX375" fmla="*/ 1012885 w 3050875"/>
                <a:gd name="connsiteY375" fmla="*/ 3391515 h 6856730"/>
                <a:gd name="connsiteX376" fmla="*/ 1010728 w 3050875"/>
                <a:gd name="connsiteY376" fmla="*/ 3401579 h 6856730"/>
                <a:gd name="connsiteX377" fmla="*/ 1018636 w 3050875"/>
                <a:gd name="connsiteY377" fmla="*/ 3400142 h 6856730"/>
                <a:gd name="connsiteX378" fmla="*/ 1014323 w 3050875"/>
                <a:gd name="connsiteY378" fmla="*/ 3405893 h 6856730"/>
                <a:gd name="connsiteX379" fmla="*/ 1011447 w 3050875"/>
                <a:gd name="connsiteY379" fmla="*/ 3405893 h 6856730"/>
                <a:gd name="connsiteX380" fmla="*/ 1010010 w 3050875"/>
                <a:gd name="connsiteY380" fmla="*/ 3403017 h 6856730"/>
                <a:gd name="connsiteX381" fmla="*/ 1009291 w 3050875"/>
                <a:gd name="connsiteY381" fmla="*/ 3404455 h 6856730"/>
                <a:gd name="connsiteX382" fmla="*/ 1008572 w 3050875"/>
                <a:gd name="connsiteY382" fmla="*/ 3419551 h 6856730"/>
                <a:gd name="connsiteX383" fmla="*/ 1003540 w 3050875"/>
                <a:gd name="connsiteY383" fmla="*/ 3421708 h 6856730"/>
                <a:gd name="connsiteX384" fmla="*/ 997070 w 3050875"/>
                <a:gd name="connsiteY384" fmla="*/ 3434647 h 6856730"/>
                <a:gd name="connsiteX385" fmla="*/ 994913 w 3050875"/>
                <a:gd name="connsiteY385" fmla="*/ 3441117 h 6856730"/>
                <a:gd name="connsiteX386" fmla="*/ 991319 w 3050875"/>
                <a:gd name="connsiteY386" fmla="*/ 3443993 h 6856730"/>
                <a:gd name="connsiteX387" fmla="*/ 869830 w 3050875"/>
                <a:gd name="connsiteY387" fmla="*/ 3513723 h 6856730"/>
                <a:gd name="connsiteX388" fmla="*/ 870549 w 3050875"/>
                <a:gd name="connsiteY388" fmla="*/ 3521630 h 6856730"/>
                <a:gd name="connsiteX389" fmla="*/ 872706 w 3050875"/>
                <a:gd name="connsiteY389" fmla="*/ 3525944 h 6856730"/>
                <a:gd name="connsiteX390" fmla="*/ 866955 w 3050875"/>
                <a:gd name="connsiteY390" fmla="*/ 3523787 h 6856730"/>
                <a:gd name="connsiteX391" fmla="*/ 887802 w 3050875"/>
                <a:gd name="connsiteY391" fmla="*/ 3551104 h 6856730"/>
                <a:gd name="connsiteX392" fmla="*/ 1004259 w 3050875"/>
                <a:gd name="connsiteY392" fmla="*/ 3748074 h 6856730"/>
                <a:gd name="connsiteX393" fmla="*/ 1004978 w 3050875"/>
                <a:gd name="connsiteY393" fmla="*/ 3751668 h 6856730"/>
                <a:gd name="connsiteX394" fmla="*/ 1012166 w 3050875"/>
                <a:gd name="connsiteY394" fmla="*/ 3763170 h 6856730"/>
                <a:gd name="connsiteX395" fmla="*/ 1017198 w 3050875"/>
                <a:gd name="connsiteY395" fmla="*/ 3750230 h 6856730"/>
                <a:gd name="connsiteX396" fmla="*/ 1013604 w 3050875"/>
                <a:gd name="connsiteY396" fmla="*/ 3737291 h 6856730"/>
                <a:gd name="connsiteX397" fmla="*/ 1022949 w 3050875"/>
                <a:gd name="connsiteY397" fmla="*/ 3742323 h 6856730"/>
                <a:gd name="connsiteX398" fmla="*/ 1017917 w 3050875"/>
                <a:gd name="connsiteY398" fmla="*/ 3788330 h 6856730"/>
                <a:gd name="connsiteX399" fmla="*/ 1034451 w 3050875"/>
                <a:gd name="connsiteY399" fmla="*/ 3815647 h 6856730"/>
                <a:gd name="connsiteX400" fmla="*/ 1047391 w 3050875"/>
                <a:gd name="connsiteY400" fmla="*/ 3840089 h 6856730"/>
                <a:gd name="connsiteX401" fmla="*/ 1039483 w 3050875"/>
                <a:gd name="connsiteY401" fmla="*/ 3918446 h 6856730"/>
                <a:gd name="connsiteX402" fmla="*/ 1039483 w 3050875"/>
                <a:gd name="connsiteY402" fmla="*/ 3970923 h 6856730"/>
                <a:gd name="connsiteX403" fmla="*/ 1063925 w 3050875"/>
                <a:gd name="connsiteY403" fmla="*/ 3820679 h 6856730"/>
                <a:gd name="connsiteX404" fmla="*/ 1065362 w 3050875"/>
                <a:gd name="connsiteY404" fmla="*/ 3807021 h 6856730"/>
                <a:gd name="connsiteX405" fmla="*/ 1066800 w 3050875"/>
                <a:gd name="connsiteY405" fmla="*/ 3791925 h 6856730"/>
                <a:gd name="connsiteX406" fmla="*/ 1068238 w 3050875"/>
                <a:gd name="connsiteY406" fmla="*/ 3760295 h 6856730"/>
                <a:gd name="connsiteX407" fmla="*/ 1137249 w 3050875"/>
                <a:gd name="connsiteY407" fmla="*/ 3733697 h 6856730"/>
                <a:gd name="connsiteX408" fmla="*/ 1170317 w 3050875"/>
                <a:gd name="connsiteY408" fmla="*/ 3721476 h 6856730"/>
                <a:gd name="connsiteX409" fmla="*/ 1197634 w 3050875"/>
                <a:gd name="connsiteY409" fmla="*/ 3715006 h 6856730"/>
                <a:gd name="connsiteX410" fmla="*/ 1204104 w 3050875"/>
                <a:gd name="connsiteY410" fmla="*/ 3706380 h 6856730"/>
                <a:gd name="connsiteX411" fmla="*/ 1226389 w 3050875"/>
                <a:gd name="connsiteY411" fmla="*/ 3692002 h 6856730"/>
                <a:gd name="connsiteX412" fmla="*/ 1230702 w 3050875"/>
                <a:gd name="connsiteY412" fmla="*/ 3694159 h 6856730"/>
                <a:gd name="connsiteX413" fmla="*/ 1252268 w 3050875"/>
                <a:gd name="connsiteY413" fmla="*/ 3688408 h 6856730"/>
                <a:gd name="connsiteX414" fmla="*/ 1277428 w 3050875"/>
                <a:gd name="connsiteY414" fmla="*/ 3693440 h 6856730"/>
                <a:gd name="connsiteX415" fmla="*/ 1260176 w 3050875"/>
                <a:gd name="connsiteY415" fmla="*/ 4065094 h 6856730"/>
                <a:gd name="connsiteX416" fmla="*/ 1258019 w 3050875"/>
                <a:gd name="connsiteY416" fmla="*/ 4108227 h 6856730"/>
                <a:gd name="connsiteX417" fmla="*/ 1238610 w 3050875"/>
                <a:gd name="connsiteY417" fmla="*/ 4108946 h 6856730"/>
                <a:gd name="connsiteX418" fmla="*/ 1237891 w 3050875"/>
                <a:gd name="connsiteY418" fmla="*/ 4136263 h 6856730"/>
                <a:gd name="connsiteX419" fmla="*/ 1266645 w 3050875"/>
                <a:gd name="connsiteY419" fmla="*/ 4137700 h 6856730"/>
                <a:gd name="connsiteX420" fmla="*/ 1255862 w 3050875"/>
                <a:gd name="connsiteY420" fmla="*/ 4175800 h 6856730"/>
                <a:gd name="connsiteX421" fmla="*/ 1220638 w 3050875"/>
                <a:gd name="connsiteY421" fmla="*/ 4190178 h 6856730"/>
                <a:gd name="connsiteX422" fmla="*/ 1201229 w 3050875"/>
                <a:gd name="connsiteY422" fmla="*/ 4205993 h 6856730"/>
                <a:gd name="connsiteX423" fmla="*/ 1190446 w 3050875"/>
                <a:gd name="connsiteY423" fmla="*/ 4213182 h 6856730"/>
                <a:gd name="connsiteX424" fmla="*/ 1186132 w 3050875"/>
                <a:gd name="connsiteY424" fmla="*/ 4216057 h 6856730"/>
                <a:gd name="connsiteX425" fmla="*/ 1189008 w 3050875"/>
                <a:gd name="connsiteY425" fmla="*/ 4216057 h 6856730"/>
                <a:gd name="connsiteX426" fmla="*/ 1188289 w 3050875"/>
                <a:gd name="connsiteY426" fmla="*/ 4223246 h 6856730"/>
                <a:gd name="connsiteX427" fmla="*/ 1189008 w 3050875"/>
                <a:gd name="connsiteY427" fmla="*/ 4228996 h 6856730"/>
                <a:gd name="connsiteX428" fmla="*/ 1185413 w 3050875"/>
                <a:gd name="connsiteY428" fmla="*/ 4229716 h 6856730"/>
                <a:gd name="connsiteX429" fmla="*/ 1162410 w 3050875"/>
                <a:gd name="connsiteY429" fmla="*/ 4227559 h 6856730"/>
                <a:gd name="connsiteX430" fmla="*/ 1158815 w 3050875"/>
                <a:gd name="connsiteY430" fmla="*/ 4228996 h 6856730"/>
                <a:gd name="connsiteX431" fmla="*/ 1132936 w 3050875"/>
                <a:gd name="connsiteY431" fmla="*/ 4238342 h 6856730"/>
                <a:gd name="connsiteX432" fmla="*/ 1081177 w 3050875"/>
                <a:gd name="connsiteY432" fmla="*/ 4245531 h 6856730"/>
                <a:gd name="connsiteX433" fmla="*/ 1058174 w 3050875"/>
                <a:gd name="connsiteY433" fmla="*/ 4219651 h 6856730"/>
                <a:gd name="connsiteX434" fmla="*/ 1025825 w 3050875"/>
                <a:gd name="connsiteY434" fmla="*/ 4182989 h 6856730"/>
                <a:gd name="connsiteX435" fmla="*/ 1062487 w 3050875"/>
                <a:gd name="connsiteY435" fmla="*/ 4175081 h 6856730"/>
                <a:gd name="connsiteX436" fmla="*/ 1059611 w 3050875"/>
                <a:gd name="connsiteY436" fmla="*/ 4184427 h 6856730"/>
                <a:gd name="connsiteX437" fmla="*/ 1096993 w 3050875"/>
                <a:gd name="connsiteY437" fmla="*/ 4184427 h 6856730"/>
                <a:gd name="connsiteX438" fmla="*/ 1078302 w 3050875"/>
                <a:gd name="connsiteY438" fmla="*/ 4175081 h 6856730"/>
                <a:gd name="connsiteX439" fmla="*/ 1074708 w 3050875"/>
                <a:gd name="connsiteY439" fmla="*/ 4172206 h 6856730"/>
                <a:gd name="connsiteX440" fmla="*/ 1109213 w 3050875"/>
                <a:gd name="connsiteY440" fmla="*/ 4162861 h 6856730"/>
                <a:gd name="connsiteX441" fmla="*/ 1221357 w 3050875"/>
                <a:gd name="connsiteY441" fmla="*/ 4118291 h 6856730"/>
                <a:gd name="connsiteX442" fmla="*/ 1212730 w 3050875"/>
                <a:gd name="connsiteY442" fmla="*/ 4097444 h 6856730"/>
                <a:gd name="connsiteX443" fmla="*/ 1099149 w 3050875"/>
                <a:gd name="connsiteY443" fmla="*/ 4125480 h 6856730"/>
                <a:gd name="connsiteX444" fmla="*/ 1035170 w 3050875"/>
                <a:gd name="connsiteY444" fmla="*/ 4149202 h 6856730"/>
                <a:gd name="connsiteX445" fmla="*/ 1007853 w 3050875"/>
                <a:gd name="connsiteY445" fmla="*/ 4158547 h 6856730"/>
                <a:gd name="connsiteX446" fmla="*/ 1008572 w 3050875"/>
                <a:gd name="connsiteY446" fmla="*/ 4152796 h 6856730"/>
                <a:gd name="connsiteX447" fmla="*/ 1018636 w 3050875"/>
                <a:gd name="connsiteY447" fmla="*/ 4134825 h 6856730"/>
                <a:gd name="connsiteX448" fmla="*/ 1018636 w 3050875"/>
                <a:gd name="connsiteY448" fmla="*/ 4132668 h 6856730"/>
                <a:gd name="connsiteX449" fmla="*/ 1023668 w 3050875"/>
                <a:gd name="connsiteY449" fmla="*/ 4088817 h 6856730"/>
                <a:gd name="connsiteX450" fmla="*/ 994913 w 3050875"/>
                <a:gd name="connsiteY450" fmla="*/ 4085223 h 6856730"/>
                <a:gd name="connsiteX451" fmla="*/ 989162 w 3050875"/>
                <a:gd name="connsiteY451" fmla="*/ 4157109 h 6856730"/>
                <a:gd name="connsiteX452" fmla="*/ 984130 w 3050875"/>
                <a:gd name="connsiteY452" fmla="*/ 4157109 h 6856730"/>
                <a:gd name="connsiteX453" fmla="*/ 981974 w 3050875"/>
                <a:gd name="connsiteY453" fmla="*/ 4152078 h 6856730"/>
                <a:gd name="connsiteX454" fmla="*/ 976223 w 3050875"/>
                <a:gd name="connsiteY454" fmla="*/ 4148483 h 6856730"/>
                <a:gd name="connsiteX455" fmla="*/ 966159 w 3050875"/>
                <a:gd name="connsiteY455" fmla="*/ 4119729 h 6856730"/>
                <a:gd name="connsiteX456" fmla="*/ 953938 w 3050875"/>
                <a:gd name="connsiteY456" fmla="*/ 4114697 h 6856730"/>
                <a:gd name="connsiteX457" fmla="*/ 956813 w 3050875"/>
                <a:gd name="connsiteY457" fmla="*/ 4157109 h 6856730"/>
                <a:gd name="connsiteX458" fmla="*/ 947468 w 3050875"/>
                <a:gd name="connsiteY458" fmla="*/ 4157829 h 6856730"/>
                <a:gd name="connsiteX459" fmla="*/ 754811 w 3050875"/>
                <a:gd name="connsiteY459" fmla="*/ 4219651 h 6856730"/>
                <a:gd name="connsiteX460" fmla="*/ 813040 w 3050875"/>
                <a:gd name="connsiteY460" fmla="*/ 4346172 h 6856730"/>
                <a:gd name="connsiteX461" fmla="*/ 887802 w 3050875"/>
                <a:gd name="connsiteY461" fmla="*/ 4520138 h 6856730"/>
                <a:gd name="connsiteX462" fmla="*/ 900023 w 3050875"/>
                <a:gd name="connsiteY462" fmla="*/ 4533078 h 6856730"/>
                <a:gd name="connsiteX463" fmla="*/ 894272 w 3050875"/>
                <a:gd name="connsiteY463" fmla="*/ 4574053 h 6856730"/>
                <a:gd name="connsiteX464" fmla="*/ 894272 w 3050875"/>
                <a:gd name="connsiteY464" fmla="*/ 4580523 h 6856730"/>
                <a:gd name="connsiteX465" fmla="*/ 905055 w 3050875"/>
                <a:gd name="connsiteY465" fmla="*/ 4566146 h 6856730"/>
                <a:gd name="connsiteX466" fmla="*/ 1066800 w 3050875"/>
                <a:gd name="connsiteY466" fmla="*/ 4503604 h 6856730"/>
                <a:gd name="connsiteX467" fmla="*/ 1083334 w 3050875"/>
                <a:gd name="connsiteY467" fmla="*/ 4502166 h 6856730"/>
                <a:gd name="connsiteX468" fmla="*/ 1102025 w 3050875"/>
                <a:gd name="connsiteY468" fmla="*/ 4501448 h 6856730"/>
                <a:gd name="connsiteX469" fmla="*/ 1112089 w 3050875"/>
                <a:gd name="connsiteY469" fmla="*/ 4503604 h 6856730"/>
                <a:gd name="connsiteX470" fmla="*/ 1119996 w 3050875"/>
                <a:gd name="connsiteY470" fmla="*/ 4497134 h 6856730"/>
                <a:gd name="connsiteX471" fmla="*/ 1155221 w 3050875"/>
                <a:gd name="connsiteY471" fmla="*/ 4497134 h 6856730"/>
                <a:gd name="connsiteX472" fmla="*/ 1153064 w 3050875"/>
                <a:gd name="connsiteY472" fmla="*/ 4461191 h 6856730"/>
                <a:gd name="connsiteX473" fmla="*/ 1166004 w 3050875"/>
                <a:gd name="connsiteY473" fmla="*/ 4453283 h 6856730"/>
                <a:gd name="connsiteX474" fmla="*/ 1169598 w 3050875"/>
                <a:gd name="connsiteY474" fmla="*/ 4448970 h 6856730"/>
                <a:gd name="connsiteX475" fmla="*/ 1199072 w 3050875"/>
                <a:gd name="connsiteY475" fmla="*/ 4478444 h 6856730"/>
                <a:gd name="connsiteX476" fmla="*/ 1239328 w 3050875"/>
                <a:gd name="connsiteY476" fmla="*/ 4479163 h 6856730"/>
                <a:gd name="connsiteX477" fmla="*/ 1224951 w 3050875"/>
                <a:gd name="connsiteY477" fmla="*/ 4781087 h 6856730"/>
                <a:gd name="connsiteX478" fmla="*/ 1217762 w 3050875"/>
                <a:gd name="connsiteY478" fmla="*/ 4917672 h 6856730"/>
                <a:gd name="connsiteX479" fmla="*/ 1185413 w 3050875"/>
                <a:gd name="connsiteY479" fmla="*/ 4927736 h 6856730"/>
                <a:gd name="connsiteX480" fmla="*/ 1112808 w 3050875"/>
                <a:gd name="connsiteY480" fmla="*/ 4951459 h 6856730"/>
                <a:gd name="connsiteX481" fmla="*/ 1097711 w 3050875"/>
                <a:gd name="connsiteY481" fmla="*/ 4955053 h 6856730"/>
                <a:gd name="connsiteX482" fmla="*/ 1093398 w 3050875"/>
                <a:gd name="connsiteY482" fmla="*/ 4946427 h 6856730"/>
                <a:gd name="connsiteX483" fmla="*/ 1053861 w 3050875"/>
                <a:gd name="connsiteY483" fmla="*/ 4962242 h 6856730"/>
                <a:gd name="connsiteX484" fmla="*/ 1012166 w 3050875"/>
                <a:gd name="connsiteY484" fmla="*/ 4963679 h 6856730"/>
                <a:gd name="connsiteX485" fmla="*/ 1005696 w 3050875"/>
                <a:gd name="connsiteY485" fmla="*/ 4939957 h 6856730"/>
                <a:gd name="connsiteX486" fmla="*/ 971910 w 3050875"/>
                <a:gd name="connsiteY486" fmla="*/ 4931330 h 6856730"/>
                <a:gd name="connsiteX487" fmla="*/ 965440 w 3050875"/>
                <a:gd name="connsiteY487" fmla="*/ 4931330 h 6856730"/>
                <a:gd name="connsiteX488" fmla="*/ 965440 w 3050875"/>
                <a:gd name="connsiteY488" fmla="*/ 4916234 h 6856730"/>
                <a:gd name="connsiteX489" fmla="*/ 1153783 w 3050875"/>
                <a:gd name="connsiteY489" fmla="*/ 4904014 h 6856730"/>
                <a:gd name="connsiteX490" fmla="*/ 1149470 w 3050875"/>
                <a:gd name="connsiteY490" fmla="*/ 4887480 h 6856730"/>
                <a:gd name="connsiteX491" fmla="*/ 1045234 w 3050875"/>
                <a:gd name="connsiteY491" fmla="*/ 4893231 h 6856730"/>
                <a:gd name="connsiteX492" fmla="*/ 964721 w 3050875"/>
                <a:gd name="connsiteY492" fmla="*/ 4886761 h 6856730"/>
                <a:gd name="connsiteX493" fmla="*/ 962564 w 3050875"/>
                <a:gd name="connsiteY493" fmla="*/ 4870946 h 6856730"/>
                <a:gd name="connsiteX494" fmla="*/ 937404 w 3050875"/>
                <a:gd name="connsiteY494" fmla="*/ 4859444 h 6856730"/>
                <a:gd name="connsiteX495" fmla="*/ 938123 w 3050875"/>
                <a:gd name="connsiteY495" fmla="*/ 4850098 h 6856730"/>
                <a:gd name="connsiteX496" fmla="*/ 932372 w 3050875"/>
                <a:gd name="connsiteY496" fmla="*/ 4833565 h 6856730"/>
                <a:gd name="connsiteX497" fmla="*/ 962564 w 3050875"/>
                <a:gd name="connsiteY497" fmla="*/ 4644502 h 6856730"/>
                <a:gd name="connsiteX498" fmla="*/ 957532 w 3050875"/>
                <a:gd name="connsiteY498" fmla="*/ 4638751 h 6856730"/>
                <a:gd name="connsiteX499" fmla="*/ 946749 w 3050875"/>
                <a:gd name="connsiteY499" fmla="*/ 4639470 h 6856730"/>
                <a:gd name="connsiteX500" fmla="*/ 941717 w 3050875"/>
                <a:gd name="connsiteY500" fmla="*/ 4694104 h 6856730"/>
                <a:gd name="connsiteX501" fmla="*/ 938842 w 3050875"/>
                <a:gd name="connsiteY501" fmla="*/ 4716389 h 6856730"/>
                <a:gd name="connsiteX502" fmla="*/ 924464 w 3050875"/>
                <a:gd name="connsiteY502" fmla="*/ 4827814 h 6856730"/>
                <a:gd name="connsiteX503" fmla="*/ 891396 w 3050875"/>
                <a:gd name="connsiteY503" fmla="*/ 4838597 h 6856730"/>
                <a:gd name="connsiteX504" fmla="*/ 864798 w 3050875"/>
                <a:gd name="connsiteY504" fmla="*/ 4855849 h 6856730"/>
                <a:gd name="connsiteX505" fmla="*/ 851140 w 3050875"/>
                <a:gd name="connsiteY505" fmla="*/ 4910484 h 6856730"/>
                <a:gd name="connsiteX506" fmla="*/ 850421 w 3050875"/>
                <a:gd name="connsiteY506" fmla="*/ 4911921 h 6856730"/>
                <a:gd name="connsiteX507" fmla="*/ 838200 w 3050875"/>
                <a:gd name="connsiteY507" fmla="*/ 4939957 h 6856730"/>
                <a:gd name="connsiteX508" fmla="*/ 788598 w 3050875"/>
                <a:gd name="connsiteY508" fmla="*/ 4978057 h 6856730"/>
                <a:gd name="connsiteX509" fmla="*/ 680049 w 3050875"/>
                <a:gd name="connsiteY509" fmla="*/ 5008968 h 6856730"/>
                <a:gd name="connsiteX510" fmla="*/ 644825 w 3050875"/>
                <a:gd name="connsiteY510" fmla="*/ 5004655 h 6856730"/>
                <a:gd name="connsiteX511" fmla="*/ 639793 w 3050875"/>
                <a:gd name="connsiteY511" fmla="*/ 4997466 h 6856730"/>
                <a:gd name="connsiteX512" fmla="*/ 613913 w 3050875"/>
                <a:gd name="connsiteY512" fmla="*/ 5001061 h 6856730"/>
                <a:gd name="connsiteX513" fmla="*/ 632604 w 3050875"/>
                <a:gd name="connsiteY513" fmla="*/ 5013282 h 6856730"/>
                <a:gd name="connsiteX514" fmla="*/ 630447 w 3050875"/>
                <a:gd name="connsiteY514" fmla="*/ 5020470 h 6856730"/>
                <a:gd name="connsiteX515" fmla="*/ 629728 w 3050875"/>
                <a:gd name="connsiteY515" fmla="*/ 5020470 h 6856730"/>
                <a:gd name="connsiteX516" fmla="*/ 684362 w 3050875"/>
                <a:gd name="connsiteY516" fmla="*/ 5182216 h 6856730"/>
                <a:gd name="connsiteX517" fmla="*/ 777815 w 3050875"/>
                <a:gd name="connsiteY517" fmla="*/ 5353306 h 6856730"/>
                <a:gd name="connsiteX518" fmla="*/ 833168 w 3050875"/>
                <a:gd name="connsiteY518" fmla="*/ 5351868 h 6856730"/>
                <a:gd name="connsiteX519" fmla="*/ 833168 w 3050875"/>
                <a:gd name="connsiteY519" fmla="*/ 5348993 h 6856730"/>
                <a:gd name="connsiteX520" fmla="*/ 775659 w 3050875"/>
                <a:gd name="connsiteY520" fmla="*/ 5220315 h 6856730"/>
                <a:gd name="connsiteX521" fmla="*/ 756968 w 3050875"/>
                <a:gd name="connsiteY521" fmla="*/ 5214565 h 6856730"/>
                <a:gd name="connsiteX522" fmla="*/ 733245 w 3050875"/>
                <a:gd name="connsiteY522" fmla="*/ 5169995 h 6856730"/>
                <a:gd name="connsiteX523" fmla="*/ 698740 w 3050875"/>
                <a:gd name="connsiteY523" fmla="*/ 5096670 h 6856730"/>
                <a:gd name="connsiteX524" fmla="*/ 722462 w 3050875"/>
                <a:gd name="connsiteY524" fmla="*/ 5145553 h 6856730"/>
                <a:gd name="connsiteX525" fmla="*/ 855453 w 3050875"/>
                <a:gd name="connsiteY525" fmla="*/ 5365527 h 6856730"/>
                <a:gd name="connsiteX526" fmla="*/ 855453 w 3050875"/>
                <a:gd name="connsiteY526" fmla="*/ 5366246 h 6856730"/>
                <a:gd name="connsiteX527" fmla="*/ 871268 w 3050875"/>
                <a:gd name="connsiteY527" fmla="*/ 5409378 h 6856730"/>
                <a:gd name="connsiteX528" fmla="*/ 871268 w 3050875"/>
                <a:gd name="connsiteY528" fmla="*/ 5435976 h 6856730"/>
                <a:gd name="connsiteX529" fmla="*/ 894272 w 3050875"/>
                <a:gd name="connsiteY529" fmla="*/ 5485578 h 6856730"/>
                <a:gd name="connsiteX530" fmla="*/ 920870 w 3050875"/>
                <a:gd name="connsiteY530" fmla="*/ 5437414 h 6856730"/>
                <a:gd name="connsiteX531" fmla="*/ 925902 w 3050875"/>
                <a:gd name="connsiteY531" fmla="*/ 5430944 h 6856730"/>
                <a:gd name="connsiteX532" fmla="*/ 916557 w 3050875"/>
                <a:gd name="connsiteY532" fmla="*/ 5415128 h 6856730"/>
                <a:gd name="connsiteX533" fmla="*/ 921589 w 3050875"/>
                <a:gd name="connsiteY533" fmla="*/ 5369840 h 6856730"/>
                <a:gd name="connsiteX534" fmla="*/ 997789 w 3050875"/>
                <a:gd name="connsiteY534" fmla="*/ 5341085 h 6856730"/>
                <a:gd name="connsiteX535" fmla="*/ 1018636 w 3050875"/>
                <a:gd name="connsiteY535" fmla="*/ 5363370 h 6856730"/>
                <a:gd name="connsiteX536" fmla="*/ 1112808 w 3050875"/>
                <a:gd name="connsiteY536" fmla="*/ 5311612 h 6856730"/>
                <a:gd name="connsiteX537" fmla="*/ 1183976 w 3050875"/>
                <a:gd name="connsiteY537" fmla="*/ 5258415 h 6856730"/>
                <a:gd name="connsiteX538" fmla="*/ 1424078 w 3050875"/>
                <a:gd name="connsiteY538" fmla="*/ 5227504 h 6856730"/>
                <a:gd name="connsiteX539" fmla="*/ 1467928 w 3050875"/>
                <a:gd name="connsiteY539" fmla="*/ 5251227 h 6856730"/>
                <a:gd name="connsiteX540" fmla="*/ 1490213 w 3050875"/>
                <a:gd name="connsiteY540" fmla="*/ 5228942 h 6856730"/>
                <a:gd name="connsiteX541" fmla="*/ 1399636 w 3050875"/>
                <a:gd name="connsiteY541" fmla="*/ 5105297 h 6856730"/>
                <a:gd name="connsiteX542" fmla="*/ 1370881 w 3050875"/>
                <a:gd name="connsiteY542" fmla="*/ 5065040 h 6856730"/>
                <a:gd name="connsiteX543" fmla="*/ 1413295 w 3050875"/>
                <a:gd name="connsiteY543" fmla="*/ 5069353 h 6856730"/>
                <a:gd name="connsiteX544" fmla="*/ 1495246 w 3050875"/>
                <a:gd name="connsiteY544" fmla="*/ 5188685 h 6856730"/>
                <a:gd name="connsiteX545" fmla="*/ 1567851 w 3050875"/>
                <a:gd name="connsiteY545" fmla="*/ 5281419 h 6856730"/>
                <a:gd name="connsiteX546" fmla="*/ 1145157 w 3050875"/>
                <a:gd name="connsiteY546" fmla="*/ 5297234 h 6856730"/>
                <a:gd name="connsiteX547" fmla="*/ 1145157 w 3050875"/>
                <a:gd name="connsiteY547" fmla="*/ 5315925 h 6856730"/>
                <a:gd name="connsiteX548" fmla="*/ 1178225 w 3050875"/>
                <a:gd name="connsiteY548" fmla="*/ 5320957 h 6856730"/>
                <a:gd name="connsiteX549" fmla="*/ 1168161 w 3050875"/>
                <a:gd name="connsiteY549" fmla="*/ 5438851 h 6856730"/>
                <a:gd name="connsiteX550" fmla="*/ 1166723 w 3050875"/>
                <a:gd name="connsiteY550" fmla="*/ 5437414 h 6856730"/>
                <a:gd name="connsiteX551" fmla="*/ 1117121 w 3050875"/>
                <a:gd name="connsiteY551" fmla="*/ 5412253 h 6856730"/>
                <a:gd name="connsiteX552" fmla="*/ 1112808 w 3050875"/>
                <a:gd name="connsiteY552" fmla="*/ 5419442 h 6856730"/>
                <a:gd name="connsiteX553" fmla="*/ 1163129 w 3050875"/>
                <a:gd name="connsiteY553" fmla="*/ 5444602 h 6856730"/>
                <a:gd name="connsiteX554" fmla="*/ 1168161 w 3050875"/>
                <a:gd name="connsiteY554" fmla="*/ 5441727 h 6856730"/>
                <a:gd name="connsiteX555" fmla="*/ 1166004 w 3050875"/>
                <a:gd name="connsiteY555" fmla="*/ 5489172 h 6856730"/>
                <a:gd name="connsiteX556" fmla="*/ 1161691 w 3050875"/>
                <a:gd name="connsiteY556" fmla="*/ 5586219 h 6856730"/>
                <a:gd name="connsiteX557" fmla="*/ 1168879 w 3050875"/>
                <a:gd name="connsiteY557" fmla="*/ 5673202 h 6856730"/>
                <a:gd name="connsiteX558" fmla="*/ 1188289 w 3050875"/>
                <a:gd name="connsiteY558" fmla="*/ 5673202 h 6856730"/>
                <a:gd name="connsiteX559" fmla="*/ 1201229 w 3050875"/>
                <a:gd name="connsiteY559" fmla="*/ 5602753 h 6856730"/>
                <a:gd name="connsiteX560" fmla="*/ 1202666 w 3050875"/>
                <a:gd name="connsiteY560" fmla="*/ 5571842 h 6856730"/>
                <a:gd name="connsiteX561" fmla="*/ 1393166 w 3050875"/>
                <a:gd name="connsiteY561" fmla="*/ 5581906 h 6856730"/>
                <a:gd name="connsiteX562" fmla="*/ 1520406 w 3050875"/>
                <a:gd name="connsiteY562" fmla="*/ 5581906 h 6856730"/>
                <a:gd name="connsiteX563" fmla="*/ 1524000 w 3050875"/>
                <a:gd name="connsiteY563" fmla="*/ 5620006 h 6856730"/>
                <a:gd name="connsiteX564" fmla="*/ 1525438 w 3050875"/>
                <a:gd name="connsiteY564" fmla="*/ 5663138 h 6856730"/>
                <a:gd name="connsiteX565" fmla="*/ 1543410 w 3050875"/>
                <a:gd name="connsiteY565" fmla="*/ 5694768 h 6856730"/>
                <a:gd name="connsiteX566" fmla="*/ 1580072 w 3050875"/>
                <a:gd name="connsiteY566" fmla="*/ 5694768 h 6856730"/>
                <a:gd name="connsiteX567" fmla="*/ 1598044 w 3050875"/>
                <a:gd name="connsiteY567" fmla="*/ 5663138 h 6856730"/>
                <a:gd name="connsiteX568" fmla="*/ 1598044 w 3050875"/>
                <a:gd name="connsiteY568" fmla="*/ 5581906 h 6856730"/>
                <a:gd name="connsiteX569" fmla="*/ 1603076 w 3050875"/>
                <a:gd name="connsiteY569" fmla="*/ 5581906 h 6856730"/>
                <a:gd name="connsiteX570" fmla="*/ 1813704 w 3050875"/>
                <a:gd name="connsiteY570" fmla="*/ 5582625 h 6856730"/>
                <a:gd name="connsiteX571" fmla="*/ 1907876 w 3050875"/>
                <a:gd name="connsiteY571" fmla="*/ 5584782 h 6856730"/>
                <a:gd name="connsiteX572" fmla="*/ 1938787 w 3050875"/>
                <a:gd name="connsiteY572" fmla="*/ 5613536 h 6856730"/>
                <a:gd name="connsiteX573" fmla="*/ 1920815 w 3050875"/>
                <a:gd name="connsiteY573" fmla="*/ 5635102 h 6856730"/>
                <a:gd name="connsiteX574" fmla="*/ 1922972 w 3050875"/>
                <a:gd name="connsiteY574" fmla="*/ 5709864 h 6856730"/>
                <a:gd name="connsiteX575" fmla="*/ 1922253 w 3050875"/>
                <a:gd name="connsiteY575" fmla="*/ 5709864 h 6856730"/>
                <a:gd name="connsiteX576" fmla="*/ 1915783 w 3050875"/>
                <a:gd name="connsiteY576" fmla="*/ 5696206 h 6856730"/>
                <a:gd name="connsiteX577" fmla="*/ 1890623 w 3050875"/>
                <a:gd name="connsiteY577" fmla="*/ 5693330 h 6856730"/>
                <a:gd name="connsiteX578" fmla="*/ 1879840 w 3050875"/>
                <a:gd name="connsiteY578" fmla="*/ 5709864 h 6856730"/>
                <a:gd name="connsiteX579" fmla="*/ 1781355 w 3050875"/>
                <a:gd name="connsiteY579" fmla="*/ 5709864 h 6856730"/>
                <a:gd name="connsiteX580" fmla="*/ 1774166 w 3050875"/>
                <a:gd name="connsiteY580" fmla="*/ 5697644 h 6856730"/>
                <a:gd name="connsiteX581" fmla="*/ 1751163 w 3050875"/>
                <a:gd name="connsiteY581" fmla="*/ 5697644 h 6856730"/>
                <a:gd name="connsiteX582" fmla="*/ 1746130 w 3050875"/>
                <a:gd name="connsiteY582" fmla="*/ 5709864 h 6856730"/>
                <a:gd name="connsiteX583" fmla="*/ 1701561 w 3050875"/>
                <a:gd name="connsiteY583" fmla="*/ 5709864 h 6856730"/>
                <a:gd name="connsiteX584" fmla="*/ 1679995 w 3050875"/>
                <a:gd name="connsiteY584" fmla="*/ 5706989 h 6856730"/>
                <a:gd name="connsiteX585" fmla="*/ 1676400 w 3050875"/>
                <a:gd name="connsiteY585" fmla="*/ 5709864 h 6856730"/>
                <a:gd name="connsiteX586" fmla="*/ 1635425 w 3050875"/>
                <a:gd name="connsiteY586" fmla="*/ 5709864 h 6856730"/>
                <a:gd name="connsiteX587" fmla="*/ 1632549 w 3050875"/>
                <a:gd name="connsiteY587" fmla="*/ 5675359 h 6856730"/>
                <a:gd name="connsiteX588" fmla="*/ 1605951 w 3050875"/>
                <a:gd name="connsiteY588" fmla="*/ 5668170 h 6856730"/>
                <a:gd name="connsiteX589" fmla="*/ 1580072 w 3050875"/>
                <a:gd name="connsiteY589" fmla="*/ 5709864 h 6856730"/>
                <a:gd name="connsiteX590" fmla="*/ 1556349 w 3050875"/>
                <a:gd name="connsiteY590" fmla="*/ 5709864 h 6856730"/>
                <a:gd name="connsiteX591" fmla="*/ 1545566 w 3050875"/>
                <a:gd name="connsiteY591" fmla="*/ 5709864 h 6856730"/>
                <a:gd name="connsiteX592" fmla="*/ 1544129 w 3050875"/>
                <a:gd name="connsiteY592" fmla="*/ 5700519 h 6856730"/>
                <a:gd name="connsiteX593" fmla="*/ 1524000 w 3050875"/>
                <a:gd name="connsiteY593" fmla="*/ 5695487 h 6856730"/>
                <a:gd name="connsiteX594" fmla="*/ 1513217 w 3050875"/>
                <a:gd name="connsiteY594" fmla="*/ 5709864 h 6856730"/>
                <a:gd name="connsiteX595" fmla="*/ 1473679 w 3050875"/>
                <a:gd name="connsiteY595" fmla="*/ 5709864 h 6856730"/>
                <a:gd name="connsiteX596" fmla="*/ 1469366 w 3050875"/>
                <a:gd name="connsiteY596" fmla="*/ 5687580 h 6856730"/>
                <a:gd name="connsiteX597" fmla="*/ 1449957 w 3050875"/>
                <a:gd name="connsiteY597" fmla="*/ 5682547 h 6856730"/>
                <a:gd name="connsiteX598" fmla="*/ 1430547 w 3050875"/>
                <a:gd name="connsiteY598" fmla="*/ 5710583 h 6856730"/>
                <a:gd name="connsiteX599" fmla="*/ 1166004 w 3050875"/>
                <a:gd name="connsiteY599" fmla="*/ 5712740 h 6856730"/>
                <a:gd name="connsiteX600" fmla="*/ 1172474 w 3050875"/>
                <a:gd name="connsiteY600" fmla="*/ 5692612 h 6856730"/>
                <a:gd name="connsiteX601" fmla="*/ 1130061 w 3050875"/>
                <a:gd name="connsiteY601" fmla="*/ 5676797 h 6856730"/>
                <a:gd name="connsiteX602" fmla="*/ 1069676 w 3050875"/>
                <a:gd name="connsiteY602" fmla="*/ 5693330 h 6856730"/>
                <a:gd name="connsiteX603" fmla="*/ 1012885 w 3050875"/>
                <a:gd name="connsiteY603" fmla="*/ 5713459 h 6856730"/>
                <a:gd name="connsiteX604" fmla="*/ 969753 w 3050875"/>
                <a:gd name="connsiteY604" fmla="*/ 5714178 h 6856730"/>
                <a:gd name="connsiteX605" fmla="*/ 967596 w 3050875"/>
                <a:gd name="connsiteY605" fmla="*/ 5714178 h 6856730"/>
                <a:gd name="connsiteX606" fmla="*/ 900023 w 3050875"/>
                <a:gd name="connsiteY606" fmla="*/ 5714896 h 6856730"/>
                <a:gd name="connsiteX607" fmla="*/ 874862 w 3050875"/>
                <a:gd name="connsiteY607" fmla="*/ 5727836 h 6856730"/>
                <a:gd name="connsiteX608" fmla="*/ 877019 w 3050875"/>
                <a:gd name="connsiteY608" fmla="*/ 5704833 h 6856730"/>
                <a:gd name="connsiteX609" fmla="*/ 884208 w 3050875"/>
                <a:gd name="connsiteY609" fmla="*/ 5670327 h 6856730"/>
                <a:gd name="connsiteX610" fmla="*/ 882770 w 3050875"/>
                <a:gd name="connsiteY610" fmla="*/ 5669608 h 6856730"/>
                <a:gd name="connsiteX611" fmla="*/ 795787 w 3050875"/>
                <a:gd name="connsiteY611" fmla="*/ 5712740 h 6856730"/>
                <a:gd name="connsiteX612" fmla="*/ 795068 w 3050875"/>
                <a:gd name="connsiteY612" fmla="*/ 5719929 h 6856730"/>
                <a:gd name="connsiteX613" fmla="*/ 795068 w 3050875"/>
                <a:gd name="connsiteY613" fmla="*/ 5719929 h 6856730"/>
                <a:gd name="connsiteX614" fmla="*/ 795068 w 3050875"/>
                <a:gd name="connsiteY614" fmla="*/ 5719929 h 6856730"/>
                <a:gd name="connsiteX615" fmla="*/ 794349 w 3050875"/>
                <a:gd name="connsiteY615" fmla="*/ 5726399 h 6856730"/>
                <a:gd name="connsiteX616" fmla="*/ 818072 w 3050875"/>
                <a:gd name="connsiteY616" fmla="*/ 5750121 h 6856730"/>
                <a:gd name="connsiteX617" fmla="*/ 817353 w 3050875"/>
                <a:gd name="connsiteY617" fmla="*/ 5755872 h 6856730"/>
                <a:gd name="connsiteX618" fmla="*/ 820947 w 3050875"/>
                <a:gd name="connsiteY618" fmla="*/ 5774562 h 6856730"/>
                <a:gd name="connsiteX619" fmla="*/ 813040 w 3050875"/>
                <a:gd name="connsiteY619" fmla="*/ 5777438 h 6856730"/>
                <a:gd name="connsiteX620" fmla="*/ 800100 w 3050875"/>
                <a:gd name="connsiteY620" fmla="*/ 5781032 h 6856730"/>
                <a:gd name="connsiteX621" fmla="*/ 676455 w 3050875"/>
                <a:gd name="connsiteY621" fmla="*/ 5810506 h 6856730"/>
                <a:gd name="connsiteX622" fmla="*/ 524774 w 3050875"/>
                <a:gd name="connsiteY622" fmla="*/ 5849325 h 6856730"/>
                <a:gd name="connsiteX623" fmla="*/ 371655 w 3050875"/>
                <a:gd name="connsiteY623" fmla="*/ 5882393 h 6856730"/>
                <a:gd name="connsiteX624" fmla="*/ 369498 w 3050875"/>
                <a:gd name="connsiteY624" fmla="*/ 5883112 h 6856730"/>
                <a:gd name="connsiteX625" fmla="*/ 271013 w 3050875"/>
                <a:gd name="connsiteY625" fmla="*/ 5885268 h 6856730"/>
                <a:gd name="connsiteX626" fmla="*/ 168934 w 3050875"/>
                <a:gd name="connsiteY626" fmla="*/ 5883830 h 6856730"/>
                <a:gd name="connsiteX627" fmla="*/ 167496 w 3050875"/>
                <a:gd name="connsiteY627" fmla="*/ 5888863 h 6856730"/>
                <a:gd name="connsiteX628" fmla="*/ 227162 w 3050875"/>
                <a:gd name="connsiteY628" fmla="*/ 5911866 h 6856730"/>
                <a:gd name="connsiteX629" fmla="*/ 204877 w 3050875"/>
                <a:gd name="connsiteY629" fmla="*/ 5919774 h 6856730"/>
                <a:gd name="connsiteX630" fmla="*/ 197689 w 3050875"/>
                <a:gd name="connsiteY630" fmla="*/ 5929838 h 6856730"/>
                <a:gd name="connsiteX631" fmla="*/ 150962 w 3050875"/>
                <a:gd name="connsiteY631" fmla="*/ 5915461 h 6856730"/>
                <a:gd name="connsiteX632" fmla="*/ 159589 w 3050875"/>
                <a:gd name="connsiteY632" fmla="*/ 5931995 h 6856730"/>
                <a:gd name="connsiteX633" fmla="*/ 171091 w 3050875"/>
                <a:gd name="connsiteY633" fmla="*/ 5934151 h 6856730"/>
                <a:gd name="connsiteX634" fmla="*/ 173966 w 3050875"/>
                <a:gd name="connsiteY634" fmla="*/ 5938465 h 6856730"/>
                <a:gd name="connsiteX635" fmla="*/ 184030 w 3050875"/>
                <a:gd name="connsiteY635" fmla="*/ 5946372 h 6856730"/>
                <a:gd name="connsiteX636" fmla="*/ 168934 w 3050875"/>
                <a:gd name="connsiteY636" fmla="*/ 5947810 h 6856730"/>
                <a:gd name="connsiteX637" fmla="*/ 164621 w 3050875"/>
                <a:gd name="connsiteY637" fmla="*/ 5948529 h 6856730"/>
                <a:gd name="connsiteX638" fmla="*/ 146649 w 3050875"/>
                <a:gd name="connsiteY638" fmla="*/ 5946372 h 6856730"/>
                <a:gd name="connsiteX639" fmla="*/ 128677 w 3050875"/>
                <a:gd name="connsiteY639" fmla="*/ 5938465 h 6856730"/>
                <a:gd name="connsiteX640" fmla="*/ 122926 w 3050875"/>
                <a:gd name="connsiteY640" fmla="*/ 5943496 h 6856730"/>
                <a:gd name="connsiteX641" fmla="*/ 120051 w 3050875"/>
                <a:gd name="connsiteY641" fmla="*/ 5942778 h 6856730"/>
                <a:gd name="connsiteX642" fmla="*/ 104236 w 3050875"/>
                <a:gd name="connsiteY642" fmla="*/ 5962187 h 6856730"/>
                <a:gd name="connsiteX643" fmla="*/ 113581 w 3050875"/>
                <a:gd name="connsiteY643" fmla="*/ 5978721 h 6856730"/>
                <a:gd name="connsiteX644" fmla="*/ 118613 w 3050875"/>
                <a:gd name="connsiteY644" fmla="*/ 5980878 h 6856730"/>
                <a:gd name="connsiteX645" fmla="*/ 286828 w 3050875"/>
                <a:gd name="connsiteY645" fmla="*/ 6047014 h 6856730"/>
                <a:gd name="connsiteX646" fmla="*/ 299768 w 3050875"/>
                <a:gd name="connsiteY646" fmla="*/ 6051327 h 6856730"/>
                <a:gd name="connsiteX647" fmla="*/ 299049 w 3050875"/>
                <a:gd name="connsiteY647" fmla="*/ 6049170 h 6856730"/>
                <a:gd name="connsiteX648" fmla="*/ 404723 w 3050875"/>
                <a:gd name="connsiteY648" fmla="*/ 6060672 h 6856730"/>
                <a:gd name="connsiteX649" fmla="*/ 465108 w 3050875"/>
                <a:gd name="connsiteY649" fmla="*/ 6060672 h 6856730"/>
                <a:gd name="connsiteX650" fmla="*/ 493143 w 3050875"/>
                <a:gd name="connsiteY650" fmla="*/ 6064985 h 6856730"/>
                <a:gd name="connsiteX651" fmla="*/ 504645 w 3050875"/>
                <a:gd name="connsiteY651" fmla="*/ 6346062 h 6856730"/>
                <a:gd name="connsiteX652" fmla="*/ 502489 w 3050875"/>
                <a:gd name="connsiteY652" fmla="*/ 6375536 h 6856730"/>
                <a:gd name="connsiteX653" fmla="*/ 477328 w 3050875"/>
                <a:gd name="connsiteY653" fmla="*/ 6712685 h 6856730"/>
                <a:gd name="connsiteX654" fmla="*/ 495300 w 3050875"/>
                <a:gd name="connsiteY654" fmla="*/ 6741440 h 6856730"/>
                <a:gd name="connsiteX655" fmla="*/ 495300 w 3050875"/>
                <a:gd name="connsiteY655" fmla="*/ 6755098 h 6856730"/>
                <a:gd name="connsiteX656" fmla="*/ 199126 w 3050875"/>
                <a:gd name="connsiteY656" fmla="*/ 6759411 h 6856730"/>
                <a:gd name="connsiteX657" fmla="*/ 186906 w 3050875"/>
                <a:gd name="connsiteY657" fmla="*/ 6761568 h 6856730"/>
                <a:gd name="connsiteX658" fmla="*/ 8626 w 3050875"/>
                <a:gd name="connsiteY658" fmla="*/ 6784572 h 6856730"/>
                <a:gd name="connsiteX659" fmla="*/ 8626 w 3050875"/>
                <a:gd name="connsiteY659" fmla="*/ 6807576 h 6856730"/>
                <a:gd name="connsiteX660" fmla="*/ 86983 w 3050875"/>
                <a:gd name="connsiteY660" fmla="*/ 6821953 h 6856730"/>
                <a:gd name="connsiteX661" fmla="*/ 85545 w 3050875"/>
                <a:gd name="connsiteY661" fmla="*/ 6841363 h 6856730"/>
                <a:gd name="connsiteX662" fmla="*/ 1347159 w 3050875"/>
                <a:gd name="connsiteY662" fmla="*/ 6841363 h 6856730"/>
                <a:gd name="connsiteX663" fmla="*/ 1416170 w 3050875"/>
                <a:gd name="connsiteY663" fmla="*/ 6854302 h 6856730"/>
                <a:gd name="connsiteX664" fmla="*/ 1421202 w 3050875"/>
                <a:gd name="connsiteY664" fmla="*/ 6841363 h 6856730"/>
                <a:gd name="connsiteX665" fmla="*/ 3050876 w 3050875"/>
                <a:gd name="connsiteY665" fmla="*/ 6841363 h 6856730"/>
                <a:gd name="connsiteX666" fmla="*/ 2761891 w 3050875"/>
                <a:gd name="connsiteY666" fmla="*/ 5997411 h 6856730"/>
                <a:gd name="connsiteX667" fmla="*/ 2802866 w 3050875"/>
                <a:gd name="connsiteY667" fmla="*/ 6013946 h 6856730"/>
                <a:gd name="connsiteX668" fmla="*/ 2815806 w 3050875"/>
                <a:gd name="connsiteY668" fmla="*/ 5996693 h 6856730"/>
                <a:gd name="connsiteX669" fmla="*/ 2800710 w 3050875"/>
                <a:gd name="connsiteY669" fmla="*/ 5978721 h 6856730"/>
                <a:gd name="connsiteX670" fmla="*/ 2848874 w 3050875"/>
                <a:gd name="connsiteY670" fmla="*/ 5969376 h 6856730"/>
                <a:gd name="connsiteX671" fmla="*/ 2860376 w 3050875"/>
                <a:gd name="connsiteY671" fmla="*/ 6011789 h 6856730"/>
                <a:gd name="connsiteX672" fmla="*/ 2756859 w 3050875"/>
                <a:gd name="connsiteY672" fmla="*/ 6031917 h 6856730"/>
                <a:gd name="connsiteX673" fmla="*/ 2761891 w 3050875"/>
                <a:gd name="connsiteY673" fmla="*/ 5997411 h 6856730"/>
                <a:gd name="connsiteX674" fmla="*/ 2725229 w 3050875"/>
                <a:gd name="connsiteY674" fmla="*/ 5994536 h 6856730"/>
                <a:gd name="connsiteX675" fmla="*/ 2720916 w 3050875"/>
                <a:gd name="connsiteY675" fmla="*/ 6026885 h 6856730"/>
                <a:gd name="connsiteX676" fmla="*/ 2701506 w 3050875"/>
                <a:gd name="connsiteY676" fmla="*/ 5998849 h 6856730"/>
                <a:gd name="connsiteX677" fmla="*/ 2725229 w 3050875"/>
                <a:gd name="connsiteY677" fmla="*/ 5994536 h 6856730"/>
                <a:gd name="connsiteX678" fmla="*/ 2589363 w 3050875"/>
                <a:gd name="connsiteY678" fmla="*/ 6047732 h 6856730"/>
                <a:gd name="connsiteX679" fmla="*/ 2588644 w 3050875"/>
                <a:gd name="connsiteY679" fmla="*/ 6041981 h 6856730"/>
                <a:gd name="connsiteX680" fmla="*/ 2600146 w 3050875"/>
                <a:gd name="connsiteY680" fmla="*/ 6034074 h 6856730"/>
                <a:gd name="connsiteX681" fmla="*/ 2608772 w 3050875"/>
                <a:gd name="connsiteY681" fmla="*/ 6013227 h 6856730"/>
                <a:gd name="connsiteX682" fmla="*/ 2616680 w 3050875"/>
                <a:gd name="connsiteY682" fmla="*/ 6012508 h 6856730"/>
                <a:gd name="connsiteX683" fmla="*/ 2651185 w 3050875"/>
                <a:gd name="connsiteY683" fmla="*/ 6041263 h 6856730"/>
                <a:gd name="connsiteX684" fmla="*/ 2674908 w 3050875"/>
                <a:gd name="connsiteY684" fmla="*/ 6023291 h 6856730"/>
                <a:gd name="connsiteX685" fmla="*/ 2674908 w 3050875"/>
                <a:gd name="connsiteY685" fmla="*/ 6021853 h 6856730"/>
                <a:gd name="connsiteX686" fmla="*/ 2690004 w 3050875"/>
                <a:gd name="connsiteY686" fmla="*/ 6045576 h 6856730"/>
                <a:gd name="connsiteX687" fmla="*/ 2587925 w 3050875"/>
                <a:gd name="connsiteY687" fmla="*/ 6059953 h 6856730"/>
                <a:gd name="connsiteX688" fmla="*/ 2589363 w 3050875"/>
                <a:gd name="connsiteY688" fmla="*/ 6047732 h 6856730"/>
                <a:gd name="connsiteX689" fmla="*/ 2582893 w 3050875"/>
                <a:gd name="connsiteY689" fmla="*/ 5985191 h 6856730"/>
                <a:gd name="connsiteX690" fmla="*/ 2581455 w 3050875"/>
                <a:gd name="connsiteY690" fmla="*/ 5993817 h 6856730"/>
                <a:gd name="connsiteX691" fmla="*/ 2580736 w 3050875"/>
                <a:gd name="connsiteY691" fmla="*/ 5991661 h 6856730"/>
                <a:gd name="connsiteX692" fmla="*/ 2579298 w 3050875"/>
                <a:gd name="connsiteY692" fmla="*/ 5983753 h 6856730"/>
                <a:gd name="connsiteX693" fmla="*/ 2582893 w 3050875"/>
                <a:gd name="connsiteY693" fmla="*/ 5985191 h 6856730"/>
                <a:gd name="connsiteX694" fmla="*/ 2222021 w 3050875"/>
                <a:gd name="connsiteY694" fmla="*/ 4363425 h 6856730"/>
                <a:gd name="connsiteX695" fmla="*/ 2214114 w 3050875"/>
                <a:gd name="connsiteY695" fmla="*/ 4371333 h 6856730"/>
                <a:gd name="connsiteX696" fmla="*/ 2193266 w 3050875"/>
                <a:gd name="connsiteY696" fmla="*/ 4362706 h 6856730"/>
                <a:gd name="connsiteX697" fmla="*/ 2222021 w 3050875"/>
                <a:gd name="connsiteY697" fmla="*/ 4363425 h 6856730"/>
                <a:gd name="connsiteX698" fmla="*/ 2191829 w 3050875"/>
                <a:gd name="connsiteY698" fmla="*/ 4474131 h 6856730"/>
                <a:gd name="connsiteX699" fmla="*/ 2192548 w 3050875"/>
                <a:gd name="connsiteY699" fmla="*/ 4476287 h 6856730"/>
                <a:gd name="connsiteX700" fmla="*/ 2176014 w 3050875"/>
                <a:gd name="connsiteY700" fmla="*/ 4493540 h 6856730"/>
                <a:gd name="connsiteX701" fmla="*/ 2176014 w 3050875"/>
                <a:gd name="connsiteY701" fmla="*/ 4492821 h 6856730"/>
                <a:gd name="connsiteX702" fmla="*/ 2191829 w 3050875"/>
                <a:gd name="connsiteY702" fmla="*/ 4474131 h 6856730"/>
                <a:gd name="connsiteX703" fmla="*/ 992038 w 3050875"/>
                <a:gd name="connsiteY703" fmla="*/ 2641017 h 6856730"/>
                <a:gd name="connsiteX704" fmla="*/ 984849 w 3050875"/>
                <a:gd name="connsiteY704" fmla="*/ 2634547 h 6856730"/>
                <a:gd name="connsiteX705" fmla="*/ 998508 w 3050875"/>
                <a:gd name="connsiteY705" fmla="*/ 2635985 h 6856730"/>
                <a:gd name="connsiteX706" fmla="*/ 992038 w 3050875"/>
                <a:gd name="connsiteY706" fmla="*/ 2641017 h 6856730"/>
                <a:gd name="connsiteX707" fmla="*/ 1084772 w 3050875"/>
                <a:gd name="connsiteY707" fmla="*/ 2746691 h 6856730"/>
                <a:gd name="connsiteX708" fmla="*/ 1048110 w 3050875"/>
                <a:gd name="connsiteY708" fmla="*/ 2756036 h 6856730"/>
                <a:gd name="connsiteX709" fmla="*/ 1085491 w 3050875"/>
                <a:gd name="connsiteY709" fmla="*/ 2739502 h 6856730"/>
                <a:gd name="connsiteX710" fmla="*/ 1084772 w 3050875"/>
                <a:gd name="connsiteY710" fmla="*/ 2746691 h 6856730"/>
                <a:gd name="connsiteX711" fmla="*/ 891396 w 3050875"/>
                <a:gd name="connsiteY711" fmla="*/ 3520193 h 6856730"/>
                <a:gd name="connsiteX712" fmla="*/ 893553 w 3050875"/>
                <a:gd name="connsiteY712" fmla="*/ 3520193 h 6856730"/>
                <a:gd name="connsiteX713" fmla="*/ 917994 w 3050875"/>
                <a:gd name="connsiteY713" fmla="*/ 3527381 h 6856730"/>
                <a:gd name="connsiteX714" fmla="*/ 917994 w 3050875"/>
                <a:gd name="connsiteY714" fmla="*/ 3544634 h 6856730"/>
                <a:gd name="connsiteX715" fmla="*/ 901461 w 3050875"/>
                <a:gd name="connsiteY715" fmla="*/ 3533851 h 6856730"/>
                <a:gd name="connsiteX716" fmla="*/ 891396 w 3050875"/>
                <a:gd name="connsiteY716" fmla="*/ 3520193 h 6856730"/>
                <a:gd name="connsiteX717" fmla="*/ 907930 w 3050875"/>
                <a:gd name="connsiteY717" fmla="*/ 3541040 h 6856730"/>
                <a:gd name="connsiteX718" fmla="*/ 917994 w 3050875"/>
                <a:gd name="connsiteY718" fmla="*/ 3548228 h 6856730"/>
                <a:gd name="connsiteX719" fmla="*/ 918713 w 3050875"/>
                <a:gd name="connsiteY719" fmla="*/ 3555417 h 6856730"/>
                <a:gd name="connsiteX720" fmla="*/ 907930 w 3050875"/>
                <a:gd name="connsiteY720" fmla="*/ 3541040 h 6856730"/>
                <a:gd name="connsiteX721" fmla="*/ 1022230 w 3050875"/>
                <a:gd name="connsiteY721" fmla="*/ 3740885 h 6856730"/>
                <a:gd name="connsiteX722" fmla="*/ 1017198 w 3050875"/>
                <a:gd name="connsiteY722" fmla="*/ 3725070 h 6856730"/>
                <a:gd name="connsiteX723" fmla="*/ 1005696 w 3050875"/>
                <a:gd name="connsiteY723" fmla="*/ 3696315 h 6856730"/>
                <a:gd name="connsiteX724" fmla="*/ 1010728 w 3050875"/>
                <a:gd name="connsiteY724" fmla="*/ 3684094 h 6856730"/>
                <a:gd name="connsiteX725" fmla="*/ 987006 w 3050875"/>
                <a:gd name="connsiteY725" fmla="*/ 3640962 h 6856730"/>
                <a:gd name="connsiteX726" fmla="*/ 1002821 w 3050875"/>
                <a:gd name="connsiteY726" fmla="*/ 3655340 h 6856730"/>
                <a:gd name="connsiteX727" fmla="*/ 1028700 w 3050875"/>
                <a:gd name="connsiteY727" fmla="*/ 3651745 h 6856730"/>
                <a:gd name="connsiteX728" fmla="*/ 1029419 w 3050875"/>
                <a:gd name="connsiteY728" fmla="*/ 3653902 h 6856730"/>
                <a:gd name="connsiteX729" fmla="*/ 1029419 w 3050875"/>
                <a:gd name="connsiteY729" fmla="*/ 3653902 h 6856730"/>
                <a:gd name="connsiteX730" fmla="*/ 1022230 w 3050875"/>
                <a:gd name="connsiteY730" fmla="*/ 3740885 h 6856730"/>
                <a:gd name="connsiteX731" fmla="*/ 849702 w 3050875"/>
                <a:gd name="connsiteY731" fmla="*/ 4281474 h 6856730"/>
                <a:gd name="connsiteX732" fmla="*/ 836762 w 3050875"/>
                <a:gd name="connsiteY732" fmla="*/ 4292976 h 6856730"/>
                <a:gd name="connsiteX733" fmla="*/ 829574 w 3050875"/>
                <a:gd name="connsiteY733" fmla="*/ 4277880 h 6856730"/>
                <a:gd name="connsiteX734" fmla="*/ 847545 w 3050875"/>
                <a:gd name="connsiteY734" fmla="*/ 4276442 h 6856730"/>
                <a:gd name="connsiteX735" fmla="*/ 854015 w 3050875"/>
                <a:gd name="connsiteY735" fmla="*/ 4277161 h 6856730"/>
                <a:gd name="connsiteX736" fmla="*/ 849702 w 3050875"/>
                <a:gd name="connsiteY736" fmla="*/ 4281474 h 6856730"/>
                <a:gd name="connsiteX737" fmla="*/ 970472 w 3050875"/>
                <a:gd name="connsiteY737" fmla="*/ 4352642 h 6856730"/>
                <a:gd name="connsiteX738" fmla="*/ 955376 w 3050875"/>
                <a:gd name="connsiteY738" fmla="*/ 4310229 h 6856730"/>
                <a:gd name="connsiteX739" fmla="*/ 957532 w 3050875"/>
                <a:gd name="connsiteY739" fmla="*/ 4303759 h 6856730"/>
                <a:gd name="connsiteX740" fmla="*/ 971191 w 3050875"/>
                <a:gd name="connsiteY740" fmla="*/ 4345453 h 6856730"/>
                <a:gd name="connsiteX741" fmla="*/ 970472 w 3050875"/>
                <a:gd name="connsiteY741" fmla="*/ 4352642 h 6856730"/>
                <a:gd name="connsiteX742" fmla="*/ 979098 w 3050875"/>
                <a:gd name="connsiteY742" fmla="*/ 4247687 h 6856730"/>
                <a:gd name="connsiteX743" fmla="*/ 974785 w 3050875"/>
                <a:gd name="connsiteY743" fmla="*/ 4247687 h 6856730"/>
                <a:gd name="connsiteX744" fmla="*/ 977661 w 3050875"/>
                <a:gd name="connsiteY744" fmla="*/ 4231153 h 6856730"/>
                <a:gd name="connsiteX745" fmla="*/ 980536 w 3050875"/>
                <a:gd name="connsiteY745" fmla="*/ 4234748 h 6856730"/>
                <a:gd name="connsiteX746" fmla="*/ 979098 w 3050875"/>
                <a:gd name="connsiteY746" fmla="*/ 4247687 h 6856730"/>
                <a:gd name="connsiteX747" fmla="*/ 1012885 w 3050875"/>
                <a:gd name="connsiteY747" fmla="*/ 4475568 h 6856730"/>
                <a:gd name="connsiteX748" fmla="*/ 997070 w 3050875"/>
                <a:gd name="connsiteY748" fmla="*/ 4422372 h 6856730"/>
                <a:gd name="connsiteX749" fmla="*/ 997789 w 3050875"/>
                <a:gd name="connsiteY749" fmla="*/ 4401525 h 6856730"/>
                <a:gd name="connsiteX750" fmla="*/ 1038764 w 3050875"/>
                <a:gd name="connsiteY750" fmla="*/ 4462628 h 6856730"/>
                <a:gd name="connsiteX751" fmla="*/ 1012885 w 3050875"/>
                <a:gd name="connsiteY751" fmla="*/ 4475568 h 6856730"/>
                <a:gd name="connsiteX752" fmla="*/ 1001383 w 3050875"/>
                <a:gd name="connsiteY752" fmla="*/ 4260627 h 6856730"/>
                <a:gd name="connsiteX753" fmla="*/ 1001383 w 3050875"/>
                <a:gd name="connsiteY753" fmla="*/ 4258470 h 6856730"/>
                <a:gd name="connsiteX754" fmla="*/ 1018636 w 3050875"/>
                <a:gd name="connsiteY754" fmla="*/ 4279317 h 6856730"/>
                <a:gd name="connsiteX755" fmla="*/ 1054579 w 3050875"/>
                <a:gd name="connsiteY755" fmla="*/ 4340421 h 6856730"/>
                <a:gd name="connsiteX756" fmla="*/ 1001383 w 3050875"/>
                <a:gd name="connsiteY756" fmla="*/ 4260627 h 6856730"/>
                <a:gd name="connsiteX757" fmla="*/ 754811 w 3050875"/>
                <a:gd name="connsiteY757" fmla="*/ 5106734 h 6856730"/>
                <a:gd name="connsiteX758" fmla="*/ 755530 w 3050875"/>
                <a:gd name="connsiteY758" fmla="*/ 5106734 h 6856730"/>
                <a:gd name="connsiteX759" fmla="*/ 802976 w 3050875"/>
                <a:gd name="connsiteY759" fmla="*/ 5084449 h 6856730"/>
                <a:gd name="connsiteX760" fmla="*/ 803694 w 3050875"/>
                <a:gd name="connsiteY760" fmla="*/ 5089481 h 6856730"/>
                <a:gd name="connsiteX761" fmla="*/ 762000 w 3050875"/>
                <a:gd name="connsiteY761" fmla="*/ 5106734 h 6856730"/>
                <a:gd name="connsiteX762" fmla="*/ 754811 w 3050875"/>
                <a:gd name="connsiteY762" fmla="*/ 5106734 h 6856730"/>
                <a:gd name="connsiteX763" fmla="*/ 830293 w 3050875"/>
                <a:gd name="connsiteY763" fmla="*/ 5234693 h 6856730"/>
                <a:gd name="connsiteX764" fmla="*/ 817353 w 3050875"/>
                <a:gd name="connsiteY764" fmla="*/ 5214565 h 6856730"/>
                <a:gd name="connsiteX765" fmla="*/ 816634 w 3050875"/>
                <a:gd name="connsiteY765" fmla="*/ 5213845 h 6856730"/>
                <a:gd name="connsiteX766" fmla="*/ 814477 w 3050875"/>
                <a:gd name="connsiteY766" fmla="*/ 5211689 h 6856730"/>
                <a:gd name="connsiteX767" fmla="*/ 779253 w 3050875"/>
                <a:gd name="connsiteY767" fmla="*/ 5164244 h 6856730"/>
                <a:gd name="connsiteX768" fmla="*/ 776377 w 3050875"/>
                <a:gd name="connsiteY768" fmla="*/ 5160649 h 6856730"/>
                <a:gd name="connsiteX769" fmla="*/ 821666 w 3050875"/>
                <a:gd name="connsiteY769" fmla="*/ 5145553 h 6856730"/>
                <a:gd name="connsiteX770" fmla="*/ 832449 w 3050875"/>
                <a:gd name="connsiteY770" fmla="*/ 5169995 h 6856730"/>
                <a:gd name="connsiteX771" fmla="*/ 830293 w 3050875"/>
                <a:gd name="connsiteY771" fmla="*/ 5234693 h 6856730"/>
                <a:gd name="connsiteX772" fmla="*/ 1123591 w 3050875"/>
                <a:gd name="connsiteY772" fmla="*/ 5241881 h 6856730"/>
                <a:gd name="connsiteX773" fmla="*/ 1119996 w 3050875"/>
                <a:gd name="connsiteY773" fmla="*/ 5241881 h 6856730"/>
                <a:gd name="connsiteX774" fmla="*/ 1081177 w 3050875"/>
                <a:gd name="connsiteY774" fmla="*/ 5253383 h 6856730"/>
                <a:gd name="connsiteX775" fmla="*/ 1068957 w 3050875"/>
                <a:gd name="connsiteY775" fmla="*/ 5243319 h 6856730"/>
                <a:gd name="connsiteX776" fmla="*/ 976223 w 3050875"/>
                <a:gd name="connsiteY776" fmla="*/ 5274231 h 6856730"/>
                <a:gd name="connsiteX777" fmla="*/ 973347 w 3050875"/>
                <a:gd name="connsiteY777" fmla="*/ 5275668 h 6856730"/>
                <a:gd name="connsiteX778" fmla="*/ 952500 w 3050875"/>
                <a:gd name="connsiteY778" fmla="*/ 5245476 h 6856730"/>
                <a:gd name="connsiteX779" fmla="*/ 966159 w 3050875"/>
                <a:gd name="connsiteY779" fmla="*/ 5184372 h 6856730"/>
                <a:gd name="connsiteX780" fmla="*/ 968315 w 3050875"/>
                <a:gd name="connsiteY780" fmla="*/ 5170713 h 6856730"/>
                <a:gd name="connsiteX781" fmla="*/ 1066081 w 3050875"/>
                <a:gd name="connsiteY781" fmla="*/ 5242600 h 6856730"/>
                <a:gd name="connsiteX782" fmla="*/ 1079740 w 3050875"/>
                <a:gd name="connsiteY782" fmla="*/ 5224628 h 6856730"/>
                <a:gd name="connsiteX783" fmla="*/ 1003540 w 3050875"/>
                <a:gd name="connsiteY783" fmla="*/ 5121112 h 6856730"/>
                <a:gd name="connsiteX784" fmla="*/ 962564 w 3050875"/>
                <a:gd name="connsiteY784" fmla="*/ 5049944 h 6856730"/>
                <a:gd name="connsiteX785" fmla="*/ 964002 w 3050875"/>
                <a:gd name="connsiteY785" fmla="*/ 5049944 h 6856730"/>
                <a:gd name="connsiteX786" fmla="*/ 999945 w 3050875"/>
                <a:gd name="connsiteY786" fmla="*/ 5075104 h 6856730"/>
                <a:gd name="connsiteX787" fmla="*/ 1126466 w 3050875"/>
                <a:gd name="connsiteY787" fmla="*/ 5238287 h 6856730"/>
                <a:gd name="connsiteX788" fmla="*/ 1123591 w 3050875"/>
                <a:gd name="connsiteY788" fmla="*/ 5241881 h 6856730"/>
                <a:gd name="connsiteX789" fmla="*/ 1200510 w 3050875"/>
                <a:gd name="connsiteY789" fmla="*/ 5221753 h 6856730"/>
                <a:gd name="connsiteX790" fmla="*/ 1178225 w 3050875"/>
                <a:gd name="connsiteY790" fmla="*/ 5213127 h 6856730"/>
                <a:gd name="connsiteX791" fmla="*/ 1178225 w 3050875"/>
                <a:gd name="connsiteY791" fmla="*/ 5212408 h 6856730"/>
                <a:gd name="connsiteX792" fmla="*/ 1176068 w 3050875"/>
                <a:gd name="connsiteY792" fmla="*/ 5213127 h 6856730"/>
                <a:gd name="connsiteX793" fmla="*/ 1172474 w 3050875"/>
                <a:gd name="connsiteY793" fmla="*/ 5205938 h 6856730"/>
                <a:gd name="connsiteX794" fmla="*/ 1151627 w 3050875"/>
                <a:gd name="connsiteY794" fmla="*/ 5175746 h 6856730"/>
                <a:gd name="connsiteX795" fmla="*/ 1140844 w 3050875"/>
                <a:gd name="connsiteY795" fmla="*/ 5172151 h 6856730"/>
                <a:gd name="connsiteX796" fmla="*/ 1073270 w 3050875"/>
                <a:gd name="connsiteY796" fmla="*/ 5096670 h 6856730"/>
                <a:gd name="connsiteX797" fmla="*/ 1107776 w 3050875"/>
                <a:gd name="connsiteY797" fmla="*/ 5094514 h 6856730"/>
                <a:gd name="connsiteX798" fmla="*/ 1122153 w 3050875"/>
                <a:gd name="connsiteY798" fmla="*/ 5118236 h 6856730"/>
                <a:gd name="connsiteX799" fmla="*/ 1201229 w 3050875"/>
                <a:gd name="connsiteY799" fmla="*/ 5210251 h 6856730"/>
                <a:gd name="connsiteX800" fmla="*/ 1200510 w 3050875"/>
                <a:gd name="connsiteY800" fmla="*/ 5221753 h 6856730"/>
                <a:gd name="connsiteX801" fmla="*/ 1205542 w 3050875"/>
                <a:gd name="connsiteY801" fmla="*/ 5125425 h 6856730"/>
                <a:gd name="connsiteX802" fmla="*/ 1173193 w 3050875"/>
                <a:gd name="connsiteY802" fmla="*/ 5088763 h 6856730"/>
                <a:gd name="connsiteX803" fmla="*/ 1163129 w 3050875"/>
                <a:gd name="connsiteY803" fmla="*/ 5074385 h 6856730"/>
                <a:gd name="connsiteX804" fmla="*/ 1201229 w 3050875"/>
                <a:gd name="connsiteY804" fmla="*/ 5043474 h 6856730"/>
                <a:gd name="connsiteX805" fmla="*/ 1204104 w 3050875"/>
                <a:gd name="connsiteY805" fmla="*/ 5043474 h 6856730"/>
                <a:gd name="connsiteX806" fmla="*/ 1209136 w 3050875"/>
                <a:gd name="connsiteY806" fmla="*/ 5056414 h 6856730"/>
                <a:gd name="connsiteX807" fmla="*/ 1205542 w 3050875"/>
                <a:gd name="connsiteY807" fmla="*/ 5125425 h 6856730"/>
                <a:gd name="connsiteX808" fmla="*/ 1229983 w 3050875"/>
                <a:gd name="connsiteY808" fmla="*/ 4220370 h 6856730"/>
                <a:gd name="connsiteX809" fmla="*/ 1217762 w 3050875"/>
                <a:gd name="connsiteY809" fmla="*/ 4226840 h 6856730"/>
                <a:gd name="connsiteX810" fmla="*/ 1216325 w 3050875"/>
                <a:gd name="connsiteY810" fmla="*/ 4226840 h 6856730"/>
                <a:gd name="connsiteX811" fmla="*/ 1212730 w 3050875"/>
                <a:gd name="connsiteY811" fmla="*/ 4219651 h 6856730"/>
                <a:gd name="connsiteX812" fmla="*/ 1229983 w 3050875"/>
                <a:gd name="connsiteY812" fmla="*/ 4220370 h 6856730"/>
                <a:gd name="connsiteX813" fmla="*/ 1205542 w 3050875"/>
                <a:gd name="connsiteY813" fmla="*/ 4295851 h 6856730"/>
                <a:gd name="connsiteX814" fmla="*/ 1215606 w 3050875"/>
                <a:gd name="connsiteY814" fmla="*/ 4317417 h 6856730"/>
                <a:gd name="connsiteX815" fmla="*/ 1201947 w 3050875"/>
                <a:gd name="connsiteY815" fmla="*/ 4297289 h 6856730"/>
                <a:gd name="connsiteX816" fmla="*/ 1205542 w 3050875"/>
                <a:gd name="connsiteY816" fmla="*/ 4295851 h 6856730"/>
                <a:gd name="connsiteX817" fmla="*/ 1240047 w 3050875"/>
                <a:gd name="connsiteY817" fmla="*/ 4440344 h 6856730"/>
                <a:gd name="connsiteX818" fmla="*/ 1130779 w 3050875"/>
                <a:gd name="connsiteY818" fmla="*/ 4307353 h 6856730"/>
                <a:gd name="connsiteX819" fmla="*/ 1149470 w 3050875"/>
                <a:gd name="connsiteY819" fmla="*/ 4307353 h 6856730"/>
                <a:gd name="connsiteX820" fmla="*/ 1150189 w 3050875"/>
                <a:gd name="connsiteY820" fmla="*/ 4313104 h 6856730"/>
                <a:gd name="connsiteX821" fmla="*/ 1155221 w 3050875"/>
                <a:gd name="connsiteY821" fmla="*/ 4318136 h 6856730"/>
                <a:gd name="connsiteX822" fmla="*/ 1196915 w 3050875"/>
                <a:gd name="connsiteY822" fmla="*/ 4382834 h 6856730"/>
                <a:gd name="connsiteX823" fmla="*/ 1240766 w 3050875"/>
                <a:gd name="connsiteY823" fmla="*/ 4436749 h 6856730"/>
                <a:gd name="connsiteX824" fmla="*/ 1240047 w 3050875"/>
                <a:gd name="connsiteY824" fmla="*/ 4440344 h 6856730"/>
                <a:gd name="connsiteX825" fmla="*/ 293298 w 3050875"/>
                <a:gd name="connsiteY825" fmla="*/ 5982315 h 6856730"/>
                <a:gd name="connsiteX826" fmla="*/ 261668 w 3050875"/>
                <a:gd name="connsiteY826" fmla="*/ 5982315 h 6856730"/>
                <a:gd name="connsiteX827" fmla="*/ 256636 w 3050875"/>
                <a:gd name="connsiteY827" fmla="*/ 5978721 h 6856730"/>
                <a:gd name="connsiteX828" fmla="*/ 252323 w 3050875"/>
                <a:gd name="connsiteY828" fmla="*/ 5977283 h 6856730"/>
                <a:gd name="connsiteX829" fmla="*/ 247291 w 3050875"/>
                <a:gd name="connsiteY829" fmla="*/ 5976565 h 6856730"/>
                <a:gd name="connsiteX830" fmla="*/ 240821 w 3050875"/>
                <a:gd name="connsiteY830" fmla="*/ 5976565 h 6856730"/>
                <a:gd name="connsiteX831" fmla="*/ 220692 w 3050875"/>
                <a:gd name="connsiteY831" fmla="*/ 5947810 h 6856730"/>
                <a:gd name="connsiteX832" fmla="*/ 283953 w 3050875"/>
                <a:gd name="connsiteY832" fmla="*/ 5944216 h 6856730"/>
                <a:gd name="connsiteX833" fmla="*/ 293298 w 3050875"/>
                <a:gd name="connsiteY833" fmla="*/ 5951404 h 6856730"/>
                <a:gd name="connsiteX834" fmla="*/ 293298 w 3050875"/>
                <a:gd name="connsiteY834" fmla="*/ 5982315 h 6856730"/>
                <a:gd name="connsiteX835" fmla="*/ 391064 w 3050875"/>
                <a:gd name="connsiteY835" fmla="*/ 5939183 h 6856730"/>
                <a:gd name="connsiteX836" fmla="*/ 342900 w 3050875"/>
                <a:gd name="connsiteY836" fmla="*/ 5940621 h 6856730"/>
                <a:gd name="connsiteX837" fmla="*/ 329960 w 3050875"/>
                <a:gd name="connsiteY837" fmla="*/ 5939183 h 6856730"/>
                <a:gd name="connsiteX838" fmla="*/ 331398 w 3050875"/>
                <a:gd name="connsiteY838" fmla="*/ 5935589 h 6856730"/>
                <a:gd name="connsiteX839" fmla="*/ 347932 w 3050875"/>
                <a:gd name="connsiteY839" fmla="*/ 5932713 h 6856730"/>
                <a:gd name="connsiteX840" fmla="*/ 391783 w 3050875"/>
                <a:gd name="connsiteY840" fmla="*/ 5930557 h 6856730"/>
                <a:gd name="connsiteX841" fmla="*/ 391064 w 3050875"/>
                <a:gd name="connsiteY841" fmla="*/ 5939183 h 6856730"/>
                <a:gd name="connsiteX842" fmla="*/ 510396 w 3050875"/>
                <a:gd name="connsiteY842" fmla="*/ 6104523 h 6856730"/>
                <a:gd name="connsiteX843" fmla="*/ 507521 w 3050875"/>
                <a:gd name="connsiteY843" fmla="*/ 6072893 h 6856730"/>
                <a:gd name="connsiteX844" fmla="*/ 511834 w 3050875"/>
                <a:gd name="connsiteY844" fmla="*/ 6073612 h 6856730"/>
                <a:gd name="connsiteX845" fmla="*/ 510396 w 3050875"/>
                <a:gd name="connsiteY845" fmla="*/ 6104523 h 6856730"/>
                <a:gd name="connsiteX846" fmla="*/ 761281 w 3050875"/>
                <a:gd name="connsiteY846" fmla="*/ 6591915 h 6856730"/>
                <a:gd name="connsiteX847" fmla="*/ 738277 w 3050875"/>
                <a:gd name="connsiteY847" fmla="*/ 6629297 h 6856730"/>
                <a:gd name="connsiteX848" fmla="*/ 736840 w 3050875"/>
                <a:gd name="connsiteY848" fmla="*/ 6641517 h 6856730"/>
                <a:gd name="connsiteX849" fmla="*/ 736840 w 3050875"/>
                <a:gd name="connsiteY849" fmla="*/ 6702621 h 6856730"/>
                <a:gd name="connsiteX850" fmla="*/ 710242 w 3050875"/>
                <a:gd name="connsiteY850" fmla="*/ 6740721 h 6856730"/>
                <a:gd name="connsiteX851" fmla="*/ 710242 w 3050875"/>
                <a:gd name="connsiteY851" fmla="*/ 6755817 h 6856730"/>
                <a:gd name="connsiteX852" fmla="*/ 698740 w 3050875"/>
                <a:gd name="connsiteY852" fmla="*/ 6755817 h 6856730"/>
                <a:gd name="connsiteX853" fmla="*/ 678611 w 3050875"/>
                <a:gd name="connsiteY853" fmla="*/ 6765881 h 6856730"/>
                <a:gd name="connsiteX854" fmla="*/ 657764 w 3050875"/>
                <a:gd name="connsiteY854" fmla="*/ 6765881 h 6856730"/>
                <a:gd name="connsiteX855" fmla="*/ 640511 w 3050875"/>
                <a:gd name="connsiteY855" fmla="*/ 6757255 h 6856730"/>
                <a:gd name="connsiteX856" fmla="*/ 544183 w 3050875"/>
                <a:gd name="connsiteY856" fmla="*/ 6759411 h 6856730"/>
                <a:gd name="connsiteX857" fmla="*/ 544183 w 3050875"/>
                <a:gd name="connsiteY857" fmla="*/ 6745034 h 6856730"/>
                <a:gd name="connsiteX858" fmla="*/ 562155 w 3050875"/>
                <a:gd name="connsiteY858" fmla="*/ 6727782 h 6856730"/>
                <a:gd name="connsiteX859" fmla="*/ 567187 w 3050875"/>
                <a:gd name="connsiteY859" fmla="*/ 6674585 h 6856730"/>
                <a:gd name="connsiteX860" fmla="*/ 574376 w 3050875"/>
                <a:gd name="connsiteY860" fmla="*/ 6664521 h 6856730"/>
                <a:gd name="connsiteX861" fmla="*/ 574376 w 3050875"/>
                <a:gd name="connsiteY861" fmla="*/ 6664521 h 6856730"/>
                <a:gd name="connsiteX862" fmla="*/ 574376 w 3050875"/>
                <a:gd name="connsiteY862" fmla="*/ 6637923 h 6856730"/>
                <a:gd name="connsiteX863" fmla="*/ 558560 w 3050875"/>
                <a:gd name="connsiteY863" fmla="*/ 6619951 h 6856730"/>
                <a:gd name="connsiteX864" fmla="*/ 562874 w 3050875"/>
                <a:gd name="connsiteY864" fmla="*/ 6163470 h 6856730"/>
                <a:gd name="connsiteX865" fmla="*/ 573657 w 3050875"/>
                <a:gd name="connsiteY865" fmla="*/ 6154125 h 6856730"/>
                <a:gd name="connsiteX866" fmla="*/ 567906 w 3050875"/>
                <a:gd name="connsiteY866" fmla="*/ 6077925 h 6856730"/>
                <a:gd name="connsiteX867" fmla="*/ 615351 w 3050875"/>
                <a:gd name="connsiteY867" fmla="*/ 6077206 h 6856730"/>
                <a:gd name="connsiteX868" fmla="*/ 615351 w 3050875"/>
                <a:gd name="connsiteY868" fmla="*/ 6077206 h 6856730"/>
                <a:gd name="connsiteX869" fmla="*/ 698021 w 3050875"/>
                <a:gd name="connsiteY869" fmla="*/ 6069298 h 6856730"/>
                <a:gd name="connsiteX870" fmla="*/ 728213 w 3050875"/>
                <a:gd name="connsiteY870" fmla="*/ 6064267 h 6856730"/>
                <a:gd name="connsiteX871" fmla="*/ 722462 w 3050875"/>
                <a:gd name="connsiteY871" fmla="*/ 6098053 h 6856730"/>
                <a:gd name="connsiteX872" fmla="*/ 718149 w 3050875"/>
                <a:gd name="connsiteY872" fmla="*/ 6117463 h 6856730"/>
                <a:gd name="connsiteX873" fmla="*/ 725338 w 3050875"/>
                <a:gd name="connsiteY873" fmla="*/ 6123213 h 6856730"/>
                <a:gd name="connsiteX874" fmla="*/ 760562 w 3050875"/>
                <a:gd name="connsiteY874" fmla="*/ 6163470 h 6856730"/>
                <a:gd name="connsiteX875" fmla="*/ 743310 w 3050875"/>
                <a:gd name="connsiteY875" fmla="*/ 6366910 h 6856730"/>
                <a:gd name="connsiteX876" fmla="*/ 761281 w 3050875"/>
                <a:gd name="connsiteY876" fmla="*/ 6591915 h 6856730"/>
                <a:gd name="connsiteX877" fmla="*/ 777096 w 3050875"/>
                <a:gd name="connsiteY877" fmla="*/ 5947810 h 6856730"/>
                <a:gd name="connsiteX878" fmla="*/ 774221 w 3050875"/>
                <a:gd name="connsiteY878" fmla="*/ 5972970 h 6856730"/>
                <a:gd name="connsiteX879" fmla="*/ 747623 w 3050875"/>
                <a:gd name="connsiteY879" fmla="*/ 5984472 h 6856730"/>
                <a:gd name="connsiteX880" fmla="*/ 723181 w 3050875"/>
                <a:gd name="connsiteY880" fmla="*/ 5988066 h 6856730"/>
                <a:gd name="connsiteX881" fmla="*/ 695145 w 3050875"/>
                <a:gd name="connsiteY881" fmla="*/ 5990223 h 6856730"/>
                <a:gd name="connsiteX882" fmla="*/ 695864 w 3050875"/>
                <a:gd name="connsiteY882" fmla="*/ 5989504 h 6856730"/>
                <a:gd name="connsiteX883" fmla="*/ 688676 w 3050875"/>
                <a:gd name="connsiteY883" fmla="*/ 5971532 h 6856730"/>
                <a:gd name="connsiteX884" fmla="*/ 618227 w 3050875"/>
                <a:gd name="connsiteY884" fmla="*/ 5983034 h 6856730"/>
                <a:gd name="connsiteX885" fmla="*/ 442104 w 3050875"/>
                <a:gd name="connsiteY885" fmla="*/ 5953561 h 6856730"/>
                <a:gd name="connsiteX886" fmla="*/ 660640 w 3050875"/>
                <a:gd name="connsiteY886" fmla="*/ 5950685 h 6856730"/>
                <a:gd name="connsiteX887" fmla="*/ 687238 w 3050875"/>
                <a:gd name="connsiteY887" fmla="*/ 5949248 h 6856730"/>
                <a:gd name="connsiteX888" fmla="*/ 779972 w 3050875"/>
                <a:gd name="connsiteY888" fmla="*/ 5896051 h 6856730"/>
                <a:gd name="connsiteX889" fmla="*/ 776377 w 3050875"/>
                <a:gd name="connsiteY889" fmla="*/ 5903240 h 6856730"/>
                <a:gd name="connsiteX890" fmla="*/ 728213 w 3050875"/>
                <a:gd name="connsiteY890" fmla="*/ 5944934 h 6856730"/>
                <a:gd name="connsiteX891" fmla="*/ 724619 w 3050875"/>
                <a:gd name="connsiteY891" fmla="*/ 5948529 h 6856730"/>
                <a:gd name="connsiteX892" fmla="*/ 777096 w 3050875"/>
                <a:gd name="connsiteY892" fmla="*/ 5947810 h 6856730"/>
                <a:gd name="connsiteX893" fmla="*/ 1624642 w 3050875"/>
                <a:gd name="connsiteY893" fmla="*/ 6211634 h 6856730"/>
                <a:gd name="connsiteX894" fmla="*/ 1496683 w 3050875"/>
                <a:gd name="connsiteY894" fmla="*/ 6162032 h 6856730"/>
                <a:gd name="connsiteX895" fmla="*/ 1623923 w 3050875"/>
                <a:gd name="connsiteY895" fmla="*/ 6162032 h 6856730"/>
                <a:gd name="connsiteX896" fmla="*/ 1646208 w 3050875"/>
                <a:gd name="connsiteY896" fmla="*/ 6211634 h 6856730"/>
                <a:gd name="connsiteX897" fmla="*/ 1624642 w 3050875"/>
                <a:gd name="connsiteY897" fmla="*/ 6211634 h 6856730"/>
                <a:gd name="connsiteX898" fmla="*/ 1692934 w 3050875"/>
                <a:gd name="connsiteY898" fmla="*/ 6783853 h 6856730"/>
                <a:gd name="connsiteX899" fmla="*/ 1692934 w 3050875"/>
                <a:gd name="connsiteY899" fmla="*/ 6783134 h 6856730"/>
                <a:gd name="connsiteX900" fmla="*/ 1734629 w 3050875"/>
                <a:gd name="connsiteY900" fmla="*/ 6802544 h 6856730"/>
                <a:gd name="connsiteX901" fmla="*/ 1692934 w 3050875"/>
                <a:gd name="connsiteY901" fmla="*/ 6783853 h 6856730"/>
                <a:gd name="connsiteX902" fmla="*/ 1742536 w 3050875"/>
                <a:gd name="connsiteY902" fmla="*/ 6700465 h 6856730"/>
                <a:gd name="connsiteX903" fmla="*/ 1692934 w 3050875"/>
                <a:gd name="connsiteY903" fmla="*/ 6667396 h 6856730"/>
                <a:gd name="connsiteX904" fmla="*/ 1692934 w 3050875"/>
                <a:gd name="connsiteY904" fmla="*/ 6650144 h 6856730"/>
                <a:gd name="connsiteX905" fmla="*/ 1724564 w 3050875"/>
                <a:gd name="connsiteY905" fmla="*/ 6678179 h 6856730"/>
                <a:gd name="connsiteX906" fmla="*/ 1741817 w 3050875"/>
                <a:gd name="connsiteY906" fmla="*/ 6696151 h 6856730"/>
                <a:gd name="connsiteX907" fmla="*/ 1742536 w 3050875"/>
                <a:gd name="connsiteY907" fmla="*/ 6696870 h 6856730"/>
                <a:gd name="connsiteX908" fmla="*/ 1742536 w 3050875"/>
                <a:gd name="connsiteY908" fmla="*/ 6700465 h 6856730"/>
                <a:gd name="connsiteX909" fmla="*/ 1742536 w 3050875"/>
                <a:gd name="connsiteY909" fmla="*/ 6619232 h 6856730"/>
                <a:gd name="connsiteX910" fmla="*/ 1692934 w 3050875"/>
                <a:gd name="connsiteY910" fmla="*/ 6532968 h 6856730"/>
                <a:gd name="connsiteX911" fmla="*/ 1692934 w 3050875"/>
                <a:gd name="connsiteY911" fmla="*/ 6519310 h 6856730"/>
                <a:gd name="connsiteX912" fmla="*/ 1742536 w 3050875"/>
                <a:gd name="connsiteY912" fmla="*/ 6557410 h 6856730"/>
                <a:gd name="connsiteX913" fmla="*/ 1742536 w 3050875"/>
                <a:gd name="connsiteY913" fmla="*/ 6619232 h 6856730"/>
                <a:gd name="connsiteX914" fmla="*/ 1742536 w 3050875"/>
                <a:gd name="connsiteY914" fmla="*/ 6504213 h 6856730"/>
                <a:gd name="connsiteX915" fmla="*/ 1692934 w 3050875"/>
                <a:gd name="connsiteY915" fmla="*/ 6457487 h 6856730"/>
                <a:gd name="connsiteX916" fmla="*/ 1692934 w 3050875"/>
                <a:gd name="connsiteY916" fmla="*/ 6304368 h 6856730"/>
                <a:gd name="connsiteX917" fmla="*/ 1738942 w 3050875"/>
                <a:gd name="connsiteY917" fmla="*/ 6349657 h 6856730"/>
                <a:gd name="connsiteX918" fmla="*/ 1742536 w 3050875"/>
                <a:gd name="connsiteY918" fmla="*/ 6352532 h 6856730"/>
                <a:gd name="connsiteX919" fmla="*/ 1742536 w 3050875"/>
                <a:gd name="connsiteY919" fmla="*/ 6504213 h 6856730"/>
                <a:gd name="connsiteX920" fmla="*/ 1742536 w 3050875"/>
                <a:gd name="connsiteY920" fmla="*/ 6231763 h 6856730"/>
                <a:gd name="connsiteX921" fmla="*/ 1690059 w 3050875"/>
                <a:gd name="connsiteY921" fmla="*/ 6162032 h 6856730"/>
                <a:gd name="connsiteX922" fmla="*/ 1692934 w 3050875"/>
                <a:gd name="connsiteY922" fmla="*/ 6162032 h 6856730"/>
                <a:gd name="connsiteX923" fmla="*/ 1742536 w 3050875"/>
                <a:gd name="connsiteY923" fmla="*/ 6165627 h 6856730"/>
                <a:gd name="connsiteX924" fmla="*/ 1742536 w 3050875"/>
                <a:gd name="connsiteY924" fmla="*/ 6231763 h 6856730"/>
                <a:gd name="connsiteX925" fmla="*/ 1926566 w 3050875"/>
                <a:gd name="connsiteY925" fmla="*/ 6766600 h 6856730"/>
                <a:gd name="connsiteX926" fmla="*/ 1905000 w 3050875"/>
                <a:gd name="connsiteY926" fmla="*/ 6754380 h 6856730"/>
                <a:gd name="connsiteX927" fmla="*/ 1905000 w 3050875"/>
                <a:gd name="connsiteY927" fmla="*/ 6718436 h 6856730"/>
                <a:gd name="connsiteX928" fmla="*/ 1953883 w 3050875"/>
                <a:gd name="connsiteY928" fmla="*/ 6766600 h 6856730"/>
                <a:gd name="connsiteX929" fmla="*/ 1926566 w 3050875"/>
                <a:gd name="connsiteY929" fmla="*/ 6766600 h 6856730"/>
                <a:gd name="connsiteX930" fmla="*/ 1988389 w 3050875"/>
                <a:gd name="connsiteY930" fmla="*/ 6766600 h 6856730"/>
                <a:gd name="connsiteX931" fmla="*/ 1981919 w 3050875"/>
                <a:gd name="connsiteY931" fmla="*/ 6766600 h 6856730"/>
                <a:gd name="connsiteX932" fmla="*/ 1979762 w 3050875"/>
                <a:gd name="connsiteY932" fmla="*/ 6765163 h 6856730"/>
                <a:gd name="connsiteX933" fmla="*/ 1904281 w 3050875"/>
                <a:gd name="connsiteY933" fmla="*/ 6699027 h 6856730"/>
                <a:gd name="connsiteX934" fmla="*/ 1904281 w 3050875"/>
                <a:gd name="connsiteY934" fmla="*/ 6670272 h 6856730"/>
                <a:gd name="connsiteX935" fmla="*/ 1958196 w 3050875"/>
                <a:gd name="connsiteY935" fmla="*/ 6707653 h 6856730"/>
                <a:gd name="connsiteX936" fmla="*/ 1986951 w 3050875"/>
                <a:gd name="connsiteY936" fmla="*/ 6728500 h 6856730"/>
                <a:gd name="connsiteX937" fmla="*/ 1986951 w 3050875"/>
                <a:gd name="connsiteY937" fmla="*/ 6766600 h 6856730"/>
                <a:gd name="connsiteX938" fmla="*/ 1905000 w 3050875"/>
                <a:gd name="connsiteY938" fmla="*/ 6647268 h 6856730"/>
                <a:gd name="connsiteX939" fmla="*/ 1905000 w 3050875"/>
                <a:gd name="connsiteY939" fmla="*/ 6629297 h 6856730"/>
                <a:gd name="connsiteX940" fmla="*/ 1969698 w 3050875"/>
                <a:gd name="connsiteY940" fmla="*/ 6688244 h 6856730"/>
                <a:gd name="connsiteX941" fmla="*/ 1905000 w 3050875"/>
                <a:gd name="connsiteY941" fmla="*/ 6647268 h 6856730"/>
                <a:gd name="connsiteX942" fmla="*/ 1988389 w 3050875"/>
                <a:gd name="connsiteY942" fmla="*/ 6670272 h 6856730"/>
                <a:gd name="connsiteX943" fmla="*/ 1905000 w 3050875"/>
                <a:gd name="connsiteY943" fmla="*/ 6609168 h 6856730"/>
                <a:gd name="connsiteX944" fmla="*/ 1905000 w 3050875"/>
                <a:gd name="connsiteY944" fmla="*/ 6468989 h 6856730"/>
                <a:gd name="connsiteX945" fmla="*/ 1988389 w 3050875"/>
                <a:gd name="connsiteY945" fmla="*/ 6543032 h 6856730"/>
                <a:gd name="connsiteX946" fmla="*/ 1988389 w 3050875"/>
                <a:gd name="connsiteY946" fmla="*/ 6670272 h 6856730"/>
                <a:gd name="connsiteX947" fmla="*/ 2140789 w 3050875"/>
                <a:gd name="connsiteY947" fmla="*/ 6696870 h 6856730"/>
                <a:gd name="connsiteX948" fmla="*/ 2140070 w 3050875"/>
                <a:gd name="connsiteY948" fmla="*/ 6644393 h 6856730"/>
                <a:gd name="connsiteX949" fmla="*/ 2142946 w 3050875"/>
                <a:gd name="connsiteY949" fmla="*/ 6641517 h 6856730"/>
                <a:gd name="connsiteX950" fmla="*/ 2147978 w 3050875"/>
                <a:gd name="connsiteY950" fmla="*/ 6696870 h 6856730"/>
                <a:gd name="connsiteX951" fmla="*/ 2140789 w 3050875"/>
                <a:gd name="connsiteY951" fmla="*/ 6696870 h 6856730"/>
                <a:gd name="connsiteX952" fmla="*/ 2132882 w 3050875"/>
                <a:gd name="connsiteY952" fmla="*/ 6025448 h 6856730"/>
                <a:gd name="connsiteX953" fmla="*/ 2151572 w 3050875"/>
                <a:gd name="connsiteY953" fmla="*/ 6025448 h 6856730"/>
                <a:gd name="connsiteX954" fmla="*/ 2181765 w 3050875"/>
                <a:gd name="connsiteY954" fmla="*/ 6031917 h 6856730"/>
                <a:gd name="connsiteX955" fmla="*/ 2181765 w 3050875"/>
                <a:gd name="connsiteY955" fmla="*/ 6036231 h 6856730"/>
                <a:gd name="connsiteX956" fmla="*/ 2132882 w 3050875"/>
                <a:gd name="connsiteY956" fmla="*/ 6025448 h 6856730"/>
                <a:gd name="connsiteX957" fmla="*/ 2274498 w 3050875"/>
                <a:gd name="connsiteY957" fmla="*/ 6048451 h 6856730"/>
                <a:gd name="connsiteX958" fmla="*/ 2280968 w 3050875"/>
                <a:gd name="connsiteY958" fmla="*/ 6049889 h 6856730"/>
                <a:gd name="connsiteX959" fmla="*/ 2292470 w 3050875"/>
                <a:gd name="connsiteY959" fmla="*/ 6053484 h 6856730"/>
                <a:gd name="connsiteX960" fmla="*/ 2292470 w 3050875"/>
                <a:gd name="connsiteY960" fmla="*/ 6055640 h 6856730"/>
                <a:gd name="connsiteX961" fmla="*/ 2274498 w 3050875"/>
                <a:gd name="connsiteY961" fmla="*/ 6053484 h 6856730"/>
                <a:gd name="connsiteX962" fmla="*/ 2274498 w 3050875"/>
                <a:gd name="connsiteY962" fmla="*/ 6048451 h 6856730"/>
                <a:gd name="connsiteX963" fmla="*/ 2276655 w 3050875"/>
                <a:gd name="connsiteY963" fmla="*/ 6062829 h 6856730"/>
                <a:gd name="connsiteX964" fmla="*/ 2294627 w 3050875"/>
                <a:gd name="connsiteY964" fmla="*/ 6064985 h 6856730"/>
                <a:gd name="connsiteX965" fmla="*/ 2300378 w 3050875"/>
                <a:gd name="connsiteY965" fmla="*/ 6126089 h 6856730"/>
                <a:gd name="connsiteX966" fmla="*/ 2285281 w 3050875"/>
                <a:gd name="connsiteY966" fmla="*/ 6126089 h 6856730"/>
                <a:gd name="connsiteX967" fmla="*/ 2276655 w 3050875"/>
                <a:gd name="connsiteY967" fmla="*/ 6062829 h 6856730"/>
                <a:gd name="connsiteX968" fmla="*/ 2475063 w 3050875"/>
                <a:gd name="connsiteY968" fmla="*/ 6642236 h 6856730"/>
                <a:gd name="connsiteX969" fmla="*/ 2474344 w 3050875"/>
                <a:gd name="connsiteY969" fmla="*/ 6666678 h 6856730"/>
                <a:gd name="connsiteX970" fmla="*/ 2473625 w 3050875"/>
                <a:gd name="connsiteY970" fmla="*/ 6678179 h 6856730"/>
                <a:gd name="connsiteX971" fmla="*/ 2463561 w 3050875"/>
                <a:gd name="connsiteY971" fmla="*/ 6742159 h 6856730"/>
                <a:gd name="connsiteX972" fmla="*/ 2436244 w 3050875"/>
                <a:gd name="connsiteY972" fmla="*/ 6766600 h 6856730"/>
                <a:gd name="connsiteX973" fmla="*/ 2355731 w 3050875"/>
                <a:gd name="connsiteY973" fmla="*/ 6766600 h 6856730"/>
                <a:gd name="connsiteX974" fmla="*/ 2343510 w 3050875"/>
                <a:gd name="connsiteY974" fmla="*/ 6752942 h 6856730"/>
                <a:gd name="connsiteX975" fmla="*/ 2322663 w 3050875"/>
                <a:gd name="connsiteY975" fmla="*/ 6726344 h 6856730"/>
                <a:gd name="connsiteX976" fmla="*/ 2314755 w 3050875"/>
                <a:gd name="connsiteY976" fmla="*/ 6673866 h 6856730"/>
                <a:gd name="connsiteX977" fmla="*/ 2309004 w 3050875"/>
                <a:gd name="connsiteY977" fmla="*/ 6653738 h 6856730"/>
                <a:gd name="connsiteX978" fmla="*/ 2308285 w 3050875"/>
                <a:gd name="connsiteY978" fmla="*/ 6617076 h 6856730"/>
                <a:gd name="connsiteX979" fmla="*/ 2302534 w 3050875"/>
                <a:gd name="connsiteY979" fmla="*/ 6491274 h 6856730"/>
                <a:gd name="connsiteX980" fmla="*/ 2301816 w 3050875"/>
                <a:gd name="connsiteY980" fmla="*/ 6478334 h 6856730"/>
                <a:gd name="connsiteX981" fmla="*/ 2296064 w 3050875"/>
                <a:gd name="connsiteY981" fmla="*/ 6457487 h 6856730"/>
                <a:gd name="connsiteX982" fmla="*/ 2298221 w 3050875"/>
                <a:gd name="connsiteY982" fmla="*/ 6394227 h 6856730"/>
                <a:gd name="connsiteX983" fmla="*/ 2302534 w 3050875"/>
                <a:gd name="connsiteY983" fmla="*/ 6264830 h 6856730"/>
                <a:gd name="connsiteX984" fmla="*/ 2298940 w 3050875"/>
                <a:gd name="connsiteY984" fmla="*/ 6241827 h 6856730"/>
                <a:gd name="connsiteX985" fmla="*/ 2304691 w 3050875"/>
                <a:gd name="connsiteY985" fmla="*/ 6241827 h 6856730"/>
                <a:gd name="connsiteX986" fmla="*/ 2309004 w 3050875"/>
                <a:gd name="connsiteY986" fmla="*/ 6213072 h 6856730"/>
                <a:gd name="connsiteX987" fmla="*/ 2389517 w 3050875"/>
                <a:gd name="connsiteY987" fmla="*/ 6213072 h 6856730"/>
                <a:gd name="connsiteX988" fmla="*/ 2393831 w 3050875"/>
                <a:gd name="connsiteY988" fmla="*/ 6233919 h 6856730"/>
                <a:gd name="connsiteX989" fmla="*/ 2412521 w 3050875"/>
                <a:gd name="connsiteY989" fmla="*/ 6243264 h 6856730"/>
                <a:gd name="connsiteX990" fmla="*/ 2470031 w 3050875"/>
                <a:gd name="connsiteY990" fmla="*/ 6243264 h 6856730"/>
                <a:gd name="connsiteX991" fmla="*/ 2470031 w 3050875"/>
                <a:gd name="connsiteY991" fmla="*/ 6318746 h 6856730"/>
                <a:gd name="connsiteX992" fmla="*/ 2472906 w 3050875"/>
                <a:gd name="connsiteY992" fmla="*/ 6468989 h 6856730"/>
                <a:gd name="connsiteX993" fmla="*/ 2477938 w 3050875"/>
                <a:gd name="connsiteY993" fmla="*/ 6477616 h 6856730"/>
                <a:gd name="connsiteX994" fmla="*/ 2477219 w 3050875"/>
                <a:gd name="connsiteY994" fmla="*/ 6533687 h 6856730"/>
                <a:gd name="connsiteX995" fmla="*/ 2473625 w 3050875"/>
                <a:gd name="connsiteY995" fmla="*/ 6536562 h 6856730"/>
                <a:gd name="connsiteX996" fmla="*/ 2473625 w 3050875"/>
                <a:gd name="connsiteY996" fmla="*/ 6545908 h 6856730"/>
                <a:gd name="connsiteX997" fmla="*/ 2466436 w 3050875"/>
                <a:gd name="connsiteY997" fmla="*/ 6558848 h 6856730"/>
                <a:gd name="connsiteX998" fmla="*/ 2475063 w 3050875"/>
                <a:gd name="connsiteY998" fmla="*/ 6642236 h 6856730"/>
                <a:gd name="connsiteX999" fmla="*/ 2564921 w 3050875"/>
                <a:gd name="connsiteY999" fmla="*/ 6108117 h 6856730"/>
                <a:gd name="connsiteX1000" fmla="*/ 2552700 w 3050875"/>
                <a:gd name="connsiteY1000" fmla="*/ 6116025 h 6856730"/>
                <a:gd name="connsiteX1001" fmla="*/ 2526821 w 3050875"/>
                <a:gd name="connsiteY1001" fmla="*/ 6136872 h 6856730"/>
                <a:gd name="connsiteX1002" fmla="*/ 2433368 w 3050875"/>
                <a:gd name="connsiteY1002" fmla="*/ 6125370 h 6856730"/>
                <a:gd name="connsiteX1003" fmla="*/ 2367951 w 3050875"/>
                <a:gd name="connsiteY1003" fmla="*/ 6126089 h 6856730"/>
                <a:gd name="connsiteX1004" fmla="*/ 2362919 w 3050875"/>
                <a:gd name="connsiteY1004" fmla="*/ 6126089 h 6856730"/>
                <a:gd name="connsiteX1005" fmla="*/ 2360044 w 3050875"/>
                <a:gd name="connsiteY1005" fmla="*/ 6097334 h 6856730"/>
                <a:gd name="connsiteX1006" fmla="*/ 2352136 w 3050875"/>
                <a:gd name="connsiteY1006" fmla="*/ 6093740 h 6856730"/>
                <a:gd name="connsiteX1007" fmla="*/ 2320506 w 3050875"/>
                <a:gd name="connsiteY1007" fmla="*/ 6068580 h 6856730"/>
                <a:gd name="connsiteX1008" fmla="*/ 2337040 w 3050875"/>
                <a:gd name="connsiteY1008" fmla="*/ 6070736 h 6856730"/>
                <a:gd name="connsiteX1009" fmla="*/ 2366514 w 3050875"/>
                <a:gd name="connsiteY1009" fmla="*/ 6073612 h 6856730"/>
                <a:gd name="connsiteX1010" fmla="*/ 2407489 w 3050875"/>
                <a:gd name="connsiteY1010" fmla="*/ 6085833 h 6856730"/>
                <a:gd name="connsiteX1011" fmla="*/ 2549825 w 3050875"/>
                <a:gd name="connsiteY1011" fmla="*/ 6105242 h 6856730"/>
                <a:gd name="connsiteX1012" fmla="*/ 2564921 w 3050875"/>
                <a:gd name="connsiteY1012" fmla="*/ 6105961 h 6856730"/>
                <a:gd name="connsiteX1013" fmla="*/ 2564921 w 3050875"/>
                <a:gd name="connsiteY1013" fmla="*/ 6108117 h 6856730"/>
                <a:gd name="connsiteX1014" fmla="*/ 2467155 w 3050875"/>
                <a:gd name="connsiteY1014" fmla="*/ 6062829 h 6856730"/>
                <a:gd name="connsiteX1015" fmla="*/ 2467155 w 3050875"/>
                <a:gd name="connsiteY1015" fmla="*/ 6062110 h 6856730"/>
                <a:gd name="connsiteX1016" fmla="*/ 2436963 w 3050875"/>
                <a:gd name="connsiteY1016" fmla="*/ 6019697 h 6856730"/>
                <a:gd name="connsiteX1017" fmla="*/ 2457091 w 3050875"/>
                <a:gd name="connsiteY1017" fmla="*/ 6021134 h 6856730"/>
                <a:gd name="connsiteX1018" fmla="*/ 2521789 w 3050875"/>
                <a:gd name="connsiteY1018" fmla="*/ 6059234 h 6856730"/>
                <a:gd name="connsiteX1019" fmla="*/ 2528978 w 3050875"/>
                <a:gd name="connsiteY1019" fmla="*/ 6049889 h 6856730"/>
                <a:gd name="connsiteX1020" fmla="*/ 2509568 w 3050875"/>
                <a:gd name="connsiteY1020" fmla="*/ 6022572 h 6856730"/>
                <a:gd name="connsiteX1021" fmla="*/ 2513163 w 3050875"/>
                <a:gd name="connsiteY1021" fmla="*/ 6022572 h 6856730"/>
                <a:gd name="connsiteX1022" fmla="*/ 2559889 w 3050875"/>
                <a:gd name="connsiteY1022" fmla="*/ 6062829 h 6856730"/>
                <a:gd name="connsiteX1023" fmla="*/ 2467155 w 3050875"/>
                <a:gd name="connsiteY1023" fmla="*/ 6062829 h 6856730"/>
                <a:gd name="connsiteX1024" fmla="*/ 2549106 w 3050875"/>
                <a:gd name="connsiteY1024" fmla="*/ 5999568 h 6856730"/>
                <a:gd name="connsiteX1025" fmla="*/ 2549825 w 3050875"/>
                <a:gd name="connsiteY1025" fmla="*/ 6001006 h 6856730"/>
                <a:gd name="connsiteX1026" fmla="*/ 2551982 w 3050875"/>
                <a:gd name="connsiteY1026" fmla="*/ 6016102 h 6856730"/>
                <a:gd name="connsiteX1027" fmla="*/ 2534010 w 3050875"/>
                <a:gd name="connsiteY1027" fmla="*/ 5998849 h 6856730"/>
                <a:gd name="connsiteX1028" fmla="*/ 2549106 w 3050875"/>
                <a:gd name="connsiteY1028" fmla="*/ 5999568 h 6856730"/>
                <a:gd name="connsiteX1029" fmla="*/ 2532572 w 3050875"/>
                <a:gd name="connsiteY1029" fmla="*/ 5974408 h 6856730"/>
                <a:gd name="connsiteX1030" fmla="*/ 2544793 w 3050875"/>
                <a:gd name="connsiteY1030" fmla="*/ 5977283 h 6856730"/>
                <a:gd name="connsiteX1031" fmla="*/ 2546231 w 3050875"/>
                <a:gd name="connsiteY1031" fmla="*/ 5987348 h 6856730"/>
                <a:gd name="connsiteX1032" fmla="*/ 2523227 w 3050875"/>
                <a:gd name="connsiteY1032" fmla="*/ 5986628 h 6856730"/>
                <a:gd name="connsiteX1033" fmla="*/ 2508849 w 3050875"/>
                <a:gd name="connsiteY1033" fmla="*/ 5969376 h 6856730"/>
                <a:gd name="connsiteX1034" fmla="*/ 2532572 w 3050875"/>
                <a:gd name="connsiteY1034" fmla="*/ 5974408 h 6856730"/>
                <a:gd name="connsiteX1035" fmla="*/ 2494472 w 3050875"/>
                <a:gd name="connsiteY1035" fmla="*/ 6001725 h 6856730"/>
                <a:gd name="connsiteX1036" fmla="*/ 2503099 w 3050875"/>
                <a:gd name="connsiteY1036" fmla="*/ 6011789 h 6856730"/>
                <a:gd name="connsiteX1037" fmla="*/ 2497348 w 3050875"/>
                <a:gd name="connsiteY1037" fmla="*/ 6010351 h 6856730"/>
                <a:gd name="connsiteX1038" fmla="*/ 2489440 w 3050875"/>
                <a:gd name="connsiteY1038" fmla="*/ 6002444 h 6856730"/>
                <a:gd name="connsiteX1039" fmla="*/ 2494472 w 3050875"/>
                <a:gd name="connsiteY1039" fmla="*/ 6001725 h 6856730"/>
                <a:gd name="connsiteX1040" fmla="*/ 2465717 w 3050875"/>
                <a:gd name="connsiteY1040" fmla="*/ 5960031 h 6856730"/>
                <a:gd name="connsiteX1041" fmla="*/ 2485846 w 3050875"/>
                <a:gd name="connsiteY1041" fmla="*/ 5990942 h 6856730"/>
                <a:gd name="connsiteX1042" fmla="*/ 2477938 w 3050875"/>
                <a:gd name="connsiteY1042" fmla="*/ 5992380 h 6856730"/>
                <a:gd name="connsiteX1043" fmla="*/ 2456372 w 3050875"/>
                <a:gd name="connsiteY1043" fmla="*/ 5972970 h 6856730"/>
                <a:gd name="connsiteX1044" fmla="*/ 2447027 w 3050875"/>
                <a:gd name="connsiteY1044" fmla="*/ 5955717 h 6856730"/>
                <a:gd name="connsiteX1045" fmla="*/ 2465717 w 3050875"/>
                <a:gd name="connsiteY1045" fmla="*/ 5960031 h 6856730"/>
                <a:gd name="connsiteX1046" fmla="*/ 2393112 w 3050875"/>
                <a:gd name="connsiteY1046" fmla="*/ 5940621 h 6856730"/>
                <a:gd name="connsiteX1047" fmla="*/ 2408208 w 3050875"/>
                <a:gd name="connsiteY1047" fmla="*/ 5961468 h 6856730"/>
                <a:gd name="connsiteX1048" fmla="*/ 2439838 w 3050875"/>
                <a:gd name="connsiteY1048" fmla="*/ 6001006 h 6856730"/>
                <a:gd name="connsiteX1049" fmla="*/ 2426180 w 3050875"/>
                <a:gd name="connsiteY1049" fmla="*/ 6005319 h 6856730"/>
                <a:gd name="connsiteX1050" fmla="*/ 2395987 w 3050875"/>
                <a:gd name="connsiteY1050" fmla="*/ 5967938 h 6856730"/>
                <a:gd name="connsiteX1051" fmla="*/ 2375140 w 3050875"/>
                <a:gd name="connsiteY1051" fmla="*/ 5935589 h 6856730"/>
                <a:gd name="connsiteX1052" fmla="*/ 2393112 w 3050875"/>
                <a:gd name="connsiteY1052" fmla="*/ 5940621 h 6856730"/>
                <a:gd name="connsiteX1053" fmla="*/ 2341353 w 3050875"/>
                <a:gd name="connsiteY1053" fmla="*/ 5924806 h 6856730"/>
                <a:gd name="connsiteX1054" fmla="*/ 2355731 w 3050875"/>
                <a:gd name="connsiteY1054" fmla="*/ 5955717 h 6856730"/>
                <a:gd name="connsiteX1055" fmla="*/ 2351417 w 3050875"/>
                <a:gd name="connsiteY1055" fmla="*/ 5950685 h 6856730"/>
                <a:gd name="connsiteX1056" fmla="*/ 2333446 w 3050875"/>
                <a:gd name="connsiteY1056" fmla="*/ 5922649 h 6856730"/>
                <a:gd name="connsiteX1057" fmla="*/ 2341353 w 3050875"/>
                <a:gd name="connsiteY1057" fmla="*/ 5924806 h 6856730"/>
                <a:gd name="connsiteX1058" fmla="*/ 2273061 w 3050875"/>
                <a:gd name="connsiteY1058" fmla="*/ 5128300 h 6856730"/>
                <a:gd name="connsiteX1059" fmla="*/ 2290314 w 3050875"/>
                <a:gd name="connsiteY1059" fmla="*/ 5131895 h 6856730"/>
                <a:gd name="connsiteX1060" fmla="*/ 2272342 w 3050875"/>
                <a:gd name="connsiteY1060" fmla="*/ 5169995 h 6856730"/>
                <a:gd name="connsiteX1061" fmla="*/ 2265872 w 3050875"/>
                <a:gd name="connsiteY1061" fmla="*/ 5182934 h 6856730"/>
                <a:gd name="connsiteX1062" fmla="*/ 2260840 w 3050875"/>
                <a:gd name="connsiteY1062" fmla="*/ 5135489 h 6856730"/>
                <a:gd name="connsiteX1063" fmla="*/ 2273061 w 3050875"/>
                <a:gd name="connsiteY1063" fmla="*/ 5128300 h 6856730"/>
                <a:gd name="connsiteX1064" fmla="*/ 2270185 w 3050875"/>
                <a:gd name="connsiteY1064" fmla="*/ 5811944 h 6856730"/>
                <a:gd name="connsiteX1065" fmla="*/ 2270904 w 3050875"/>
                <a:gd name="connsiteY1065" fmla="*/ 5816976 h 6856730"/>
                <a:gd name="connsiteX1066" fmla="*/ 2255808 w 3050875"/>
                <a:gd name="connsiteY1066" fmla="*/ 5811944 h 6856730"/>
                <a:gd name="connsiteX1067" fmla="*/ 2248619 w 3050875"/>
                <a:gd name="connsiteY1067" fmla="*/ 5809068 h 6856730"/>
                <a:gd name="connsiteX1068" fmla="*/ 2247900 w 3050875"/>
                <a:gd name="connsiteY1068" fmla="*/ 5801880 h 6856730"/>
                <a:gd name="connsiteX1069" fmla="*/ 2247182 w 3050875"/>
                <a:gd name="connsiteY1069" fmla="*/ 5793972 h 6856730"/>
                <a:gd name="connsiteX1070" fmla="*/ 2269466 w 3050875"/>
                <a:gd name="connsiteY1070" fmla="*/ 5793253 h 6856730"/>
                <a:gd name="connsiteX1071" fmla="*/ 2270904 w 3050875"/>
                <a:gd name="connsiteY1071" fmla="*/ 5807631 h 6856730"/>
                <a:gd name="connsiteX1072" fmla="*/ 2270904 w 3050875"/>
                <a:gd name="connsiteY1072" fmla="*/ 5809068 h 6856730"/>
                <a:gd name="connsiteX1073" fmla="*/ 2270185 w 3050875"/>
                <a:gd name="connsiteY1073" fmla="*/ 5811944 h 6856730"/>
                <a:gd name="connsiteX1074" fmla="*/ 2278812 w 3050875"/>
                <a:gd name="connsiteY1074" fmla="*/ 5903240 h 6856730"/>
                <a:gd name="connsiteX1075" fmla="*/ 2281687 w 3050875"/>
                <a:gd name="connsiteY1075" fmla="*/ 5935589 h 6856730"/>
                <a:gd name="connsiteX1076" fmla="*/ 2274498 w 3050875"/>
                <a:gd name="connsiteY1076" fmla="*/ 5935589 h 6856730"/>
                <a:gd name="connsiteX1077" fmla="*/ 2270904 w 3050875"/>
                <a:gd name="connsiteY1077" fmla="*/ 5931276 h 6856730"/>
                <a:gd name="connsiteX1078" fmla="*/ 2258683 w 3050875"/>
                <a:gd name="connsiteY1078" fmla="*/ 5916899 h 6856730"/>
                <a:gd name="connsiteX1079" fmla="*/ 2256527 w 3050875"/>
                <a:gd name="connsiteY1079" fmla="*/ 5894613 h 6856730"/>
                <a:gd name="connsiteX1080" fmla="*/ 2278812 w 3050875"/>
                <a:gd name="connsiteY1080" fmla="*/ 5903240 h 6856730"/>
                <a:gd name="connsiteX1081" fmla="*/ 2240712 w 3050875"/>
                <a:gd name="connsiteY1081" fmla="*/ 5689017 h 6856730"/>
                <a:gd name="connsiteX1082" fmla="*/ 2244306 w 3050875"/>
                <a:gd name="connsiteY1082" fmla="*/ 5542368 h 6856730"/>
                <a:gd name="connsiteX1083" fmla="*/ 2245744 w 3050875"/>
                <a:gd name="connsiteY1083" fmla="*/ 5556746 h 6856730"/>
                <a:gd name="connsiteX1084" fmla="*/ 2261559 w 3050875"/>
                <a:gd name="connsiteY1084" fmla="*/ 5722085 h 6856730"/>
                <a:gd name="connsiteX1085" fmla="*/ 2239993 w 3050875"/>
                <a:gd name="connsiteY1085" fmla="*/ 5721366 h 6856730"/>
                <a:gd name="connsiteX1086" fmla="*/ 2240712 w 3050875"/>
                <a:gd name="connsiteY1086" fmla="*/ 5689017 h 6856730"/>
                <a:gd name="connsiteX1087" fmla="*/ 2176732 w 3050875"/>
                <a:gd name="connsiteY1087" fmla="*/ 5878080 h 6856730"/>
                <a:gd name="connsiteX1088" fmla="*/ 2127849 w 3050875"/>
                <a:gd name="connsiteY1088" fmla="*/ 5836385 h 6856730"/>
                <a:gd name="connsiteX1089" fmla="*/ 2167387 w 3050875"/>
                <a:gd name="connsiteY1089" fmla="*/ 5855795 h 6856730"/>
                <a:gd name="connsiteX1090" fmla="*/ 2176014 w 3050875"/>
                <a:gd name="connsiteY1090" fmla="*/ 5860108 h 6856730"/>
                <a:gd name="connsiteX1091" fmla="*/ 2176732 w 3050875"/>
                <a:gd name="connsiteY1091" fmla="*/ 5878080 h 6856730"/>
                <a:gd name="connsiteX1092" fmla="*/ 2154448 w 3050875"/>
                <a:gd name="connsiteY1092" fmla="*/ 5371996 h 6856730"/>
                <a:gd name="connsiteX1093" fmla="*/ 2142946 w 3050875"/>
                <a:gd name="connsiteY1093" fmla="*/ 5361932 h 6856730"/>
                <a:gd name="connsiteX1094" fmla="*/ 2153729 w 3050875"/>
                <a:gd name="connsiteY1094" fmla="*/ 5366246 h 6856730"/>
                <a:gd name="connsiteX1095" fmla="*/ 2154448 w 3050875"/>
                <a:gd name="connsiteY1095" fmla="*/ 5371996 h 6856730"/>
                <a:gd name="connsiteX1096" fmla="*/ 2131444 w 3050875"/>
                <a:gd name="connsiteY1096" fmla="*/ 5144834 h 6856730"/>
                <a:gd name="connsiteX1097" fmla="*/ 2135038 w 3050875"/>
                <a:gd name="connsiteY1097" fmla="*/ 5148429 h 6856730"/>
                <a:gd name="connsiteX1098" fmla="*/ 2138632 w 3050875"/>
                <a:gd name="connsiteY1098" fmla="*/ 5169276 h 6856730"/>
                <a:gd name="connsiteX1099" fmla="*/ 2129287 w 3050875"/>
                <a:gd name="connsiteY1099" fmla="*/ 5161368 h 6856730"/>
                <a:gd name="connsiteX1100" fmla="*/ 2131444 w 3050875"/>
                <a:gd name="connsiteY1100" fmla="*/ 5144834 h 6856730"/>
                <a:gd name="connsiteX1101" fmla="*/ 2124255 w 3050875"/>
                <a:gd name="connsiteY1101" fmla="*/ 5213845 h 6856730"/>
                <a:gd name="connsiteX1102" fmla="*/ 2149415 w 3050875"/>
                <a:gd name="connsiteY1102" fmla="*/ 5232536 h 6856730"/>
                <a:gd name="connsiteX1103" fmla="*/ 2150134 w 3050875"/>
                <a:gd name="connsiteY1103" fmla="*/ 5262729 h 6856730"/>
                <a:gd name="connsiteX1104" fmla="*/ 2114910 w 3050875"/>
                <a:gd name="connsiteY1104" fmla="*/ 5230380 h 6856730"/>
                <a:gd name="connsiteX1105" fmla="*/ 2124255 w 3050875"/>
                <a:gd name="connsiteY1105" fmla="*/ 5213845 h 6856730"/>
                <a:gd name="connsiteX1106" fmla="*/ 2142946 w 3050875"/>
                <a:gd name="connsiteY1106" fmla="*/ 5415128 h 6856730"/>
                <a:gd name="connsiteX1107" fmla="*/ 2142227 w 3050875"/>
                <a:gd name="connsiteY1107" fmla="*/ 5430225 h 6856730"/>
                <a:gd name="connsiteX1108" fmla="*/ 2157323 w 3050875"/>
                <a:gd name="connsiteY1108" fmla="*/ 5444602 h 6856730"/>
                <a:gd name="connsiteX1109" fmla="*/ 2158761 w 3050875"/>
                <a:gd name="connsiteY1109" fmla="*/ 5466168 h 6856730"/>
                <a:gd name="connsiteX1110" fmla="*/ 2112753 w 3050875"/>
                <a:gd name="connsiteY1110" fmla="*/ 5426631 h 6856730"/>
                <a:gd name="connsiteX1111" fmla="*/ 2025770 w 3050875"/>
                <a:gd name="connsiteY1111" fmla="*/ 5346117 h 6856730"/>
                <a:gd name="connsiteX1112" fmla="*/ 2062432 w 3050875"/>
                <a:gd name="connsiteY1112" fmla="*/ 5353306 h 6856730"/>
                <a:gd name="connsiteX1113" fmla="*/ 2084717 w 3050875"/>
                <a:gd name="connsiteY1113" fmla="*/ 5356182 h 6856730"/>
                <a:gd name="connsiteX1114" fmla="*/ 2142946 w 3050875"/>
                <a:gd name="connsiteY1114" fmla="*/ 5415128 h 6856730"/>
                <a:gd name="connsiteX1115" fmla="*/ 2022895 w 3050875"/>
                <a:gd name="connsiteY1115" fmla="*/ 4951459 h 6856730"/>
                <a:gd name="connsiteX1116" fmla="*/ 2030083 w 3050875"/>
                <a:gd name="connsiteY1116" fmla="*/ 4939238 h 6856730"/>
                <a:gd name="connsiteX1117" fmla="*/ 2053087 w 3050875"/>
                <a:gd name="connsiteY1117" fmla="*/ 4956491 h 6856730"/>
                <a:gd name="connsiteX1118" fmla="*/ 2022895 w 3050875"/>
                <a:gd name="connsiteY1118" fmla="*/ 4951459 h 6856730"/>
                <a:gd name="connsiteX1119" fmla="*/ 2064589 w 3050875"/>
                <a:gd name="connsiteY1119" fmla="*/ 5093076 h 6856730"/>
                <a:gd name="connsiteX1120" fmla="*/ 2070340 w 3050875"/>
                <a:gd name="connsiteY1120" fmla="*/ 5095232 h 6856730"/>
                <a:gd name="connsiteX1121" fmla="*/ 2069621 w 3050875"/>
                <a:gd name="connsiteY1121" fmla="*/ 5103859 h 6856730"/>
                <a:gd name="connsiteX1122" fmla="*/ 2064589 w 3050875"/>
                <a:gd name="connsiteY1122" fmla="*/ 5093076 h 6856730"/>
                <a:gd name="connsiteX1123" fmla="*/ 2100533 w 3050875"/>
                <a:gd name="connsiteY1123" fmla="*/ 4893231 h 6856730"/>
                <a:gd name="connsiteX1124" fmla="*/ 2107002 w 3050875"/>
                <a:gd name="connsiteY1124" fmla="*/ 4947864 h 6856730"/>
                <a:gd name="connsiteX1125" fmla="*/ 2070340 w 3050875"/>
                <a:gd name="connsiteY1125" fmla="*/ 4919110 h 6856730"/>
                <a:gd name="connsiteX1126" fmla="*/ 1961072 w 3050875"/>
                <a:gd name="connsiteY1126" fmla="*/ 4841472 h 6856730"/>
                <a:gd name="connsiteX1127" fmla="*/ 1958196 w 3050875"/>
                <a:gd name="connsiteY1127" fmla="*/ 4787557 h 6856730"/>
                <a:gd name="connsiteX1128" fmla="*/ 1997734 w 3050875"/>
                <a:gd name="connsiteY1128" fmla="*/ 4815593 h 6856730"/>
                <a:gd name="connsiteX1129" fmla="*/ 2100533 w 3050875"/>
                <a:gd name="connsiteY1129" fmla="*/ 4893231 h 6856730"/>
                <a:gd name="connsiteX1130" fmla="*/ 2007080 w 3050875"/>
                <a:gd name="connsiteY1130" fmla="*/ 5134770 h 6856730"/>
                <a:gd name="connsiteX1131" fmla="*/ 1976887 w 3050875"/>
                <a:gd name="connsiteY1131" fmla="*/ 5111047 h 6856730"/>
                <a:gd name="connsiteX1132" fmla="*/ 1974731 w 3050875"/>
                <a:gd name="connsiteY1132" fmla="*/ 5077980 h 6856730"/>
                <a:gd name="connsiteX1133" fmla="*/ 1994859 w 3050875"/>
                <a:gd name="connsiteY1133" fmla="*/ 5097389 h 6856730"/>
                <a:gd name="connsiteX1134" fmla="*/ 2001329 w 3050875"/>
                <a:gd name="connsiteY1134" fmla="*/ 5112485 h 6856730"/>
                <a:gd name="connsiteX1135" fmla="*/ 2007080 w 3050875"/>
                <a:gd name="connsiteY1135" fmla="*/ 5134770 h 6856730"/>
                <a:gd name="connsiteX1136" fmla="*/ 2096219 w 3050875"/>
                <a:gd name="connsiteY1136" fmla="*/ 4857287 h 6856730"/>
                <a:gd name="connsiteX1137" fmla="*/ 2021457 w 3050875"/>
                <a:gd name="connsiteY1137" fmla="*/ 4802653 h 6856730"/>
                <a:gd name="connsiteX1138" fmla="*/ 1955321 w 3050875"/>
                <a:gd name="connsiteY1138" fmla="*/ 4751613 h 6856730"/>
                <a:gd name="connsiteX1139" fmla="*/ 1955321 w 3050875"/>
                <a:gd name="connsiteY1139" fmla="*/ 4745144 h 6856730"/>
                <a:gd name="connsiteX1140" fmla="*/ 1952446 w 3050875"/>
                <a:gd name="connsiteY1140" fmla="*/ 4696980 h 6856730"/>
                <a:gd name="connsiteX1141" fmla="*/ 2027927 w 3050875"/>
                <a:gd name="connsiteY1141" fmla="*/ 4753770 h 6856730"/>
                <a:gd name="connsiteX1142" fmla="*/ 2090468 w 3050875"/>
                <a:gd name="connsiteY1142" fmla="*/ 4804810 h 6856730"/>
                <a:gd name="connsiteX1143" fmla="*/ 2096219 w 3050875"/>
                <a:gd name="connsiteY1143" fmla="*/ 4857287 h 6856730"/>
                <a:gd name="connsiteX1144" fmla="*/ 2083279 w 3050875"/>
                <a:gd name="connsiteY1144" fmla="*/ 4721421 h 6856730"/>
                <a:gd name="connsiteX1145" fmla="*/ 2086874 w 3050875"/>
                <a:gd name="connsiteY1145" fmla="*/ 4758802 h 6856730"/>
                <a:gd name="connsiteX1146" fmla="*/ 2055244 w 3050875"/>
                <a:gd name="connsiteY1146" fmla="*/ 4735798 h 6856730"/>
                <a:gd name="connsiteX1147" fmla="*/ 1950289 w 3050875"/>
                <a:gd name="connsiteY1147" fmla="*/ 4656004 h 6856730"/>
                <a:gd name="connsiteX1148" fmla="*/ 1945976 w 3050875"/>
                <a:gd name="connsiteY1148" fmla="*/ 4576929 h 6856730"/>
                <a:gd name="connsiteX1149" fmla="*/ 2034397 w 3050875"/>
                <a:gd name="connsiteY1149" fmla="*/ 4652410 h 6856730"/>
                <a:gd name="connsiteX1150" fmla="*/ 2080404 w 3050875"/>
                <a:gd name="connsiteY1150" fmla="*/ 4691948 h 6856730"/>
                <a:gd name="connsiteX1151" fmla="*/ 2083279 w 3050875"/>
                <a:gd name="connsiteY1151" fmla="*/ 4721421 h 6856730"/>
                <a:gd name="connsiteX1152" fmla="*/ 2073215 w 3050875"/>
                <a:gd name="connsiteY1152" fmla="*/ 4607840 h 6856730"/>
                <a:gd name="connsiteX1153" fmla="*/ 2076810 w 3050875"/>
                <a:gd name="connsiteY1153" fmla="*/ 4651691 h 6856730"/>
                <a:gd name="connsiteX1154" fmla="*/ 2054525 w 3050875"/>
                <a:gd name="connsiteY1154" fmla="*/ 4633000 h 6856730"/>
                <a:gd name="connsiteX1155" fmla="*/ 1944538 w 3050875"/>
                <a:gd name="connsiteY1155" fmla="*/ 4542423 h 6856730"/>
                <a:gd name="connsiteX1156" fmla="*/ 1943819 w 3050875"/>
                <a:gd name="connsiteY1156" fmla="*/ 4528764 h 6856730"/>
                <a:gd name="connsiteX1157" fmla="*/ 1952446 w 3050875"/>
                <a:gd name="connsiteY1157" fmla="*/ 4532359 h 6856730"/>
                <a:gd name="connsiteX1158" fmla="*/ 2012830 w 3050875"/>
                <a:gd name="connsiteY1158" fmla="*/ 4556800 h 6856730"/>
                <a:gd name="connsiteX1159" fmla="*/ 2020738 w 3050875"/>
                <a:gd name="connsiteY1159" fmla="*/ 4563270 h 6856730"/>
                <a:gd name="connsiteX1160" fmla="*/ 2073215 w 3050875"/>
                <a:gd name="connsiteY1160" fmla="*/ 4607840 h 6856730"/>
                <a:gd name="connsiteX1161" fmla="*/ 1769853 w 3050875"/>
                <a:gd name="connsiteY1161" fmla="*/ 5117517 h 6856730"/>
                <a:gd name="connsiteX1162" fmla="*/ 1812266 w 3050875"/>
                <a:gd name="connsiteY1162" fmla="*/ 5222472 h 6856730"/>
                <a:gd name="connsiteX1163" fmla="*/ 1844615 w 3050875"/>
                <a:gd name="connsiteY1163" fmla="*/ 5282857 h 6856730"/>
                <a:gd name="connsiteX1164" fmla="*/ 1840302 w 3050875"/>
                <a:gd name="connsiteY1164" fmla="*/ 5282857 h 6856730"/>
                <a:gd name="connsiteX1165" fmla="*/ 1782074 w 3050875"/>
                <a:gd name="connsiteY1165" fmla="*/ 5203062 h 6856730"/>
                <a:gd name="connsiteX1166" fmla="*/ 1715938 w 3050875"/>
                <a:gd name="connsiteY1166" fmla="*/ 5080855 h 6856730"/>
                <a:gd name="connsiteX1167" fmla="*/ 1760508 w 3050875"/>
                <a:gd name="connsiteY1167" fmla="*/ 5066478 h 6856730"/>
                <a:gd name="connsiteX1168" fmla="*/ 1760508 w 3050875"/>
                <a:gd name="connsiteY1168" fmla="*/ 5072229 h 6856730"/>
                <a:gd name="connsiteX1169" fmla="*/ 1769853 w 3050875"/>
                <a:gd name="connsiteY1169" fmla="*/ 5117517 h 6856730"/>
                <a:gd name="connsiteX1170" fmla="*/ 1825206 w 3050875"/>
                <a:gd name="connsiteY1170" fmla="*/ 5108172 h 6856730"/>
                <a:gd name="connsiteX1171" fmla="*/ 1803640 w 3050875"/>
                <a:gd name="connsiteY1171" fmla="*/ 5060727 h 6856730"/>
                <a:gd name="connsiteX1172" fmla="*/ 1797170 w 3050875"/>
                <a:gd name="connsiteY1172" fmla="*/ 5051381 h 6856730"/>
                <a:gd name="connsiteX1173" fmla="*/ 1833113 w 3050875"/>
                <a:gd name="connsiteY1173" fmla="*/ 5033410 h 6856730"/>
                <a:gd name="connsiteX1174" fmla="*/ 1842459 w 3050875"/>
                <a:gd name="connsiteY1174" fmla="*/ 5028378 h 6856730"/>
                <a:gd name="connsiteX1175" fmla="*/ 1846053 w 3050875"/>
                <a:gd name="connsiteY1175" fmla="*/ 5060727 h 6856730"/>
                <a:gd name="connsiteX1176" fmla="*/ 1871932 w 3050875"/>
                <a:gd name="connsiteY1176" fmla="*/ 5154899 h 6856730"/>
                <a:gd name="connsiteX1177" fmla="*/ 1930880 w 3050875"/>
                <a:gd name="connsiteY1177" fmla="*/ 5268480 h 6856730"/>
                <a:gd name="connsiteX1178" fmla="*/ 1932317 w 3050875"/>
                <a:gd name="connsiteY1178" fmla="*/ 5284295 h 6856730"/>
                <a:gd name="connsiteX1179" fmla="*/ 1931598 w 3050875"/>
                <a:gd name="connsiteY1179" fmla="*/ 5285732 h 6856730"/>
                <a:gd name="connsiteX1180" fmla="*/ 1931598 w 3050875"/>
                <a:gd name="connsiteY1180" fmla="*/ 5285732 h 6856730"/>
                <a:gd name="connsiteX1181" fmla="*/ 1874089 w 3050875"/>
                <a:gd name="connsiteY1181" fmla="*/ 5202344 h 6856730"/>
                <a:gd name="connsiteX1182" fmla="*/ 1825206 w 3050875"/>
                <a:gd name="connsiteY1182" fmla="*/ 5108172 h 6856730"/>
                <a:gd name="connsiteX1183" fmla="*/ 1930880 w 3050875"/>
                <a:gd name="connsiteY1183" fmla="*/ 4293694 h 6856730"/>
                <a:gd name="connsiteX1184" fmla="*/ 1968979 w 3050875"/>
                <a:gd name="connsiteY1184" fmla="*/ 4327481 h 6856730"/>
                <a:gd name="connsiteX1185" fmla="*/ 1972574 w 3050875"/>
                <a:gd name="connsiteY1185" fmla="*/ 4337546 h 6856730"/>
                <a:gd name="connsiteX1186" fmla="*/ 1958196 w 3050875"/>
                <a:gd name="connsiteY1186" fmla="*/ 4379959 h 6856730"/>
                <a:gd name="connsiteX1187" fmla="*/ 1933755 w 3050875"/>
                <a:gd name="connsiteY1187" fmla="*/ 4346891 h 6856730"/>
                <a:gd name="connsiteX1188" fmla="*/ 1930880 w 3050875"/>
                <a:gd name="connsiteY1188" fmla="*/ 4293694 h 6856730"/>
                <a:gd name="connsiteX1189" fmla="*/ 1939506 w 3050875"/>
                <a:gd name="connsiteY1189" fmla="*/ 4123323 h 6856730"/>
                <a:gd name="connsiteX1190" fmla="*/ 1921534 w 3050875"/>
                <a:gd name="connsiteY1190" fmla="*/ 4120447 h 6856730"/>
                <a:gd name="connsiteX1191" fmla="*/ 1919378 w 3050875"/>
                <a:gd name="connsiteY1191" fmla="*/ 4078034 h 6856730"/>
                <a:gd name="connsiteX1192" fmla="*/ 1951008 w 3050875"/>
                <a:gd name="connsiteY1192" fmla="*/ 4107508 h 6856730"/>
                <a:gd name="connsiteX1193" fmla="*/ 1971136 w 3050875"/>
                <a:gd name="connsiteY1193" fmla="*/ 4129074 h 6856730"/>
                <a:gd name="connsiteX1194" fmla="*/ 1971136 w 3050875"/>
                <a:gd name="connsiteY1194" fmla="*/ 4129074 h 6856730"/>
                <a:gd name="connsiteX1195" fmla="*/ 1939506 w 3050875"/>
                <a:gd name="connsiteY1195" fmla="*/ 4123323 h 6856730"/>
                <a:gd name="connsiteX1196" fmla="*/ 1954602 w 3050875"/>
                <a:gd name="connsiteY1196" fmla="*/ 4276442 h 6856730"/>
                <a:gd name="connsiteX1197" fmla="*/ 1937349 w 3050875"/>
                <a:gd name="connsiteY1197" fmla="*/ 4259189 h 6856730"/>
                <a:gd name="connsiteX1198" fmla="*/ 1953883 w 3050875"/>
                <a:gd name="connsiteY1198" fmla="*/ 4269972 h 6856730"/>
                <a:gd name="connsiteX1199" fmla="*/ 1954602 w 3050875"/>
                <a:gd name="connsiteY1199" fmla="*/ 4276442 h 6856730"/>
                <a:gd name="connsiteX1200" fmla="*/ 1998453 w 3050875"/>
                <a:gd name="connsiteY1200" fmla="*/ 4461910 h 6856730"/>
                <a:gd name="connsiteX1201" fmla="*/ 1972574 w 3050875"/>
                <a:gd name="connsiteY1201" fmla="*/ 4446814 h 6856730"/>
                <a:gd name="connsiteX1202" fmla="*/ 1976887 w 3050875"/>
                <a:gd name="connsiteY1202" fmla="*/ 4442500 h 6856730"/>
                <a:gd name="connsiteX1203" fmla="*/ 1998453 w 3050875"/>
                <a:gd name="connsiteY1203" fmla="*/ 4461910 h 6856730"/>
                <a:gd name="connsiteX1204" fmla="*/ 1989108 w 3050875"/>
                <a:gd name="connsiteY1204" fmla="*/ 4410870 h 6856730"/>
                <a:gd name="connsiteX1205" fmla="*/ 1994140 w 3050875"/>
                <a:gd name="connsiteY1205" fmla="*/ 4389304 h 6856730"/>
                <a:gd name="connsiteX1206" fmla="*/ 2012112 w 3050875"/>
                <a:gd name="connsiteY1206" fmla="*/ 4431717 h 6856730"/>
                <a:gd name="connsiteX1207" fmla="*/ 1998453 w 3050875"/>
                <a:gd name="connsiteY1207" fmla="*/ 4420216 h 6856730"/>
                <a:gd name="connsiteX1208" fmla="*/ 1989108 w 3050875"/>
                <a:gd name="connsiteY1208" fmla="*/ 4410870 h 6856730"/>
                <a:gd name="connsiteX1209" fmla="*/ 2054525 w 3050875"/>
                <a:gd name="connsiteY1209" fmla="*/ 4334670 h 6856730"/>
                <a:gd name="connsiteX1210" fmla="*/ 2057400 w 3050875"/>
                <a:gd name="connsiteY1210" fmla="*/ 4380678 h 6856730"/>
                <a:gd name="connsiteX1211" fmla="*/ 2028646 w 3050875"/>
                <a:gd name="connsiteY1211" fmla="*/ 4314542 h 6856730"/>
                <a:gd name="connsiteX1212" fmla="*/ 2054525 w 3050875"/>
                <a:gd name="connsiteY1212" fmla="*/ 4334670 h 6856730"/>
                <a:gd name="connsiteX1213" fmla="*/ 2035115 w 3050875"/>
                <a:gd name="connsiteY1213" fmla="*/ 4031308 h 6856730"/>
                <a:gd name="connsiteX1214" fmla="*/ 2035834 w 3050875"/>
                <a:gd name="connsiteY1214" fmla="*/ 4042810 h 6856730"/>
                <a:gd name="connsiteX1215" fmla="*/ 2042304 w 3050875"/>
                <a:gd name="connsiteY1215" fmla="*/ 4145608 h 6856730"/>
                <a:gd name="connsiteX1216" fmla="*/ 1975449 w 3050875"/>
                <a:gd name="connsiteY1216" fmla="*/ 4082347 h 6856730"/>
                <a:gd name="connsiteX1217" fmla="*/ 1915783 w 3050875"/>
                <a:gd name="connsiteY1217" fmla="*/ 4019806 h 6856730"/>
                <a:gd name="connsiteX1218" fmla="*/ 1912908 w 3050875"/>
                <a:gd name="connsiteY1218" fmla="*/ 3968766 h 6856730"/>
                <a:gd name="connsiteX1219" fmla="*/ 1911470 w 3050875"/>
                <a:gd name="connsiteY1219" fmla="*/ 3943606 h 6856730"/>
                <a:gd name="connsiteX1220" fmla="*/ 1928004 w 3050875"/>
                <a:gd name="connsiteY1220" fmla="*/ 3955826 h 6856730"/>
                <a:gd name="connsiteX1221" fmla="*/ 2035115 w 3050875"/>
                <a:gd name="connsiteY1221" fmla="*/ 4031308 h 6856730"/>
                <a:gd name="connsiteX1222" fmla="*/ 2033678 w 3050875"/>
                <a:gd name="connsiteY1222" fmla="*/ 4006147 h 6856730"/>
                <a:gd name="connsiteX1223" fmla="*/ 1953165 w 3050875"/>
                <a:gd name="connsiteY1223" fmla="*/ 3941449 h 6856730"/>
                <a:gd name="connsiteX1224" fmla="*/ 1910032 w 3050875"/>
                <a:gd name="connsiteY1224" fmla="*/ 3907663 h 6856730"/>
                <a:gd name="connsiteX1225" fmla="*/ 1905719 w 3050875"/>
                <a:gd name="connsiteY1225" fmla="*/ 3827868 h 6856730"/>
                <a:gd name="connsiteX1226" fmla="*/ 2028646 w 3050875"/>
                <a:gd name="connsiteY1226" fmla="*/ 3927791 h 6856730"/>
                <a:gd name="connsiteX1227" fmla="*/ 2033678 w 3050875"/>
                <a:gd name="connsiteY1227" fmla="*/ 4006147 h 6856730"/>
                <a:gd name="connsiteX1228" fmla="*/ 2027208 w 3050875"/>
                <a:gd name="connsiteY1228" fmla="*/ 3900474 h 6856730"/>
                <a:gd name="connsiteX1229" fmla="*/ 1904281 w 3050875"/>
                <a:gd name="connsiteY1229" fmla="*/ 3792644 h 6856730"/>
                <a:gd name="connsiteX1230" fmla="*/ 1901406 w 3050875"/>
                <a:gd name="connsiteY1230" fmla="*/ 3735134 h 6856730"/>
                <a:gd name="connsiteX1231" fmla="*/ 1953165 w 3050875"/>
                <a:gd name="connsiteY1231" fmla="*/ 3755263 h 6856730"/>
                <a:gd name="connsiteX1232" fmla="*/ 2022176 w 3050875"/>
                <a:gd name="connsiteY1232" fmla="*/ 3820679 h 6856730"/>
                <a:gd name="connsiteX1233" fmla="*/ 2027208 w 3050875"/>
                <a:gd name="connsiteY1233" fmla="*/ 3900474 h 6856730"/>
                <a:gd name="connsiteX1234" fmla="*/ 1856836 w 3050875"/>
                <a:gd name="connsiteY1234" fmla="*/ 4156391 h 6856730"/>
                <a:gd name="connsiteX1235" fmla="*/ 1835989 w 3050875"/>
                <a:gd name="connsiteY1235" fmla="*/ 4163579 h 6856730"/>
                <a:gd name="connsiteX1236" fmla="*/ 1342846 w 3050875"/>
                <a:gd name="connsiteY1236" fmla="*/ 4185864 h 6856730"/>
                <a:gd name="connsiteX1237" fmla="*/ 1335657 w 3050875"/>
                <a:gd name="connsiteY1237" fmla="*/ 4154953 h 6856730"/>
                <a:gd name="connsiteX1238" fmla="*/ 1333500 w 3050875"/>
                <a:gd name="connsiteY1238" fmla="*/ 4154953 h 6856730"/>
                <a:gd name="connsiteX1239" fmla="*/ 1329187 w 3050875"/>
                <a:gd name="connsiteY1239" fmla="*/ 4142732 h 6856730"/>
                <a:gd name="connsiteX1240" fmla="*/ 1542691 w 3050875"/>
                <a:gd name="connsiteY1240" fmla="*/ 4147764 h 6856730"/>
                <a:gd name="connsiteX1241" fmla="*/ 1582229 w 3050875"/>
                <a:gd name="connsiteY1241" fmla="*/ 4149202 h 6856730"/>
                <a:gd name="connsiteX1242" fmla="*/ 1585104 w 3050875"/>
                <a:gd name="connsiteY1242" fmla="*/ 4151359 h 6856730"/>
                <a:gd name="connsiteX1243" fmla="*/ 1603076 w 3050875"/>
                <a:gd name="connsiteY1243" fmla="*/ 4149921 h 6856730"/>
                <a:gd name="connsiteX1244" fmla="*/ 1853242 w 3050875"/>
                <a:gd name="connsiteY1244" fmla="*/ 4139138 h 6856730"/>
                <a:gd name="connsiteX1245" fmla="*/ 1853242 w 3050875"/>
                <a:gd name="connsiteY1245" fmla="*/ 4111821 h 6856730"/>
                <a:gd name="connsiteX1246" fmla="*/ 1616015 w 3050875"/>
                <a:gd name="connsiteY1246" fmla="*/ 4101757 h 6856730"/>
                <a:gd name="connsiteX1247" fmla="*/ 1599481 w 3050875"/>
                <a:gd name="connsiteY1247" fmla="*/ 4001834 h 6856730"/>
                <a:gd name="connsiteX1248" fmla="*/ 1596606 w 3050875"/>
                <a:gd name="connsiteY1248" fmla="*/ 3951513 h 6856730"/>
                <a:gd name="connsiteX1249" fmla="*/ 1608827 w 3050875"/>
                <a:gd name="connsiteY1249" fmla="*/ 3855904 h 6856730"/>
                <a:gd name="connsiteX1250" fmla="*/ 1598762 w 3050875"/>
                <a:gd name="connsiteY1250" fmla="*/ 3834338 h 6856730"/>
                <a:gd name="connsiteX1251" fmla="*/ 1599481 w 3050875"/>
                <a:gd name="connsiteY1251" fmla="*/ 3818523 h 6856730"/>
                <a:gd name="connsiteX1252" fmla="*/ 1555630 w 3050875"/>
                <a:gd name="connsiteY1252" fmla="*/ 3812772 h 6856730"/>
                <a:gd name="connsiteX1253" fmla="*/ 1549161 w 3050875"/>
                <a:gd name="connsiteY1253" fmla="*/ 3838651 h 6856730"/>
                <a:gd name="connsiteX1254" fmla="*/ 1535502 w 3050875"/>
                <a:gd name="connsiteY1254" fmla="*/ 3839370 h 6856730"/>
                <a:gd name="connsiteX1255" fmla="*/ 1523281 w 3050875"/>
                <a:gd name="connsiteY1255" fmla="*/ 3938574 h 6856730"/>
                <a:gd name="connsiteX1256" fmla="*/ 1515374 w 3050875"/>
                <a:gd name="connsiteY1256" fmla="*/ 3991051 h 6856730"/>
                <a:gd name="connsiteX1257" fmla="*/ 1516812 w 3050875"/>
                <a:gd name="connsiteY1257" fmla="*/ 4103194 h 6856730"/>
                <a:gd name="connsiteX1258" fmla="*/ 1316247 w 3050875"/>
                <a:gd name="connsiteY1258" fmla="*/ 4108227 h 6856730"/>
                <a:gd name="connsiteX1259" fmla="*/ 1311215 w 3050875"/>
                <a:gd name="connsiteY1259" fmla="*/ 4101757 h 6856730"/>
                <a:gd name="connsiteX1260" fmla="*/ 1316966 w 3050875"/>
                <a:gd name="connsiteY1260" fmla="*/ 3943606 h 6856730"/>
                <a:gd name="connsiteX1261" fmla="*/ 1324874 w 3050875"/>
                <a:gd name="connsiteY1261" fmla="*/ 3724351 h 6856730"/>
                <a:gd name="connsiteX1262" fmla="*/ 1471523 w 3050875"/>
                <a:gd name="connsiteY1262" fmla="*/ 3728664 h 6856730"/>
                <a:gd name="connsiteX1263" fmla="*/ 1511779 w 3050875"/>
                <a:gd name="connsiteY1263" fmla="*/ 3735134 h 6856730"/>
                <a:gd name="connsiteX1264" fmla="*/ 1683589 w 3050875"/>
                <a:gd name="connsiteY1264" fmla="*/ 3732977 h 6856730"/>
                <a:gd name="connsiteX1265" fmla="*/ 1815861 w 3050875"/>
                <a:gd name="connsiteY1265" fmla="*/ 3728664 h 6856730"/>
                <a:gd name="connsiteX1266" fmla="*/ 1854680 w 3050875"/>
                <a:gd name="connsiteY1266" fmla="*/ 3720038 h 6856730"/>
                <a:gd name="connsiteX1267" fmla="*/ 1875527 w 3050875"/>
                <a:gd name="connsiteY1267" fmla="*/ 4161423 h 6856730"/>
                <a:gd name="connsiteX1268" fmla="*/ 1856836 w 3050875"/>
                <a:gd name="connsiteY1268" fmla="*/ 4156391 h 6856730"/>
                <a:gd name="connsiteX1269" fmla="*/ 1868338 w 3050875"/>
                <a:gd name="connsiteY1269" fmla="*/ 4377802 h 6856730"/>
                <a:gd name="connsiteX1270" fmla="*/ 1862587 w 3050875"/>
                <a:gd name="connsiteY1270" fmla="*/ 4379959 h 6856730"/>
                <a:gd name="connsiteX1271" fmla="*/ 1850366 w 3050875"/>
                <a:gd name="connsiteY1271" fmla="*/ 4360550 h 6856730"/>
                <a:gd name="connsiteX1272" fmla="*/ 1824487 w 3050875"/>
                <a:gd name="connsiteY1272" fmla="*/ 4292257 h 6856730"/>
                <a:gd name="connsiteX1273" fmla="*/ 1841740 w 3050875"/>
                <a:gd name="connsiteY1273" fmla="*/ 4283631 h 6856730"/>
                <a:gd name="connsiteX1274" fmla="*/ 1867619 w 3050875"/>
                <a:gd name="connsiteY1274" fmla="*/ 4354798 h 6856730"/>
                <a:gd name="connsiteX1275" fmla="*/ 1868338 w 3050875"/>
                <a:gd name="connsiteY1275" fmla="*/ 4377802 h 6856730"/>
                <a:gd name="connsiteX1276" fmla="*/ 1668493 w 3050875"/>
                <a:gd name="connsiteY1276" fmla="*/ 4331795 h 6856730"/>
                <a:gd name="connsiteX1277" fmla="*/ 1700123 w 3050875"/>
                <a:gd name="connsiteY1277" fmla="*/ 4328201 h 6856730"/>
                <a:gd name="connsiteX1278" fmla="*/ 1749006 w 3050875"/>
                <a:gd name="connsiteY1278" fmla="*/ 4405838 h 6856730"/>
                <a:gd name="connsiteX1279" fmla="*/ 1766259 w 3050875"/>
                <a:gd name="connsiteY1279" fmla="*/ 4431717 h 6856730"/>
                <a:gd name="connsiteX1280" fmla="*/ 1758351 w 3050875"/>
                <a:gd name="connsiteY1280" fmla="*/ 4433155 h 6856730"/>
                <a:gd name="connsiteX1281" fmla="*/ 1722408 w 3050875"/>
                <a:gd name="connsiteY1281" fmla="*/ 4384991 h 6856730"/>
                <a:gd name="connsiteX1282" fmla="*/ 1668493 w 3050875"/>
                <a:gd name="connsiteY1282" fmla="*/ 4331795 h 6856730"/>
                <a:gd name="connsiteX1283" fmla="*/ 1697966 w 3050875"/>
                <a:gd name="connsiteY1283" fmla="*/ 4438906 h 6856730"/>
                <a:gd name="connsiteX1284" fmla="*/ 1668493 w 3050875"/>
                <a:gd name="connsiteY1284" fmla="*/ 4441782 h 6856730"/>
                <a:gd name="connsiteX1285" fmla="*/ 1641176 w 3050875"/>
                <a:gd name="connsiteY1285" fmla="*/ 4441782 h 6856730"/>
                <a:gd name="connsiteX1286" fmla="*/ 1607389 w 3050875"/>
                <a:gd name="connsiteY1286" fmla="*/ 4410870 h 6856730"/>
                <a:gd name="connsiteX1287" fmla="*/ 1561381 w 3050875"/>
                <a:gd name="connsiteY1287" fmla="*/ 4328201 h 6856730"/>
                <a:gd name="connsiteX1288" fmla="*/ 1631830 w 3050875"/>
                <a:gd name="connsiteY1288" fmla="*/ 4333951 h 6856730"/>
                <a:gd name="connsiteX1289" fmla="*/ 1681432 w 3050875"/>
                <a:gd name="connsiteY1289" fmla="*/ 4416621 h 6856730"/>
                <a:gd name="connsiteX1290" fmla="*/ 1697966 w 3050875"/>
                <a:gd name="connsiteY1290" fmla="*/ 4438906 h 6856730"/>
                <a:gd name="connsiteX1291" fmla="*/ 1757632 w 3050875"/>
                <a:gd name="connsiteY1291" fmla="*/ 4315980 h 6856730"/>
                <a:gd name="connsiteX1292" fmla="*/ 1774166 w 3050875"/>
                <a:gd name="connsiteY1292" fmla="*/ 4311666 h 6856730"/>
                <a:gd name="connsiteX1293" fmla="*/ 1782074 w 3050875"/>
                <a:gd name="connsiteY1293" fmla="*/ 4350485 h 6856730"/>
                <a:gd name="connsiteX1294" fmla="*/ 1757632 w 3050875"/>
                <a:gd name="connsiteY1294" fmla="*/ 4315980 h 6856730"/>
                <a:gd name="connsiteX1295" fmla="*/ 1396761 w 3050875"/>
                <a:gd name="connsiteY1295" fmla="*/ 4407276 h 6856730"/>
                <a:gd name="connsiteX1296" fmla="*/ 1398198 w 3050875"/>
                <a:gd name="connsiteY1296" fmla="*/ 4407276 h 6856730"/>
                <a:gd name="connsiteX1297" fmla="*/ 1405387 w 3050875"/>
                <a:gd name="connsiteY1297" fmla="*/ 4416621 h 6856730"/>
                <a:gd name="connsiteX1298" fmla="*/ 1368725 w 3050875"/>
                <a:gd name="connsiteY1298" fmla="*/ 4407276 h 6856730"/>
                <a:gd name="connsiteX1299" fmla="*/ 1396761 w 3050875"/>
                <a:gd name="connsiteY1299" fmla="*/ 4407276 h 6856730"/>
                <a:gd name="connsiteX1300" fmla="*/ 1339970 w 3050875"/>
                <a:gd name="connsiteY1300" fmla="*/ 4390023 h 6856730"/>
                <a:gd name="connsiteX1301" fmla="*/ 1301151 w 3050875"/>
                <a:gd name="connsiteY1301" fmla="*/ 4354798 h 6856730"/>
                <a:gd name="connsiteX1302" fmla="*/ 1304027 w 3050875"/>
                <a:gd name="connsiteY1302" fmla="*/ 4274285 h 6856730"/>
                <a:gd name="connsiteX1303" fmla="*/ 1359379 w 3050875"/>
                <a:gd name="connsiteY1303" fmla="*/ 4354080 h 6856730"/>
                <a:gd name="connsiteX1304" fmla="*/ 1385978 w 3050875"/>
                <a:gd name="connsiteY1304" fmla="*/ 4391461 h 6856730"/>
                <a:gd name="connsiteX1305" fmla="*/ 1339970 w 3050875"/>
                <a:gd name="connsiteY1305" fmla="*/ 4390023 h 6856730"/>
                <a:gd name="connsiteX1306" fmla="*/ 1404668 w 3050875"/>
                <a:gd name="connsiteY1306" fmla="*/ 4338984 h 6856730"/>
                <a:gd name="connsiteX1307" fmla="*/ 1382383 w 3050875"/>
                <a:gd name="connsiteY1307" fmla="*/ 4312385 h 6856730"/>
                <a:gd name="connsiteX1308" fmla="*/ 1383821 w 3050875"/>
                <a:gd name="connsiteY1308" fmla="*/ 4313104 h 6856730"/>
                <a:gd name="connsiteX1309" fmla="*/ 1395323 w 3050875"/>
                <a:gd name="connsiteY1309" fmla="*/ 4318855 h 6856730"/>
                <a:gd name="connsiteX1310" fmla="*/ 1452832 w 3050875"/>
                <a:gd name="connsiteY1310" fmla="*/ 4381396 h 6856730"/>
                <a:gd name="connsiteX1311" fmla="*/ 1498121 w 3050875"/>
                <a:gd name="connsiteY1311" fmla="*/ 4432436 h 6856730"/>
                <a:gd name="connsiteX1312" fmla="*/ 1467210 w 3050875"/>
                <a:gd name="connsiteY1312" fmla="*/ 4427404 h 6856730"/>
                <a:gd name="connsiteX1313" fmla="*/ 1404668 w 3050875"/>
                <a:gd name="connsiteY1313" fmla="*/ 4338984 h 6856730"/>
                <a:gd name="connsiteX1314" fmla="*/ 1488057 w 3050875"/>
                <a:gd name="connsiteY1314" fmla="*/ 4347610 h 6856730"/>
                <a:gd name="connsiteX1315" fmla="*/ 1477993 w 3050875"/>
                <a:gd name="connsiteY1315" fmla="*/ 4337546 h 6856730"/>
                <a:gd name="connsiteX1316" fmla="*/ 1513936 w 3050875"/>
                <a:gd name="connsiteY1316" fmla="*/ 4334670 h 6856730"/>
                <a:gd name="connsiteX1317" fmla="*/ 1525438 w 3050875"/>
                <a:gd name="connsiteY1317" fmla="*/ 4381396 h 6856730"/>
                <a:gd name="connsiteX1318" fmla="*/ 1488057 w 3050875"/>
                <a:gd name="connsiteY1318" fmla="*/ 4347610 h 6856730"/>
                <a:gd name="connsiteX1319" fmla="*/ 1288211 w 3050875"/>
                <a:gd name="connsiteY1319" fmla="*/ 2696370 h 6856730"/>
                <a:gd name="connsiteX1320" fmla="*/ 1262332 w 3050875"/>
                <a:gd name="connsiteY1320" fmla="*/ 2689181 h 6856730"/>
                <a:gd name="connsiteX1321" fmla="*/ 1247236 w 3050875"/>
                <a:gd name="connsiteY1321" fmla="*/ 2696370 h 6856730"/>
                <a:gd name="connsiteX1322" fmla="*/ 1228545 w 3050875"/>
                <a:gd name="connsiteY1322" fmla="*/ 2675523 h 6856730"/>
                <a:gd name="connsiteX1323" fmla="*/ 1283898 w 3050875"/>
                <a:gd name="connsiteY1323" fmla="*/ 2648206 h 6856730"/>
                <a:gd name="connsiteX1324" fmla="*/ 1316247 w 3050875"/>
                <a:gd name="connsiteY1324" fmla="*/ 2654676 h 6856730"/>
                <a:gd name="connsiteX1325" fmla="*/ 1325593 w 3050875"/>
                <a:gd name="connsiteY1325" fmla="*/ 2656113 h 6856730"/>
                <a:gd name="connsiteX1326" fmla="*/ 1321279 w 3050875"/>
                <a:gd name="connsiteY1326" fmla="*/ 2683430 h 6856730"/>
                <a:gd name="connsiteX1327" fmla="*/ 1319842 w 3050875"/>
                <a:gd name="connsiteY1327" fmla="*/ 2715779 h 6856730"/>
                <a:gd name="connsiteX1328" fmla="*/ 1309059 w 3050875"/>
                <a:gd name="connsiteY1328" fmla="*/ 2694213 h 6856730"/>
                <a:gd name="connsiteX1329" fmla="*/ 1288211 w 3050875"/>
                <a:gd name="connsiteY1329" fmla="*/ 2696370 h 6856730"/>
                <a:gd name="connsiteX1330" fmla="*/ 1290368 w 3050875"/>
                <a:gd name="connsiteY1330" fmla="*/ 2756036 h 6856730"/>
                <a:gd name="connsiteX1331" fmla="*/ 1258019 w 3050875"/>
                <a:gd name="connsiteY1331" fmla="*/ 2710028 h 6856730"/>
                <a:gd name="connsiteX1332" fmla="*/ 1268083 w 3050875"/>
                <a:gd name="connsiteY1332" fmla="*/ 2705715 h 6856730"/>
                <a:gd name="connsiteX1333" fmla="*/ 1290368 w 3050875"/>
                <a:gd name="connsiteY1333" fmla="*/ 2756036 h 6856730"/>
                <a:gd name="connsiteX1334" fmla="*/ 1790700 w 3050875"/>
                <a:gd name="connsiteY1334" fmla="*/ 2627359 h 6856730"/>
                <a:gd name="connsiteX1335" fmla="*/ 1808672 w 3050875"/>
                <a:gd name="connsiteY1335" fmla="*/ 2617295 h 6856730"/>
                <a:gd name="connsiteX1336" fmla="*/ 1808672 w 3050875"/>
                <a:gd name="connsiteY1336" fmla="*/ 2623764 h 6856730"/>
                <a:gd name="connsiteX1337" fmla="*/ 1800764 w 3050875"/>
                <a:gd name="connsiteY1337" fmla="*/ 2630953 h 6856730"/>
                <a:gd name="connsiteX1338" fmla="*/ 1810110 w 3050875"/>
                <a:gd name="connsiteY1338" fmla="*/ 2687025 h 6856730"/>
                <a:gd name="connsiteX1339" fmla="*/ 1810829 w 3050875"/>
                <a:gd name="connsiteY1339" fmla="*/ 2721530 h 6856730"/>
                <a:gd name="connsiteX1340" fmla="*/ 1810829 w 3050875"/>
                <a:gd name="connsiteY1340" fmla="*/ 2720811 h 6856730"/>
                <a:gd name="connsiteX1341" fmla="*/ 1784230 w 3050875"/>
                <a:gd name="connsiteY1341" fmla="*/ 2684868 h 6856730"/>
                <a:gd name="connsiteX1342" fmla="*/ 1765540 w 3050875"/>
                <a:gd name="connsiteY1342" fmla="*/ 2657551 h 6856730"/>
                <a:gd name="connsiteX1343" fmla="*/ 1759789 w 3050875"/>
                <a:gd name="connsiteY1343" fmla="*/ 2652519 h 6856730"/>
                <a:gd name="connsiteX1344" fmla="*/ 1738223 w 3050875"/>
                <a:gd name="connsiteY1344" fmla="*/ 2661145 h 6856730"/>
                <a:gd name="connsiteX1345" fmla="*/ 1733191 w 3050875"/>
                <a:gd name="connsiteY1345" fmla="*/ 2661145 h 6856730"/>
                <a:gd name="connsiteX1346" fmla="*/ 1732472 w 3050875"/>
                <a:gd name="connsiteY1346" fmla="*/ 2666178 h 6856730"/>
                <a:gd name="connsiteX1347" fmla="*/ 1733910 w 3050875"/>
                <a:gd name="connsiteY1347" fmla="*/ 2674804 h 6856730"/>
                <a:gd name="connsiteX1348" fmla="*/ 1726002 w 3050875"/>
                <a:gd name="connsiteY1348" fmla="*/ 2663302 h 6856730"/>
                <a:gd name="connsiteX1349" fmla="*/ 1733191 w 3050875"/>
                <a:gd name="connsiteY1349" fmla="*/ 2660427 h 6856730"/>
                <a:gd name="connsiteX1350" fmla="*/ 1708749 w 3050875"/>
                <a:gd name="connsiteY1350" fmla="*/ 2660427 h 6856730"/>
                <a:gd name="connsiteX1351" fmla="*/ 1677838 w 3050875"/>
                <a:gd name="connsiteY1351" fmla="*/ 2677679 h 6856730"/>
                <a:gd name="connsiteX1352" fmla="*/ 1680713 w 3050875"/>
                <a:gd name="connsiteY1352" fmla="*/ 2676961 h 6856730"/>
                <a:gd name="connsiteX1353" fmla="*/ 1723127 w 3050875"/>
                <a:gd name="connsiteY1353" fmla="*/ 2756036 h 6856730"/>
                <a:gd name="connsiteX1354" fmla="*/ 1667055 w 3050875"/>
                <a:gd name="connsiteY1354" fmla="*/ 2681993 h 6856730"/>
                <a:gd name="connsiteX1355" fmla="*/ 1614578 w 3050875"/>
                <a:gd name="connsiteY1355" fmla="*/ 2692776 h 6856730"/>
                <a:gd name="connsiteX1356" fmla="*/ 1684308 w 3050875"/>
                <a:gd name="connsiteY1356" fmla="*/ 2797011 h 6856730"/>
                <a:gd name="connsiteX1357" fmla="*/ 1728878 w 3050875"/>
                <a:gd name="connsiteY1357" fmla="*/ 2858834 h 6856730"/>
                <a:gd name="connsiteX1358" fmla="*/ 1722408 w 3050875"/>
                <a:gd name="connsiteY1358" fmla="*/ 2858834 h 6856730"/>
                <a:gd name="connsiteX1359" fmla="*/ 1720251 w 3050875"/>
                <a:gd name="connsiteY1359" fmla="*/ 2858834 h 6856730"/>
                <a:gd name="connsiteX1360" fmla="*/ 1657710 w 3050875"/>
                <a:gd name="connsiteY1360" fmla="*/ 2767538 h 6856730"/>
                <a:gd name="connsiteX1361" fmla="*/ 1608108 w 3050875"/>
                <a:gd name="connsiteY1361" fmla="*/ 2692776 h 6856730"/>
                <a:gd name="connsiteX1362" fmla="*/ 1549161 w 3050875"/>
                <a:gd name="connsiteY1362" fmla="*/ 2690619 h 6856730"/>
                <a:gd name="connsiteX1363" fmla="*/ 1600200 w 3050875"/>
                <a:gd name="connsiteY1363" fmla="*/ 2784072 h 6856730"/>
                <a:gd name="connsiteX1364" fmla="*/ 1654115 w 3050875"/>
                <a:gd name="connsiteY1364" fmla="*/ 2860991 h 6856730"/>
                <a:gd name="connsiteX1365" fmla="*/ 1633268 w 3050875"/>
                <a:gd name="connsiteY1365" fmla="*/ 2861710 h 6856730"/>
                <a:gd name="connsiteX1366" fmla="*/ 1574321 w 3050875"/>
                <a:gd name="connsiteY1366" fmla="*/ 2779040 h 6856730"/>
                <a:gd name="connsiteX1367" fmla="*/ 1491651 w 3050875"/>
                <a:gd name="connsiteY1367" fmla="*/ 2678398 h 6856730"/>
                <a:gd name="connsiteX1368" fmla="*/ 1506747 w 3050875"/>
                <a:gd name="connsiteY1368" fmla="*/ 2681274 h 6856730"/>
                <a:gd name="connsiteX1369" fmla="*/ 1488057 w 3050875"/>
                <a:gd name="connsiteY1369" fmla="*/ 2676242 h 6856730"/>
                <a:gd name="connsiteX1370" fmla="*/ 1444925 w 3050875"/>
                <a:gd name="connsiteY1370" fmla="*/ 2677679 h 6856730"/>
                <a:gd name="connsiteX1371" fmla="*/ 1523281 w 3050875"/>
                <a:gd name="connsiteY1371" fmla="*/ 2798449 h 6856730"/>
                <a:gd name="connsiteX1372" fmla="*/ 1569289 w 3050875"/>
                <a:gd name="connsiteY1372" fmla="*/ 2865304 h 6856730"/>
                <a:gd name="connsiteX1373" fmla="*/ 1514655 w 3050875"/>
                <a:gd name="connsiteY1373" fmla="*/ 2868179 h 6856730"/>
                <a:gd name="connsiteX1374" fmla="*/ 1451395 w 3050875"/>
                <a:gd name="connsiteY1374" fmla="*/ 2787666 h 6856730"/>
                <a:gd name="connsiteX1375" fmla="*/ 1391010 w 3050875"/>
                <a:gd name="connsiteY1375" fmla="*/ 2669772 h 6856730"/>
                <a:gd name="connsiteX1376" fmla="*/ 1361536 w 3050875"/>
                <a:gd name="connsiteY1376" fmla="*/ 2655395 h 6856730"/>
                <a:gd name="connsiteX1377" fmla="*/ 1357942 w 3050875"/>
                <a:gd name="connsiteY1377" fmla="*/ 2649644 h 6856730"/>
                <a:gd name="connsiteX1378" fmla="*/ 1354347 w 3050875"/>
                <a:gd name="connsiteY1378" fmla="*/ 2648925 h 6856730"/>
                <a:gd name="connsiteX1379" fmla="*/ 1337095 w 3050875"/>
                <a:gd name="connsiteY1379" fmla="*/ 2628078 h 6856730"/>
                <a:gd name="connsiteX1380" fmla="*/ 1331344 w 3050875"/>
                <a:gd name="connsiteY1380" fmla="*/ 2632391 h 6856730"/>
                <a:gd name="connsiteX1381" fmla="*/ 1324155 w 3050875"/>
                <a:gd name="connsiteY1381" fmla="*/ 2635985 h 6856730"/>
                <a:gd name="connsiteX1382" fmla="*/ 1320561 w 3050875"/>
                <a:gd name="connsiteY1382" fmla="*/ 2643893 h 6856730"/>
                <a:gd name="connsiteX1383" fmla="*/ 1318404 w 3050875"/>
                <a:gd name="connsiteY1383" fmla="*/ 2643893 h 6856730"/>
                <a:gd name="connsiteX1384" fmla="*/ 1293244 w 3050875"/>
                <a:gd name="connsiteY1384" fmla="*/ 2640298 h 6856730"/>
                <a:gd name="connsiteX1385" fmla="*/ 1319842 w 3050875"/>
                <a:gd name="connsiteY1385" fmla="*/ 2617295 h 6856730"/>
                <a:gd name="connsiteX1386" fmla="*/ 1463615 w 3050875"/>
                <a:gd name="connsiteY1386" fmla="*/ 2627359 h 6856730"/>
                <a:gd name="connsiteX1387" fmla="*/ 1479430 w 3050875"/>
                <a:gd name="connsiteY1387" fmla="*/ 2634547 h 6856730"/>
                <a:gd name="connsiteX1388" fmla="*/ 1702280 w 3050875"/>
                <a:gd name="connsiteY1388" fmla="*/ 2620170 h 6856730"/>
                <a:gd name="connsiteX1389" fmla="*/ 1765540 w 3050875"/>
                <a:gd name="connsiteY1389" fmla="*/ 2616576 h 6856730"/>
                <a:gd name="connsiteX1390" fmla="*/ 1763383 w 3050875"/>
                <a:gd name="connsiteY1390" fmla="*/ 2645330 h 6856730"/>
                <a:gd name="connsiteX1391" fmla="*/ 1790700 w 3050875"/>
                <a:gd name="connsiteY1391" fmla="*/ 2627359 h 6856730"/>
                <a:gd name="connsiteX1392" fmla="*/ 1393885 w 3050875"/>
                <a:gd name="connsiteY1392" fmla="*/ 2903404 h 6856730"/>
                <a:gd name="connsiteX1393" fmla="*/ 1419764 w 3050875"/>
                <a:gd name="connsiteY1393" fmla="*/ 2911311 h 6856730"/>
                <a:gd name="connsiteX1394" fmla="*/ 1356504 w 3050875"/>
                <a:gd name="connsiteY1394" fmla="*/ 2914187 h 6856730"/>
                <a:gd name="connsiteX1395" fmla="*/ 1357223 w 3050875"/>
                <a:gd name="connsiteY1395" fmla="*/ 2901966 h 6856730"/>
                <a:gd name="connsiteX1396" fmla="*/ 1393885 w 3050875"/>
                <a:gd name="connsiteY1396" fmla="*/ 2903404 h 6856730"/>
                <a:gd name="connsiteX1397" fmla="*/ 1357942 w 3050875"/>
                <a:gd name="connsiteY1397" fmla="*/ 2866023 h 6856730"/>
                <a:gd name="connsiteX1398" fmla="*/ 1357942 w 3050875"/>
                <a:gd name="connsiteY1398" fmla="*/ 2858115 h 6856730"/>
                <a:gd name="connsiteX1399" fmla="*/ 1366568 w 3050875"/>
                <a:gd name="connsiteY1399" fmla="*/ 2867461 h 6856730"/>
                <a:gd name="connsiteX1400" fmla="*/ 1357942 w 3050875"/>
                <a:gd name="connsiteY1400" fmla="*/ 2866023 h 6856730"/>
                <a:gd name="connsiteX1401" fmla="*/ 1360817 w 3050875"/>
                <a:gd name="connsiteY1401" fmla="*/ 2780478 h 6856730"/>
                <a:gd name="connsiteX1402" fmla="*/ 1363693 w 3050875"/>
                <a:gd name="connsiteY1402" fmla="*/ 2711466 h 6856730"/>
                <a:gd name="connsiteX1403" fmla="*/ 1411138 w 3050875"/>
                <a:gd name="connsiteY1403" fmla="*/ 2812108 h 6856730"/>
                <a:gd name="connsiteX1404" fmla="*/ 1450676 w 3050875"/>
                <a:gd name="connsiteY1404" fmla="*/ 2872493 h 6856730"/>
                <a:gd name="connsiteX1405" fmla="*/ 1442049 w 3050875"/>
                <a:gd name="connsiteY1405" fmla="*/ 2873212 h 6856730"/>
                <a:gd name="connsiteX1406" fmla="*/ 1360817 w 3050875"/>
                <a:gd name="connsiteY1406" fmla="*/ 2780478 h 6856730"/>
                <a:gd name="connsiteX1407" fmla="*/ 1339970 w 3050875"/>
                <a:gd name="connsiteY1407" fmla="*/ 3327536 h 6856730"/>
                <a:gd name="connsiteX1408" fmla="*/ 1339970 w 3050875"/>
                <a:gd name="connsiteY1408" fmla="*/ 3320347 h 6856730"/>
                <a:gd name="connsiteX1409" fmla="*/ 1343564 w 3050875"/>
                <a:gd name="connsiteY1409" fmla="*/ 3322504 h 6856730"/>
                <a:gd name="connsiteX1410" fmla="*/ 1570727 w 3050875"/>
                <a:gd name="connsiteY1410" fmla="*/ 3336881 h 6856730"/>
                <a:gd name="connsiteX1411" fmla="*/ 1815142 w 3050875"/>
                <a:gd name="connsiteY1411" fmla="*/ 3327536 h 6856730"/>
                <a:gd name="connsiteX1412" fmla="*/ 1815142 w 3050875"/>
                <a:gd name="connsiteY1412" fmla="*/ 3303813 h 6856730"/>
                <a:gd name="connsiteX1413" fmla="*/ 1596606 w 3050875"/>
                <a:gd name="connsiteY1413" fmla="*/ 3294468 h 6856730"/>
                <a:gd name="connsiteX1414" fmla="*/ 1610983 w 3050875"/>
                <a:gd name="connsiteY1414" fmla="*/ 3165791 h 6856730"/>
                <a:gd name="connsiteX1415" fmla="*/ 1610264 w 3050875"/>
                <a:gd name="connsiteY1415" fmla="*/ 3039270 h 6856730"/>
                <a:gd name="connsiteX1416" fmla="*/ 1625361 w 3050875"/>
                <a:gd name="connsiteY1416" fmla="*/ 3050772 h 6856730"/>
                <a:gd name="connsiteX1417" fmla="*/ 1631830 w 3050875"/>
                <a:gd name="connsiteY1417" fmla="*/ 3042864 h 6856730"/>
                <a:gd name="connsiteX1418" fmla="*/ 1606670 w 3050875"/>
                <a:gd name="connsiteY1418" fmla="*/ 3009796 h 6856730"/>
                <a:gd name="connsiteX1419" fmla="*/ 1605951 w 3050875"/>
                <a:gd name="connsiteY1419" fmla="*/ 3004046 h 6856730"/>
                <a:gd name="connsiteX1420" fmla="*/ 1605951 w 3050875"/>
                <a:gd name="connsiteY1420" fmla="*/ 3004046 h 6856730"/>
                <a:gd name="connsiteX1421" fmla="*/ 1564976 w 3050875"/>
                <a:gd name="connsiteY1421" fmla="*/ 3004046 h 6856730"/>
                <a:gd name="connsiteX1422" fmla="*/ 1554193 w 3050875"/>
                <a:gd name="connsiteY1422" fmla="*/ 3070900 h 6856730"/>
                <a:gd name="connsiteX1423" fmla="*/ 1538378 w 3050875"/>
                <a:gd name="connsiteY1423" fmla="*/ 3095342 h 6856730"/>
                <a:gd name="connsiteX1424" fmla="*/ 1545566 w 3050875"/>
                <a:gd name="connsiteY1424" fmla="*/ 3258525 h 6856730"/>
                <a:gd name="connsiteX1425" fmla="*/ 1556349 w 3050875"/>
                <a:gd name="connsiteY1425" fmla="*/ 3295187 h 6856730"/>
                <a:gd name="connsiteX1426" fmla="*/ 1343564 w 3050875"/>
                <a:gd name="connsiteY1426" fmla="*/ 3309564 h 6856730"/>
                <a:gd name="connsiteX1427" fmla="*/ 1340689 w 3050875"/>
                <a:gd name="connsiteY1427" fmla="*/ 3311002 h 6856730"/>
                <a:gd name="connsiteX1428" fmla="*/ 1355785 w 3050875"/>
                <a:gd name="connsiteY1428" fmla="*/ 2925689 h 6856730"/>
                <a:gd name="connsiteX1429" fmla="*/ 1521844 w 3050875"/>
                <a:gd name="connsiteY1429" fmla="*/ 2940066 h 6856730"/>
                <a:gd name="connsiteX1430" fmla="*/ 1716657 w 3050875"/>
                <a:gd name="connsiteY1430" fmla="*/ 2937910 h 6856730"/>
                <a:gd name="connsiteX1431" fmla="*/ 1716657 w 3050875"/>
                <a:gd name="connsiteY1431" fmla="*/ 2920657 h 6856730"/>
                <a:gd name="connsiteX1432" fmla="*/ 1700842 w 3050875"/>
                <a:gd name="connsiteY1432" fmla="*/ 2916344 h 6856730"/>
                <a:gd name="connsiteX1433" fmla="*/ 1754757 w 3050875"/>
                <a:gd name="connsiteY1433" fmla="*/ 2891183 h 6856730"/>
                <a:gd name="connsiteX1434" fmla="*/ 1757632 w 3050875"/>
                <a:gd name="connsiteY1434" fmla="*/ 2887589 h 6856730"/>
                <a:gd name="connsiteX1435" fmla="*/ 1765540 w 3050875"/>
                <a:gd name="connsiteY1435" fmla="*/ 2887589 h 6856730"/>
                <a:gd name="connsiteX1436" fmla="*/ 1771291 w 3050875"/>
                <a:gd name="connsiteY1436" fmla="*/ 2890464 h 6856730"/>
                <a:gd name="connsiteX1437" fmla="*/ 1785668 w 3050875"/>
                <a:gd name="connsiteY1437" fmla="*/ 2886870 h 6856730"/>
                <a:gd name="connsiteX1438" fmla="*/ 1800045 w 3050875"/>
                <a:gd name="connsiteY1438" fmla="*/ 2885432 h 6856730"/>
                <a:gd name="connsiteX1439" fmla="*/ 1817298 w 3050875"/>
                <a:gd name="connsiteY1439" fmla="*/ 2899091 h 6856730"/>
                <a:gd name="connsiteX1440" fmla="*/ 1835270 w 3050875"/>
                <a:gd name="connsiteY1440" fmla="*/ 3329693 h 6856730"/>
                <a:gd name="connsiteX1441" fmla="*/ 1859712 w 3050875"/>
                <a:gd name="connsiteY1441" fmla="*/ 3378576 h 6856730"/>
                <a:gd name="connsiteX1442" fmla="*/ 1836708 w 3050875"/>
                <a:gd name="connsiteY1442" fmla="*/ 3409487 h 6856730"/>
                <a:gd name="connsiteX1443" fmla="*/ 1836708 w 3050875"/>
                <a:gd name="connsiteY1443" fmla="*/ 3409487 h 6856730"/>
                <a:gd name="connsiteX1444" fmla="*/ 1836708 w 3050875"/>
                <a:gd name="connsiteY1444" fmla="*/ 3409487 h 6856730"/>
                <a:gd name="connsiteX1445" fmla="*/ 1837427 w 3050875"/>
                <a:gd name="connsiteY1445" fmla="*/ 3410925 h 6856730"/>
                <a:gd name="connsiteX1446" fmla="*/ 1839583 w 3050875"/>
                <a:gd name="connsiteY1446" fmla="*/ 3416676 h 6856730"/>
                <a:gd name="connsiteX1447" fmla="*/ 1840302 w 3050875"/>
                <a:gd name="connsiteY1447" fmla="*/ 3427459 h 6856730"/>
                <a:gd name="connsiteX1448" fmla="*/ 1835989 w 3050875"/>
                <a:gd name="connsiteY1448" fmla="*/ 3433210 h 6856730"/>
                <a:gd name="connsiteX1449" fmla="*/ 1826644 w 3050875"/>
                <a:gd name="connsiteY1449" fmla="*/ 3395110 h 6856730"/>
                <a:gd name="connsiteX1450" fmla="*/ 1787106 w 3050875"/>
                <a:gd name="connsiteY1450" fmla="*/ 3381451 h 6856730"/>
                <a:gd name="connsiteX1451" fmla="*/ 1786387 w 3050875"/>
                <a:gd name="connsiteY1451" fmla="*/ 3381451 h 6856730"/>
                <a:gd name="connsiteX1452" fmla="*/ 1755476 w 3050875"/>
                <a:gd name="connsiteY1452" fmla="*/ 3400142 h 6856730"/>
                <a:gd name="connsiteX1453" fmla="*/ 1750444 w 3050875"/>
                <a:gd name="connsiteY1453" fmla="*/ 3399423 h 6856730"/>
                <a:gd name="connsiteX1454" fmla="*/ 1717376 w 3050875"/>
                <a:gd name="connsiteY1454" fmla="*/ 3410206 h 6856730"/>
                <a:gd name="connsiteX1455" fmla="*/ 1688621 w 3050875"/>
                <a:gd name="connsiteY1455" fmla="*/ 3403736 h 6856730"/>
                <a:gd name="connsiteX1456" fmla="*/ 1687902 w 3050875"/>
                <a:gd name="connsiteY1456" fmla="*/ 3393672 h 6856730"/>
                <a:gd name="connsiteX1457" fmla="*/ 1672087 w 3050875"/>
                <a:gd name="connsiteY1457" fmla="*/ 3393672 h 6856730"/>
                <a:gd name="connsiteX1458" fmla="*/ 1553474 w 3050875"/>
                <a:gd name="connsiteY1458" fmla="*/ 3431772 h 6856730"/>
                <a:gd name="connsiteX1459" fmla="*/ 1672087 w 3050875"/>
                <a:gd name="connsiteY1459" fmla="*/ 3420270 h 6856730"/>
                <a:gd name="connsiteX1460" fmla="*/ 1670649 w 3050875"/>
                <a:gd name="connsiteY1460" fmla="*/ 3433929 h 6856730"/>
                <a:gd name="connsiteX1461" fmla="*/ 1664179 w 3050875"/>
                <a:gd name="connsiteY1461" fmla="*/ 3436804 h 6856730"/>
                <a:gd name="connsiteX1462" fmla="*/ 1647645 w 3050875"/>
                <a:gd name="connsiteY1462" fmla="*/ 3443993 h 6856730"/>
                <a:gd name="connsiteX1463" fmla="*/ 1560663 w 3050875"/>
                <a:gd name="connsiteY1463" fmla="*/ 3443993 h 6856730"/>
                <a:gd name="connsiteX1464" fmla="*/ 1526876 w 3050875"/>
                <a:gd name="connsiteY1464" fmla="*/ 3441117 h 6856730"/>
                <a:gd name="connsiteX1465" fmla="*/ 1488776 w 3050875"/>
                <a:gd name="connsiteY1465" fmla="*/ 3420270 h 6856730"/>
                <a:gd name="connsiteX1466" fmla="*/ 1477993 w 3050875"/>
                <a:gd name="connsiteY1466" fmla="*/ 3432491 h 6856730"/>
                <a:gd name="connsiteX1467" fmla="*/ 1457145 w 3050875"/>
                <a:gd name="connsiteY1467" fmla="*/ 3428178 h 6856730"/>
                <a:gd name="connsiteX1468" fmla="*/ 1417608 w 3050875"/>
                <a:gd name="connsiteY1468" fmla="*/ 3417395 h 6856730"/>
                <a:gd name="connsiteX1469" fmla="*/ 1375913 w 3050875"/>
                <a:gd name="connsiteY1469" fmla="*/ 3405893 h 6856730"/>
                <a:gd name="connsiteX1470" fmla="*/ 1382383 w 3050875"/>
                <a:gd name="connsiteY1470" fmla="*/ 3402298 h 6856730"/>
                <a:gd name="connsiteX1471" fmla="*/ 1352910 w 3050875"/>
                <a:gd name="connsiteY1471" fmla="*/ 3400142 h 6856730"/>
                <a:gd name="connsiteX1472" fmla="*/ 1347159 w 3050875"/>
                <a:gd name="connsiteY1472" fmla="*/ 3412362 h 6856730"/>
                <a:gd name="connsiteX1473" fmla="*/ 1345002 w 3050875"/>
                <a:gd name="connsiteY1473" fmla="*/ 3425302 h 6856730"/>
                <a:gd name="connsiteX1474" fmla="*/ 1309778 w 3050875"/>
                <a:gd name="connsiteY1474" fmla="*/ 3357010 h 6856730"/>
                <a:gd name="connsiteX1475" fmla="*/ 1339970 w 3050875"/>
                <a:gd name="connsiteY1475" fmla="*/ 3327536 h 6856730"/>
                <a:gd name="connsiteX1476" fmla="*/ 1931598 w 3050875"/>
                <a:gd name="connsiteY1476" fmla="*/ 2486461 h 6856730"/>
                <a:gd name="connsiteX1477" fmla="*/ 1898530 w 3050875"/>
                <a:gd name="connsiteY1477" fmla="*/ 2462019 h 6856730"/>
                <a:gd name="connsiteX1478" fmla="*/ 1798608 w 3050875"/>
                <a:gd name="connsiteY1478" fmla="*/ 2392289 h 6856730"/>
                <a:gd name="connsiteX1479" fmla="*/ 1789262 w 3050875"/>
                <a:gd name="connsiteY1479" fmla="*/ 2257142 h 6856730"/>
                <a:gd name="connsiteX1480" fmla="*/ 1895655 w 3050875"/>
                <a:gd name="connsiteY1480" fmla="*/ 2350594 h 6856730"/>
                <a:gd name="connsiteX1481" fmla="*/ 1939506 w 3050875"/>
                <a:gd name="connsiteY1481" fmla="*/ 2390132 h 6856730"/>
                <a:gd name="connsiteX1482" fmla="*/ 1943819 w 3050875"/>
                <a:gd name="connsiteY1482" fmla="*/ 2418168 h 6856730"/>
                <a:gd name="connsiteX1483" fmla="*/ 1930880 w 3050875"/>
                <a:gd name="connsiteY1483" fmla="*/ 2463457 h 6856730"/>
                <a:gd name="connsiteX1484" fmla="*/ 1931598 w 3050875"/>
                <a:gd name="connsiteY1484" fmla="*/ 2486461 h 6856730"/>
                <a:gd name="connsiteX1485" fmla="*/ 1870495 w 3050875"/>
                <a:gd name="connsiteY1485" fmla="*/ 2480710 h 6856730"/>
                <a:gd name="connsiteX1486" fmla="*/ 1934474 w 3050875"/>
                <a:gd name="connsiteY1486" fmla="*/ 2531030 h 6856730"/>
                <a:gd name="connsiteX1487" fmla="*/ 1939506 w 3050875"/>
                <a:gd name="connsiteY1487" fmla="*/ 2598604 h 6856730"/>
                <a:gd name="connsiteX1488" fmla="*/ 1939506 w 3050875"/>
                <a:gd name="connsiteY1488" fmla="*/ 2598604 h 6856730"/>
                <a:gd name="connsiteX1489" fmla="*/ 1919378 w 3050875"/>
                <a:gd name="connsiteY1489" fmla="*/ 2589978 h 6856730"/>
                <a:gd name="connsiteX1490" fmla="*/ 1917221 w 3050875"/>
                <a:gd name="connsiteY1490" fmla="*/ 2588540 h 6856730"/>
                <a:gd name="connsiteX1491" fmla="*/ 1911470 w 3050875"/>
                <a:gd name="connsiteY1491" fmla="*/ 2581351 h 6856730"/>
                <a:gd name="connsiteX1492" fmla="*/ 1908595 w 3050875"/>
                <a:gd name="connsiteY1492" fmla="*/ 2580632 h 6856730"/>
                <a:gd name="connsiteX1493" fmla="*/ 1848210 w 3050875"/>
                <a:gd name="connsiteY1493" fmla="*/ 2526717 h 6856730"/>
                <a:gd name="connsiteX1494" fmla="*/ 1846772 w 3050875"/>
                <a:gd name="connsiteY1494" fmla="*/ 2525279 h 6856730"/>
                <a:gd name="connsiteX1495" fmla="*/ 1844615 w 3050875"/>
                <a:gd name="connsiteY1495" fmla="*/ 2521685 h 6856730"/>
                <a:gd name="connsiteX1496" fmla="*/ 1828081 w 3050875"/>
                <a:gd name="connsiteY1496" fmla="*/ 2497244 h 6856730"/>
                <a:gd name="connsiteX1497" fmla="*/ 1806515 w 3050875"/>
                <a:gd name="connsiteY1497" fmla="*/ 2491493 h 6856730"/>
                <a:gd name="connsiteX1498" fmla="*/ 1805796 w 3050875"/>
                <a:gd name="connsiteY1498" fmla="*/ 2490774 h 6856730"/>
                <a:gd name="connsiteX1499" fmla="*/ 1800045 w 3050875"/>
                <a:gd name="connsiteY1499" fmla="*/ 2424638 h 6856730"/>
                <a:gd name="connsiteX1500" fmla="*/ 1870495 w 3050875"/>
                <a:gd name="connsiteY1500" fmla="*/ 2480710 h 6856730"/>
                <a:gd name="connsiteX1501" fmla="*/ 1790700 w 3050875"/>
                <a:gd name="connsiteY1501" fmla="*/ 3551823 h 6856730"/>
                <a:gd name="connsiteX1502" fmla="*/ 1754038 w 3050875"/>
                <a:gd name="connsiteY1502" fmla="*/ 3478498 h 6856730"/>
                <a:gd name="connsiteX1503" fmla="*/ 1783512 w 3050875"/>
                <a:gd name="connsiteY1503" fmla="*/ 3457651 h 6856730"/>
                <a:gd name="connsiteX1504" fmla="*/ 1825206 w 3050875"/>
                <a:gd name="connsiteY1504" fmla="*/ 3594236 h 6856730"/>
                <a:gd name="connsiteX1505" fmla="*/ 1824487 w 3050875"/>
                <a:gd name="connsiteY1505" fmla="*/ 3610051 h 6856730"/>
                <a:gd name="connsiteX1506" fmla="*/ 1850366 w 3050875"/>
                <a:gd name="connsiteY1506" fmla="*/ 3640962 h 6856730"/>
                <a:gd name="connsiteX1507" fmla="*/ 1853242 w 3050875"/>
                <a:gd name="connsiteY1507" fmla="*/ 3692721 h 6856730"/>
                <a:gd name="connsiteX1508" fmla="*/ 1838864 w 3050875"/>
                <a:gd name="connsiteY1508" fmla="*/ 3686251 h 6856730"/>
                <a:gd name="connsiteX1509" fmla="*/ 1727440 w 3050875"/>
                <a:gd name="connsiteY1509" fmla="*/ 3689845 h 6856730"/>
                <a:gd name="connsiteX1510" fmla="*/ 1795732 w 3050875"/>
                <a:gd name="connsiteY1510" fmla="*/ 3663966 h 6856730"/>
                <a:gd name="connsiteX1511" fmla="*/ 1800764 w 3050875"/>
                <a:gd name="connsiteY1511" fmla="*/ 3666123 h 6856730"/>
                <a:gd name="connsiteX1512" fmla="*/ 1820893 w 3050875"/>
                <a:gd name="connsiteY1512" fmla="*/ 3654621 h 6856730"/>
                <a:gd name="connsiteX1513" fmla="*/ 1790700 w 3050875"/>
                <a:gd name="connsiteY1513" fmla="*/ 3551823 h 6856730"/>
                <a:gd name="connsiteX1514" fmla="*/ 1600919 w 3050875"/>
                <a:gd name="connsiteY1514" fmla="*/ 3539602 h 6856730"/>
                <a:gd name="connsiteX1515" fmla="*/ 1646208 w 3050875"/>
                <a:gd name="connsiteY1515" fmla="*/ 3527381 h 6856730"/>
                <a:gd name="connsiteX1516" fmla="*/ 1679276 w 3050875"/>
                <a:gd name="connsiteY1516" fmla="*/ 3583453 h 6856730"/>
                <a:gd name="connsiteX1517" fmla="*/ 1723127 w 3050875"/>
                <a:gd name="connsiteY1517" fmla="*/ 3654621 h 6856730"/>
                <a:gd name="connsiteX1518" fmla="*/ 1687902 w 3050875"/>
                <a:gd name="connsiteY1518" fmla="*/ 3662528 h 6856730"/>
                <a:gd name="connsiteX1519" fmla="*/ 1679276 w 3050875"/>
                <a:gd name="connsiteY1519" fmla="*/ 3663966 h 6856730"/>
                <a:gd name="connsiteX1520" fmla="*/ 1633268 w 3050875"/>
                <a:gd name="connsiteY1520" fmla="*/ 3589923 h 6856730"/>
                <a:gd name="connsiteX1521" fmla="*/ 1600919 w 3050875"/>
                <a:gd name="connsiteY1521" fmla="*/ 3539602 h 6856730"/>
                <a:gd name="connsiteX1522" fmla="*/ 1623923 w 3050875"/>
                <a:gd name="connsiteY1522" fmla="*/ 3674749 h 6856730"/>
                <a:gd name="connsiteX1523" fmla="*/ 1603795 w 3050875"/>
                <a:gd name="connsiteY1523" fmla="*/ 3678344 h 6856730"/>
                <a:gd name="connsiteX1524" fmla="*/ 1549880 w 3050875"/>
                <a:gd name="connsiteY1524" fmla="*/ 3592079 h 6856730"/>
                <a:gd name="connsiteX1525" fmla="*/ 1524719 w 3050875"/>
                <a:gd name="connsiteY1525" fmla="*/ 3546072 h 6856730"/>
                <a:gd name="connsiteX1526" fmla="*/ 1549161 w 3050875"/>
                <a:gd name="connsiteY1526" fmla="*/ 3545353 h 6856730"/>
                <a:gd name="connsiteX1527" fmla="*/ 1590136 w 3050875"/>
                <a:gd name="connsiteY1527" fmla="*/ 3615083 h 6856730"/>
                <a:gd name="connsiteX1528" fmla="*/ 1623923 w 3050875"/>
                <a:gd name="connsiteY1528" fmla="*/ 3674749 h 6856730"/>
                <a:gd name="connsiteX1529" fmla="*/ 1698685 w 3050875"/>
                <a:gd name="connsiteY1529" fmla="*/ 3505815 h 6856730"/>
                <a:gd name="connsiteX1530" fmla="*/ 1701561 w 3050875"/>
                <a:gd name="connsiteY1530" fmla="*/ 3504377 h 6856730"/>
                <a:gd name="connsiteX1531" fmla="*/ 1714500 w 3050875"/>
                <a:gd name="connsiteY1531" fmla="*/ 3532414 h 6856730"/>
                <a:gd name="connsiteX1532" fmla="*/ 1698685 w 3050875"/>
                <a:gd name="connsiteY1532" fmla="*/ 3505815 h 6856730"/>
                <a:gd name="connsiteX1533" fmla="*/ 1395323 w 3050875"/>
                <a:gd name="connsiteY1533" fmla="*/ 3580578 h 6856730"/>
                <a:gd name="connsiteX1534" fmla="*/ 1342127 w 3050875"/>
                <a:gd name="connsiteY1534" fmla="*/ 3497908 h 6856730"/>
                <a:gd name="connsiteX1535" fmla="*/ 1377351 w 3050875"/>
                <a:gd name="connsiteY1535" fmla="*/ 3515879 h 6856730"/>
                <a:gd name="connsiteX1536" fmla="*/ 1439174 w 3050875"/>
                <a:gd name="connsiteY1536" fmla="*/ 3612208 h 6856730"/>
                <a:gd name="connsiteX1537" fmla="*/ 1485181 w 3050875"/>
                <a:gd name="connsiteY1537" fmla="*/ 3686251 h 6856730"/>
                <a:gd name="connsiteX1538" fmla="*/ 1464334 w 3050875"/>
                <a:gd name="connsiteY1538" fmla="*/ 3685532 h 6856730"/>
                <a:gd name="connsiteX1539" fmla="*/ 1395323 w 3050875"/>
                <a:gd name="connsiteY1539" fmla="*/ 3580578 h 6856730"/>
                <a:gd name="connsiteX1540" fmla="*/ 1397479 w 3050875"/>
                <a:gd name="connsiteY1540" fmla="*/ 3681219 h 6856730"/>
                <a:gd name="connsiteX1541" fmla="*/ 1392447 w 3050875"/>
                <a:gd name="connsiteY1541" fmla="*/ 3681219 h 6856730"/>
                <a:gd name="connsiteX1542" fmla="*/ 1383821 w 3050875"/>
                <a:gd name="connsiteY1542" fmla="*/ 3679063 h 6856730"/>
                <a:gd name="connsiteX1543" fmla="*/ 1385978 w 3050875"/>
                <a:gd name="connsiteY1543" fmla="*/ 3672593 h 6856730"/>
                <a:gd name="connsiteX1544" fmla="*/ 1385978 w 3050875"/>
                <a:gd name="connsiteY1544" fmla="*/ 3666842 h 6856730"/>
                <a:gd name="connsiteX1545" fmla="*/ 1397479 w 3050875"/>
                <a:gd name="connsiteY1545" fmla="*/ 3681219 h 6856730"/>
                <a:gd name="connsiteX1546" fmla="*/ 1353629 w 3050875"/>
                <a:gd name="connsiteY1546" fmla="*/ 3469872 h 6856730"/>
                <a:gd name="connsiteX1547" fmla="*/ 1334938 w 3050875"/>
                <a:gd name="connsiteY1547" fmla="*/ 3459808 h 6856730"/>
                <a:gd name="connsiteX1548" fmla="*/ 1334938 w 3050875"/>
                <a:gd name="connsiteY1548" fmla="*/ 3458370 h 6856730"/>
                <a:gd name="connsiteX1549" fmla="*/ 1353629 w 3050875"/>
                <a:gd name="connsiteY1549" fmla="*/ 3458370 h 6856730"/>
                <a:gd name="connsiteX1550" fmla="*/ 1353629 w 3050875"/>
                <a:gd name="connsiteY1550" fmla="*/ 3469872 h 6856730"/>
                <a:gd name="connsiteX1551" fmla="*/ 1339970 w 3050875"/>
                <a:gd name="connsiteY1551" fmla="*/ 3666842 h 6856730"/>
                <a:gd name="connsiteX1552" fmla="*/ 1331344 w 3050875"/>
                <a:gd name="connsiteY1552" fmla="*/ 3663966 h 6856730"/>
                <a:gd name="connsiteX1553" fmla="*/ 1329187 w 3050875"/>
                <a:gd name="connsiteY1553" fmla="*/ 3663966 h 6856730"/>
                <a:gd name="connsiteX1554" fmla="*/ 1327749 w 3050875"/>
                <a:gd name="connsiteY1554" fmla="*/ 3659653 h 6856730"/>
                <a:gd name="connsiteX1555" fmla="*/ 1327749 w 3050875"/>
                <a:gd name="connsiteY1555" fmla="*/ 3650308 h 6856730"/>
                <a:gd name="connsiteX1556" fmla="*/ 1339970 w 3050875"/>
                <a:gd name="connsiteY1556" fmla="*/ 3666842 h 6856730"/>
                <a:gd name="connsiteX1557" fmla="*/ 1365130 w 3050875"/>
                <a:gd name="connsiteY1557" fmla="*/ 3712130 h 6856730"/>
                <a:gd name="connsiteX1558" fmla="*/ 1324874 w 3050875"/>
                <a:gd name="connsiteY1558" fmla="*/ 3719319 h 6856730"/>
                <a:gd name="connsiteX1559" fmla="*/ 1325593 w 3050875"/>
                <a:gd name="connsiteY1559" fmla="*/ 3706380 h 6856730"/>
                <a:gd name="connsiteX1560" fmla="*/ 1365130 w 3050875"/>
                <a:gd name="connsiteY1560" fmla="*/ 3712130 h 6856730"/>
                <a:gd name="connsiteX1561" fmla="*/ 1401074 w 3050875"/>
                <a:gd name="connsiteY1561" fmla="*/ 3472028 h 6856730"/>
                <a:gd name="connsiteX1562" fmla="*/ 1454989 w 3050875"/>
                <a:gd name="connsiteY1562" fmla="*/ 3495751 h 6856730"/>
                <a:gd name="connsiteX1563" fmla="*/ 1456427 w 3050875"/>
                <a:gd name="connsiteY1563" fmla="*/ 3500783 h 6856730"/>
                <a:gd name="connsiteX1564" fmla="*/ 1416889 w 3050875"/>
                <a:gd name="connsiteY1564" fmla="*/ 3493594 h 6856730"/>
                <a:gd name="connsiteX1565" fmla="*/ 1401074 w 3050875"/>
                <a:gd name="connsiteY1565" fmla="*/ 3472028 h 6856730"/>
                <a:gd name="connsiteX1566" fmla="*/ 1480868 w 3050875"/>
                <a:gd name="connsiteY1566" fmla="*/ 3587047 h 6856730"/>
                <a:gd name="connsiteX1567" fmla="*/ 1448519 w 3050875"/>
                <a:gd name="connsiteY1567" fmla="*/ 3538883 h 6856730"/>
                <a:gd name="connsiteX1568" fmla="*/ 1469366 w 3050875"/>
                <a:gd name="connsiteY1568" fmla="*/ 3542478 h 6856730"/>
                <a:gd name="connsiteX1569" fmla="*/ 1497402 w 3050875"/>
                <a:gd name="connsiteY1569" fmla="*/ 3607176 h 6856730"/>
                <a:gd name="connsiteX1570" fmla="*/ 1501715 w 3050875"/>
                <a:gd name="connsiteY1570" fmla="*/ 3615083 h 6856730"/>
                <a:gd name="connsiteX1571" fmla="*/ 1480868 w 3050875"/>
                <a:gd name="connsiteY1571" fmla="*/ 3587047 h 6856730"/>
                <a:gd name="connsiteX1572" fmla="*/ 1876246 w 3050875"/>
                <a:gd name="connsiteY1572" fmla="*/ 4195210 h 6856730"/>
                <a:gd name="connsiteX1573" fmla="*/ 1874808 w 3050875"/>
                <a:gd name="connsiteY1573" fmla="*/ 4202399 h 6856730"/>
                <a:gd name="connsiteX1574" fmla="*/ 1869776 w 3050875"/>
                <a:gd name="connsiteY1574" fmla="*/ 4203117 h 6856730"/>
                <a:gd name="connsiteX1575" fmla="*/ 1876246 w 3050875"/>
                <a:gd name="connsiteY1575" fmla="*/ 4195210 h 6856730"/>
                <a:gd name="connsiteX1576" fmla="*/ 1873370 w 3050875"/>
                <a:gd name="connsiteY1576" fmla="*/ 3252055 h 6856730"/>
                <a:gd name="connsiteX1577" fmla="*/ 1870495 w 3050875"/>
                <a:gd name="connsiteY1577" fmla="*/ 3198140 h 6856730"/>
                <a:gd name="connsiteX1578" fmla="*/ 1913627 w 3050875"/>
                <a:gd name="connsiteY1578" fmla="*/ 3244866 h 6856730"/>
                <a:gd name="connsiteX1579" fmla="*/ 1902844 w 3050875"/>
                <a:gd name="connsiteY1579" fmla="*/ 3259244 h 6856730"/>
                <a:gd name="connsiteX1580" fmla="*/ 1917940 w 3050875"/>
                <a:gd name="connsiteY1580" fmla="*/ 3279372 h 6856730"/>
                <a:gd name="connsiteX1581" fmla="*/ 1900687 w 3050875"/>
                <a:gd name="connsiteY1581" fmla="*/ 3277934 h 6856730"/>
                <a:gd name="connsiteX1582" fmla="*/ 1873370 w 3050875"/>
                <a:gd name="connsiteY1582" fmla="*/ 3252055 h 6856730"/>
                <a:gd name="connsiteX1583" fmla="*/ 1892779 w 3050875"/>
                <a:gd name="connsiteY1583" fmla="*/ 3329693 h 6856730"/>
                <a:gd name="connsiteX1584" fmla="*/ 1924410 w 3050875"/>
                <a:gd name="connsiteY1584" fmla="*/ 3362042 h 6856730"/>
                <a:gd name="connsiteX1585" fmla="*/ 1960353 w 3050875"/>
                <a:gd name="connsiteY1585" fmla="*/ 3403736 h 6856730"/>
                <a:gd name="connsiteX1586" fmla="*/ 1956040 w 3050875"/>
                <a:gd name="connsiteY1586" fmla="*/ 3403736 h 6856730"/>
                <a:gd name="connsiteX1587" fmla="*/ 1925847 w 3050875"/>
                <a:gd name="connsiteY1587" fmla="*/ 3396547 h 6856730"/>
                <a:gd name="connsiteX1588" fmla="*/ 1879840 w 3050875"/>
                <a:gd name="connsiteY1588" fmla="*/ 3349102 h 6856730"/>
                <a:gd name="connsiteX1589" fmla="*/ 1878402 w 3050875"/>
                <a:gd name="connsiteY1589" fmla="*/ 3328974 h 6856730"/>
                <a:gd name="connsiteX1590" fmla="*/ 1892779 w 3050875"/>
                <a:gd name="connsiteY1590" fmla="*/ 3329693 h 6856730"/>
                <a:gd name="connsiteX1591" fmla="*/ 1961072 w 3050875"/>
                <a:gd name="connsiteY1591" fmla="*/ 3687689 h 6856730"/>
                <a:gd name="connsiteX1592" fmla="*/ 1965385 w 3050875"/>
                <a:gd name="connsiteY1592" fmla="*/ 3684094 h 6856730"/>
                <a:gd name="connsiteX1593" fmla="*/ 1988389 w 3050875"/>
                <a:gd name="connsiteY1593" fmla="*/ 3699910 h 6856730"/>
                <a:gd name="connsiteX1594" fmla="*/ 1991264 w 3050875"/>
                <a:gd name="connsiteY1594" fmla="*/ 3701347 h 6856730"/>
                <a:gd name="connsiteX1595" fmla="*/ 1991983 w 3050875"/>
                <a:gd name="connsiteY1595" fmla="*/ 3702066 h 6856730"/>
                <a:gd name="connsiteX1596" fmla="*/ 1972574 w 3050875"/>
                <a:gd name="connsiteY1596" fmla="*/ 3702785 h 6856730"/>
                <a:gd name="connsiteX1597" fmla="*/ 1938068 w 3050875"/>
                <a:gd name="connsiteY1597" fmla="*/ 3696315 h 6856730"/>
                <a:gd name="connsiteX1598" fmla="*/ 1930161 w 3050875"/>
                <a:gd name="connsiteY1598" fmla="*/ 3687689 h 6856730"/>
                <a:gd name="connsiteX1599" fmla="*/ 1930880 w 3050875"/>
                <a:gd name="connsiteY1599" fmla="*/ 3687689 h 6856730"/>
                <a:gd name="connsiteX1600" fmla="*/ 1961072 w 3050875"/>
                <a:gd name="connsiteY1600" fmla="*/ 3687689 h 6856730"/>
                <a:gd name="connsiteX1601" fmla="*/ 2017144 w 3050875"/>
                <a:gd name="connsiteY1601" fmla="*/ 3756700 h 6856730"/>
                <a:gd name="connsiteX1602" fmla="*/ 2019300 w 3050875"/>
                <a:gd name="connsiteY1602" fmla="*/ 3790487 h 6856730"/>
                <a:gd name="connsiteX1603" fmla="*/ 1994140 w 3050875"/>
                <a:gd name="connsiteY1603" fmla="*/ 3759576 h 6856730"/>
                <a:gd name="connsiteX1604" fmla="*/ 2017144 w 3050875"/>
                <a:gd name="connsiteY1604" fmla="*/ 3756700 h 6856730"/>
                <a:gd name="connsiteX1605" fmla="*/ 2007080 w 3050875"/>
                <a:gd name="connsiteY1605" fmla="*/ 3648870 h 6856730"/>
                <a:gd name="connsiteX1606" fmla="*/ 2010674 w 3050875"/>
                <a:gd name="connsiteY1606" fmla="*/ 3651745 h 6856730"/>
                <a:gd name="connsiteX1607" fmla="*/ 2012112 w 3050875"/>
                <a:gd name="connsiteY1607" fmla="*/ 3675468 h 6856730"/>
                <a:gd name="connsiteX1608" fmla="*/ 2006361 w 3050875"/>
                <a:gd name="connsiteY1608" fmla="*/ 3668998 h 6856730"/>
                <a:gd name="connsiteX1609" fmla="*/ 2005642 w 3050875"/>
                <a:gd name="connsiteY1609" fmla="*/ 3668279 h 6856730"/>
                <a:gd name="connsiteX1610" fmla="*/ 1996297 w 3050875"/>
                <a:gd name="connsiteY1610" fmla="*/ 3658215 h 6856730"/>
                <a:gd name="connsiteX1611" fmla="*/ 2007080 w 3050875"/>
                <a:gd name="connsiteY1611" fmla="*/ 3648870 h 6856730"/>
                <a:gd name="connsiteX1612" fmla="*/ 2002766 w 3050875"/>
                <a:gd name="connsiteY1612" fmla="*/ 3535289 h 6856730"/>
                <a:gd name="connsiteX1613" fmla="*/ 2000610 w 3050875"/>
                <a:gd name="connsiteY1613" fmla="*/ 3534570 h 6856730"/>
                <a:gd name="connsiteX1614" fmla="*/ 1985514 w 3050875"/>
                <a:gd name="connsiteY1614" fmla="*/ 3518036 h 6856730"/>
                <a:gd name="connsiteX1615" fmla="*/ 1985514 w 3050875"/>
                <a:gd name="connsiteY1615" fmla="*/ 3517317 h 6856730"/>
                <a:gd name="connsiteX1616" fmla="*/ 1995578 w 3050875"/>
                <a:gd name="connsiteY1616" fmla="*/ 3521630 h 6856730"/>
                <a:gd name="connsiteX1617" fmla="*/ 2002047 w 3050875"/>
                <a:gd name="connsiteY1617" fmla="*/ 3528100 h 6856730"/>
                <a:gd name="connsiteX1618" fmla="*/ 2002766 w 3050875"/>
                <a:gd name="connsiteY1618" fmla="*/ 3535289 h 6856730"/>
                <a:gd name="connsiteX1619" fmla="*/ 1997015 w 3050875"/>
                <a:gd name="connsiteY1619" fmla="*/ 3446868 h 6856730"/>
                <a:gd name="connsiteX1620" fmla="*/ 1998453 w 3050875"/>
                <a:gd name="connsiteY1620" fmla="*/ 3472747 h 6856730"/>
                <a:gd name="connsiteX1621" fmla="*/ 1975449 w 3050875"/>
                <a:gd name="connsiteY1621" fmla="*/ 3448306 h 6856730"/>
                <a:gd name="connsiteX1622" fmla="*/ 1997015 w 3050875"/>
                <a:gd name="connsiteY1622" fmla="*/ 3446868 h 6856730"/>
                <a:gd name="connsiteX1623" fmla="*/ 1989108 w 3050875"/>
                <a:gd name="connsiteY1623" fmla="*/ 3331130 h 6856730"/>
                <a:gd name="connsiteX1624" fmla="*/ 1991983 w 3050875"/>
                <a:gd name="connsiteY1624" fmla="*/ 3370668 h 6856730"/>
                <a:gd name="connsiteX1625" fmla="*/ 1955321 w 3050875"/>
                <a:gd name="connsiteY1625" fmla="*/ 3336162 h 6856730"/>
                <a:gd name="connsiteX1626" fmla="*/ 1988389 w 3050875"/>
                <a:gd name="connsiteY1626" fmla="*/ 3331130 h 6856730"/>
                <a:gd name="connsiteX1627" fmla="*/ 1989108 w 3050875"/>
                <a:gd name="connsiteY1627" fmla="*/ 3331130 h 6856730"/>
                <a:gd name="connsiteX1628" fmla="*/ 1984795 w 3050875"/>
                <a:gd name="connsiteY1628" fmla="*/ 3267151 h 6856730"/>
                <a:gd name="connsiteX1629" fmla="*/ 1940225 w 3050875"/>
                <a:gd name="connsiteY1629" fmla="*/ 3221862 h 6856730"/>
                <a:gd name="connsiteX1630" fmla="*/ 1867619 w 3050875"/>
                <a:gd name="connsiteY1630" fmla="*/ 3146381 h 6856730"/>
                <a:gd name="connsiteX1631" fmla="*/ 1864744 w 3050875"/>
                <a:gd name="connsiteY1631" fmla="*/ 3093185 h 6856730"/>
                <a:gd name="connsiteX1632" fmla="*/ 1884872 w 3050875"/>
                <a:gd name="connsiteY1632" fmla="*/ 3116189 h 6856730"/>
                <a:gd name="connsiteX1633" fmla="*/ 1981919 w 3050875"/>
                <a:gd name="connsiteY1633" fmla="*/ 3218268 h 6856730"/>
                <a:gd name="connsiteX1634" fmla="*/ 1984795 w 3050875"/>
                <a:gd name="connsiteY1634" fmla="*/ 3267151 h 6856730"/>
                <a:gd name="connsiteX1635" fmla="*/ 1976168 w 3050875"/>
                <a:gd name="connsiteY1635" fmla="*/ 3134879 h 6856730"/>
                <a:gd name="connsiteX1636" fmla="*/ 1979044 w 3050875"/>
                <a:gd name="connsiteY1636" fmla="*/ 3176574 h 6856730"/>
                <a:gd name="connsiteX1637" fmla="*/ 1914345 w 3050875"/>
                <a:gd name="connsiteY1637" fmla="*/ 3106844 h 6856730"/>
                <a:gd name="connsiteX1638" fmla="*/ 1861868 w 3050875"/>
                <a:gd name="connsiteY1638" fmla="*/ 3052210 h 6856730"/>
                <a:gd name="connsiteX1639" fmla="*/ 1860430 w 3050875"/>
                <a:gd name="connsiteY1639" fmla="*/ 3027049 h 6856730"/>
                <a:gd name="connsiteX1640" fmla="*/ 1899249 w 3050875"/>
                <a:gd name="connsiteY1640" fmla="*/ 3068025 h 6856730"/>
                <a:gd name="connsiteX1641" fmla="*/ 1970417 w 3050875"/>
                <a:gd name="connsiteY1641" fmla="*/ 3129847 h 6856730"/>
                <a:gd name="connsiteX1642" fmla="*/ 1976168 w 3050875"/>
                <a:gd name="connsiteY1642" fmla="*/ 3134879 h 6856730"/>
                <a:gd name="connsiteX1643" fmla="*/ 1973293 w 3050875"/>
                <a:gd name="connsiteY1643" fmla="*/ 3088153 h 6856730"/>
                <a:gd name="connsiteX1644" fmla="*/ 1921534 w 3050875"/>
                <a:gd name="connsiteY1644" fmla="*/ 3045021 h 6856730"/>
                <a:gd name="connsiteX1645" fmla="*/ 1858274 w 3050875"/>
                <a:gd name="connsiteY1645" fmla="*/ 2985355 h 6856730"/>
                <a:gd name="connsiteX1646" fmla="*/ 1853961 w 3050875"/>
                <a:gd name="connsiteY1646" fmla="*/ 2905561 h 6856730"/>
                <a:gd name="connsiteX1647" fmla="*/ 1939506 w 3050875"/>
                <a:gd name="connsiteY1647" fmla="*/ 3007640 h 6856730"/>
                <a:gd name="connsiteX1648" fmla="*/ 1969698 w 3050875"/>
                <a:gd name="connsiteY1648" fmla="*/ 3035676 h 6856730"/>
                <a:gd name="connsiteX1649" fmla="*/ 1973293 w 3050875"/>
                <a:gd name="connsiteY1649" fmla="*/ 3088153 h 6856730"/>
                <a:gd name="connsiteX1650" fmla="*/ 1953165 w 3050875"/>
                <a:gd name="connsiteY1650" fmla="*/ 2886151 h 6856730"/>
                <a:gd name="connsiteX1651" fmla="*/ 1945976 w 3050875"/>
                <a:gd name="connsiteY1651" fmla="*/ 2931440 h 6856730"/>
                <a:gd name="connsiteX1652" fmla="*/ 1963229 w 3050875"/>
                <a:gd name="connsiteY1652" fmla="*/ 2950130 h 6856730"/>
                <a:gd name="connsiteX1653" fmla="*/ 1965385 w 3050875"/>
                <a:gd name="connsiteY1653" fmla="*/ 2976728 h 6856730"/>
                <a:gd name="connsiteX1654" fmla="*/ 1868338 w 3050875"/>
                <a:gd name="connsiteY1654" fmla="*/ 2870336 h 6856730"/>
                <a:gd name="connsiteX1655" fmla="*/ 1898530 w 3050875"/>
                <a:gd name="connsiteY1655" fmla="*/ 2875368 h 6856730"/>
                <a:gd name="connsiteX1656" fmla="*/ 1898530 w 3050875"/>
                <a:gd name="connsiteY1656" fmla="*/ 2875368 h 6856730"/>
                <a:gd name="connsiteX1657" fmla="*/ 1946695 w 3050875"/>
                <a:gd name="connsiteY1657" fmla="*/ 2880400 h 6856730"/>
                <a:gd name="connsiteX1658" fmla="*/ 1953165 w 3050875"/>
                <a:gd name="connsiteY1658" fmla="*/ 2886151 h 6856730"/>
                <a:gd name="connsiteX1659" fmla="*/ 1889904 w 3050875"/>
                <a:gd name="connsiteY1659" fmla="*/ 2669772 h 6856730"/>
                <a:gd name="connsiteX1660" fmla="*/ 1915064 w 3050875"/>
                <a:gd name="connsiteY1660" fmla="*/ 2706434 h 6856730"/>
                <a:gd name="connsiteX1661" fmla="*/ 1911470 w 3050875"/>
                <a:gd name="connsiteY1661" fmla="*/ 2704996 h 6856730"/>
                <a:gd name="connsiteX1662" fmla="*/ 1896374 w 3050875"/>
                <a:gd name="connsiteY1662" fmla="*/ 2690619 h 6856730"/>
                <a:gd name="connsiteX1663" fmla="*/ 1889904 w 3050875"/>
                <a:gd name="connsiteY1663" fmla="*/ 2669772 h 6856730"/>
                <a:gd name="connsiteX1664" fmla="*/ 1947413 w 3050875"/>
                <a:gd name="connsiteY1664" fmla="*/ 2714342 h 6856730"/>
                <a:gd name="connsiteX1665" fmla="*/ 1935911 w 3050875"/>
                <a:gd name="connsiteY1665" fmla="*/ 2712185 h 6856730"/>
                <a:gd name="connsiteX1666" fmla="*/ 1895655 w 3050875"/>
                <a:gd name="connsiteY1666" fmla="*/ 2662583 h 6856730"/>
                <a:gd name="connsiteX1667" fmla="*/ 1897093 w 3050875"/>
                <a:gd name="connsiteY1667" fmla="*/ 2662583 h 6856730"/>
                <a:gd name="connsiteX1668" fmla="*/ 1945257 w 3050875"/>
                <a:gd name="connsiteY1668" fmla="*/ 2689181 h 6856730"/>
                <a:gd name="connsiteX1669" fmla="*/ 1947413 w 3050875"/>
                <a:gd name="connsiteY1669" fmla="*/ 2714342 h 6856730"/>
                <a:gd name="connsiteX1670" fmla="*/ 1943819 w 3050875"/>
                <a:gd name="connsiteY1670" fmla="*/ 2288772 h 6856730"/>
                <a:gd name="connsiteX1671" fmla="*/ 1944538 w 3050875"/>
                <a:gd name="connsiteY1671" fmla="*/ 2337655 h 6856730"/>
                <a:gd name="connsiteX1672" fmla="*/ 1943100 w 3050875"/>
                <a:gd name="connsiteY1672" fmla="*/ 2351313 h 6856730"/>
                <a:gd name="connsiteX1673" fmla="*/ 1927285 w 3050875"/>
                <a:gd name="connsiteY1673" fmla="*/ 2338374 h 6856730"/>
                <a:gd name="connsiteX1674" fmla="*/ 1786387 w 3050875"/>
                <a:gd name="connsiteY1674" fmla="*/ 2219761 h 6856730"/>
                <a:gd name="connsiteX1675" fmla="*/ 1782074 w 3050875"/>
                <a:gd name="connsiteY1675" fmla="*/ 2136372 h 6856730"/>
                <a:gd name="connsiteX1676" fmla="*/ 1853242 w 3050875"/>
                <a:gd name="connsiteY1676" fmla="*/ 2205383 h 6856730"/>
                <a:gd name="connsiteX1677" fmla="*/ 1943819 w 3050875"/>
                <a:gd name="connsiteY1677" fmla="*/ 2288772 h 6856730"/>
                <a:gd name="connsiteX1678" fmla="*/ 1942381 w 3050875"/>
                <a:gd name="connsiteY1678" fmla="*/ 2234857 h 6856730"/>
                <a:gd name="connsiteX1679" fmla="*/ 1879840 w 3050875"/>
                <a:gd name="connsiteY1679" fmla="*/ 2177347 h 6856730"/>
                <a:gd name="connsiteX1680" fmla="*/ 1779917 w 3050875"/>
                <a:gd name="connsiteY1680" fmla="*/ 2088208 h 6856730"/>
                <a:gd name="connsiteX1681" fmla="*/ 1779917 w 3050875"/>
                <a:gd name="connsiteY1681" fmla="*/ 2083176 h 6856730"/>
                <a:gd name="connsiteX1682" fmla="*/ 1800764 w 3050875"/>
                <a:gd name="connsiteY1682" fmla="*/ 2094678 h 6856730"/>
                <a:gd name="connsiteX1683" fmla="*/ 1893498 w 3050875"/>
                <a:gd name="connsiteY1683" fmla="*/ 2129902 h 6856730"/>
                <a:gd name="connsiteX1684" fmla="*/ 1937349 w 3050875"/>
                <a:gd name="connsiteY1684" fmla="*/ 2165846 h 6856730"/>
                <a:gd name="connsiteX1685" fmla="*/ 1942381 w 3050875"/>
                <a:gd name="connsiteY1685" fmla="*/ 2234857 h 6856730"/>
                <a:gd name="connsiteX1686" fmla="*/ 1603795 w 3050875"/>
                <a:gd name="connsiteY1686" fmla="*/ 2347000 h 6856730"/>
                <a:gd name="connsiteX1687" fmla="*/ 1587261 w 3050875"/>
                <a:gd name="connsiteY1687" fmla="*/ 2316089 h 6856730"/>
                <a:gd name="connsiteX1688" fmla="*/ 1570727 w 3050875"/>
                <a:gd name="connsiteY1688" fmla="*/ 2260017 h 6856730"/>
                <a:gd name="connsiteX1689" fmla="*/ 1561381 w 3050875"/>
                <a:gd name="connsiteY1689" fmla="*/ 2226230 h 6856730"/>
                <a:gd name="connsiteX1690" fmla="*/ 1527595 w 3050875"/>
                <a:gd name="connsiteY1690" fmla="*/ 2226230 h 6856730"/>
                <a:gd name="connsiteX1691" fmla="*/ 1526876 w 3050875"/>
                <a:gd name="connsiteY1691" fmla="*/ 2226230 h 6856730"/>
                <a:gd name="connsiteX1692" fmla="*/ 1509623 w 3050875"/>
                <a:gd name="connsiteY1692" fmla="*/ 2363534 h 6856730"/>
                <a:gd name="connsiteX1693" fmla="*/ 1523281 w 3050875"/>
                <a:gd name="connsiteY1693" fmla="*/ 2508745 h 6856730"/>
                <a:gd name="connsiteX1694" fmla="*/ 1462896 w 3050875"/>
                <a:gd name="connsiteY1694" fmla="*/ 2510902 h 6856730"/>
                <a:gd name="connsiteX1695" fmla="*/ 1370881 w 3050875"/>
                <a:gd name="connsiteY1695" fmla="*/ 2515934 h 6856730"/>
                <a:gd name="connsiteX1696" fmla="*/ 1370881 w 3050875"/>
                <a:gd name="connsiteY1696" fmla="*/ 2514496 h 6856730"/>
                <a:gd name="connsiteX1697" fmla="*/ 1371600 w 3050875"/>
                <a:gd name="connsiteY1697" fmla="*/ 2499400 h 6856730"/>
                <a:gd name="connsiteX1698" fmla="*/ 1375913 w 3050875"/>
                <a:gd name="connsiteY1698" fmla="*/ 2387976 h 6856730"/>
                <a:gd name="connsiteX1699" fmla="*/ 1388134 w 3050875"/>
                <a:gd name="connsiteY1699" fmla="*/ 2058734 h 6856730"/>
                <a:gd name="connsiteX1700" fmla="*/ 1434861 w 3050875"/>
                <a:gd name="connsiteY1700" fmla="*/ 2061610 h 6856730"/>
                <a:gd name="connsiteX1701" fmla="*/ 1454270 w 3050875"/>
                <a:gd name="connsiteY1701" fmla="*/ 2065923 h 6856730"/>
                <a:gd name="connsiteX1702" fmla="*/ 1543410 w 3050875"/>
                <a:gd name="connsiteY1702" fmla="*/ 2076706 h 6856730"/>
                <a:gd name="connsiteX1703" fmla="*/ 1731034 w 3050875"/>
                <a:gd name="connsiteY1703" fmla="*/ 2052264 h 6856730"/>
                <a:gd name="connsiteX1704" fmla="*/ 1731753 w 3050875"/>
                <a:gd name="connsiteY1704" fmla="*/ 2051546 h 6856730"/>
                <a:gd name="connsiteX1705" fmla="*/ 1756913 w 3050875"/>
                <a:gd name="connsiteY1705" fmla="*/ 2068798 h 6856730"/>
                <a:gd name="connsiteX1706" fmla="*/ 1757632 w 3050875"/>
                <a:gd name="connsiteY1706" fmla="*/ 2109774 h 6856730"/>
                <a:gd name="connsiteX1707" fmla="*/ 1758351 w 3050875"/>
                <a:gd name="connsiteY1707" fmla="*/ 2110493 h 6856730"/>
                <a:gd name="connsiteX1708" fmla="*/ 1762664 w 3050875"/>
                <a:gd name="connsiteY1708" fmla="*/ 2199632 h 6856730"/>
                <a:gd name="connsiteX1709" fmla="*/ 1759070 w 3050875"/>
                <a:gd name="connsiteY1709" fmla="*/ 2198914 h 6856730"/>
                <a:gd name="connsiteX1710" fmla="*/ 1759789 w 3050875"/>
                <a:gd name="connsiteY1710" fmla="*/ 2229825 h 6856730"/>
                <a:gd name="connsiteX1711" fmla="*/ 1764102 w 3050875"/>
                <a:gd name="connsiteY1711" fmla="*/ 2234138 h 6856730"/>
                <a:gd name="connsiteX1712" fmla="*/ 1771291 w 3050875"/>
                <a:gd name="connsiteY1712" fmla="*/ 2378630 h 6856730"/>
                <a:gd name="connsiteX1713" fmla="*/ 1766978 w 3050875"/>
                <a:gd name="connsiteY1713" fmla="*/ 2380787 h 6856730"/>
                <a:gd name="connsiteX1714" fmla="*/ 1766978 w 3050875"/>
                <a:gd name="connsiteY1714" fmla="*/ 2387976 h 6856730"/>
                <a:gd name="connsiteX1715" fmla="*/ 1766978 w 3050875"/>
                <a:gd name="connsiteY1715" fmla="*/ 2388695 h 6856730"/>
                <a:gd name="connsiteX1716" fmla="*/ 1771291 w 3050875"/>
                <a:gd name="connsiteY1716" fmla="*/ 2393727 h 6856730"/>
                <a:gd name="connsiteX1717" fmla="*/ 1775604 w 3050875"/>
                <a:gd name="connsiteY1717" fmla="*/ 2477115 h 6856730"/>
                <a:gd name="connsiteX1718" fmla="*/ 1772729 w 3050875"/>
                <a:gd name="connsiteY1718" fmla="*/ 2499400 h 6856730"/>
                <a:gd name="connsiteX1719" fmla="*/ 1776323 w 3050875"/>
                <a:gd name="connsiteY1719" fmla="*/ 2502995 h 6856730"/>
                <a:gd name="connsiteX1720" fmla="*/ 1776323 w 3050875"/>
                <a:gd name="connsiteY1720" fmla="*/ 2504432 h 6856730"/>
                <a:gd name="connsiteX1721" fmla="*/ 1592293 w 3050875"/>
                <a:gd name="connsiteY1721" fmla="*/ 2507308 h 6856730"/>
                <a:gd name="connsiteX1722" fmla="*/ 1590855 w 3050875"/>
                <a:gd name="connsiteY1722" fmla="*/ 2507308 h 6856730"/>
                <a:gd name="connsiteX1723" fmla="*/ 1602357 w 3050875"/>
                <a:gd name="connsiteY1723" fmla="*/ 2444766 h 6856730"/>
                <a:gd name="connsiteX1724" fmla="*/ 1603795 w 3050875"/>
                <a:gd name="connsiteY1724" fmla="*/ 2347000 h 6856730"/>
                <a:gd name="connsiteX1725" fmla="*/ 1379508 w 3050875"/>
                <a:gd name="connsiteY1725" fmla="*/ 1396657 h 6856730"/>
                <a:gd name="connsiteX1726" fmla="*/ 1337095 w 3050875"/>
                <a:gd name="connsiteY1726" fmla="*/ 1327645 h 6856730"/>
                <a:gd name="connsiteX1727" fmla="*/ 1314810 w 3050875"/>
                <a:gd name="connsiteY1727" fmla="*/ 1290264 h 6856730"/>
                <a:gd name="connsiteX1728" fmla="*/ 1336376 w 3050875"/>
                <a:gd name="connsiteY1728" fmla="*/ 1280200 h 6856730"/>
                <a:gd name="connsiteX1729" fmla="*/ 1380946 w 3050875"/>
                <a:gd name="connsiteY1729" fmla="*/ 1351368 h 6856730"/>
                <a:gd name="connsiteX1730" fmla="*/ 1379508 w 3050875"/>
                <a:gd name="connsiteY1730" fmla="*/ 1396657 h 6856730"/>
                <a:gd name="connsiteX1731" fmla="*/ 1634706 w 3050875"/>
                <a:gd name="connsiteY1731" fmla="*/ 1933651 h 6856730"/>
                <a:gd name="connsiteX1732" fmla="*/ 1645489 w 3050875"/>
                <a:gd name="connsiteY1732" fmla="*/ 1920711 h 6856730"/>
                <a:gd name="connsiteX1733" fmla="*/ 1701561 w 3050875"/>
                <a:gd name="connsiteY1733" fmla="*/ 1994755 h 6856730"/>
                <a:gd name="connsiteX1734" fmla="*/ 1694372 w 3050875"/>
                <a:gd name="connsiteY1734" fmla="*/ 1998349 h 6856730"/>
                <a:gd name="connsiteX1735" fmla="*/ 1669212 w 3050875"/>
                <a:gd name="connsiteY1735" fmla="*/ 1971032 h 6856730"/>
                <a:gd name="connsiteX1736" fmla="*/ 1634706 w 3050875"/>
                <a:gd name="connsiteY1736" fmla="*/ 1933651 h 6856730"/>
                <a:gd name="connsiteX1737" fmla="*/ 1638300 w 3050875"/>
                <a:gd name="connsiteY1737" fmla="*/ 2018478 h 6856730"/>
                <a:gd name="connsiteX1738" fmla="*/ 1629674 w 3050875"/>
                <a:gd name="connsiteY1738" fmla="*/ 2018478 h 6856730"/>
                <a:gd name="connsiteX1739" fmla="*/ 1598762 w 3050875"/>
                <a:gd name="connsiteY1739" fmla="*/ 2018478 h 6856730"/>
                <a:gd name="connsiteX1740" fmla="*/ 1546285 w 3050875"/>
                <a:gd name="connsiteY1740" fmla="*/ 1946591 h 6856730"/>
                <a:gd name="connsiteX1741" fmla="*/ 1569289 w 3050875"/>
                <a:gd name="connsiteY1741" fmla="*/ 1940121 h 6856730"/>
                <a:gd name="connsiteX1742" fmla="*/ 1638300 w 3050875"/>
                <a:gd name="connsiteY1742" fmla="*/ 2018478 h 6856730"/>
                <a:gd name="connsiteX1743" fmla="*/ 1690059 w 3050875"/>
                <a:gd name="connsiteY1743" fmla="*/ 1898427 h 6856730"/>
                <a:gd name="connsiteX1744" fmla="*/ 1702280 w 3050875"/>
                <a:gd name="connsiteY1744" fmla="*/ 1894832 h 6856730"/>
                <a:gd name="connsiteX1745" fmla="*/ 1730315 w 3050875"/>
                <a:gd name="connsiteY1745" fmla="*/ 1910647 h 6856730"/>
                <a:gd name="connsiteX1746" fmla="*/ 1751881 w 3050875"/>
                <a:gd name="connsiteY1746" fmla="*/ 1958093 h 6856730"/>
                <a:gd name="connsiteX1747" fmla="*/ 1751881 w 3050875"/>
                <a:gd name="connsiteY1747" fmla="*/ 1964562 h 6856730"/>
                <a:gd name="connsiteX1748" fmla="*/ 1690059 w 3050875"/>
                <a:gd name="connsiteY1748" fmla="*/ 1898427 h 6856730"/>
                <a:gd name="connsiteX1749" fmla="*/ 1720251 w 3050875"/>
                <a:gd name="connsiteY1749" fmla="*/ 1828696 h 6856730"/>
                <a:gd name="connsiteX1750" fmla="*/ 1718095 w 3050875"/>
                <a:gd name="connsiteY1750" fmla="*/ 1827978 h 6856730"/>
                <a:gd name="connsiteX1751" fmla="*/ 1727440 w 3050875"/>
                <a:gd name="connsiteY1751" fmla="*/ 1789159 h 6856730"/>
                <a:gd name="connsiteX1752" fmla="*/ 1707312 w 3050875"/>
                <a:gd name="connsiteY1752" fmla="*/ 1780532 h 6856730"/>
                <a:gd name="connsiteX1753" fmla="*/ 1659147 w 3050875"/>
                <a:gd name="connsiteY1753" fmla="*/ 1846668 h 6856730"/>
                <a:gd name="connsiteX1754" fmla="*/ 1632549 w 3050875"/>
                <a:gd name="connsiteY1754" fmla="*/ 1858170 h 6856730"/>
                <a:gd name="connsiteX1755" fmla="*/ 1594449 w 3050875"/>
                <a:gd name="connsiteY1755" fmla="*/ 1863921 h 6856730"/>
                <a:gd name="connsiteX1756" fmla="*/ 1591574 w 3050875"/>
                <a:gd name="connsiteY1756" fmla="*/ 1863921 h 6856730"/>
                <a:gd name="connsiteX1757" fmla="*/ 1586542 w 3050875"/>
                <a:gd name="connsiteY1757" fmla="*/ 1861046 h 6856730"/>
                <a:gd name="connsiteX1758" fmla="*/ 1586542 w 3050875"/>
                <a:gd name="connsiteY1758" fmla="*/ 1848106 h 6856730"/>
                <a:gd name="connsiteX1759" fmla="*/ 1519687 w 3050875"/>
                <a:gd name="connsiteY1759" fmla="*/ 1847387 h 6856730"/>
                <a:gd name="connsiteX1760" fmla="*/ 1459302 w 3050875"/>
                <a:gd name="connsiteY1760" fmla="*/ 1846668 h 6856730"/>
                <a:gd name="connsiteX1761" fmla="*/ 1449957 w 3050875"/>
                <a:gd name="connsiteY1761" fmla="*/ 1843074 h 6856730"/>
                <a:gd name="connsiteX1762" fmla="*/ 1440611 w 3050875"/>
                <a:gd name="connsiteY1762" fmla="*/ 1833728 h 6856730"/>
                <a:gd name="connsiteX1763" fmla="*/ 1421202 w 3050875"/>
                <a:gd name="connsiteY1763" fmla="*/ 1832291 h 6856730"/>
                <a:gd name="connsiteX1764" fmla="*/ 1401793 w 3050875"/>
                <a:gd name="connsiteY1764" fmla="*/ 1823664 h 6856730"/>
                <a:gd name="connsiteX1765" fmla="*/ 1420483 w 3050875"/>
                <a:gd name="connsiteY1765" fmla="*/ 1792034 h 6856730"/>
                <a:gd name="connsiteX1766" fmla="*/ 1409700 w 3050875"/>
                <a:gd name="connsiteY1766" fmla="*/ 1776938 h 6856730"/>
                <a:gd name="connsiteX1767" fmla="*/ 1406106 w 3050875"/>
                <a:gd name="connsiteY1767" fmla="*/ 1776938 h 6856730"/>
                <a:gd name="connsiteX1768" fmla="*/ 1399636 w 3050875"/>
                <a:gd name="connsiteY1768" fmla="*/ 1761842 h 6856730"/>
                <a:gd name="connsiteX1769" fmla="*/ 1399636 w 3050875"/>
                <a:gd name="connsiteY1769" fmla="*/ 1759685 h 6856730"/>
                <a:gd name="connsiteX1770" fmla="*/ 1407544 w 3050875"/>
                <a:gd name="connsiteY1770" fmla="*/ 1766155 h 6856730"/>
                <a:gd name="connsiteX1771" fmla="*/ 1540534 w 3050875"/>
                <a:gd name="connsiteY1771" fmla="*/ 1770468 h 6856730"/>
                <a:gd name="connsiteX1772" fmla="*/ 1555630 w 3050875"/>
                <a:gd name="connsiteY1772" fmla="*/ 1771187 h 6856730"/>
                <a:gd name="connsiteX1773" fmla="*/ 1748287 w 3050875"/>
                <a:gd name="connsiteY1773" fmla="*/ 1775500 h 6856730"/>
                <a:gd name="connsiteX1774" fmla="*/ 1749006 w 3050875"/>
                <a:gd name="connsiteY1774" fmla="*/ 1794191 h 6856730"/>
                <a:gd name="connsiteX1775" fmla="*/ 1766259 w 3050875"/>
                <a:gd name="connsiteY1775" fmla="*/ 1810725 h 6856730"/>
                <a:gd name="connsiteX1776" fmla="*/ 1720251 w 3050875"/>
                <a:gd name="connsiteY1776" fmla="*/ 1828696 h 6856730"/>
                <a:gd name="connsiteX1777" fmla="*/ 1544129 w 3050875"/>
                <a:gd name="connsiteY1777" fmla="*/ 2019196 h 6856730"/>
                <a:gd name="connsiteX1778" fmla="*/ 1532627 w 3050875"/>
                <a:gd name="connsiteY1778" fmla="*/ 2019196 h 6856730"/>
                <a:gd name="connsiteX1779" fmla="*/ 1532627 w 3050875"/>
                <a:gd name="connsiteY1779" fmla="*/ 2018478 h 6856730"/>
                <a:gd name="connsiteX1780" fmla="*/ 1500278 w 3050875"/>
                <a:gd name="connsiteY1780" fmla="*/ 1988285 h 6856730"/>
                <a:gd name="connsiteX1781" fmla="*/ 1444925 w 3050875"/>
                <a:gd name="connsiteY1781" fmla="*/ 1937964 h 6856730"/>
                <a:gd name="connsiteX1782" fmla="*/ 1428391 w 3050875"/>
                <a:gd name="connsiteY1782" fmla="*/ 1916398 h 6856730"/>
                <a:gd name="connsiteX1783" fmla="*/ 1468647 w 3050875"/>
                <a:gd name="connsiteY1783" fmla="*/ 1939402 h 6856730"/>
                <a:gd name="connsiteX1784" fmla="*/ 1483744 w 3050875"/>
                <a:gd name="connsiteY1784" fmla="*/ 1943715 h 6856730"/>
                <a:gd name="connsiteX1785" fmla="*/ 1496683 w 3050875"/>
                <a:gd name="connsiteY1785" fmla="*/ 1960249 h 6856730"/>
                <a:gd name="connsiteX1786" fmla="*/ 1544129 w 3050875"/>
                <a:gd name="connsiteY1786" fmla="*/ 2019196 h 6856730"/>
                <a:gd name="connsiteX1787" fmla="*/ 1450676 w 3050875"/>
                <a:gd name="connsiteY1787" fmla="*/ 2018478 h 6856730"/>
                <a:gd name="connsiteX1788" fmla="*/ 1419764 w 3050875"/>
                <a:gd name="connsiteY1788" fmla="*/ 2019196 h 6856730"/>
                <a:gd name="connsiteX1789" fmla="*/ 1391010 w 3050875"/>
                <a:gd name="connsiteY1789" fmla="*/ 1979659 h 6856730"/>
                <a:gd name="connsiteX1790" fmla="*/ 1391729 w 3050875"/>
                <a:gd name="connsiteY1790" fmla="*/ 1953779 h 6856730"/>
                <a:gd name="connsiteX1791" fmla="*/ 1396042 w 3050875"/>
                <a:gd name="connsiteY1791" fmla="*/ 1960249 h 6856730"/>
                <a:gd name="connsiteX1792" fmla="*/ 1450676 w 3050875"/>
                <a:gd name="connsiteY1792" fmla="*/ 2018478 h 6856730"/>
                <a:gd name="connsiteX1793" fmla="*/ 1888466 w 3050875"/>
                <a:gd name="connsiteY1793" fmla="*/ 1850262 h 6856730"/>
                <a:gd name="connsiteX1794" fmla="*/ 1856836 w 3050875"/>
                <a:gd name="connsiteY1794" fmla="*/ 1849544 h 6856730"/>
                <a:gd name="connsiteX1795" fmla="*/ 1772010 w 3050875"/>
                <a:gd name="connsiteY1795" fmla="*/ 1774781 h 6856730"/>
                <a:gd name="connsiteX1796" fmla="*/ 1812266 w 3050875"/>
                <a:gd name="connsiteY1796" fmla="*/ 1773344 h 6856730"/>
                <a:gd name="connsiteX1797" fmla="*/ 1831676 w 3050875"/>
                <a:gd name="connsiteY1797" fmla="*/ 1792753 h 6856730"/>
                <a:gd name="connsiteX1798" fmla="*/ 1888466 w 3050875"/>
                <a:gd name="connsiteY1798" fmla="*/ 1850262 h 6856730"/>
                <a:gd name="connsiteX1799" fmla="*/ 1851804 w 3050875"/>
                <a:gd name="connsiteY1799" fmla="*/ 1771906 h 6856730"/>
                <a:gd name="connsiteX1800" fmla="*/ 1897093 w 3050875"/>
                <a:gd name="connsiteY1800" fmla="*/ 1768311 h 6856730"/>
                <a:gd name="connsiteX1801" fmla="*/ 1906438 w 3050875"/>
                <a:gd name="connsiteY1801" fmla="*/ 1819351 h 6856730"/>
                <a:gd name="connsiteX1802" fmla="*/ 1851804 w 3050875"/>
                <a:gd name="connsiteY1802" fmla="*/ 1771906 h 6856730"/>
                <a:gd name="connsiteX1803" fmla="*/ 1851804 w 3050875"/>
                <a:gd name="connsiteY1803" fmla="*/ 1771906 h 6856730"/>
                <a:gd name="connsiteX1804" fmla="*/ 1791419 w 3050875"/>
                <a:gd name="connsiteY1804" fmla="*/ 1835166 h 6856730"/>
                <a:gd name="connsiteX1805" fmla="*/ 1782074 w 3050875"/>
                <a:gd name="connsiteY1805" fmla="*/ 1848825 h 6856730"/>
                <a:gd name="connsiteX1806" fmla="*/ 1778479 w 3050875"/>
                <a:gd name="connsiteY1806" fmla="*/ 1848825 h 6856730"/>
                <a:gd name="connsiteX1807" fmla="*/ 1777761 w 3050875"/>
                <a:gd name="connsiteY1807" fmla="*/ 1848106 h 6856730"/>
                <a:gd name="connsiteX1808" fmla="*/ 1788544 w 3050875"/>
                <a:gd name="connsiteY1808" fmla="*/ 1831572 h 6856730"/>
                <a:gd name="connsiteX1809" fmla="*/ 1791419 w 3050875"/>
                <a:gd name="connsiteY1809" fmla="*/ 1835166 h 6856730"/>
                <a:gd name="connsiteX1810" fmla="*/ 1773447 w 3050875"/>
                <a:gd name="connsiteY1810" fmla="*/ 2036449 h 6856730"/>
                <a:gd name="connsiteX1811" fmla="*/ 1772010 w 3050875"/>
                <a:gd name="connsiteY1811" fmla="*/ 2027823 h 6856730"/>
                <a:gd name="connsiteX1812" fmla="*/ 1779198 w 3050875"/>
                <a:gd name="connsiteY1812" fmla="*/ 2027104 h 6856730"/>
                <a:gd name="connsiteX1813" fmla="*/ 1807234 w 3050875"/>
                <a:gd name="connsiteY1813" fmla="*/ 2055140 h 6856730"/>
                <a:gd name="connsiteX1814" fmla="*/ 1773447 w 3050875"/>
                <a:gd name="connsiteY1814" fmla="*/ 2036449 h 6856730"/>
                <a:gd name="connsiteX1815" fmla="*/ 1933755 w 3050875"/>
                <a:gd name="connsiteY1815" fmla="*/ 2103304 h 6856730"/>
                <a:gd name="connsiteX1816" fmla="*/ 1934474 w 3050875"/>
                <a:gd name="connsiteY1816" fmla="*/ 2115525 h 6856730"/>
                <a:gd name="connsiteX1817" fmla="*/ 1926566 w 3050875"/>
                <a:gd name="connsiteY1817" fmla="*/ 2108336 h 6856730"/>
                <a:gd name="connsiteX1818" fmla="*/ 1925847 w 3050875"/>
                <a:gd name="connsiteY1818" fmla="*/ 2107617 h 6856730"/>
                <a:gd name="connsiteX1819" fmla="*/ 1924410 w 3050875"/>
                <a:gd name="connsiteY1819" fmla="*/ 2106898 h 6856730"/>
                <a:gd name="connsiteX1820" fmla="*/ 1900687 w 3050875"/>
                <a:gd name="connsiteY1820" fmla="*/ 2086051 h 6856730"/>
                <a:gd name="connsiteX1821" fmla="*/ 1933755 w 3050875"/>
                <a:gd name="connsiteY1821" fmla="*/ 2103304 h 6856730"/>
                <a:gd name="connsiteX1822" fmla="*/ 1920815 w 3050875"/>
                <a:gd name="connsiteY1822" fmla="*/ 1998349 h 6856730"/>
                <a:gd name="connsiteX1823" fmla="*/ 1918659 w 3050875"/>
                <a:gd name="connsiteY1823" fmla="*/ 2004819 h 6856730"/>
                <a:gd name="connsiteX1824" fmla="*/ 1910032 w 3050875"/>
                <a:gd name="connsiteY1824" fmla="*/ 1994755 h 6856730"/>
                <a:gd name="connsiteX1825" fmla="*/ 1920815 w 3050875"/>
                <a:gd name="connsiteY1825" fmla="*/ 1998349 h 6856730"/>
                <a:gd name="connsiteX1826" fmla="*/ 1915064 w 3050875"/>
                <a:gd name="connsiteY1826" fmla="*/ 1877579 h 6856730"/>
                <a:gd name="connsiteX1827" fmla="*/ 1900687 w 3050875"/>
                <a:gd name="connsiteY1827" fmla="*/ 1891957 h 6856730"/>
                <a:gd name="connsiteX1828" fmla="*/ 1898530 w 3050875"/>
                <a:gd name="connsiteY1828" fmla="*/ 1891957 h 6856730"/>
                <a:gd name="connsiteX1829" fmla="*/ 1878402 w 3050875"/>
                <a:gd name="connsiteY1829" fmla="*/ 1871110 h 6856730"/>
                <a:gd name="connsiteX1830" fmla="*/ 1878402 w 3050875"/>
                <a:gd name="connsiteY1830" fmla="*/ 1866796 h 6856730"/>
                <a:gd name="connsiteX1831" fmla="*/ 1878402 w 3050875"/>
                <a:gd name="connsiteY1831" fmla="*/ 1864640 h 6856730"/>
                <a:gd name="connsiteX1832" fmla="*/ 1906438 w 3050875"/>
                <a:gd name="connsiteY1832" fmla="*/ 1863921 h 6856730"/>
                <a:gd name="connsiteX1833" fmla="*/ 1914345 w 3050875"/>
                <a:gd name="connsiteY1833" fmla="*/ 1868953 h 6856730"/>
                <a:gd name="connsiteX1834" fmla="*/ 1915064 w 3050875"/>
                <a:gd name="connsiteY1834" fmla="*/ 1877579 h 6856730"/>
                <a:gd name="connsiteX1835" fmla="*/ 1911470 w 3050875"/>
                <a:gd name="connsiteY1835" fmla="*/ 929393 h 6856730"/>
                <a:gd name="connsiteX1836" fmla="*/ 1909314 w 3050875"/>
                <a:gd name="connsiteY1836" fmla="*/ 940894 h 6856730"/>
                <a:gd name="connsiteX1837" fmla="*/ 1897812 w 3050875"/>
                <a:gd name="connsiteY1837" fmla="*/ 927955 h 6856730"/>
                <a:gd name="connsiteX1838" fmla="*/ 1897093 w 3050875"/>
                <a:gd name="connsiteY1838" fmla="*/ 925798 h 6856730"/>
                <a:gd name="connsiteX1839" fmla="*/ 1896374 w 3050875"/>
                <a:gd name="connsiteY1839" fmla="*/ 922923 h 6856730"/>
                <a:gd name="connsiteX1840" fmla="*/ 1911470 w 3050875"/>
                <a:gd name="connsiteY1840" fmla="*/ 929393 h 6856730"/>
                <a:gd name="connsiteX1841" fmla="*/ 1892779 w 3050875"/>
                <a:gd name="connsiteY1841" fmla="*/ 1747464 h 6856730"/>
                <a:gd name="connsiteX1842" fmla="*/ 1818017 w 3050875"/>
                <a:gd name="connsiteY1842" fmla="*/ 1742432 h 6856730"/>
                <a:gd name="connsiteX1843" fmla="*/ 1743974 w 3050875"/>
                <a:gd name="connsiteY1843" fmla="*/ 1681328 h 6856730"/>
                <a:gd name="connsiteX1844" fmla="*/ 1744693 w 3050875"/>
                <a:gd name="connsiteY1844" fmla="*/ 1702894 h 6856730"/>
                <a:gd name="connsiteX1845" fmla="*/ 1779917 w 3050875"/>
                <a:gd name="connsiteY1845" fmla="*/ 1740994 h 6856730"/>
                <a:gd name="connsiteX1846" fmla="*/ 1572883 w 3050875"/>
                <a:gd name="connsiteY1846" fmla="*/ 1743870 h 6856730"/>
                <a:gd name="connsiteX1847" fmla="*/ 1574321 w 3050875"/>
                <a:gd name="connsiteY1847" fmla="*/ 1678453 h 6856730"/>
                <a:gd name="connsiteX1848" fmla="*/ 1573602 w 3050875"/>
                <a:gd name="connsiteY1848" fmla="*/ 1651136 h 6856730"/>
                <a:gd name="connsiteX1849" fmla="*/ 1582947 w 3050875"/>
                <a:gd name="connsiteY1849" fmla="*/ 1598659 h 6856730"/>
                <a:gd name="connsiteX1850" fmla="*/ 1554193 w 3050875"/>
                <a:gd name="connsiteY1850" fmla="*/ 1571342 h 6856730"/>
                <a:gd name="connsiteX1851" fmla="*/ 1529751 w 3050875"/>
                <a:gd name="connsiteY1851" fmla="*/ 1581406 h 6856730"/>
                <a:gd name="connsiteX1852" fmla="*/ 1517530 w 3050875"/>
                <a:gd name="connsiteY1852" fmla="*/ 1678453 h 6856730"/>
                <a:gd name="connsiteX1853" fmla="*/ 1520406 w 3050875"/>
                <a:gd name="connsiteY1853" fmla="*/ 1746027 h 6856730"/>
                <a:gd name="connsiteX1854" fmla="*/ 1405387 w 3050875"/>
                <a:gd name="connsiteY1854" fmla="*/ 1749621 h 6856730"/>
                <a:gd name="connsiteX1855" fmla="*/ 1397479 w 3050875"/>
                <a:gd name="connsiteY1855" fmla="*/ 1754653 h 6856730"/>
                <a:gd name="connsiteX1856" fmla="*/ 1408262 w 3050875"/>
                <a:gd name="connsiteY1856" fmla="*/ 1469262 h 6856730"/>
                <a:gd name="connsiteX1857" fmla="*/ 1455708 w 3050875"/>
                <a:gd name="connsiteY1857" fmla="*/ 1472857 h 6856730"/>
                <a:gd name="connsiteX1858" fmla="*/ 1589417 w 3050875"/>
                <a:gd name="connsiteY1858" fmla="*/ 1470700 h 6856730"/>
                <a:gd name="connsiteX1859" fmla="*/ 1628955 w 3050875"/>
                <a:gd name="connsiteY1859" fmla="*/ 1463511 h 6856730"/>
                <a:gd name="connsiteX1860" fmla="*/ 1640457 w 3050875"/>
                <a:gd name="connsiteY1860" fmla="*/ 1464230 h 6856730"/>
                <a:gd name="connsiteX1861" fmla="*/ 1726721 w 3050875"/>
                <a:gd name="connsiteY1861" fmla="*/ 1479327 h 6856730"/>
                <a:gd name="connsiteX1862" fmla="*/ 1728159 w 3050875"/>
                <a:gd name="connsiteY1862" fmla="*/ 1519583 h 6856730"/>
                <a:gd name="connsiteX1863" fmla="*/ 1722408 w 3050875"/>
                <a:gd name="connsiteY1863" fmla="*/ 1512394 h 6856730"/>
                <a:gd name="connsiteX1864" fmla="*/ 1723846 w 3050875"/>
                <a:gd name="connsiteY1864" fmla="*/ 1542587 h 6856730"/>
                <a:gd name="connsiteX1865" fmla="*/ 1738942 w 3050875"/>
                <a:gd name="connsiteY1865" fmla="*/ 1573498 h 6856730"/>
                <a:gd name="connsiteX1866" fmla="*/ 1883434 w 3050875"/>
                <a:gd name="connsiteY1866" fmla="*/ 1710802 h 6856730"/>
                <a:gd name="connsiteX1867" fmla="*/ 1892779 w 3050875"/>
                <a:gd name="connsiteY1867" fmla="*/ 1747464 h 6856730"/>
                <a:gd name="connsiteX1868" fmla="*/ 1412576 w 3050875"/>
                <a:gd name="connsiteY1868" fmla="*/ 1416785 h 6856730"/>
                <a:gd name="connsiteX1869" fmla="*/ 1413295 w 3050875"/>
                <a:gd name="connsiteY1869" fmla="*/ 1397376 h 6856730"/>
                <a:gd name="connsiteX1870" fmla="*/ 1429110 w 3050875"/>
                <a:gd name="connsiteY1870" fmla="*/ 1413910 h 6856730"/>
                <a:gd name="connsiteX1871" fmla="*/ 1412576 w 3050875"/>
                <a:gd name="connsiteY1871" fmla="*/ 1416785 h 6856730"/>
                <a:gd name="connsiteX1872" fmla="*/ 1458583 w 3050875"/>
                <a:gd name="connsiteY1872" fmla="*/ 1279481 h 6856730"/>
                <a:gd name="connsiteX1873" fmla="*/ 1474398 w 3050875"/>
                <a:gd name="connsiteY1873" fmla="*/ 1280200 h 6856730"/>
                <a:gd name="connsiteX1874" fmla="*/ 1475836 w 3050875"/>
                <a:gd name="connsiteY1874" fmla="*/ 1296734 h 6856730"/>
                <a:gd name="connsiteX1875" fmla="*/ 1483025 w 3050875"/>
                <a:gd name="connsiteY1875" fmla="*/ 1326208 h 6856730"/>
                <a:gd name="connsiteX1876" fmla="*/ 1458583 w 3050875"/>
                <a:gd name="connsiteY1876" fmla="*/ 1279481 h 6856730"/>
                <a:gd name="connsiteX1877" fmla="*/ 1517530 w 3050875"/>
                <a:gd name="connsiteY1877" fmla="*/ 1280919 h 6856730"/>
                <a:gd name="connsiteX1878" fmla="*/ 1561381 w 3050875"/>
                <a:gd name="connsiteY1878" fmla="*/ 1281638 h 6856730"/>
                <a:gd name="connsiteX1879" fmla="*/ 1561381 w 3050875"/>
                <a:gd name="connsiteY1879" fmla="*/ 1281638 h 6856730"/>
                <a:gd name="connsiteX1880" fmla="*/ 1581510 w 3050875"/>
                <a:gd name="connsiteY1880" fmla="*/ 1339147 h 6856730"/>
                <a:gd name="connsiteX1881" fmla="*/ 1608108 w 3050875"/>
                <a:gd name="connsiteY1881" fmla="*/ 1385874 h 6856730"/>
                <a:gd name="connsiteX1882" fmla="*/ 1590136 w 3050875"/>
                <a:gd name="connsiteY1882" fmla="*/ 1387311 h 6856730"/>
                <a:gd name="connsiteX1883" fmla="*/ 1581510 w 3050875"/>
                <a:gd name="connsiteY1883" fmla="*/ 1388030 h 6856730"/>
                <a:gd name="connsiteX1884" fmla="*/ 1560663 w 3050875"/>
                <a:gd name="connsiteY1884" fmla="*/ 1362870 h 6856730"/>
                <a:gd name="connsiteX1885" fmla="*/ 1517530 w 3050875"/>
                <a:gd name="connsiteY1885" fmla="*/ 1280919 h 6856730"/>
                <a:gd name="connsiteX1886" fmla="*/ 1718813 w 3050875"/>
                <a:gd name="connsiteY1886" fmla="*/ 1442664 h 6856730"/>
                <a:gd name="connsiteX1887" fmla="*/ 1683589 w 3050875"/>
                <a:gd name="connsiteY1887" fmla="*/ 1431162 h 6856730"/>
                <a:gd name="connsiteX1888" fmla="*/ 1718095 w 3050875"/>
                <a:gd name="connsiteY1888" fmla="*/ 1429725 h 6856730"/>
                <a:gd name="connsiteX1889" fmla="*/ 1718813 w 3050875"/>
                <a:gd name="connsiteY1889" fmla="*/ 1442664 h 6856730"/>
                <a:gd name="connsiteX1890" fmla="*/ 1718095 w 3050875"/>
                <a:gd name="connsiteY1890" fmla="*/ 1429725 h 6856730"/>
                <a:gd name="connsiteX1891" fmla="*/ 1721689 w 3050875"/>
                <a:gd name="connsiteY1891" fmla="*/ 1429006 h 6856730"/>
                <a:gd name="connsiteX1892" fmla="*/ 1726002 w 3050875"/>
                <a:gd name="connsiteY1892" fmla="*/ 1429006 h 6856730"/>
                <a:gd name="connsiteX1893" fmla="*/ 1726002 w 3050875"/>
                <a:gd name="connsiteY1893" fmla="*/ 1437632 h 6856730"/>
                <a:gd name="connsiteX1894" fmla="*/ 1718095 w 3050875"/>
                <a:gd name="connsiteY1894" fmla="*/ 1429725 h 6856730"/>
                <a:gd name="connsiteX1895" fmla="*/ 1876964 w 3050875"/>
                <a:gd name="connsiteY1895" fmla="*/ 1669827 h 6856730"/>
                <a:gd name="connsiteX1896" fmla="*/ 1799327 w 3050875"/>
                <a:gd name="connsiteY1896" fmla="*/ 1595783 h 6856730"/>
                <a:gd name="connsiteX1897" fmla="*/ 1731753 w 3050875"/>
                <a:gd name="connsiteY1897" fmla="*/ 1522459 h 6856730"/>
                <a:gd name="connsiteX1898" fmla="*/ 1731034 w 3050875"/>
                <a:gd name="connsiteY1898" fmla="*/ 1480764 h 6856730"/>
                <a:gd name="connsiteX1899" fmla="*/ 1735347 w 3050875"/>
                <a:gd name="connsiteY1899" fmla="*/ 1481483 h 6856730"/>
                <a:gd name="connsiteX1900" fmla="*/ 1873370 w 3050875"/>
                <a:gd name="connsiteY1900" fmla="*/ 1616630 h 6856730"/>
                <a:gd name="connsiteX1901" fmla="*/ 1876964 w 3050875"/>
                <a:gd name="connsiteY1901" fmla="*/ 1669827 h 6856730"/>
                <a:gd name="connsiteX1902" fmla="*/ 1871213 w 3050875"/>
                <a:gd name="connsiteY1902" fmla="*/ 1586438 h 6856730"/>
                <a:gd name="connsiteX1903" fmla="*/ 1756913 w 3050875"/>
                <a:gd name="connsiteY1903" fmla="*/ 1467106 h 6856730"/>
                <a:gd name="connsiteX1904" fmla="*/ 1753319 w 3050875"/>
                <a:gd name="connsiteY1904" fmla="*/ 1462074 h 6856730"/>
                <a:gd name="connsiteX1905" fmla="*/ 1748287 w 3050875"/>
                <a:gd name="connsiteY1905" fmla="*/ 1458479 h 6856730"/>
                <a:gd name="connsiteX1906" fmla="*/ 1730315 w 3050875"/>
                <a:gd name="connsiteY1906" fmla="*/ 1441945 h 6856730"/>
                <a:gd name="connsiteX1907" fmla="*/ 1730315 w 3050875"/>
                <a:gd name="connsiteY1907" fmla="*/ 1427568 h 6856730"/>
                <a:gd name="connsiteX1908" fmla="*/ 1736785 w 3050875"/>
                <a:gd name="connsiteY1908" fmla="*/ 1419661 h 6856730"/>
                <a:gd name="connsiteX1909" fmla="*/ 1738223 w 3050875"/>
                <a:gd name="connsiteY1909" fmla="*/ 1388749 h 6856730"/>
                <a:gd name="connsiteX1910" fmla="*/ 1761227 w 3050875"/>
                <a:gd name="connsiteY1910" fmla="*/ 1412472 h 6856730"/>
                <a:gd name="connsiteX1911" fmla="*/ 1761227 w 3050875"/>
                <a:gd name="connsiteY1911" fmla="*/ 1439789 h 6856730"/>
                <a:gd name="connsiteX1912" fmla="*/ 1766978 w 3050875"/>
                <a:gd name="connsiteY1912" fmla="*/ 1444821 h 6856730"/>
                <a:gd name="connsiteX1913" fmla="*/ 1771291 w 3050875"/>
                <a:gd name="connsiteY1913" fmla="*/ 1459917 h 6856730"/>
                <a:gd name="connsiteX1914" fmla="*/ 1835270 w 3050875"/>
                <a:gd name="connsiteY1914" fmla="*/ 1518145 h 6856730"/>
                <a:gd name="connsiteX1915" fmla="*/ 1869057 w 3050875"/>
                <a:gd name="connsiteY1915" fmla="*/ 1546900 h 6856730"/>
                <a:gd name="connsiteX1916" fmla="*/ 1871213 w 3050875"/>
                <a:gd name="connsiteY1916" fmla="*/ 1586438 h 6856730"/>
                <a:gd name="connsiteX1917" fmla="*/ 1751163 w 3050875"/>
                <a:gd name="connsiteY1917" fmla="*/ 1188185 h 6856730"/>
                <a:gd name="connsiteX1918" fmla="*/ 1766259 w 3050875"/>
                <a:gd name="connsiteY1918" fmla="*/ 1185310 h 6856730"/>
                <a:gd name="connsiteX1919" fmla="*/ 1787825 w 3050875"/>
                <a:gd name="connsiteY1919" fmla="*/ 1213345 h 6856730"/>
                <a:gd name="connsiteX1920" fmla="*/ 1752600 w 3050875"/>
                <a:gd name="connsiteY1920" fmla="*/ 1214064 h 6856730"/>
                <a:gd name="connsiteX1921" fmla="*/ 1743974 w 3050875"/>
                <a:gd name="connsiteY1921" fmla="*/ 1205438 h 6856730"/>
                <a:gd name="connsiteX1922" fmla="*/ 1751163 w 3050875"/>
                <a:gd name="connsiteY1922" fmla="*/ 1198249 h 6856730"/>
                <a:gd name="connsiteX1923" fmla="*/ 1751163 w 3050875"/>
                <a:gd name="connsiteY1923" fmla="*/ 1195374 h 6856730"/>
                <a:gd name="connsiteX1924" fmla="*/ 1751163 w 3050875"/>
                <a:gd name="connsiteY1924" fmla="*/ 1188185 h 6856730"/>
                <a:gd name="connsiteX1925" fmla="*/ 1759789 w 3050875"/>
                <a:gd name="connsiteY1925" fmla="*/ 1284513 h 6856730"/>
                <a:gd name="connsiteX1926" fmla="*/ 1758351 w 3050875"/>
                <a:gd name="connsiteY1926" fmla="*/ 1305360 h 6856730"/>
                <a:gd name="connsiteX1927" fmla="*/ 1751881 w 3050875"/>
                <a:gd name="connsiteY1927" fmla="*/ 1284513 h 6856730"/>
                <a:gd name="connsiteX1928" fmla="*/ 1759789 w 3050875"/>
                <a:gd name="connsiteY1928" fmla="*/ 1284513 h 6856730"/>
                <a:gd name="connsiteX1929" fmla="*/ 1806515 w 3050875"/>
                <a:gd name="connsiteY1929" fmla="*/ 1306079 h 6856730"/>
                <a:gd name="connsiteX1930" fmla="*/ 1839583 w 3050875"/>
                <a:gd name="connsiteY1930" fmla="*/ 1335553 h 6856730"/>
                <a:gd name="connsiteX1931" fmla="*/ 1843178 w 3050875"/>
                <a:gd name="connsiteY1931" fmla="*/ 1358557 h 6856730"/>
                <a:gd name="connsiteX1932" fmla="*/ 1823049 w 3050875"/>
                <a:gd name="connsiteY1932" fmla="*/ 1347055 h 6856730"/>
                <a:gd name="connsiteX1933" fmla="*/ 1806515 w 3050875"/>
                <a:gd name="connsiteY1933" fmla="*/ 1306079 h 6856730"/>
                <a:gd name="connsiteX1934" fmla="*/ 1861868 w 3050875"/>
                <a:gd name="connsiteY1934" fmla="*/ 1438351 h 6856730"/>
                <a:gd name="connsiteX1935" fmla="*/ 1862587 w 3050875"/>
                <a:gd name="connsiteY1935" fmla="*/ 1444821 h 6856730"/>
                <a:gd name="connsiteX1936" fmla="*/ 1843178 w 3050875"/>
                <a:gd name="connsiteY1936" fmla="*/ 1426849 h 6856730"/>
                <a:gd name="connsiteX1937" fmla="*/ 1833113 w 3050875"/>
                <a:gd name="connsiteY1937" fmla="*/ 1416066 h 6856730"/>
                <a:gd name="connsiteX1938" fmla="*/ 1844615 w 3050875"/>
                <a:gd name="connsiteY1938" fmla="*/ 1417504 h 6856730"/>
                <a:gd name="connsiteX1939" fmla="*/ 1852523 w 3050875"/>
                <a:gd name="connsiteY1939" fmla="*/ 1417504 h 6856730"/>
                <a:gd name="connsiteX1940" fmla="*/ 1853242 w 3050875"/>
                <a:gd name="connsiteY1940" fmla="*/ 1422536 h 6856730"/>
                <a:gd name="connsiteX1941" fmla="*/ 1861868 w 3050875"/>
                <a:gd name="connsiteY1941" fmla="*/ 1438351 h 6856730"/>
                <a:gd name="connsiteX1942" fmla="*/ 1852523 w 3050875"/>
                <a:gd name="connsiteY1942" fmla="*/ 1297453 h 6856730"/>
                <a:gd name="connsiteX1943" fmla="*/ 1847491 w 3050875"/>
                <a:gd name="connsiteY1943" fmla="*/ 1302485 h 6856730"/>
                <a:gd name="connsiteX1944" fmla="*/ 1830238 w 3050875"/>
                <a:gd name="connsiteY1944" fmla="*/ 1285232 h 6856730"/>
                <a:gd name="connsiteX1945" fmla="*/ 1851804 w 3050875"/>
                <a:gd name="connsiteY1945" fmla="*/ 1285951 h 6856730"/>
                <a:gd name="connsiteX1946" fmla="*/ 1852523 w 3050875"/>
                <a:gd name="connsiteY1946" fmla="*/ 1297453 h 6856730"/>
                <a:gd name="connsiteX1947" fmla="*/ 1846772 w 3050875"/>
                <a:gd name="connsiteY1947" fmla="*/ 1209032 h 6856730"/>
                <a:gd name="connsiteX1948" fmla="*/ 1832395 w 3050875"/>
                <a:gd name="connsiteY1948" fmla="*/ 1196811 h 6856730"/>
                <a:gd name="connsiteX1949" fmla="*/ 1752600 w 3050875"/>
                <a:gd name="connsiteY1949" fmla="*/ 1086825 h 6856730"/>
                <a:gd name="connsiteX1950" fmla="*/ 1741817 w 3050875"/>
                <a:gd name="connsiteY1950" fmla="*/ 1078917 h 6856730"/>
                <a:gd name="connsiteX1951" fmla="*/ 1738223 w 3050875"/>
                <a:gd name="connsiteY1951" fmla="*/ 1030034 h 6856730"/>
                <a:gd name="connsiteX1952" fmla="*/ 1743255 w 3050875"/>
                <a:gd name="connsiteY1952" fmla="*/ 1040817 h 6856730"/>
                <a:gd name="connsiteX1953" fmla="*/ 1748287 w 3050875"/>
                <a:gd name="connsiteY1953" fmla="*/ 1042974 h 6856730"/>
                <a:gd name="connsiteX1954" fmla="*/ 1844615 w 3050875"/>
                <a:gd name="connsiteY1954" fmla="*/ 1163744 h 6856730"/>
                <a:gd name="connsiteX1955" fmla="*/ 1846772 w 3050875"/>
                <a:gd name="connsiteY1955" fmla="*/ 1209032 h 6856730"/>
                <a:gd name="connsiteX1956" fmla="*/ 1838864 w 3050875"/>
                <a:gd name="connsiteY1956" fmla="*/ 1067415 h 6856730"/>
                <a:gd name="connsiteX1957" fmla="*/ 1841021 w 3050875"/>
                <a:gd name="connsiteY1957" fmla="*/ 1099045 h 6856730"/>
                <a:gd name="connsiteX1958" fmla="*/ 1757632 w 3050875"/>
                <a:gd name="connsiteY1958" fmla="*/ 996966 h 6856730"/>
                <a:gd name="connsiteX1959" fmla="*/ 1740380 w 3050875"/>
                <a:gd name="connsiteY1959" fmla="*/ 990496 h 6856730"/>
                <a:gd name="connsiteX1960" fmla="*/ 1733191 w 3050875"/>
                <a:gd name="connsiteY1960" fmla="*/ 966055 h 6856730"/>
                <a:gd name="connsiteX1961" fmla="*/ 1838864 w 3050875"/>
                <a:gd name="connsiteY1961" fmla="*/ 1067415 h 6856730"/>
                <a:gd name="connsiteX1962" fmla="*/ 1589417 w 3050875"/>
                <a:gd name="connsiteY1962" fmla="*/ 140076 h 6856730"/>
                <a:gd name="connsiteX1963" fmla="*/ 1623204 w 3050875"/>
                <a:gd name="connsiteY1963" fmla="*/ 245030 h 6856730"/>
                <a:gd name="connsiteX1964" fmla="*/ 1697966 w 3050875"/>
                <a:gd name="connsiteY1964" fmla="*/ 457096 h 6856730"/>
                <a:gd name="connsiteX1965" fmla="*/ 1811547 w 3050875"/>
                <a:gd name="connsiteY1965" fmla="*/ 739611 h 6856730"/>
                <a:gd name="connsiteX1966" fmla="*/ 1757632 w 3050875"/>
                <a:gd name="connsiteY1966" fmla="*/ 741049 h 6856730"/>
                <a:gd name="connsiteX1967" fmla="*/ 1646208 w 3050875"/>
                <a:gd name="connsiteY1967" fmla="*/ 454221 h 6856730"/>
                <a:gd name="connsiteX1968" fmla="*/ 1589417 w 3050875"/>
                <a:gd name="connsiteY1968" fmla="*/ 155891 h 6856730"/>
                <a:gd name="connsiteX1969" fmla="*/ 1589417 w 3050875"/>
                <a:gd name="connsiteY1969" fmla="*/ 140076 h 6856730"/>
                <a:gd name="connsiteX1970" fmla="*/ 1589417 w 3050875"/>
                <a:gd name="connsiteY1970" fmla="*/ 181770 h 6856730"/>
                <a:gd name="connsiteX1971" fmla="*/ 1751881 w 3050875"/>
                <a:gd name="connsiteY1971" fmla="*/ 741768 h 6856730"/>
                <a:gd name="connsiteX1972" fmla="*/ 1713063 w 3050875"/>
                <a:gd name="connsiteY1972" fmla="*/ 739611 h 6856730"/>
                <a:gd name="connsiteX1973" fmla="*/ 1603076 w 3050875"/>
                <a:gd name="connsiteY1973" fmla="*/ 595119 h 6856730"/>
                <a:gd name="connsiteX1974" fmla="*/ 1600200 w 3050875"/>
                <a:gd name="connsiteY1974" fmla="*/ 486570 h 6856730"/>
                <a:gd name="connsiteX1975" fmla="*/ 1592293 w 3050875"/>
                <a:gd name="connsiteY1975" fmla="*/ 470036 h 6856730"/>
                <a:gd name="connsiteX1976" fmla="*/ 1595168 w 3050875"/>
                <a:gd name="connsiteY1976" fmla="*/ 437687 h 6856730"/>
                <a:gd name="connsiteX1977" fmla="*/ 1601638 w 3050875"/>
                <a:gd name="connsiteY1977" fmla="*/ 442719 h 6856730"/>
                <a:gd name="connsiteX1978" fmla="*/ 1601638 w 3050875"/>
                <a:gd name="connsiteY1978" fmla="*/ 429779 h 6856730"/>
                <a:gd name="connsiteX1979" fmla="*/ 1589417 w 3050875"/>
                <a:gd name="connsiteY1979" fmla="*/ 408213 h 6856730"/>
                <a:gd name="connsiteX1980" fmla="*/ 1589417 w 3050875"/>
                <a:gd name="connsiteY1980" fmla="*/ 181770 h 6856730"/>
                <a:gd name="connsiteX1981" fmla="*/ 1467210 w 3050875"/>
                <a:gd name="connsiteY1981" fmla="*/ 824438 h 6856730"/>
                <a:gd name="connsiteX1982" fmla="*/ 1472961 w 3050875"/>
                <a:gd name="connsiteY1982" fmla="*/ 830189 h 6856730"/>
                <a:gd name="connsiteX1983" fmla="*/ 1462896 w 3050875"/>
                <a:gd name="connsiteY1983" fmla="*/ 831627 h 6856730"/>
                <a:gd name="connsiteX1984" fmla="*/ 1448519 w 3050875"/>
                <a:gd name="connsiteY1984" fmla="*/ 831627 h 6856730"/>
                <a:gd name="connsiteX1985" fmla="*/ 1467210 w 3050875"/>
                <a:gd name="connsiteY1985" fmla="*/ 824438 h 6856730"/>
                <a:gd name="connsiteX1986" fmla="*/ 1246517 w 3050875"/>
                <a:gd name="connsiteY1986" fmla="*/ 802153 h 6856730"/>
                <a:gd name="connsiteX1987" fmla="*/ 1264489 w 3050875"/>
                <a:gd name="connsiteY1987" fmla="*/ 807904 h 6856730"/>
                <a:gd name="connsiteX1988" fmla="*/ 1245798 w 3050875"/>
                <a:gd name="connsiteY1988" fmla="*/ 807904 h 6856730"/>
                <a:gd name="connsiteX1989" fmla="*/ 1246517 w 3050875"/>
                <a:gd name="connsiteY1989" fmla="*/ 802153 h 6856730"/>
                <a:gd name="connsiteX1990" fmla="*/ 1221357 w 3050875"/>
                <a:gd name="connsiteY1990" fmla="*/ 986183 h 6856730"/>
                <a:gd name="connsiteX1991" fmla="*/ 1313372 w 3050875"/>
                <a:gd name="connsiteY1991" fmla="*/ 954553 h 6856730"/>
                <a:gd name="connsiteX1992" fmla="*/ 1409700 w 3050875"/>
                <a:gd name="connsiteY1992" fmla="*/ 917891 h 6856730"/>
                <a:gd name="connsiteX1993" fmla="*/ 1426234 w 3050875"/>
                <a:gd name="connsiteY1993" fmla="*/ 916453 h 6856730"/>
                <a:gd name="connsiteX1994" fmla="*/ 1485181 w 3050875"/>
                <a:gd name="connsiteY1994" fmla="*/ 892011 h 6856730"/>
                <a:gd name="connsiteX1995" fmla="*/ 1587261 w 3050875"/>
                <a:gd name="connsiteY1995" fmla="*/ 897043 h 6856730"/>
                <a:gd name="connsiteX1996" fmla="*/ 1671368 w 3050875"/>
                <a:gd name="connsiteY1996" fmla="*/ 889136 h 6856730"/>
                <a:gd name="connsiteX1997" fmla="*/ 1682870 w 3050875"/>
                <a:gd name="connsiteY1997" fmla="*/ 894887 h 6856730"/>
                <a:gd name="connsiteX1998" fmla="*/ 1688621 w 3050875"/>
                <a:gd name="connsiteY1998" fmla="*/ 897043 h 6856730"/>
                <a:gd name="connsiteX1999" fmla="*/ 1709468 w 3050875"/>
                <a:gd name="connsiteY1999" fmla="*/ 908545 h 6856730"/>
                <a:gd name="connsiteX2000" fmla="*/ 1706593 w 3050875"/>
                <a:gd name="connsiteY2000" fmla="*/ 940176 h 6856730"/>
                <a:gd name="connsiteX2001" fmla="*/ 1724564 w 3050875"/>
                <a:gd name="connsiteY2001" fmla="*/ 958147 h 6856730"/>
                <a:gd name="connsiteX2002" fmla="*/ 1712344 w 3050875"/>
                <a:gd name="connsiteY2002" fmla="*/ 968211 h 6856730"/>
                <a:gd name="connsiteX2003" fmla="*/ 1716657 w 3050875"/>
                <a:gd name="connsiteY2003" fmla="*/ 1146491 h 6856730"/>
                <a:gd name="connsiteX2004" fmla="*/ 1704436 w 3050875"/>
                <a:gd name="connsiteY2004" fmla="*/ 1146491 h 6856730"/>
                <a:gd name="connsiteX2005" fmla="*/ 1692215 w 3050875"/>
                <a:gd name="connsiteY2005" fmla="*/ 1183872 h 6856730"/>
                <a:gd name="connsiteX2006" fmla="*/ 1681432 w 3050875"/>
                <a:gd name="connsiteY2006" fmla="*/ 1191779 h 6856730"/>
                <a:gd name="connsiteX2007" fmla="*/ 1707312 w 3050875"/>
                <a:gd name="connsiteY2007" fmla="*/ 1191779 h 6856730"/>
                <a:gd name="connsiteX2008" fmla="*/ 1707312 w 3050875"/>
                <a:gd name="connsiteY2008" fmla="*/ 1206157 h 6856730"/>
                <a:gd name="connsiteX2009" fmla="*/ 1714500 w 3050875"/>
                <a:gd name="connsiteY2009" fmla="*/ 1213345 h 6856730"/>
                <a:gd name="connsiteX2010" fmla="*/ 1707312 w 3050875"/>
                <a:gd name="connsiteY2010" fmla="*/ 1213345 h 6856730"/>
                <a:gd name="connsiteX2011" fmla="*/ 1708030 w 3050875"/>
                <a:gd name="connsiteY2011" fmla="*/ 1241381 h 6856730"/>
                <a:gd name="connsiteX2012" fmla="*/ 1705155 w 3050875"/>
                <a:gd name="connsiteY2012" fmla="*/ 1248570 h 6856730"/>
                <a:gd name="connsiteX2013" fmla="*/ 1704436 w 3050875"/>
                <a:gd name="connsiteY2013" fmla="*/ 1307517 h 6856730"/>
                <a:gd name="connsiteX2014" fmla="*/ 1655553 w 3050875"/>
                <a:gd name="connsiteY2014" fmla="*/ 1220534 h 6856730"/>
                <a:gd name="connsiteX2015" fmla="*/ 1645489 w 3050875"/>
                <a:gd name="connsiteY2015" fmla="*/ 1212627 h 6856730"/>
                <a:gd name="connsiteX2016" fmla="*/ 1621766 w 3050875"/>
                <a:gd name="connsiteY2016" fmla="*/ 1222691 h 6856730"/>
                <a:gd name="connsiteX2017" fmla="*/ 1621047 w 3050875"/>
                <a:gd name="connsiteY2017" fmla="*/ 1234912 h 6856730"/>
                <a:gd name="connsiteX2018" fmla="*/ 1657710 w 3050875"/>
                <a:gd name="connsiteY2018" fmla="*/ 1336272 h 6856730"/>
                <a:gd name="connsiteX2019" fmla="*/ 1678557 w 3050875"/>
                <a:gd name="connsiteY2019" fmla="*/ 1386593 h 6856730"/>
                <a:gd name="connsiteX2020" fmla="*/ 1672806 w 3050875"/>
                <a:gd name="connsiteY2020" fmla="*/ 1385874 h 6856730"/>
                <a:gd name="connsiteX2021" fmla="*/ 1631830 w 3050875"/>
                <a:gd name="connsiteY2021" fmla="*/ 1320457 h 6856730"/>
                <a:gd name="connsiteX2022" fmla="*/ 1600200 w 3050875"/>
                <a:gd name="connsiteY2022" fmla="*/ 1229161 h 6856730"/>
                <a:gd name="connsiteX2023" fmla="*/ 1600200 w 3050875"/>
                <a:gd name="connsiteY2023" fmla="*/ 1229161 h 6856730"/>
                <a:gd name="connsiteX2024" fmla="*/ 1594449 w 3050875"/>
                <a:gd name="connsiteY2024" fmla="*/ 1230598 h 6856730"/>
                <a:gd name="connsiteX2025" fmla="*/ 1598762 w 3050875"/>
                <a:gd name="connsiteY2025" fmla="*/ 1217659 h 6856730"/>
                <a:gd name="connsiteX2026" fmla="*/ 1600919 w 3050875"/>
                <a:gd name="connsiteY2026" fmla="*/ 1170932 h 6856730"/>
                <a:gd name="connsiteX2027" fmla="*/ 1606670 w 3050875"/>
                <a:gd name="connsiteY2027" fmla="*/ 1101202 h 6856730"/>
                <a:gd name="connsiteX2028" fmla="*/ 1603076 w 3050875"/>
                <a:gd name="connsiteY2028" fmla="*/ 1000560 h 6856730"/>
                <a:gd name="connsiteX2029" fmla="*/ 1575040 w 3050875"/>
                <a:gd name="connsiteY2029" fmla="*/ 1000560 h 6856730"/>
                <a:gd name="connsiteX2030" fmla="*/ 1572883 w 3050875"/>
                <a:gd name="connsiteY2030" fmla="*/ 1004874 h 6856730"/>
                <a:gd name="connsiteX2031" fmla="*/ 1525438 w 3050875"/>
                <a:gd name="connsiteY2031" fmla="*/ 1021408 h 6856730"/>
                <a:gd name="connsiteX2032" fmla="*/ 1545566 w 3050875"/>
                <a:gd name="connsiteY2032" fmla="*/ 1175245 h 6856730"/>
                <a:gd name="connsiteX2033" fmla="*/ 1549880 w 3050875"/>
                <a:gd name="connsiteY2033" fmla="*/ 1218378 h 6856730"/>
                <a:gd name="connsiteX2034" fmla="*/ 1557787 w 3050875"/>
                <a:gd name="connsiteY2034" fmla="*/ 1235630 h 6856730"/>
                <a:gd name="connsiteX2035" fmla="*/ 1511061 w 3050875"/>
                <a:gd name="connsiteY2035" fmla="*/ 1224847 h 6856730"/>
                <a:gd name="connsiteX2036" fmla="*/ 1505310 w 3050875"/>
                <a:gd name="connsiteY2036" fmla="*/ 1224847 h 6856730"/>
                <a:gd name="connsiteX2037" fmla="*/ 1485900 w 3050875"/>
                <a:gd name="connsiteY2037" fmla="*/ 1217659 h 6856730"/>
                <a:gd name="connsiteX2038" fmla="*/ 1424078 w 3050875"/>
                <a:gd name="connsiteY2038" fmla="*/ 1219096 h 6856730"/>
                <a:gd name="connsiteX2039" fmla="*/ 1420483 w 3050875"/>
                <a:gd name="connsiteY2039" fmla="*/ 1215502 h 6856730"/>
                <a:gd name="connsiteX2040" fmla="*/ 1421921 w 3050875"/>
                <a:gd name="connsiteY2040" fmla="*/ 1181715 h 6856730"/>
                <a:gd name="connsiteX2041" fmla="*/ 1439893 w 3050875"/>
                <a:gd name="connsiteY2041" fmla="*/ 1184591 h 6856730"/>
                <a:gd name="connsiteX2042" fmla="*/ 1443487 w 3050875"/>
                <a:gd name="connsiteY2042" fmla="*/ 1152960 h 6856730"/>
                <a:gd name="connsiteX2043" fmla="*/ 1426234 w 3050875"/>
                <a:gd name="connsiteY2043" fmla="*/ 1155117 h 6856730"/>
                <a:gd name="connsiteX2044" fmla="*/ 1416889 w 3050875"/>
                <a:gd name="connsiteY2044" fmla="*/ 1178840 h 6856730"/>
                <a:gd name="connsiteX2045" fmla="*/ 1375195 w 3050875"/>
                <a:gd name="connsiteY2045" fmla="*/ 1212627 h 6856730"/>
                <a:gd name="connsiteX2046" fmla="*/ 1353629 w 3050875"/>
                <a:gd name="connsiteY2046" fmla="*/ 1248570 h 6856730"/>
                <a:gd name="connsiteX2047" fmla="*/ 1255144 w 3050875"/>
                <a:gd name="connsiteY2047" fmla="*/ 1254321 h 6856730"/>
                <a:gd name="connsiteX2048" fmla="*/ 1234296 w 3050875"/>
                <a:gd name="connsiteY2048" fmla="*/ 1188185 h 6856730"/>
                <a:gd name="connsiteX2049" fmla="*/ 1228545 w 3050875"/>
                <a:gd name="connsiteY2049" fmla="*/ 1157274 h 6856730"/>
                <a:gd name="connsiteX2050" fmla="*/ 1228545 w 3050875"/>
                <a:gd name="connsiteY2050" fmla="*/ 1157274 h 6856730"/>
                <a:gd name="connsiteX2051" fmla="*/ 1214168 w 3050875"/>
                <a:gd name="connsiteY2051" fmla="*/ 1165181 h 6856730"/>
                <a:gd name="connsiteX2052" fmla="*/ 1212730 w 3050875"/>
                <a:gd name="connsiteY2052" fmla="*/ 1165900 h 6856730"/>
                <a:gd name="connsiteX2053" fmla="*/ 1221357 w 3050875"/>
                <a:gd name="connsiteY2053" fmla="*/ 986183 h 6856730"/>
                <a:gd name="connsiteX2054" fmla="*/ 1309059 w 3050875"/>
                <a:gd name="connsiteY2054" fmla="*/ 1376528 h 6856730"/>
                <a:gd name="connsiteX2055" fmla="*/ 1299713 w 3050875"/>
                <a:gd name="connsiteY2055" fmla="*/ 1367902 h 6856730"/>
                <a:gd name="connsiteX2056" fmla="*/ 1258019 w 3050875"/>
                <a:gd name="connsiteY2056" fmla="*/ 1305360 h 6856730"/>
                <a:gd name="connsiteX2057" fmla="*/ 1271678 w 3050875"/>
                <a:gd name="connsiteY2057" fmla="*/ 1303204 h 6856730"/>
                <a:gd name="connsiteX2058" fmla="*/ 1288930 w 3050875"/>
                <a:gd name="connsiteY2058" fmla="*/ 1341304 h 6856730"/>
                <a:gd name="connsiteX2059" fmla="*/ 1309059 w 3050875"/>
                <a:gd name="connsiteY2059" fmla="*/ 1376528 h 6856730"/>
                <a:gd name="connsiteX2060" fmla="*/ 1212012 w 3050875"/>
                <a:gd name="connsiteY2060" fmla="*/ 1188904 h 6856730"/>
                <a:gd name="connsiteX2061" fmla="*/ 1217762 w 3050875"/>
                <a:gd name="connsiteY2061" fmla="*/ 1191061 h 6856730"/>
                <a:gd name="connsiteX2062" fmla="*/ 1224232 w 3050875"/>
                <a:gd name="connsiteY2062" fmla="*/ 1191779 h 6856730"/>
                <a:gd name="connsiteX2063" fmla="*/ 1212012 w 3050875"/>
                <a:gd name="connsiteY2063" fmla="*/ 1196811 h 6856730"/>
                <a:gd name="connsiteX2064" fmla="*/ 1212012 w 3050875"/>
                <a:gd name="connsiteY2064" fmla="*/ 1188904 h 6856730"/>
                <a:gd name="connsiteX2065" fmla="*/ 1207698 w 3050875"/>
                <a:gd name="connsiteY2065" fmla="*/ 1308955 h 6856730"/>
                <a:gd name="connsiteX2066" fmla="*/ 1214887 w 3050875"/>
                <a:gd name="connsiteY2066" fmla="*/ 1308955 h 6856730"/>
                <a:gd name="connsiteX2067" fmla="*/ 1301870 w 3050875"/>
                <a:gd name="connsiteY2067" fmla="*/ 1426849 h 6856730"/>
                <a:gd name="connsiteX2068" fmla="*/ 1321998 w 3050875"/>
                <a:gd name="connsiteY2068" fmla="*/ 1426849 h 6856730"/>
                <a:gd name="connsiteX2069" fmla="*/ 1330625 w 3050875"/>
                <a:gd name="connsiteY2069" fmla="*/ 1404564 h 6856730"/>
                <a:gd name="connsiteX2070" fmla="*/ 1366568 w 3050875"/>
                <a:gd name="connsiteY2070" fmla="*/ 1425412 h 6856730"/>
                <a:gd name="connsiteX2071" fmla="*/ 1378070 w 3050875"/>
                <a:gd name="connsiteY2071" fmla="*/ 1422536 h 6856730"/>
                <a:gd name="connsiteX2072" fmla="*/ 1378070 w 3050875"/>
                <a:gd name="connsiteY2072" fmla="*/ 1428287 h 6856730"/>
                <a:gd name="connsiteX2073" fmla="*/ 1369444 w 3050875"/>
                <a:gd name="connsiteY2073" fmla="*/ 1428287 h 6856730"/>
                <a:gd name="connsiteX2074" fmla="*/ 1362974 w 3050875"/>
                <a:gd name="connsiteY2074" fmla="*/ 1425412 h 6856730"/>
                <a:gd name="connsiteX2075" fmla="*/ 1267364 w 3050875"/>
                <a:gd name="connsiteY2075" fmla="*/ 1438351 h 6856730"/>
                <a:gd name="connsiteX2076" fmla="*/ 1267364 w 3050875"/>
                <a:gd name="connsiteY2076" fmla="*/ 1437632 h 6856730"/>
                <a:gd name="connsiteX2077" fmla="*/ 1268083 w 3050875"/>
                <a:gd name="connsiteY2077" fmla="*/ 1435476 h 6856730"/>
                <a:gd name="connsiteX2078" fmla="*/ 1275991 w 3050875"/>
                <a:gd name="connsiteY2078" fmla="*/ 1430444 h 6856730"/>
                <a:gd name="connsiteX2079" fmla="*/ 1270240 w 3050875"/>
                <a:gd name="connsiteY2079" fmla="*/ 1416785 h 6856730"/>
                <a:gd name="connsiteX2080" fmla="*/ 1256581 w 3050875"/>
                <a:gd name="connsiteY2080" fmla="*/ 1419661 h 6856730"/>
                <a:gd name="connsiteX2081" fmla="*/ 1218481 w 3050875"/>
                <a:gd name="connsiteY2081" fmla="*/ 1370059 h 6856730"/>
                <a:gd name="connsiteX2082" fmla="*/ 1207698 w 3050875"/>
                <a:gd name="connsiteY2082" fmla="*/ 1353525 h 6856730"/>
                <a:gd name="connsiteX2083" fmla="*/ 1207698 w 3050875"/>
                <a:gd name="connsiteY2083" fmla="*/ 1308955 h 6856730"/>
                <a:gd name="connsiteX2084" fmla="*/ 1171036 w 3050875"/>
                <a:gd name="connsiteY2084" fmla="*/ 1411753 h 6856730"/>
                <a:gd name="connsiteX2085" fmla="*/ 1173912 w 3050875"/>
                <a:gd name="connsiteY2085" fmla="*/ 1399532 h 6856730"/>
                <a:gd name="connsiteX2086" fmla="*/ 1174630 w 3050875"/>
                <a:gd name="connsiteY2086" fmla="*/ 1400251 h 6856730"/>
                <a:gd name="connsiteX2087" fmla="*/ 1173912 w 3050875"/>
                <a:gd name="connsiteY2087" fmla="*/ 1418942 h 6856730"/>
                <a:gd name="connsiteX2088" fmla="*/ 1171036 w 3050875"/>
                <a:gd name="connsiteY2088" fmla="*/ 1411753 h 6856730"/>
                <a:gd name="connsiteX2089" fmla="*/ 1039483 w 3050875"/>
                <a:gd name="connsiteY2089" fmla="*/ 1937964 h 6856730"/>
                <a:gd name="connsiteX2090" fmla="*/ 1053861 w 3050875"/>
                <a:gd name="connsiteY2090" fmla="*/ 1935808 h 6856730"/>
                <a:gd name="connsiteX2091" fmla="*/ 1040202 w 3050875"/>
                <a:gd name="connsiteY2091" fmla="*/ 1940840 h 6856730"/>
                <a:gd name="connsiteX2092" fmla="*/ 1039483 w 3050875"/>
                <a:gd name="connsiteY2092" fmla="*/ 1937964 h 6856730"/>
                <a:gd name="connsiteX2093" fmla="*/ 1122153 w 3050875"/>
                <a:gd name="connsiteY2093" fmla="*/ 2064485 h 6856730"/>
                <a:gd name="connsiteX2094" fmla="*/ 1119996 w 3050875"/>
                <a:gd name="connsiteY2094" fmla="*/ 2061610 h 6856730"/>
                <a:gd name="connsiteX2095" fmla="*/ 1080459 w 3050875"/>
                <a:gd name="connsiteY2095" fmla="*/ 2002662 h 6856730"/>
                <a:gd name="connsiteX2096" fmla="*/ 1050266 w 3050875"/>
                <a:gd name="connsiteY2096" fmla="*/ 1954498 h 6856730"/>
                <a:gd name="connsiteX2097" fmla="*/ 1075427 w 3050875"/>
                <a:gd name="connsiteY2097" fmla="*/ 1940121 h 6856730"/>
                <a:gd name="connsiteX2098" fmla="*/ 1110651 w 3050875"/>
                <a:gd name="connsiteY2098" fmla="*/ 1999787 h 6856730"/>
                <a:gd name="connsiteX2099" fmla="*/ 1154502 w 3050875"/>
                <a:gd name="connsiteY2099" fmla="*/ 2058015 h 6856730"/>
                <a:gd name="connsiteX2100" fmla="*/ 1122153 w 3050875"/>
                <a:gd name="connsiteY2100" fmla="*/ 2064485 h 6856730"/>
                <a:gd name="connsiteX2101" fmla="*/ 1208417 w 3050875"/>
                <a:gd name="connsiteY2101" fmla="*/ 2048670 h 6856730"/>
                <a:gd name="connsiteX2102" fmla="*/ 1196196 w 3050875"/>
                <a:gd name="connsiteY2102" fmla="*/ 2051546 h 6856730"/>
                <a:gd name="connsiteX2103" fmla="*/ 1186851 w 3050875"/>
                <a:gd name="connsiteY2103" fmla="*/ 2052983 h 6856730"/>
                <a:gd name="connsiteX2104" fmla="*/ 1148032 w 3050875"/>
                <a:gd name="connsiteY2104" fmla="*/ 1978221 h 6856730"/>
                <a:gd name="connsiteX2105" fmla="*/ 1103462 w 3050875"/>
                <a:gd name="connsiteY2105" fmla="*/ 1919993 h 6856730"/>
                <a:gd name="connsiteX2106" fmla="*/ 1119278 w 3050875"/>
                <a:gd name="connsiteY2106" fmla="*/ 1911366 h 6856730"/>
                <a:gd name="connsiteX2107" fmla="*/ 1157378 w 3050875"/>
                <a:gd name="connsiteY2107" fmla="*/ 1971751 h 6856730"/>
                <a:gd name="connsiteX2108" fmla="*/ 1219919 w 3050875"/>
                <a:gd name="connsiteY2108" fmla="*/ 2046513 h 6856730"/>
                <a:gd name="connsiteX2109" fmla="*/ 1208417 w 3050875"/>
                <a:gd name="connsiteY2109" fmla="*/ 2048670 h 6856730"/>
                <a:gd name="connsiteX2110" fmla="*/ 1259457 w 3050875"/>
                <a:gd name="connsiteY2110" fmla="*/ 2035011 h 6856730"/>
                <a:gd name="connsiteX2111" fmla="*/ 1198353 w 3050875"/>
                <a:gd name="connsiteY2111" fmla="*/ 1957374 h 6856730"/>
                <a:gd name="connsiteX2112" fmla="*/ 1181819 w 3050875"/>
                <a:gd name="connsiteY2112" fmla="*/ 1936527 h 6856730"/>
                <a:gd name="connsiteX2113" fmla="*/ 1224232 w 3050875"/>
                <a:gd name="connsiteY2113" fmla="*/ 1925025 h 6856730"/>
                <a:gd name="connsiteX2114" fmla="*/ 1240766 w 3050875"/>
                <a:gd name="connsiteY2114" fmla="*/ 1949466 h 6856730"/>
                <a:gd name="connsiteX2115" fmla="*/ 1293962 w 3050875"/>
                <a:gd name="connsiteY2115" fmla="*/ 2027104 h 6856730"/>
                <a:gd name="connsiteX2116" fmla="*/ 1259457 w 3050875"/>
                <a:gd name="connsiteY2116" fmla="*/ 2035011 h 6856730"/>
                <a:gd name="connsiteX2117" fmla="*/ 1288930 w 3050875"/>
                <a:gd name="connsiteY2117" fmla="*/ 1812881 h 6856730"/>
                <a:gd name="connsiteX2118" fmla="*/ 1285336 w 3050875"/>
                <a:gd name="connsiteY2118" fmla="*/ 1811444 h 6856730"/>
                <a:gd name="connsiteX2119" fmla="*/ 1284617 w 3050875"/>
                <a:gd name="connsiteY2119" fmla="*/ 1814319 h 6856730"/>
                <a:gd name="connsiteX2120" fmla="*/ 1245079 w 3050875"/>
                <a:gd name="connsiteY2120" fmla="*/ 1828696 h 6856730"/>
                <a:gd name="connsiteX2121" fmla="*/ 1232859 w 3050875"/>
                <a:gd name="connsiteY2121" fmla="*/ 1829415 h 6856730"/>
                <a:gd name="connsiteX2122" fmla="*/ 1196196 w 3050875"/>
                <a:gd name="connsiteY2122" fmla="*/ 1807849 h 6856730"/>
                <a:gd name="connsiteX2123" fmla="*/ 1188289 w 3050875"/>
                <a:gd name="connsiteY2123" fmla="*/ 1804255 h 6856730"/>
                <a:gd name="connsiteX2124" fmla="*/ 1181819 w 3050875"/>
                <a:gd name="connsiteY2124" fmla="*/ 1792753 h 6856730"/>
                <a:gd name="connsiteX2125" fmla="*/ 1204104 w 3050875"/>
                <a:gd name="connsiteY2125" fmla="*/ 1788440 h 6856730"/>
                <a:gd name="connsiteX2126" fmla="*/ 1229264 w 3050875"/>
                <a:gd name="connsiteY2126" fmla="*/ 1737400 h 6856730"/>
                <a:gd name="connsiteX2127" fmla="*/ 1180381 w 3050875"/>
                <a:gd name="connsiteY2127" fmla="*/ 1763279 h 6856730"/>
                <a:gd name="connsiteX2128" fmla="*/ 1209136 w 3050875"/>
                <a:gd name="connsiteY2128" fmla="*/ 1482202 h 6856730"/>
                <a:gd name="connsiteX2129" fmla="*/ 1239328 w 3050875"/>
                <a:gd name="connsiteY2129" fmla="*/ 1482921 h 6856730"/>
                <a:gd name="connsiteX2130" fmla="*/ 1350034 w 3050875"/>
                <a:gd name="connsiteY2130" fmla="*/ 1462793 h 6856730"/>
                <a:gd name="connsiteX2131" fmla="*/ 1377351 w 3050875"/>
                <a:gd name="connsiteY2131" fmla="*/ 1466387 h 6856730"/>
                <a:gd name="connsiteX2132" fmla="*/ 1368725 w 3050875"/>
                <a:gd name="connsiteY2132" fmla="*/ 1659044 h 6856730"/>
                <a:gd name="connsiteX2133" fmla="*/ 1372319 w 3050875"/>
                <a:gd name="connsiteY2133" fmla="*/ 1671983 h 6856730"/>
                <a:gd name="connsiteX2134" fmla="*/ 1362255 w 3050875"/>
                <a:gd name="connsiteY2134" fmla="*/ 1776938 h 6856730"/>
                <a:gd name="connsiteX2135" fmla="*/ 1362974 w 3050875"/>
                <a:gd name="connsiteY2135" fmla="*/ 1777657 h 6856730"/>
                <a:gd name="connsiteX2136" fmla="*/ 1362255 w 3050875"/>
                <a:gd name="connsiteY2136" fmla="*/ 1789159 h 6856730"/>
                <a:gd name="connsiteX2137" fmla="*/ 1358661 w 3050875"/>
                <a:gd name="connsiteY2137" fmla="*/ 1789878 h 6856730"/>
                <a:gd name="connsiteX2138" fmla="*/ 1330625 w 3050875"/>
                <a:gd name="connsiteY2138" fmla="*/ 1807130 h 6856730"/>
                <a:gd name="connsiteX2139" fmla="*/ 1298276 w 3050875"/>
                <a:gd name="connsiteY2139" fmla="*/ 1817913 h 6856730"/>
                <a:gd name="connsiteX2140" fmla="*/ 1288930 w 3050875"/>
                <a:gd name="connsiteY2140" fmla="*/ 1812881 h 6856730"/>
                <a:gd name="connsiteX2141" fmla="*/ 1345721 w 3050875"/>
                <a:gd name="connsiteY2141" fmla="*/ 1879017 h 6856730"/>
                <a:gd name="connsiteX2142" fmla="*/ 1349315 w 3050875"/>
                <a:gd name="connsiteY2142" fmla="*/ 1874704 h 6856730"/>
                <a:gd name="connsiteX2143" fmla="*/ 1354347 w 3050875"/>
                <a:gd name="connsiteY2143" fmla="*/ 1872547 h 6856730"/>
                <a:gd name="connsiteX2144" fmla="*/ 1357942 w 3050875"/>
                <a:gd name="connsiteY2144" fmla="*/ 1884049 h 6856730"/>
                <a:gd name="connsiteX2145" fmla="*/ 1355066 w 3050875"/>
                <a:gd name="connsiteY2145" fmla="*/ 1945153 h 6856730"/>
                <a:gd name="connsiteX2146" fmla="*/ 1319123 w 3050875"/>
                <a:gd name="connsiteY2146" fmla="*/ 1894113 h 6856730"/>
                <a:gd name="connsiteX2147" fmla="*/ 1345721 w 3050875"/>
                <a:gd name="connsiteY2147" fmla="*/ 1879017 h 6856730"/>
                <a:gd name="connsiteX2148" fmla="*/ 1345002 w 3050875"/>
                <a:gd name="connsiteY2148" fmla="*/ 2026385 h 6856730"/>
                <a:gd name="connsiteX2149" fmla="*/ 1341408 w 3050875"/>
                <a:gd name="connsiteY2149" fmla="*/ 2012726 h 6856730"/>
                <a:gd name="connsiteX2150" fmla="*/ 1351472 w 3050875"/>
                <a:gd name="connsiteY2150" fmla="*/ 2022072 h 6856730"/>
                <a:gd name="connsiteX2151" fmla="*/ 1351472 w 3050875"/>
                <a:gd name="connsiteY2151" fmla="*/ 2025666 h 6856730"/>
                <a:gd name="connsiteX2152" fmla="*/ 1350753 w 3050875"/>
                <a:gd name="connsiteY2152" fmla="*/ 2025666 h 6856730"/>
                <a:gd name="connsiteX2153" fmla="*/ 1345002 w 3050875"/>
                <a:gd name="connsiteY2153" fmla="*/ 2026385 h 6856730"/>
                <a:gd name="connsiteX2154" fmla="*/ 1164566 w 3050875"/>
                <a:gd name="connsiteY2154" fmla="*/ 2653238 h 6856730"/>
                <a:gd name="connsiteX2155" fmla="*/ 1169598 w 3050875"/>
                <a:gd name="connsiteY2155" fmla="*/ 2648925 h 6856730"/>
                <a:gd name="connsiteX2156" fmla="*/ 1171755 w 3050875"/>
                <a:gd name="connsiteY2156" fmla="*/ 2610106 h 6856730"/>
                <a:gd name="connsiteX2157" fmla="*/ 1217762 w 3050875"/>
                <a:gd name="connsiteY2157" fmla="*/ 2594291 h 6856730"/>
                <a:gd name="connsiteX2158" fmla="*/ 1220638 w 3050875"/>
                <a:gd name="connsiteY2158" fmla="*/ 2589259 h 6856730"/>
                <a:gd name="connsiteX2159" fmla="*/ 1260176 w 3050875"/>
                <a:gd name="connsiteY2159" fmla="*/ 2576319 h 6856730"/>
                <a:gd name="connsiteX2160" fmla="*/ 1286774 w 3050875"/>
                <a:gd name="connsiteY2160" fmla="*/ 2559066 h 6856730"/>
                <a:gd name="connsiteX2161" fmla="*/ 1328468 w 3050875"/>
                <a:gd name="connsiteY2161" fmla="*/ 2544689 h 6856730"/>
                <a:gd name="connsiteX2162" fmla="*/ 1327030 w 3050875"/>
                <a:gd name="connsiteY2162" fmla="*/ 2574162 h 6856730"/>
                <a:gd name="connsiteX2163" fmla="*/ 1323436 w 3050875"/>
                <a:gd name="connsiteY2163" fmla="*/ 2579195 h 6856730"/>
                <a:gd name="connsiteX2164" fmla="*/ 1329906 w 3050875"/>
                <a:gd name="connsiteY2164" fmla="*/ 2582070 h 6856730"/>
                <a:gd name="connsiteX2165" fmla="*/ 1370163 w 3050875"/>
                <a:gd name="connsiteY2165" fmla="*/ 2563379 h 6856730"/>
                <a:gd name="connsiteX2166" fmla="*/ 1370881 w 3050875"/>
                <a:gd name="connsiteY2166" fmla="*/ 2546846 h 6856730"/>
                <a:gd name="connsiteX2167" fmla="*/ 1447800 w 3050875"/>
                <a:gd name="connsiteY2167" fmla="*/ 2551159 h 6856730"/>
                <a:gd name="connsiteX2168" fmla="*/ 1577915 w 3050875"/>
                <a:gd name="connsiteY2168" fmla="*/ 2554753 h 6856730"/>
                <a:gd name="connsiteX2169" fmla="*/ 1708030 w 3050875"/>
                <a:gd name="connsiteY2169" fmla="*/ 2556191 h 6856730"/>
                <a:gd name="connsiteX2170" fmla="*/ 1710906 w 3050875"/>
                <a:gd name="connsiteY2170" fmla="*/ 2556191 h 6856730"/>
                <a:gd name="connsiteX2171" fmla="*/ 1751881 w 3050875"/>
                <a:gd name="connsiteY2171" fmla="*/ 2540376 h 6856730"/>
                <a:gd name="connsiteX2172" fmla="*/ 1761946 w 3050875"/>
                <a:gd name="connsiteY2172" fmla="*/ 2528155 h 6856730"/>
                <a:gd name="connsiteX2173" fmla="*/ 1817298 w 3050875"/>
                <a:gd name="connsiteY2173" fmla="*/ 2558347 h 6856730"/>
                <a:gd name="connsiteX2174" fmla="*/ 1820893 w 3050875"/>
                <a:gd name="connsiteY2174" fmla="*/ 2564098 h 6856730"/>
                <a:gd name="connsiteX2175" fmla="*/ 1807953 w 3050875"/>
                <a:gd name="connsiteY2175" fmla="*/ 2572006 h 6856730"/>
                <a:gd name="connsiteX2176" fmla="*/ 1804359 w 3050875"/>
                <a:gd name="connsiteY2176" fmla="*/ 2576319 h 6856730"/>
                <a:gd name="connsiteX2177" fmla="*/ 1705874 w 3050875"/>
                <a:gd name="connsiteY2177" fmla="*/ 2582070 h 6856730"/>
                <a:gd name="connsiteX2178" fmla="*/ 1626798 w 3050875"/>
                <a:gd name="connsiteY2178" fmla="*/ 2586383 h 6856730"/>
                <a:gd name="connsiteX2179" fmla="*/ 1327030 w 3050875"/>
                <a:gd name="connsiteY2179" fmla="*/ 2589978 h 6856730"/>
                <a:gd name="connsiteX2180" fmla="*/ 1317685 w 3050875"/>
                <a:gd name="connsiteY2180" fmla="*/ 2588540 h 6856730"/>
                <a:gd name="connsiteX2181" fmla="*/ 1293244 w 3050875"/>
                <a:gd name="connsiteY2181" fmla="*/ 2595010 h 6856730"/>
                <a:gd name="connsiteX2182" fmla="*/ 1284617 w 3050875"/>
                <a:gd name="connsiteY2182" fmla="*/ 2596447 h 6856730"/>
                <a:gd name="connsiteX2183" fmla="*/ 1279585 w 3050875"/>
                <a:gd name="connsiteY2183" fmla="*/ 2600761 h 6856730"/>
                <a:gd name="connsiteX2184" fmla="*/ 1183976 w 3050875"/>
                <a:gd name="connsiteY2184" fmla="*/ 2653957 h 6856730"/>
                <a:gd name="connsiteX2185" fmla="*/ 1166723 w 3050875"/>
                <a:gd name="connsiteY2185" fmla="*/ 2661864 h 6856730"/>
                <a:gd name="connsiteX2186" fmla="*/ 1164566 w 3050875"/>
                <a:gd name="connsiteY2186" fmla="*/ 2653238 h 6856730"/>
                <a:gd name="connsiteX2187" fmla="*/ 1125028 w 3050875"/>
                <a:gd name="connsiteY2187" fmla="*/ 2574881 h 6856730"/>
                <a:gd name="connsiteX2188" fmla="*/ 1135812 w 3050875"/>
                <a:gd name="connsiteY2188" fmla="*/ 2576319 h 6856730"/>
                <a:gd name="connsiteX2189" fmla="*/ 1125028 w 3050875"/>
                <a:gd name="connsiteY2189" fmla="*/ 2580632 h 6856730"/>
                <a:gd name="connsiteX2190" fmla="*/ 1125028 w 3050875"/>
                <a:gd name="connsiteY2190" fmla="*/ 2574881 h 6856730"/>
                <a:gd name="connsiteX2191" fmla="*/ 1117121 w 3050875"/>
                <a:gd name="connsiteY2191" fmla="*/ 2734470 h 6856730"/>
                <a:gd name="connsiteX2192" fmla="*/ 1117840 w 3050875"/>
                <a:gd name="connsiteY2192" fmla="*/ 2720093 h 6856730"/>
                <a:gd name="connsiteX2193" fmla="*/ 1187570 w 3050875"/>
                <a:gd name="connsiteY2193" fmla="*/ 2692057 h 6856730"/>
                <a:gd name="connsiteX2194" fmla="*/ 1199072 w 3050875"/>
                <a:gd name="connsiteY2194" fmla="*/ 2687025 h 6856730"/>
                <a:gd name="connsiteX2195" fmla="*/ 1208417 w 3050875"/>
                <a:gd name="connsiteY2195" fmla="*/ 2707872 h 6856730"/>
                <a:gd name="connsiteX2196" fmla="*/ 1171036 w 3050875"/>
                <a:gd name="connsiteY2196" fmla="*/ 2707872 h 6856730"/>
                <a:gd name="connsiteX2197" fmla="*/ 1137249 w 3050875"/>
                <a:gd name="connsiteY2197" fmla="*/ 2725125 h 6856730"/>
                <a:gd name="connsiteX2198" fmla="*/ 1190446 w 3050875"/>
                <a:gd name="connsiteY2198" fmla="*/ 2805638 h 6856730"/>
                <a:gd name="connsiteX2199" fmla="*/ 1239328 w 3050875"/>
                <a:gd name="connsiteY2199" fmla="*/ 2876087 h 6856730"/>
                <a:gd name="connsiteX2200" fmla="*/ 1222076 w 3050875"/>
                <a:gd name="connsiteY2200" fmla="*/ 2882557 h 6856730"/>
                <a:gd name="connsiteX2201" fmla="*/ 1168161 w 3050875"/>
                <a:gd name="connsiteY2201" fmla="*/ 2790542 h 6856730"/>
                <a:gd name="connsiteX2202" fmla="*/ 1126466 w 3050875"/>
                <a:gd name="connsiteY2202" fmla="*/ 2730157 h 6856730"/>
                <a:gd name="connsiteX2203" fmla="*/ 1117121 w 3050875"/>
                <a:gd name="connsiteY2203" fmla="*/ 2734470 h 6856730"/>
                <a:gd name="connsiteX2204" fmla="*/ 1102025 w 3050875"/>
                <a:gd name="connsiteY2204" fmla="*/ 3702785 h 6856730"/>
                <a:gd name="connsiteX2205" fmla="*/ 1099868 w 3050875"/>
                <a:gd name="connsiteY2205" fmla="*/ 3703504 h 6856730"/>
                <a:gd name="connsiteX2206" fmla="*/ 1098430 w 3050875"/>
                <a:gd name="connsiteY2206" fmla="*/ 3704223 h 6856730"/>
                <a:gd name="connsiteX2207" fmla="*/ 1068238 w 3050875"/>
                <a:gd name="connsiteY2207" fmla="*/ 3717881 h 6856730"/>
                <a:gd name="connsiteX2208" fmla="*/ 1072551 w 3050875"/>
                <a:gd name="connsiteY2208" fmla="*/ 3649589 h 6856730"/>
                <a:gd name="connsiteX2209" fmla="*/ 1094117 w 3050875"/>
                <a:gd name="connsiteY2209" fmla="*/ 3670436 h 6856730"/>
                <a:gd name="connsiteX2210" fmla="*/ 1111370 w 3050875"/>
                <a:gd name="connsiteY2210" fmla="*/ 3666123 h 6856730"/>
                <a:gd name="connsiteX2211" fmla="*/ 1135812 w 3050875"/>
                <a:gd name="connsiteY2211" fmla="*/ 3695597 h 6856730"/>
                <a:gd name="connsiteX2212" fmla="*/ 1102025 w 3050875"/>
                <a:gd name="connsiteY2212" fmla="*/ 3702785 h 6856730"/>
                <a:gd name="connsiteX2213" fmla="*/ 1107057 w 3050875"/>
                <a:gd name="connsiteY2213" fmla="*/ 3450462 h 6856730"/>
                <a:gd name="connsiteX2214" fmla="*/ 1114964 w 3050875"/>
                <a:gd name="connsiteY2214" fmla="*/ 3450462 h 6856730"/>
                <a:gd name="connsiteX2215" fmla="*/ 1122153 w 3050875"/>
                <a:gd name="connsiteY2215" fmla="*/ 3495032 h 6856730"/>
                <a:gd name="connsiteX2216" fmla="*/ 1107057 w 3050875"/>
                <a:gd name="connsiteY2216" fmla="*/ 3450462 h 6856730"/>
                <a:gd name="connsiteX2217" fmla="*/ 1118559 w 3050875"/>
                <a:gd name="connsiteY2217" fmla="*/ 3403017 h 6856730"/>
                <a:gd name="connsiteX2218" fmla="*/ 1093398 w 3050875"/>
                <a:gd name="connsiteY2218" fmla="*/ 3404455 h 6856730"/>
                <a:gd name="connsiteX2219" fmla="*/ 1099149 w 3050875"/>
                <a:gd name="connsiteY2219" fmla="*/ 3351259 h 6856730"/>
                <a:gd name="connsiteX2220" fmla="*/ 1181819 w 3050875"/>
                <a:gd name="connsiteY2220" fmla="*/ 3351978 h 6856730"/>
                <a:gd name="connsiteX2221" fmla="*/ 1276710 w 3050875"/>
                <a:gd name="connsiteY2221" fmla="*/ 3341914 h 6856730"/>
                <a:gd name="connsiteX2222" fmla="*/ 1274553 w 3050875"/>
                <a:gd name="connsiteY2222" fmla="*/ 3326817 h 6856730"/>
                <a:gd name="connsiteX2223" fmla="*/ 1181819 w 3050875"/>
                <a:gd name="connsiteY2223" fmla="*/ 3325379 h 6856730"/>
                <a:gd name="connsiteX2224" fmla="*/ 1101306 w 3050875"/>
                <a:gd name="connsiteY2224" fmla="*/ 3332568 h 6856730"/>
                <a:gd name="connsiteX2225" fmla="*/ 1136530 w 3050875"/>
                <a:gd name="connsiteY2225" fmla="*/ 3011234 h 6856730"/>
                <a:gd name="connsiteX2226" fmla="*/ 1132217 w 3050875"/>
                <a:gd name="connsiteY2226" fmla="*/ 2980323 h 6856730"/>
                <a:gd name="connsiteX2227" fmla="*/ 1167442 w 3050875"/>
                <a:gd name="connsiteY2227" fmla="*/ 2963070 h 6856730"/>
                <a:gd name="connsiteX2228" fmla="*/ 1194759 w 3050875"/>
                <a:gd name="connsiteY2228" fmla="*/ 2952287 h 6856730"/>
                <a:gd name="connsiteX2229" fmla="*/ 1270959 w 3050875"/>
                <a:gd name="connsiteY2229" fmla="*/ 2911311 h 6856730"/>
                <a:gd name="connsiteX2230" fmla="*/ 1273834 w 3050875"/>
                <a:gd name="connsiteY2230" fmla="*/ 2904842 h 6856730"/>
                <a:gd name="connsiteX2231" fmla="*/ 1279585 w 3050875"/>
                <a:gd name="connsiteY2231" fmla="*/ 2907717 h 6856730"/>
                <a:gd name="connsiteX2232" fmla="*/ 1294681 w 3050875"/>
                <a:gd name="connsiteY2232" fmla="*/ 2899091 h 6856730"/>
                <a:gd name="connsiteX2233" fmla="*/ 1237891 w 3050875"/>
                <a:gd name="connsiteY2233" fmla="*/ 2797730 h 6856730"/>
                <a:gd name="connsiteX2234" fmla="*/ 1180381 w 3050875"/>
                <a:gd name="connsiteY2234" fmla="*/ 2721530 h 6856730"/>
                <a:gd name="connsiteX2235" fmla="*/ 1194759 w 3050875"/>
                <a:gd name="connsiteY2235" fmla="*/ 2717217 h 6856730"/>
                <a:gd name="connsiteX2236" fmla="*/ 1214168 w 3050875"/>
                <a:gd name="connsiteY2236" fmla="*/ 2718655 h 6856730"/>
                <a:gd name="connsiteX2237" fmla="*/ 1252268 w 3050875"/>
                <a:gd name="connsiteY2237" fmla="*/ 2781915 h 6856730"/>
                <a:gd name="connsiteX2238" fmla="*/ 1313372 w 3050875"/>
                <a:gd name="connsiteY2238" fmla="*/ 2866742 h 6856730"/>
                <a:gd name="connsiteX2239" fmla="*/ 1288930 w 3050875"/>
                <a:gd name="connsiteY2239" fmla="*/ 3397266 h 6856730"/>
                <a:gd name="connsiteX2240" fmla="*/ 1208417 w 3050875"/>
                <a:gd name="connsiteY2240" fmla="*/ 3399423 h 6856730"/>
                <a:gd name="connsiteX2241" fmla="*/ 1205542 w 3050875"/>
                <a:gd name="connsiteY2241" fmla="*/ 3384327 h 6856730"/>
                <a:gd name="connsiteX2242" fmla="*/ 1163129 w 3050875"/>
                <a:gd name="connsiteY2242" fmla="*/ 3390078 h 6856730"/>
                <a:gd name="connsiteX2243" fmla="*/ 1163129 w 3050875"/>
                <a:gd name="connsiteY2243" fmla="*/ 3400861 h 6856730"/>
                <a:gd name="connsiteX2244" fmla="*/ 1135812 w 3050875"/>
                <a:gd name="connsiteY2244" fmla="*/ 3402298 h 6856730"/>
                <a:gd name="connsiteX2245" fmla="*/ 1118559 w 3050875"/>
                <a:gd name="connsiteY2245" fmla="*/ 3403017 h 6856730"/>
                <a:gd name="connsiteX2246" fmla="*/ 1250111 w 3050875"/>
                <a:gd name="connsiteY2246" fmla="*/ 3671155 h 6856730"/>
                <a:gd name="connsiteX2247" fmla="*/ 1225670 w 3050875"/>
                <a:gd name="connsiteY2247" fmla="*/ 3627304 h 6856730"/>
                <a:gd name="connsiteX2248" fmla="*/ 1187570 w 3050875"/>
                <a:gd name="connsiteY2248" fmla="*/ 3556855 h 6856730"/>
                <a:gd name="connsiteX2249" fmla="*/ 1150908 w 3050875"/>
                <a:gd name="connsiteY2249" fmla="*/ 3451900 h 6856730"/>
                <a:gd name="connsiteX2250" fmla="*/ 1166723 w 3050875"/>
                <a:gd name="connsiteY2250" fmla="*/ 3452619 h 6856730"/>
                <a:gd name="connsiteX2251" fmla="*/ 1201947 w 3050875"/>
                <a:gd name="connsiteY2251" fmla="*/ 3569795 h 6856730"/>
                <a:gd name="connsiteX2252" fmla="*/ 1265927 w 3050875"/>
                <a:gd name="connsiteY2252" fmla="*/ 3671874 h 6856730"/>
                <a:gd name="connsiteX2253" fmla="*/ 1250111 w 3050875"/>
                <a:gd name="connsiteY2253" fmla="*/ 3671155 h 6856730"/>
                <a:gd name="connsiteX2254" fmla="*/ 1260176 w 3050875"/>
                <a:gd name="connsiteY2254" fmla="*/ 3552542 h 6856730"/>
                <a:gd name="connsiteX2255" fmla="*/ 1222076 w 3050875"/>
                <a:gd name="connsiteY2255" fmla="*/ 3455495 h 6856730"/>
                <a:gd name="connsiteX2256" fmla="*/ 1237891 w 3050875"/>
                <a:gd name="connsiteY2256" fmla="*/ 3456213 h 6856730"/>
                <a:gd name="connsiteX2257" fmla="*/ 1281023 w 3050875"/>
                <a:gd name="connsiteY2257" fmla="*/ 3556136 h 6856730"/>
                <a:gd name="connsiteX2258" fmla="*/ 1279585 w 3050875"/>
                <a:gd name="connsiteY2258" fmla="*/ 3584891 h 6856730"/>
                <a:gd name="connsiteX2259" fmla="*/ 1260176 w 3050875"/>
                <a:gd name="connsiteY2259" fmla="*/ 3552542 h 6856730"/>
                <a:gd name="connsiteX2260" fmla="*/ 1272396 w 3050875"/>
                <a:gd name="connsiteY2260" fmla="*/ 5224628 h 6856730"/>
                <a:gd name="connsiteX2261" fmla="*/ 1274553 w 3050875"/>
                <a:gd name="connsiteY2261" fmla="*/ 5166400 h 6856730"/>
                <a:gd name="connsiteX2262" fmla="*/ 1319842 w 3050875"/>
                <a:gd name="connsiteY2262" fmla="*/ 5217440 h 6856730"/>
                <a:gd name="connsiteX2263" fmla="*/ 1272396 w 3050875"/>
                <a:gd name="connsiteY2263" fmla="*/ 5224628 h 6856730"/>
                <a:gd name="connsiteX2264" fmla="*/ 1401793 w 3050875"/>
                <a:gd name="connsiteY2264" fmla="*/ 5211689 h 6856730"/>
                <a:gd name="connsiteX2265" fmla="*/ 1385259 w 3050875"/>
                <a:gd name="connsiteY2265" fmla="*/ 5211689 h 6856730"/>
                <a:gd name="connsiteX2266" fmla="*/ 1360098 w 3050875"/>
                <a:gd name="connsiteY2266" fmla="*/ 5172151 h 6856730"/>
                <a:gd name="connsiteX2267" fmla="*/ 1297557 w 3050875"/>
                <a:gd name="connsiteY2267" fmla="*/ 5098108 h 6856730"/>
                <a:gd name="connsiteX2268" fmla="*/ 1277428 w 3050875"/>
                <a:gd name="connsiteY2268" fmla="*/ 5068634 h 6856730"/>
                <a:gd name="connsiteX2269" fmla="*/ 1278147 w 3050875"/>
                <a:gd name="connsiteY2269" fmla="*/ 5045631 h 6856730"/>
                <a:gd name="connsiteX2270" fmla="*/ 1294681 w 3050875"/>
                <a:gd name="connsiteY2270" fmla="*/ 5052100 h 6856730"/>
                <a:gd name="connsiteX2271" fmla="*/ 1348596 w 3050875"/>
                <a:gd name="connsiteY2271" fmla="*/ 5140521 h 6856730"/>
                <a:gd name="connsiteX2272" fmla="*/ 1401793 w 3050875"/>
                <a:gd name="connsiteY2272" fmla="*/ 5211689 h 6856730"/>
                <a:gd name="connsiteX2273" fmla="*/ 1429110 w 3050875"/>
                <a:gd name="connsiteY2273" fmla="*/ 5022627 h 6856730"/>
                <a:gd name="connsiteX2274" fmla="*/ 1403230 w 3050875"/>
                <a:gd name="connsiteY2274" fmla="*/ 5020470 h 6856730"/>
                <a:gd name="connsiteX2275" fmla="*/ 1339970 w 3050875"/>
                <a:gd name="connsiteY2275" fmla="*/ 4973744 h 6856730"/>
                <a:gd name="connsiteX2276" fmla="*/ 1332062 w 3050875"/>
                <a:gd name="connsiteY2276" fmla="*/ 4973744 h 6856730"/>
                <a:gd name="connsiteX2277" fmla="*/ 1302589 w 3050875"/>
                <a:gd name="connsiteY2277" fmla="*/ 4962242 h 6856730"/>
                <a:gd name="connsiteX2278" fmla="*/ 1301870 w 3050875"/>
                <a:gd name="connsiteY2278" fmla="*/ 4961523 h 6856730"/>
                <a:gd name="connsiteX2279" fmla="*/ 1280304 w 3050875"/>
                <a:gd name="connsiteY2279" fmla="*/ 4951459 h 6856730"/>
                <a:gd name="connsiteX2280" fmla="*/ 1282461 w 3050875"/>
                <a:gd name="connsiteY2280" fmla="*/ 4876697 h 6856730"/>
                <a:gd name="connsiteX2281" fmla="*/ 1282461 w 3050875"/>
                <a:gd name="connsiteY2281" fmla="*/ 4876697 h 6856730"/>
                <a:gd name="connsiteX2282" fmla="*/ 1526876 w 3050875"/>
                <a:gd name="connsiteY2282" fmla="*/ 4889636 h 6856730"/>
                <a:gd name="connsiteX2283" fmla="*/ 1548442 w 3050875"/>
                <a:gd name="connsiteY2283" fmla="*/ 4891074 h 6856730"/>
                <a:gd name="connsiteX2284" fmla="*/ 1556349 w 3050875"/>
                <a:gd name="connsiteY2284" fmla="*/ 4901857 h 6856730"/>
                <a:gd name="connsiteX2285" fmla="*/ 1589417 w 3050875"/>
                <a:gd name="connsiteY2285" fmla="*/ 4897544 h 6856730"/>
                <a:gd name="connsiteX2286" fmla="*/ 1591574 w 3050875"/>
                <a:gd name="connsiteY2286" fmla="*/ 4893949 h 6856730"/>
                <a:gd name="connsiteX2287" fmla="*/ 1789262 w 3050875"/>
                <a:gd name="connsiteY2287" fmla="*/ 4885323 h 6856730"/>
                <a:gd name="connsiteX2288" fmla="*/ 1789262 w 3050875"/>
                <a:gd name="connsiteY2288" fmla="*/ 4862319 h 6856730"/>
                <a:gd name="connsiteX2289" fmla="*/ 1602357 w 3050875"/>
                <a:gd name="connsiteY2289" fmla="*/ 4853693 h 6856730"/>
                <a:gd name="connsiteX2290" fmla="*/ 1601638 w 3050875"/>
                <a:gd name="connsiteY2290" fmla="*/ 4817749 h 6856730"/>
                <a:gd name="connsiteX2291" fmla="*/ 1602357 w 3050875"/>
                <a:gd name="connsiteY2291" fmla="*/ 4783244 h 6856730"/>
                <a:gd name="connsiteX2292" fmla="*/ 1595168 w 3050875"/>
                <a:gd name="connsiteY2292" fmla="*/ 4634438 h 6856730"/>
                <a:gd name="connsiteX2293" fmla="*/ 1582229 w 3050875"/>
                <a:gd name="connsiteY2293" fmla="*/ 4619342 h 6856730"/>
                <a:gd name="connsiteX2294" fmla="*/ 1575759 w 3050875"/>
                <a:gd name="connsiteY2294" fmla="*/ 4584836 h 6856730"/>
                <a:gd name="connsiteX2295" fmla="*/ 1526876 w 3050875"/>
                <a:gd name="connsiteY2295" fmla="*/ 4598495 h 6856730"/>
                <a:gd name="connsiteX2296" fmla="*/ 1526876 w 3050875"/>
                <a:gd name="connsiteY2296" fmla="*/ 4681164 h 6856730"/>
                <a:gd name="connsiteX2297" fmla="*/ 1520406 w 3050875"/>
                <a:gd name="connsiteY2297" fmla="*/ 4782525 h 6856730"/>
                <a:gd name="connsiteX2298" fmla="*/ 1531189 w 3050875"/>
                <a:gd name="connsiteY2298" fmla="*/ 4857287 h 6856730"/>
                <a:gd name="connsiteX2299" fmla="*/ 1283898 w 3050875"/>
                <a:gd name="connsiteY2299" fmla="*/ 4870227 h 6856730"/>
                <a:gd name="connsiteX2300" fmla="*/ 1283898 w 3050875"/>
                <a:gd name="connsiteY2300" fmla="*/ 4870227 h 6856730"/>
                <a:gd name="connsiteX2301" fmla="*/ 1288930 w 3050875"/>
                <a:gd name="connsiteY2301" fmla="*/ 4720702 h 6856730"/>
                <a:gd name="connsiteX2302" fmla="*/ 1297557 w 3050875"/>
                <a:gd name="connsiteY2302" fmla="*/ 4479163 h 6856730"/>
                <a:gd name="connsiteX2303" fmla="*/ 1405387 w 3050875"/>
                <a:gd name="connsiteY2303" fmla="*/ 4489946 h 6856730"/>
                <a:gd name="connsiteX2304" fmla="*/ 1578634 w 3050875"/>
                <a:gd name="connsiteY2304" fmla="*/ 4494259 h 6856730"/>
                <a:gd name="connsiteX2305" fmla="*/ 1587261 w 3050875"/>
                <a:gd name="connsiteY2305" fmla="*/ 4494259 h 6856730"/>
                <a:gd name="connsiteX2306" fmla="*/ 1605951 w 3050875"/>
                <a:gd name="connsiteY2306" fmla="*/ 4495697 h 6856730"/>
                <a:gd name="connsiteX2307" fmla="*/ 1618891 w 3050875"/>
                <a:gd name="connsiteY2307" fmla="*/ 4496415 h 6856730"/>
                <a:gd name="connsiteX2308" fmla="*/ 1679276 w 3050875"/>
                <a:gd name="connsiteY2308" fmla="*/ 4509355 h 6856730"/>
                <a:gd name="connsiteX2309" fmla="*/ 1688621 w 3050875"/>
                <a:gd name="connsiteY2309" fmla="*/ 4496415 h 6856730"/>
                <a:gd name="connsiteX2310" fmla="*/ 1788544 w 3050875"/>
                <a:gd name="connsiteY2310" fmla="*/ 4479881 h 6856730"/>
                <a:gd name="connsiteX2311" fmla="*/ 1829519 w 3050875"/>
                <a:gd name="connsiteY2311" fmla="*/ 4474849 h 6856730"/>
                <a:gd name="connsiteX2312" fmla="*/ 1876246 w 3050875"/>
                <a:gd name="connsiteY2312" fmla="*/ 4497134 h 6856730"/>
                <a:gd name="connsiteX2313" fmla="*/ 1881996 w 3050875"/>
                <a:gd name="connsiteY2313" fmla="*/ 4615748 h 6856730"/>
                <a:gd name="connsiteX2314" fmla="*/ 1879121 w 3050875"/>
                <a:gd name="connsiteY2314" fmla="*/ 4626531 h 6856730"/>
                <a:gd name="connsiteX2315" fmla="*/ 1882715 w 3050875"/>
                <a:gd name="connsiteY2315" fmla="*/ 4630125 h 6856730"/>
                <a:gd name="connsiteX2316" fmla="*/ 1890623 w 3050875"/>
                <a:gd name="connsiteY2316" fmla="*/ 4789713 h 6856730"/>
                <a:gd name="connsiteX2317" fmla="*/ 1891342 w 3050875"/>
                <a:gd name="connsiteY2317" fmla="*/ 4802653 h 6856730"/>
                <a:gd name="connsiteX2318" fmla="*/ 1894217 w 3050875"/>
                <a:gd name="connsiteY2318" fmla="*/ 4824938 h 6856730"/>
                <a:gd name="connsiteX2319" fmla="*/ 1919378 w 3050875"/>
                <a:gd name="connsiteY2319" fmla="*/ 4873102 h 6856730"/>
                <a:gd name="connsiteX2320" fmla="*/ 1905000 w 3050875"/>
                <a:gd name="connsiteY2320" fmla="*/ 4870946 h 6856730"/>
                <a:gd name="connsiteX2321" fmla="*/ 1876964 w 3050875"/>
                <a:gd name="connsiteY2321" fmla="*/ 4878853 h 6856730"/>
                <a:gd name="connsiteX2322" fmla="*/ 1875527 w 3050875"/>
                <a:gd name="connsiteY2322" fmla="*/ 4884604 h 6856730"/>
                <a:gd name="connsiteX2323" fmla="*/ 1891342 w 3050875"/>
                <a:gd name="connsiteY2323" fmla="*/ 4903295 h 6856730"/>
                <a:gd name="connsiteX2324" fmla="*/ 1892779 w 3050875"/>
                <a:gd name="connsiteY2324" fmla="*/ 4904014 h 6856730"/>
                <a:gd name="connsiteX2325" fmla="*/ 1878402 w 3050875"/>
                <a:gd name="connsiteY2325" fmla="*/ 4925580 h 6856730"/>
                <a:gd name="connsiteX2326" fmla="*/ 1846053 w 3050875"/>
                <a:gd name="connsiteY2326" fmla="*/ 4941395 h 6856730"/>
                <a:gd name="connsiteX2327" fmla="*/ 1836708 w 3050875"/>
                <a:gd name="connsiteY2327" fmla="*/ 4948583 h 6856730"/>
                <a:gd name="connsiteX2328" fmla="*/ 1831676 w 3050875"/>
                <a:gd name="connsiteY2328" fmla="*/ 4947864 h 6856730"/>
                <a:gd name="connsiteX2329" fmla="*/ 1830238 w 3050875"/>
                <a:gd name="connsiteY2329" fmla="*/ 4948583 h 6856730"/>
                <a:gd name="connsiteX2330" fmla="*/ 1717376 w 3050875"/>
                <a:gd name="connsiteY2330" fmla="*/ 5003936 h 6856730"/>
                <a:gd name="connsiteX2331" fmla="*/ 1649802 w 3050875"/>
                <a:gd name="connsiteY2331" fmla="*/ 5008968 h 6856730"/>
                <a:gd name="connsiteX2332" fmla="*/ 1575040 w 3050875"/>
                <a:gd name="connsiteY2332" fmla="*/ 5023345 h 6856730"/>
                <a:gd name="connsiteX2333" fmla="*/ 1437017 w 3050875"/>
                <a:gd name="connsiteY2333" fmla="*/ 5026221 h 6856730"/>
                <a:gd name="connsiteX2334" fmla="*/ 1429110 w 3050875"/>
                <a:gd name="connsiteY2334" fmla="*/ 5022627 h 6856730"/>
                <a:gd name="connsiteX2335" fmla="*/ 1689340 w 3050875"/>
                <a:gd name="connsiteY2335" fmla="*/ 5271355 h 6856730"/>
                <a:gd name="connsiteX2336" fmla="*/ 1687902 w 3050875"/>
                <a:gd name="connsiteY2336" fmla="*/ 5268480 h 6856730"/>
                <a:gd name="connsiteX2337" fmla="*/ 1699404 w 3050875"/>
                <a:gd name="connsiteY2337" fmla="*/ 5285014 h 6856730"/>
                <a:gd name="connsiteX2338" fmla="*/ 1689340 w 3050875"/>
                <a:gd name="connsiteY2338" fmla="*/ 5285014 h 6856730"/>
                <a:gd name="connsiteX2339" fmla="*/ 1689340 w 3050875"/>
                <a:gd name="connsiteY2339" fmla="*/ 5271355 h 6856730"/>
                <a:gd name="connsiteX2340" fmla="*/ 1644051 w 3050875"/>
                <a:gd name="connsiteY2340" fmla="*/ 5095232 h 6856730"/>
                <a:gd name="connsiteX2341" fmla="*/ 1674244 w 3050875"/>
                <a:gd name="connsiteY2341" fmla="*/ 5090919 h 6856730"/>
                <a:gd name="connsiteX2342" fmla="*/ 1693653 w 3050875"/>
                <a:gd name="connsiteY2342" fmla="*/ 5158493 h 6856730"/>
                <a:gd name="connsiteX2343" fmla="*/ 1644051 w 3050875"/>
                <a:gd name="connsiteY2343" fmla="*/ 5095232 h 6856730"/>
                <a:gd name="connsiteX2344" fmla="*/ 1481587 w 3050875"/>
                <a:gd name="connsiteY2344" fmla="*/ 5083012 h 6856730"/>
                <a:gd name="connsiteX2345" fmla="*/ 1493808 w 3050875"/>
                <a:gd name="connsiteY2345" fmla="*/ 5085887 h 6856730"/>
                <a:gd name="connsiteX2346" fmla="*/ 1509623 w 3050875"/>
                <a:gd name="connsiteY2346" fmla="*/ 5119674 h 6856730"/>
                <a:gd name="connsiteX2347" fmla="*/ 1481587 w 3050875"/>
                <a:gd name="connsiteY2347" fmla="*/ 5083012 h 6856730"/>
                <a:gd name="connsiteX2348" fmla="*/ 1548442 w 3050875"/>
                <a:gd name="connsiteY2348" fmla="*/ 5094514 h 6856730"/>
                <a:gd name="connsiteX2349" fmla="*/ 1579353 w 3050875"/>
                <a:gd name="connsiteY2349" fmla="*/ 5096670 h 6856730"/>
                <a:gd name="connsiteX2350" fmla="*/ 1656272 w 3050875"/>
                <a:gd name="connsiteY2350" fmla="*/ 5218878 h 6856730"/>
                <a:gd name="connsiteX2351" fmla="*/ 1671368 w 3050875"/>
                <a:gd name="connsiteY2351" fmla="*/ 5241881 h 6856730"/>
                <a:gd name="connsiteX2352" fmla="*/ 1608827 w 3050875"/>
                <a:gd name="connsiteY2352" fmla="*/ 5176465 h 6856730"/>
                <a:gd name="connsiteX2353" fmla="*/ 1548442 w 3050875"/>
                <a:gd name="connsiteY2353" fmla="*/ 5094514 h 6856730"/>
                <a:gd name="connsiteX2354" fmla="*/ 1605232 w 3050875"/>
                <a:gd name="connsiteY2354" fmla="*/ 5252664 h 6856730"/>
                <a:gd name="connsiteX2355" fmla="*/ 1651959 w 3050875"/>
                <a:gd name="connsiteY2355" fmla="*/ 5286451 h 6856730"/>
                <a:gd name="connsiteX2356" fmla="*/ 1612421 w 3050875"/>
                <a:gd name="connsiteY2356" fmla="*/ 5287170 h 6856730"/>
                <a:gd name="connsiteX2357" fmla="*/ 1612421 w 3050875"/>
                <a:gd name="connsiteY2357" fmla="*/ 5284295 h 6856730"/>
                <a:gd name="connsiteX2358" fmla="*/ 1605232 w 3050875"/>
                <a:gd name="connsiteY2358" fmla="*/ 5252664 h 6856730"/>
                <a:gd name="connsiteX2359" fmla="*/ 1919378 w 3050875"/>
                <a:gd name="connsiteY2359" fmla="*/ 5557465 h 6856730"/>
                <a:gd name="connsiteX2360" fmla="*/ 1901406 w 3050875"/>
                <a:gd name="connsiteY2360" fmla="*/ 5549557 h 6856730"/>
                <a:gd name="connsiteX2361" fmla="*/ 1887747 w 3050875"/>
                <a:gd name="connsiteY2361" fmla="*/ 5558183 h 6856730"/>
                <a:gd name="connsiteX2362" fmla="*/ 1812985 w 3050875"/>
                <a:gd name="connsiteY2362" fmla="*/ 5560340 h 6856730"/>
                <a:gd name="connsiteX2363" fmla="*/ 1602357 w 3050875"/>
                <a:gd name="connsiteY2363" fmla="*/ 5561059 h 6856730"/>
                <a:gd name="connsiteX2364" fmla="*/ 1596606 w 3050875"/>
                <a:gd name="connsiteY2364" fmla="*/ 5561059 h 6856730"/>
                <a:gd name="connsiteX2365" fmla="*/ 1600200 w 3050875"/>
                <a:gd name="connsiteY2365" fmla="*/ 5512895 h 6856730"/>
                <a:gd name="connsiteX2366" fmla="*/ 1587261 w 3050875"/>
                <a:gd name="connsiteY2366" fmla="*/ 5483421 h 6856730"/>
                <a:gd name="connsiteX2367" fmla="*/ 1584385 w 3050875"/>
                <a:gd name="connsiteY2367" fmla="*/ 5466887 h 6856730"/>
                <a:gd name="connsiteX2368" fmla="*/ 1574321 w 3050875"/>
                <a:gd name="connsiteY2368" fmla="*/ 5371278 h 6856730"/>
                <a:gd name="connsiteX2369" fmla="*/ 1527595 w 3050875"/>
                <a:gd name="connsiteY2369" fmla="*/ 5377748 h 6856730"/>
                <a:gd name="connsiteX2370" fmla="*/ 1525438 w 3050875"/>
                <a:gd name="connsiteY2370" fmla="*/ 5522959 h 6856730"/>
                <a:gd name="connsiteX2371" fmla="*/ 1521125 w 3050875"/>
                <a:gd name="connsiteY2371" fmla="*/ 5560340 h 6856730"/>
                <a:gd name="connsiteX2372" fmla="*/ 1391729 w 3050875"/>
                <a:gd name="connsiteY2372" fmla="*/ 5560340 h 6856730"/>
                <a:gd name="connsiteX2373" fmla="*/ 1201229 w 3050875"/>
                <a:gd name="connsiteY2373" fmla="*/ 5570404 h 6856730"/>
                <a:gd name="connsiteX2374" fmla="*/ 1203385 w 3050875"/>
                <a:gd name="connsiteY2374" fmla="*/ 5509300 h 6856730"/>
                <a:gd name="connsiteX2375" fmla="*/ 1205542 w 3050875"/>
                <a:gd name="connsiteY2375" fmla="*/ 5328864 h 6856730"/>
                <a:gd name="connsiteX2376" fmla="*/ 1580791 w 3050875"/>
                <a:gd name="connsiteY2376" fmla="*/ 5336772 h 6856730"/>
                <a:gd name="connsiteX2377" fmla="*/ 1818736 w 3050875"/>
                <a:gd name="connsiteY2377" fmla="*/ 5341085 h 6856730"/>
                <a:gd name="connsiteX2378" fmla="*/ 1835270 w 3050875"/>
                <a:gd name="connsiteY2378" fmla="*/ 5345399 h 6856730"/>
                <a:gd name="connsiteX2379" fmla="*/ 1847491 w 3050875"/>
                <a:gd name="connsiteY2379" fmla="*/ 5341085 h 6856730"/>
                <a:gd name="connsiteX2380" fmla="*/ 1889904 w 3050875"/>
                <a:gd name="connsiteY2380" fmla="*/ 5340366 h 6856730"/>
                <a:gd name="connsiteX2381" fmla="*/ 1943819 w 3050875"/>
                <a:gd name="connsiteY2381" fmla="*/ 5359057 h 6856730"/>
                <a:gd name="connsiteX2382" fmla="*/ 1953165 w 3050875"/>
                <a:gd name="connsiteY2382" fmla="*/ 5349712 h 6856730"/>
                <a:gd name="connsiteX2383" fmla="*/ 1955321 w 3050875"/>
                <a:gd name="connsiteY2383" fmla="*/ 5337491 h 6856730"/>
                <a:gd name="connsiteX2384" fmla="*/ 1969698 w 3050875"/>
                <a:gd name="connsiteY2384" fmla="*/ 5336772 h 6856730"/>
                <a:gd name="connsiteX2385" fmla="*/ 2078247 w 3050875"/>
                <a:gd name="connsiteY2385" fmla="*/ 5439570 h 6856730"/>
                <a:gd name="connsiteX2386" fmla="*/ 2161636 w 3050875"/>
                <a:gd name="connsiteY2386" fmla="*/ 5517927 h 6856730"/>
                <a:gd name="connsiteX2387" fmla="*/ 2163074 w 3050875"/>
                <a:gd name="connsiteY2387" fmla="*/ 5545244 h 6856730"/>
                <a:gd name="connsiteX2388" fmla="*/ 2163793 w 3050875"/>
                <a:gd name="connsiteY2388" fmla="*/ 5558902 h 6856730"/>
                <a:gd name="connsiteX2389" fmla="*/ 1968979 w 3050875"/>
                <a:gd name="connsiteY2389" fmla="*/ 5375591 h 6856730"/>
                <a:gd name="connsiteX2390" fmla="*/ 1956040 w 3050875"/>
                <a:gd name="connsiteY2390" fmla="*/ 5388531 h 6856730"/>
                <a:gd name="connsiteX2391" fmla="*/ 2165231 w 3050875"/>
                <a:gd name="connsiteY2391" fmla="*/ 5602034 h 6856730"/>
                <a:gd name="connsiteX2392" fmla="*/ 2165231 w 3050875"/>
                <a:gd name="connsiteY2392" fmla="*/ 5603472 h 6856730"/>
                <a:gd name="connsiteX2393" fmla="*/ 2167387 w 3050875"/>
                <a:gd name="connsiteY2393" fmla="*/ 5659544 h 6856730"/>
                <a:gd name="connsiteX2394" fmla="*/ 2130006 w 3050875"/>
                <a:gd name="connsiteY2394" fmla="*/ 5628632 h 6856730"/>
                <a:gd name="connsiteX2395" fmla="*/ 1963229 w 3050875"/>
                <a:gd name="connsiteY2395" fmla="*/ 5488453 h 6856730"/>
                <a:gd name="connsiteX2396" fmla="*/ 1964666 w 3050875"/>
                <a:gd name="connsiteY2396" fmla="*/ 5497798 h 6856730"/>
                <a:gd name="connsiteX2397" fmla="*/ 1964666 w 3050875"/>
                <a:gd name="connsiteY2397" fmla="*/ 5499955 h 6856730"/>
                <a:gd name="connsiteX2398" fmla="*/ 2104846 w 3050875"/>
                <a:gd name="connsiteY2398" fmla="*/ 5632946 h 6856730"/>
                <a:gd name="connsiteX2399" fmla="*/ 2138632 w 3050875"/>
                <a:gd name="connsiteY2399" fmla="*/ 5665295 h 6856730"/>
                <a:gd name="connsiteX2400" fmla="*/ 2060276 w 3050875"/>
                <a:gd name="connsiteY2400" fmla="*/ 5635821 h 6856730"/>
                <a:gd name="connsiteX2401" fmla="*/ 2002766 w 3050875"/>
                <a:gd name="connsiteY2401" fmla="*/ 5586219 h 6856730"/>
                <a:gd name="connsiteX2402" fmla="*/ 2009955 w 3050875"/>
                <a:gd name="connsiteY2402" fmla="*/ 5585500 h 6856730"/>
                <a:gd name="connsiteX2403" fmla="*/ 2009955 w 3050875"/>
                <a:gd name="connsiteY2403" fmla="*/ 5562496 h 6856730"/>
                <a:gd name="connsiteX2404" fmla="*/ 1970417 w 3050875"/>
                <a:gd name="connsiteY2404" fmla="*/ 5558902 h 6856730"/>
                <a:gd name="connsiteX2405" fmla="*/ 1953883 w 3050875"/>
                <a:gd name="connsiteY2405" fmla="*/ 5544525 h 6856730"/>
                <a:gd name="connsiteX2406" fmla="*/ 1952446 w 3050875"/>
                <a:gd name="connsiteY2406" fmla="*/ 5543806 h 6856730"/>
                <a:gd name="connsiteX2407" fmla="*/ 1946695 w 3050875"/>
                <a:gd name="connsiteY2407" fmla="*/ 5549557 h 6856730"/>
                <a:gd name="connsiteX2408" fmla="*/ 1948132 w 3050875"/>
                <a:gd name="connsiteY2408" fmla="*/ 5550995 h 6856730"/>
                <a:gd name="connsiteX2409" fmla="*/ 1956040 w 3050875"/>
                <a:gd name="connsiteY2409" fmla="*/ 5558183 h 6856730"/>
                <a:gd name="connsiteX2410" fmla="*/ 1919378 w 3050875"/>
                <a:gd name="connsiteY2410" fmla="*/ 5557465 h 6856730"/>
                <a:gd name="connsiteX2411" fmla="*/ 1965385 w 3050875"/>
                <a:gd name="connsiteY2411" fmla="*/ 5638697 h 6856730"/>
                <a:gd name="connsiteX2412" fmla="*/ 1965385 w 3050875"/>
                <a:gd name="connsiteY2412" fmla="*/ 5638697 h 6856730"/>
                <a:gd name="connsiteX2413" fmla="*/ 1964666 w 3050875"/>
                <a:gd name="connsiteY2413" fmla="*/ 5637259 h 6856730"/>
                <a:gd name="connsiteX2414" fmla="*/ 2023613 w 3050875"/>
                <a:gd name="connsiteY2414" fmla="*/ 5671764 h 6856730"/>
                <a:gd name="connsiteX2415" fmla="*/ 2127130 w 3050875"/>
                <a:gd name="connsiteY2415" fmla="*/ 5717772 h 6856730"/>
                <a:gd name="connsiteX2416" fmla="*/ 2051649 w 3050875"/>
                <a:gd name="connsiteY2416" fmla="*/ 5716334 h 6856730"/>
                <a:gd name="connsiteX2417" fmla="*/ 1965385 w 3050875"/>
                <a:gd name="connsiteY2417" fmla="*/ 5638697 h 6856730"/>
                <a:gd name="connsiteX2418" fmla="*/ 2024332 w 3050875"/>
                <a:gd name="connsiteY2418" fmla="*/ 5709146 h 6856730"/>
                <a:gd name="connsiteX2419" fmla="*/ 1968261 w 3050875"/>
                <a:gd name="connsiteY2419" fmla="*/ 5684704 h 6856730"/>
                <a:gd name="connsiteX2420" fmla="*/ 1968261 w 3050875"/>
                <a:gd name="connsiteY2420" fmla="*/ 5684704 h 6856730"/>
                <a:gd name="connsiteX2421" fmla="*/ 1967542 w 3050875"/>
                <a:gd name="connsiteY2421" fmla="*/ 5684704 h 6856730"/>
                <a:gd name="connsiteX2422" fmla="*/ 1967542 w 3050875"/>
                <a:gd name="connsiteY2422" fmla="*/ 5682547 h 6856730"/>
                <a:gd name="connsiteX2423" fmla="*/ 1965385 w 3050875"/>
                <a:gd name="connsiteY2423" fmla="*/ 5645885 h 6856730"/>
                <a:gd name="connsiteX2424" fmla="*/ 2024332 w 3050875"/>
                <a:gd name="connsiteY2424" fmla="*/ 5709146 h 6856730"/>
                <a:gd name="connsiteX2425" fmla="*/ 1975449 w 3050875"/>
                <a:gd name="connsiteY2425" fmla="*/ 5589095 h 6856730"/>
                <a:gd name="connsiteX2426" fmla="*/ 1990546 w 3050875"/>
                <a:gd name="connsiteY2426" fmla="*/ 5587657 h 6856730"/>
                <a:gd name="connsiteX2427" fmla="*/ 2022176 w 3050875"/>
                <a:gd name="connsiteY2427" fmla="*/ 5616411 h 6856730"/>
                <a:gd name="connsiteX2428" fmla="*/ 1975449 w 3050875"/>
                <a:gd name="connsiteY2428" fmla="*/ 5589095 h 6856730"/>
                <a:gd name="connsiteX2429" fmla="*/ 1835270 w 3050875"/>
                <a:gd name="connsiteY2429" fmla="*/ 5875204 h 6856730"/>
                <a:gd name="connsiteX2430" fmla="*/ 1848210 w 3050875"/>
                <a:gd name="connsiteY2430" fmla="*/ 5801161 h 6856730"/>
                <a:gd name="connsiteX2431" fmla="*/ 1866900 w 3050875"/>
                <a:gd name="connsiteY2431" fmla="*/ 5801161 h 6856730"/>
                <a:gd name="connsiteX2432" fmla="*/ 1866900 w 3050875"/>
                <a:gd name="connsiteY2432" fmla="*/ 5806193 h 6856730"/>
                <a:gd name="connsiteX2433" fmla="*/ 1861149 w 3050875"/>
                <a:gd name="connsiteY2433" fmla="*/ 5890300 h 6856730"/>
                <a:gd name="connsiteX2434" fmla="*/ 1832395 w 3050875"/>
                <a:gd name="connsiteY2434" fmla="*/ 5896770 h 6856730"/>
                <a:gd name="connsiteX2435" fmla="*/ 1835270 w 3050875"/>
                <a:gd name="connsiteY2435" fmla="*/ 5875204 h 6856730"/>
                <a:gd name="connsiteX2436" fmla="*/ 1830238 w 3050875"/>
                <a:gd name="connsiteY2436" fmla="*/ 5912585 h 6856730"/>
                <a:gd name="connsiteX2437" fmla="*/ 1860430 w 3050875"/>
                <a:gd name="connsiteY2437" fmla="*/ 5906834 h 6856730"/>
                <a:gd name="connsiteX2438" fmla="*/ 1860430 w 3050875"/>
                <a:gd name="connsiteY2438" fmla="*/ 5918336 h 6856730"/>
                <a:gd name="connsiteX2439" fmla="*/ 1828800 w 3050875"/>
                <a:gd name="connsiteY2439" fmla="*/ 5920493 h 6856730"/>
                <a:gd name="connsiteX2440" fmla="*/ 1830238 w 3050875"/>
                <a:gd name="connsiteY2440" fmla="*/ 5912585 h 6856730"/>
                <a:gd name="connsiteX2441" fmla="*/ 1827362 w 3050875"/>
                <a:gd name="connsiteY2441" fmla="*/ 5927682 h 6856730"/>
                <a:gd name="connsiteX2442" fmla="*/ 1843178 w 3050875"/>
                <a:gd name="connsiteY2442" fmla="*/ 5926963 h 6856730"/>
                <a:gd name="connsiteX2443" fmla="*/ 1835270 w 3050875"/>
                <a:gd name="connsiteY2443" fmla="*/ 5929119 h 6856730"/>
                <a:gd name="connsiteX2444" fmla="*/ 1827362 w 3050875"/>
                <a:gd name="connsiteY2444" fmla="*/ 5929838 h 6856730"/>
                <a:gd name="connsiteX2445" fmla="*/ 1827362 w 3050875"/>
                <a:gd name="connsiteY2445" fmla="*/ 5927682 h 6856730"/>
                <a:gd name="connsiteX2446" fmla="*/ 1779198 w 3050875"/>
                <a:gd name="connsiteY2446" fmla="*/ 5846449 h 6856730"/>
                <a:gd name="connsiteX2447" fmla="*/ 1789262 w 3050875"/>
                <a:gd name="connsiteY2447" fmla="*/ 5801161 h 6856730"/>
                <a:gd name="connsiteX2448" fmla="*/ 1795013 w 3050875"/>
                <a:gd name="connsiteY2448" fmla="*/ 5801161 h 6856730"/>
                <a:gd name="connsiteX2449" fmla="*/ 1792138 w 3050875"/>
                <a:gd name="connsiteY2449" fmla="*/ 5853638 h 6856730"/>
                <a:gd name="connsiteX2450" fmla="*/ 1785668 w 3050875"/>
                <a:gd name="connsiteY2450" fmla="*/ 5922649 h 6856730"/>
                <a:gd name="connsiteX2451" fmla="*/ 1774885 w 3050875"/>
                <a:gd name="connsiteY2451" fmla="*/ 5923368 h 6856730"/>
                <a:gd name="connsiteX2452" fmla="*/ 1772729 w 3050875"/>
                <a:gd name="connsiteY2452" fmla="*/ 5929838 h 6856730"/>
                <a:gd name="connsiteX2453" fmla="*/ 1774885 w 3050875"/>
                <a:gd name="connsiteY2453" fmla="*/ 5930557 h 6856730"/>
                <a:gd name="connsiteX2454" fmla="*/ 1769853 w 3050875"/>
                <a:gd name="connsiteY2454" fmla="*/ 5935589 h 6856730"/>
                <a:gd name="connsiteX2455" fmla="*/ 1734629 w 3050875"/>
                <a:gd name="connsiteY2455" fmla="*/ 5935589 h 6856730"/>
                <a:gd name="connsiteX2456" fmla="*/ 1779198 w 3050875"/>
                <a:gd name="connsiteY2456" fmla="*/ 5846449 h 6856730"/>
                <a:gd name="connsiteX2457" fmla="*/ 1785668 w 3050875"/>
                <a:gd name="connsiteY2457" fmla="*/ 5935589 h 6856730"/>
                <a:gd name="connsiteX2458" fmla="*/ 1785668 w 3050875"/>
                <a:gd name="connsiteY2458" fmla="*/ 5935589 h 6856730"/>
                <a:gd name="connsiteX2459" fmla="*/ 1784230 w 3050875"/>
                <a:gd name="connsiteY2459" fmla="*/ 5936308 h 6856730"/>
                <a:gd name="connsiteX2460" fmla="*/ 1773447 w 3050875"/>
                <a:gd name="connsiteY2460" fmla="*/ 5936308 h 6856730"/>
                <a:gd name="connsiteX2461" fmla="*/ 1777042 w 3050875"/>
                <a:gd name="connsiteY2461" fmla="*/ 5931995 h 6856730"/>
                <a:gd name="connsiteX2462" fmla="*/ 1777042 w 3050875"/>
                <a:gd name="connsiteY2462" fmla="*/ 5931995 h 6856730"/>
                <a:gd name="connsiteX2463" fmla="*/ 1785668 w 3050875"/>
                <a:gd name="connsiteY2463" fmla="*/ 5935589 h 6856730"/>
                <a:gd name="connsiteX2464" fmla="*/ 1667055 w 3050875"/>
                <a:gd name="connsiteY2464" fmla="*/ 5846449 h 6856730"/>
                <a:gd name="connsiteX2465" fmla="*/ 1682870 w 3050875"/>
                <a:gd name="connsiteY2465" fmla="*/ 5800442 h 6856730"/>
                <a:gd name="connsiteX2466" fmla="*/ 1736066 w 3050875"/>
                <a:gd name="connsiteY2466" fmla="*/ 5800442 h 6856730"/>
                <a:gd name="connsiteX2467" fmla="*/ 1733910 w 3050875"/>
                <a:gd name="connsiteY2467" fmla="*/ 5819851 h 6856730"/>
                <a:gd name="connsiteX2468" fmla="*/ 1704436 w 3050875"/>
                <a:gd name="connsiteY2468" fmla="*/ 5936308 h 6856730"/>
                <a:gd name="connsiteX2469" fmla="*/ 1648364 w 3050875"/>
                <a:gd name="connsiteY2469" fmla="*/ 5936308 h 6856730"/>
                <a:gd name="connsiteX2470" fmla="*/ 1667055 w 3050875"/>
                <a:gd name="connsiteY2470" fmla="*/ 5846449 h 6856730"/>
                <a:gd name="connsiteX2471" fmla="*/ 1596606 w 3050875"/>
                <a:gd name="connsiteY2471" fmla="*/ 5860827 h 6856730"/>
                <a:gd name="connsiteX2472" fmla="*/ 1613140 w 3050875"/>
                <a:gd name="connsiteY2472" fmla="*/ 5800442 h 6856730"/>
                <a:gd name="connsiteX2473" fmla="*/ 1630393 w 3050875"/>
                <a:gd name="connsiteY2473" fmla="*/ 5800442 h 6856730"/>
                <a:gd name="connsiteX2474" fmla="*/ 1621766 w 3050875"/>
                <a:gd name="connsiteY2474" fmla="*/ 5833510 h 6856730"/>
                <a:gd name="connsiteX2475" fmla="*/ 1611702 w 3050875"/>
                <a:gd name="connsiteY2475" fmla="*/ 5937027 h 6856730"/>
                <a:gd name="connsiteX2476" fmla="*/ 1577915 w 3050875"/>
                <a:gd name="connsiteY2476" fmla="*/ 5937027 h 6856730"/>
                <a:gd name="connsiteX2477" fmla="*/ 1596606 w 3050875"/>
                <a:gd name="connsiteY2477" fmla="*/ 5860827 h 6856730"/>
                <a:gd name="connsiteX2478" fmla="*/ 1529032 w 3050875"/>
                <a:gd name="connsiteY2478" fmla="*/ 5799723 h 6856730"/>
                <a:gd name="connsiteX2479" fmla="*/ 1555630 w 3050875"/>
                <a:gd name="connsiteY2479" fmla="*/ 5799723 h 6856730"/>
                <a:gd name="connsiteX2480" fmla="*/ 1559225 w 3050875"/>
                <a:gd name="connsiteY2480" fmla="*/ 5799723 h 6856730"/>
                <a:gd name="connsiteX2481" fmla="*/ 1552755 w 3050875"/>
                <a:gd name="connsiteY2481" fmla="*/ 5831353 h 6856730"/>
                <a:gd name="connsiteX2482" fmla="*/ 1531908 w 3050875"/>
                <a:gd name="connsiteY2482" fmla="*/ 5924806 h 6856730"/>
                <a:gd name="connsiteX2483" fmla="*/ 1529032 w 3050875"/>
                <a:gd name="connsiteY2483" fmla="*/ 5937027 h 6856730"/>
                <a:gd name="connsiteX2484" fmla="*/ 1481587 w 3050875"/>
                <a:gd name="connsiteY2484" fmla="*/ 5937746 h 6856730"/>
                <a:gd name="connsiteX2485" fmla="*/ 1511061 w 3050875"/>
                <a:gd name="connsiteY2485" fmla="*/ 5850044 h 6856730"/>
                <a:gd name="connsiteX2486" fmla="*/ 1529032 w 3050875"/>
                <a:gd name="connsiteY2486" fmla="*/ 5799723 h 6856730"/>
                <a:gd name="connsiteX2487" fmla="*/ 896428 w 3050875"/>
                <a:gd name="connsiteY2487" fmla="*/ 6750066 h 6856730"/>
                <a:gd name="connsiteX2488" fmla="*/ 869111 w 3050875"/>
                <a:gd name="connsiteY2488" fmla="*/ 6724906 h 6856730"/>
                <a:gd name="connsiteX2489" fmla="*/ 845389 w 3050875"/>
                <a:gd name="connsiteY2489" fmla="*/ 6748628 h 6856730"/>
                <a:gd name="connsiteX2490" fmla="*/ 861204 w 3050875"/>
                <a:gd name="connsiteY2490" fmla="*/ 6763725 h 6856730"/>
                <a:gd name="connsiteX2491" fmla="*/ 822385 w 3050875"/>
                <a:gd name="connsiteY2491" fmla="*/ 6763006 h 6856730"/>
                <a:gd name="connsiteX2492" fmla="*/ 813040 w 3050875"/>
                <a:gd name="connsiteY2492" fmla="*/ 6760849 h 6856730"/>
                <a:gd name="connsiteX2493" fmla="*/ 813040 w 3050875"/>
                <a:gd name="connsiteY2493" fmla="*/ 6670991 h 6856730"/>
                <a:gd name="connsiteX2494" fmla="*/ 896428 w 3050875"/>
                <a:gd name="connsiteY2494" fmla="*/ 6729938 h 6856730"/>
                <a:gd name="connsiteX2495" fmla="*/ 896428 w 3050875"/>
                <a:gd name="connsiteY2495" fmla="*/ 6750066 h 6856730"/>
                <a:gd name="connsiteX2496" fmla="*/ 896428 w 3050875"/>
                <a:gd name="connsiteY2496" fmla="*/ 6696870 h 6856730"/>
                <a:gd name="connsiteX2497" fmla="*/ 883489 w 3050875"/>
                <a:gd name="connsiteY2497" fmla="*/ 6687525 h 6856730"/>
                <a:gd name="connsiteX2498" fmla="*/ 814477 w 3050875"/>
                <a:gd name="connsiteY2498" fmla="*/ 6639361 h 6856730"/>
                <a:gd name="connsiteX2499" fmla="*/ 813040 w 3050875"/>
                <a:gd name="connsiteY2499" fmla="*/ 6638642 h 6856730"/>
                <a:gd name="connsiteX2500" fmla="*/ 813040 w 3050875"/>
                <a:gd name="connsiteY2500" fmla="*/ 6584008 h 6856730"/>
                <a:gd name="connsiteX2501" fmla="*/ 883489 w 3050875"/>
                <a:gd name="connsiteY2501" fmla="*/ 6612044 h 6856730"/>
                <a:gd name="connsiteX2502" fmla="*/ 895710 w 3050875"/>
                <a:gd name="connsiteY2502" fmla="*/ 6619232 h 6856730"/>
                <a:gd name="connsiteX2503" fmla="*/ 895710 w 3050875"/>
                <a:gd name="connsiteY2503" fmla="*/ 6696870 h 6856730"/>
                <a:gd name="connsiteX2504" fmla="*/ 896428 w 3050875"/>
                <a:gd name="connsiteY2504" fmla="*/ 6517153 h 6856730"/>
                <a:gd name="connsiteX2505" fmla="*/ 825979 w 3050875"/>
                <a:gd name="connsiteY2505" fmla="*/ 6471146 h 6856730"/>
                <a:gd name="connsiteX2506" fmla="*/ 822385 w 3050875"/>
                <a:gd name="connsiteY2506" fmla="*/ 6476178 h 6856730"/>
                <a:gd name="connsiteX2507" fmla="*/ 897147 w 3050875"/>
                <a:gd name="connsiteY2507" fmla="*/ 6546627 h 6856730"/>
                <a:gd name="connsiteX2508" fmla="*/ 897147 w 3050875"/>
                <a:gd name="connsiteY2508" fmla="*/ 6591197 h 6856730"/>
                <a:gd name="connsiteX2509" fmla="*/ 813759 w 3050875"/>
                <a:gd name="connsiteY2509" fmla="*/ 6561723 h 6856730"/>
                <a:gd name="connsiteX2510" fmla="*/ 813759 w 3050875"/>
                <a:gd name="connsiteY2510" fmla="*/ 6415074 h 6856730"/>
                <a:gd name="connsiteX2511" fmla="*/ 897147 w 3050875"/>
                <a:gd name="connsiteY2511" fmla="*/ 6489117 h 6856730"/>
                <a:gd name="connsiteX2512" fmla="*/ 897147 w 3050875"/>
                <a:gd name="connsiteY2512" fmla="*/ 6517153 h 6856730"/>
                <a:gd name="connsiteX2513" fmla="*/ 964002 w 3050875"/>
                <a:gd name="connsiteY2513" fmla="*/ 6029761 h 6856730"/>
                <a:gd name="connsiteX2514" fmla="*/ 964002 w 3050875"/>
                <a:gd name="connsiteY2514" fmla="*/ 6026885 h 6856730"/>
                <a:gd name="connsiteX2515" fmla="*/ 971191 w 3050875"/>
                <a:gd name="connsiteY2515" fmla="*/ 6015383 h 6856730"/>
                <a:gd name="connsiteX2516" fmla="*/ 1002102 w 3050875"/>
                <a:gd name="connsiteY2516" fmla="*/ 6027604 h 6856730"/>
                <a:gd name="connsiteX2517" fmla="*/ 964002 w 3050875"/>
                <a:gd name="connsiteY2517" fmla="*/ 6029761 h 6856730"/>
                <a:gd name="connsiteX2518" fmla="*/ 887802 w 3050875"/>
                <a:gd name="connsiteY2518" fmla="*/ 5941340 h 6856730"/>
                <a:gd name="connsiteX2519" fmla="*/ 895710 w 3050875"/>
                <a:gd name="connsiteY2519" fmla="*/ 5966500 h 6856730"/>
                <a:gd name="connsiteX2520" fmla="*/ 895710 w 3050875"/>
                <a:gd name="connsiteY2520" fmla="*/ 6461800 h 6856730"/>
                <a:gd name="connsiteX2521" fmla="*/ 812321 w 3050875"/>
                <a:gd name="connsiteY2521" fmla="*/ 6392070 h 6856730"/>
                <a:gd name="connsiteX2522" fmla="*/ 812321 w 3050875"/>
                <a:gd name="connsiteY2522" fmla="*/ 5966500 h 6856730"/>
                <a:gd name="connsiteX2523" fmla="*/ 848264 w 3050875"/>
                <a:gd name="connsiteY2523" fmla="*/ 5926244 h 6856730"/>
                <a:gd name="connsiteX2524" fmla="*/ 842513 w 3050875"/>
                <a:gd name="connsiteY2524" fmla="*/ 5924087 h 6856730"/>
                <a:gd name="connsiteX2525" fmla="*/ 864798 w 3050875"/>
                <a:gd name="connsiteY2525" fmla="*/ 5885987 h 6856730"/>
                <a:gd name="connsiteX2526" fmla="*/ 905774 w 3050875"/>
                <a:gd name="connsiteY2526" fmla="*/ 5901802 h 6856730"/>
                <a:gd name="connsiteX2527" fmla="*/ 926621 w 3050875"/>
                <a:gd name="connsiteY2527" fmla="*/ 5870172 h 6856730"/>
                <a:gd name="connsiteX2528" fmla="*/ 999945 w 3050875"/>
                <a:gd name="connsiteY2528" fmla="*/ 5804036 h 6856730"/>
                <a:gd name="connsiteX2529" fmla="*/ 1004259 w 3050875"/>
                <a:gd name="connsiteY2529" fmla="*/ 5794691 h 6856730"/>
                <a:gd name="connsiteX2530" fmla="*/ 1311215 w 3050875"/>
                <a:gd name="connsiteY2530" fmla="*/ 5797566 h 6856730"/>
                <a:gd name="connsiteX2531" fmla="*/ 1304745 w 3050875"/>
                <a:gd name="connsiteY2531" fmla="*/ 5814100 h 6856730"/>
                <a:gd name="connsiteX2532" fmla="*/ 1286774 w 3050875"/>
                <a:gd name="connsiteY2532" fmla="*/ 5857232 h 6856730"/>
                <a:gd name="connsiteX2533" fmla="*/ 1278866 w 3050875"/>
                <a:gd name="connsiteY2533" fmla="*/ 5878798 h 6856730"/>
                <a:gd name="connsiteX2534" fmla="*/ 1246517 w 3050875"/>
                <a:gd name="connsiteY2534" fmla="*/ 5879517 h 6856730"/>
                <a:gd name="connsiteX2535" fmla="*/ 1243642 w 3050875"/>
                <a:gd name="connsiteY2535" fmla="*/ 5890300 h 6856730"/>
                <a:gd name="connsiteX2536" fmla="*/ 1279585 w 3050875"/>
                <a:gd name="connsiteY2536" fmla="*/ 5898208 h 6856730"/>
                <a:gd name="connsiteX2537" fmla="*/ 1286774 w 3050875"/>
                <a:gd name="connsiteY2537" fmla="*/ 5895333 h 6856730"/>
                <a:gd name="connsiteX2538" fmla="*/ 1332781 w 3050875"/>
                <a:gd name="connsiteY2538" fmla="*/ 5813381 h 6856730"/>
                <a:gd name="connsiteX2539" fmla="*/ 1340689 w 3050875"/>
                <a:gd name="connsiteY2539" fmla="*/ 5797566 h 6856730"/>
                <a:gd name="connsiteX2540" fmla="*/ 1399636 w 3050875"/>
                <a:gd name="connsiteY2540" fmla="*/ 5798285 h 6856730"/>
                <a:gd name="connsiteX2541" fmla="*/ 1370881 w 3050875"/>
                <a:gd name="connsiteY2541" fmla="*/ 5865140 h 6856730"/>
                <a:gd name="connsiteX2542" fmla="*/ 1364412 w 3050875"/>
                <a:gd name="connsiteY2542" fmla="*/ 5909710 h 6856730"/>
                <a:gd name="connsiteX2543" fmla="*/ 1366568 w 3050875"/>
                <a:gd name="connsiteY2543" fmla="*/ 5911147 h 6856730"/>
                <a:gd name="connsiteX2544" fmla="*/ 1401074 w 3050875"/>
                <a:gd name="connsiteY2544" fmla="*/ 5888863 h 6856730"/>
                <a:gd name="connsiteX2545" fmla="*/ 1438455 w 3050875"/>
                <a:gd name="connsiteY2545" fmla="*/ 5825602 h 6856730"/>
                <a:gd name="connsiteX2546" fmla="*/ 1451395 w 3050875"/>
                <a:gd name="connsiteY2546" fmla="*/ 5799004 h 6856730"/>
                <a:gd name="connsiteX2547" fmla="*/ 1484462 w 3050875"/>
                <a:gd name="connsiteY2547" fmla="*/ 5799004 h 6856730"/>
                <a:gd name="connsiteX2548" fmla="*/ 1477993 w 3050875"/>
                <a:gd name="connsiteY2548" fmla="*/ 5824883 h 6856730"/>
                <a:gd name="connsiteX2549" fmla="*/ 1451395 w 3050875"/>
                <a:gd name="connsiteY2549" fmla="*/ 5938465 h 6856730"/>
                <a:gd name="connsiteX2550" fmla="*/ 1235015 w 3050875"/>
                <a:gd name="connsiteY2550" fmla="*/ 5942059 h 6856730"/>
                <a:gd name="connsiteX2551" fmla="*/ 1024387 w 3050875"/>
                <a:gd name="connsiteY2551" fmla="*/ 5919055 h 6856730"/>
                <a:gd name="connsiteX2552" fmla="*/ 1019355 w 3050875"/>
                <a:gd name="connsiteY2552" fmla="*/ 5916899 h 6856730"/>
                <a:gd name="connsiteX2553" fmla="*/ 907930 w 3050875"/>
                <a:gd name="connsiteY2553" fmla="*/ 5901802 h 6856730"/>
                <a:gd name="connsiteX2554" fmla="*/ 1214887 w 3050875"/>
                <a:gd name="connsiteY2554" fmla="*/ 5955717 h 6856730"/>
                <a:gd name="connsiteX2555" fmla="*/ 1448519 w 3050875"/>
                <a:gd name="connsiteY2555" fmla="*/ 5972251 h 6856730"/>
                <a:gd name="connsiteX2556" fmla="*/ 1448519 w 3050875"/>
                <a:gd name="connsiteY2556" fmla="*/ 5980878 h 6856730"/>
                <a:gd name="connsiteX2557" fmla="*/ 1457145 w 3050875"/>
                <a:gd name="connsiteY2557" fmla="*/ 5983034 h 6856730"/>
                <a:gd name="connsiteX2558" fmla="*/ 1463615 w 3050875"/>
                <a:gd name="connsiteY2558" fmla="*/ 5972970 h 6856730"/>
                <a:gd name="connsiteX2559" fmla="*/ 1525438 w 3050875"/>
                <a:gd name="connsiteY2559" fmla="*/ 5975127 h 6856730"/>
                <a:gd name="connsiteX2560" fmla="*/ 1531908 w 3050875"/>
                <a:gd name="connsiteY2560" fmla="*/ 5995255 h 6856730"/>
                <a:gd name="connsiteX2561" fmla="*/ 1539096 w 3050875"/>
                <a:gd name="connsiteY2561" fmla="*/ 5997411 h 6856730"/>
                <a:gd name="connsiteX2562" fmla="*/ 1559225 w 3050875"/>
                <a:gd name="connsiteY2562" fmla="*/ 5976565 h 6856730"/>
                <a:gd name="connsiteX2563" fmla="*/ 1692215 w 3050875"/>
                <a:gd name="connsiteY2563" fmla="*/ 5975845 h 6856730"/>
                <a:gd name="connsiteX2564" fmla="*/ 1699404 w 3050875"/>
                <a:gd name="connsiteY2564" fmla="*/ 5975845 h 6856730"/>
                <a:gd name="connsiteX2565" fmla="*/ 1699404 w 3050875"/>
                <a:gd name="connsiteY2565" fmla="*/ 5975845 h 6856730"/>
                <a:gd name="connsiteX2566" fmla="*/ 1776323 w 3050875"/>
                <a:gd name="connsiteY2566" fmla="*/ 5972251 h 6856730"/>
                <a:gd name="connsiteX2567" fmla="*/ 1777042 w 3050875"/>
                <a:gd name="connsiteY2567" fmla="*/ 5973689 h 6856730"/>
                <a:gd name="connsiteX2568" fmla="*/ 1789262 w 3050875"/>
                <a:gd name="connsiteY2568" fmla="*/ 5994536 h 6856730"/>
                <a:gd name="connsiteX2569" fmla="*/ 1789262 w 3050875"/>
                <a:gd name="connsiteY2569" fmla="*/ 5995255 h 6856730"/>
                <a:gd name="connsiteX2570" fmla="*/ 1789262 w 3050875"/>
                <a:gd name="connsiteY2570" fmla="*/ 5995255 h 6856730"/>
                <a:gd name="connsiteX2571" fmla="*/ 1789981 w 3050875"/>
                <a:gd name="connsiteY2571" fmla="*/ 5997411 h 6856730"/>
                <a:gd name="connsiteX2572" fmla="*/ 1806515 w 3050875"/>
                <a:gd name="connsiteY2572" fmla="*/ 5997411 h 6856730"/>
                <a:gd name="connsiteX2573" fmla="*/ 1817298 w 3050875"/>
                <a:gd name="connsiteY2573" fmla="*/ 5968657 h 6856730"/>
                <a:gd name="connsiteX2574" fmla="*/ 1852523 w 3050875"/>
                <a:gd name="connsiteY2574" fmla="*/ 5965062 h 6856730"/>
                <a:gd name="connsiteX2575" fmla="*/ 1860430 w 3050875"/>
                <a:gd name="connsiteY2575" fmla="*/ 5964344 h 6856730"/>
                <a:gd name="connsiteX2576" fmla="*/ 1860430 w 3050875"/>
                <a:gd name="connsiteY2576" fmla="*/ 5967938 h 6856730"/>
                <a:gd name="connsiteX2577" fmla="*/ 1894936 w 3050875"/>
                <a:gd name="connsiteY2577" fmla="*/ 5972251 h 6856730"/>
                <a:gd name="connsiteX2578" fmla="*/ 1904281 w 3050875"/>
                <a:gd name="connsiteY2578" fmla="*/ 5926244 h 6856730"/>
                <a:gd name="connsiteX2579" fmla="*/ 1905000 w 3050875"/>
                <a:gd name="connsiteY2579" fmla="*/ 5926244 h 6856730"/>
                <a:gd name="connsiteX2580" fmla="*/ 1914345 w 3050875"/>
                <a:gd name="connsiteY2580" fmla="*/ 5903959 h 6856730"/>
                <a:gd name="connsiteX2581" fmla="*/ 1912908 w 3050875"/>
                <a:gd name="connsiteY2581" fmla="*/ 5896051 h 6856730"/>
                <a:gd name="connsiteX2582" fmla="*/ 1919378 w 3050875"/>
                <a:gd name="connsiteY2582" fmla="*/ 5898927 h 6856730"/>
                <a:gd name="connsiteX2583" fmla="*/ 1926566 w 3050875"/>
                <a:gd name="connsiteY2583" fmla="*/ 5894613 h 6856730"/>
                <a:gd name="connsiteX2584" fmla="*/ 1921534 w 3050875"/>
                <a:gd name="connsiteY2584" fmla="*/ 5891019 h 6856730"/>
                <a:gd name="connsiteX2585" fmla="*/ 1917940 w 3050875"/>
                <a:gd name="connsiteY2585" fmla="*/ 5882393 h 6856730"/>
                <a:gd name="connsiteX2586" fmla="*/ 1910032 w 3050875"/>
                <a:gd name="connsiteY2586" fmla="*/ 5883112 h 6856730"/>
                <a:gd name="connsiteX2587" fmla="*/ 1915064 w 3050875"/>
                <a:gd name="connsiteY2587" fmla="*/ 5839261 h 6856730"/>
                <a:gd name="connsiteX2588" fmla="*/ 1920815 w 3050875"/>
                <a:gd name="connsiteY2588" fmla="*/ 5801880 h 6856730"/>
                <a:gd name="connsiteX2589" fmla="*/ 1924410 w 3050875"/>
                <a:gd name="connsiteY2589" fmla="*/ 5801880 h 6856730"/>
                <a:gd name="connsiteX2590" fmla="*/ 1924410 w 3050875"/>
                <a:gd name="connsiteY2590" fmla="*/ 5807631 h 6856730"/>
                <a:gd name="connsiteX2591" fmla="*/ 1928723 w 3050875"/>
                <a:gd name="connsiteY2591" fmla="*/ 5893895 h 6856730"/>
                <a:gd name="connsiteX2592" fmla="*/ 1929442 w 3050875"/>
                <a:gd name="connsiteY2592" fmla="*/ 5893895 h 6856730"/>
                <a:gd name="connsiteX2593" fmla="*/ 1928004 w 3050875"/>
                <a:gd name="connsiteY2593" fmla="*/ 5906834 h 6856730"/>
                <a:gd name="connsiteX2594" fmla="*/ 1958196 w 3050875"/>
                <a:gd name="connsiteY2594" fmla="*/ 5925525 h 6856730"/>
                <a:gd name="connsiteX2595" fmla="*/ 1960353 w 3050875"/>
                <a:gd name="connsiteY2595" fmla="*/ 5937746 h 6856730"/>
                <a:gd name="connsiteX2596" fmla="*/ 2009236 w 3050875"/>
                <a:gd name="connsiteY2596" fmla="*/ 5931276 h 6856730"/>
                <a:gd name="connsiteX2597" fmla="*/ 2009955 w 3050875"/>
                <a:gd name="connsiteY2597" fmla="*/ 5921930 h 6856730"/>
                <a:gd name="connsiteX2598" fmla="*/ 2022895 w 3050875"/>
                <a:gd name="connsiteY2598" fmla="*/ 5931995 h 6856730"/>
                <a:gd name="connsiteX2599" fmla="*/ 2025770 w 3050875"/>
                <a:gd name="connsiteY2599" fmla="*/ 5930557 h 6856730"/>
                <a:gd name="connsiteX2600" fmla="*/ 2027208 w 3050875"/>
                <a:gd name="connsiteY2600" fmla="*/ 5933432 h 6856730"/>
                <a:gd name="connsiteX2601" fmla="*/ 2040147 w 3050875"/>
                <a:gd name="connsiteY2601" fmla="*/ 5929838 h 6856730"/>
                <a:gd name="connsiteX2602" fmla="*/ 2040147 w 3050875"/>
                <a:gd name="connsiteY2602" fmla="*/ 5925525 h 6856730"/>
                <a:gd name="connsiteX2603" fmla="*/ 2043023 w 3050875"/>
                <a:gd name="connsiteY2603" fmla="*/ 5924806 h 6856730"/>
                <a:gd name="connsiteX2604" fmla="*/ 2040147 w 3050875"/>
                <a:gd name="connsiteY2604" fmla="*/ 5923368 h 6856730"/>
                <a:gd name="connsiteX2605" fmla="*/ 2041585 w 3050875"/>
                <a:gd name="connsiteY2605" fmla="*/ 5886706 h 6856730"/>
                <a:gd name="connsiteX2606" fmla="*/ 2069621 w 3050875"/>
                <a:gd name="connsiteY2606" fmla="*/ 5914023 h 6856730"/>
                <a:gd name="connsiteX2607" fmla="*/ 2078247 w 3050875"/>
                <a:gd name="connsiteY2607" fmla="*/ 5909710 h 6856730"/>
                <a:gd name="connsiteX2608" fmla="*/ 2061713 w 3050875"/>
                <a:gd name="connsiteY2608" fmla="*/ 5892457 h 6856730"/>
                <a:gd name="connsiteX2609" fmla="*/ 2069621 w 3050875"/>
                <a:gd name="connsiteY2609" fmla="*/ 5893895 h 6856730"/>
                <a:gd name="connsiteX2610" fmla="*/ 2092625 w 3050875"/>
                <a:gd name="connsiteY2610" fmla="*/ 5878080 h 6856730"/>
                <a:gd name="connsiteX2611" fmla="*/ 2124974 w 3050875"/>
                <a:gd name="connsiteY2611" fmla="*/ 5911147 h 6856730"/>
                <a:gd name="connsiteX2612" fmla="*/ 2184640 w 3050875"/>
                <a:gd name="connsiteY2612" fmla="*/ 5963625 h 6856730"/>
                <a:gd name="connsiteX2613" fmla="*/ 2191829 w 3050875"/>
                <a:gd name="connsiteY2613" fmla="*/ 5956436 h 6856730"/>
                <a:gd name="connsiteX2614" fmla="*/ 2099814 w 3050875"/>
                <a:gd name="connsiteY2614" fmla="*/ 5853638 h 6856730"/>
                <a:gd name="connsiteX2615" fmla="*/ 2071059 w 3050875"/>
                <a:gd name="connsiteY2615" fmla="*/ 5836385 h 6856730"/>
                <a:gd name="connsiteX2616" fmla="*/ 2065308 w 3050875"/>
                <a:gd name="connsiteY2616" fmla="*/ 5838542 h 6856730"/>
                <a:gd name="connsiteX2617" fmla="*/ 2035834 w 3050875"/>
                <a:gd name="connsiteY2617" fmla="*/ 5814100 h 6856730"/>
                <a:gd name="connsiteX2618" fmla="*/ 2033678 w 3050875"/>
                <a:gd name="connsiteY2618" fmla="*/ 5800442 h 6856730"/>
                <a:gd name="connsiteX2619" fmla="*/ 2060995 w 3050875"/>
                <a:gd name="connsiteY2619" fmla="*/ 5799723 h 6856730"/>
                <a:gd name="connsiteX2620" fmla="*/ 2061713 w 3050875"/>
                <a:gd name="connsiteY2620" fmla="*/ 5800442 h 6856730"/>
                <a:gd name="connsiteX2621" fmla="*/ 2110597 w 3050875"/>
                <a:gd name="connsiteY2621" fmla="*/ 5845731 h 6856730"/>
                <a:gd name="connsiteX2622" fmla="*/ 2176732 w 3050875"/>
                <a:gd name="connsiteY2622" fmla="*/ 5908991 h 6856730"/>
                <a:gd name="connsiteX2623" fmla="*/ 2176732 w 3050875"/>
                <a:gd name="connsiteY2623" fmla="*/ 5913304 h 6856730"/>
                <a:gd name="connsiteX2624" fmla="*/ 2265153 w 3050875"/>
                <a:gd name="connsiteY2624" fmla="*/ 5966500 h 6856730"/>
                <a:gd name="connsiteX2625" fmla="*/ 2342791 w 3050875"/>
                <a:gd name="connsiteY2625" fmla="*/ 6031198 h 6856730"/>
                <a:gd name="connsiteX2626" fmla="*/ 2349980 w 3050875"/>
                <a:gd name="connsiteY2626" fmla="*/ 6021853 h 6856730"/>
                <a:gd name="connsiteX2627" fmla="*/ 2291751 w 3050875"/>
                <a:gd name="connsiteY2627" fmla="*/ 5955717 h 6856730"/>
                <a:gd name="connsiteX2628" fmla="*/ 2293908 w 3050875"/>
                <a:gd name="connsiteY2628" fmla="*/ 5947091 h 6856730"/>
                <a:gd name="connsiteX2629" fmla="*/ 2303253 w 3050875"/>
                <a:gd name="connsiteY2629" fmla="*/ 5922649 h 6856730"/>
                <a:gd name="connsiteX2630" fmla="*/ 2326976 w 3050875"/>
                <a:gd name="connsiteY2630" fmla="*/ 5965782 h 6856730"/>
                <a:gd name="connsiteX2631" fmla="*/ 2424742 w 3050875"/>
                <a:gd name="connsiteY2631" fmla="*/ 6060672 h 6856730"/>
                <a:gd name="connsiteX2632" fmla="*/ 2387361 w 3050875"/>
                <a:gd name="connsiteY2632" fmla="*/ 6054921 h 6856730"/>
                <a:gd name="connsiteX2633" fmla="*/ 2225615 w 3050875"/>
                <a:gd name="connsiteY2633" fmla="*/ 5994536 h 6856730"/>
                <a:gd name="connsiteX2634" fmla="*/ 2203331 w 3050875"/>
                <a:gd name="connsiteY2634" fmla="*/ 6015383 h 6856730"/>
                <a:gd name="connsiteX2635" fmla="*/ 2178889 w 3050875"/>
                <a:gd name="connsiteY2635" fmla="*/ 6015383 h 6856730"/>
                <a:gd name="connsiteX2636" fmla="*/ 2156604 w 3050875"/>
                <a:gd name="connsiteY2636" fmla="*/ 5993098 h 6856730"/>
                <a:gd name="connsiteX2637" fmla="*/ 2178889 w 3050875"/>
                <a:gd name="connsiteY2637" fmla="*/ 5970814 h 6856730"/>
                <a:gd name="connsiteX2638" fmla="*/ 2188953 w 3050875"/>
                <a:gd name="connsiteY2638" fmla="*/ 5970814 h 6856730"/>
                <a:gd name="connsiteX2639" fmla="*/ 2151572 w 3050875"/>
                <a:gd name="connsiteY2639" fmla="*/ 5948529 h 6856730"/>
                <a:gd name="connsiteX2640" fmla="*/ 2126412 w 3050875"/>
                <a:gd name="connsiteY2640" fmla="*/ 5937027 h 6856730"/>
                <a:gd name="connsiteX2641" fmla="*/ 2127849 w 3050875"/>
                <a:gd name="connsiteY2641" fmla="*/ 5944216 h 6856730"/>
                <a:gd name="connsiteX2642" fmla="*/ 2088312 w 3050875"/>
                <a:gd name="connsiteY2642" fmla="*/ 5955717 h 6856730"/>
                <a:gd name="connsiteX2643" fmla="*/ 1987670 w 3050875"/>
                <a:gd name="connsiteY2643" fmla="*/ 5988785 h 6856730"/>
                <a:gd name="connsiteX2644" fmla="*/ 1987670 w 3050875"/>
                <a:gd name="connsiteY2644" fmla="*/ 6026885 h 6856730"/>
                <a:gd name="connsiteX2645" fmla="*/ 2063151 w 3050875"/>
                <a:gd name="connsiteY2645" fmla="*/ 6027604 h 6856730"/>
                <a:gd name="connsiteX2646" fmla="*/ 2096938 w 3050875"/>
                <a:gd name="connsiteY2646" fmla="*/ 6027604 h 6856730"/>
                <a:gd name="connsiteX2647" fmla="*/ 2127849 w 3050875"/>
                <a:gd name="connsiteY2647" fmla="*/ 6035512 h 6856730"/>
                <a:gd name="connsiteX2648" fmla="*/ 2083279 w 3050875"/>
                <a:gd name="connsiteY2648" fmla="*/ 6031198 h 6856730"/>
                <a:gd name="connsiteX2649" fmla="*/ 1987670 w 3050875"/>
                <a:gd name="connsiteY2649" fmla="*/ 6027604 h 6856730"/>
                <a:gd name="connsiteX2650" fmla="*/ 1987670 w 3050875"/>
                <a:gd name="connsiteY2650" fmla="*/ 6521466 h 6856730"/>
                <a:gd name="connsiteX2651" fmla="*/ 1904281 w 3050875"/>
                <a:gd name="connsiteY2651" fmla="*/ 6451017 h 6856730"/>
                <a:gd name="connsiteX2652" fmla="*/ 1904281 w 3050875"/>
                <a:gd name="connsiteY2652" fmla="*/ 6057797 h 6856730"/>
                <a:gd name="connsiteX2653" fmla="*/ 1897093 w 3050875"/>
                <a:gd name="connsiteY2653" fmla="*/ 6058515 h 6856730"/>
                <a:gd name="connsiteX2654" fmla="*/ 1855398 w 3050875"/>
                <a:gd name="connsiteY2654" fmla="*/ 6016821 h 6856730"/>
                <a:gd name="connsiteX2655" fmla="*/ 1855398 w 3050875"/>
                <a:gd name="connsiteY2655" fmla="*/ 6009632 h 6856730"/>
                <a:gd name="connsiteX2656" fmla="*/ 1517530 w 3050875"/>
                <a:gd name="connsiteY2656" fmla="*/ 6021134 h 6856730"/>
                <a:gd name="connsiteX2657" fmla="*/ 1174630 w 3050875"/>
                <a:gd name="connsiteY2657" fmla="*/ 5997411 h 6856730"/>
                <a:gd name="connsiteX2658" fmla="*/ 887802 w 3050875"/>
                <a:gd name="connsiteY2658" fmla="*/ 5941340 h 6856730"/>
                <a:gd name="connsiteX2659" fmla="*/ 2046617 w 3050875"/>
                <a:gd name="connsiteY2659" fmla="*/ 5873047 h 6856730"/>
                <a:gd name="connsiteX2660" fmla="*/ 2044461 w 3050875"/>
                <a:gd name="connsiteY2660" fmla="*/ 5870891 h 6856730"/>
                <a:gd name="connsiteX2661" fmla="*/ 2043023 w 3050875"/>
                <a:gd name="connsiteY2661" fmla="*/ 5849325 h 6856730"/>
                <a:gd name="connsiteX2662" fmla="*/ 2040866 w 3050875"/>
                <a:gd name="connsiteY2662" fmla="*/ 5836385 h 6856730"/>
                <a:gd name="connsiteX2663" fmla="*/ 2051649 w 3050875"/>
                <a:gd name="connsiteY2663" fmla="*/ 5850044 h 6856730"/>
                <a:gd name="connsiteX2664" fmla="*/ 2049493 w 3050875"/>
                <a:gd name="connsiteY2664" fmla="*/ 5854357 h 6856730"/>
                <a:gd name="connsiteX2665" fmla="*/ 2046617 w 3050875"/>
                <a:gd name="connsiteY2665" fmla="*/ 5873047 h 6856730"/>
                <a:gd name="connsiteX2666" fmla="*/ 2039429 w 3050875"/>
                <a:gd name="connsiteY2666" fmla="*/ 5828478 h 6856730"/>
                <a:gd name="connsiteX2667" fmla="*/ 2038710 w 3050875"/>
                <a:gd name="connsiteY2667" fmla="*/ 5826321 h 6856730"/>
                <a:gd name="connsiteX2668" fmla="*/ 2057400 w 3050875"/>
                <a:gd name="connsiteY2668" fmla="*/ 5842136 h 6856730"/>
                <a:gd name="connsiteX2669" fmla="*/ 2053087 w 3050875"/>
                <a:gd name="connsiteY2669" fmla="*/ 5847168 h 6856730"/>
                <a:gd name="connsiteX2670" fmla="*/ 2039429 w 3050875"/>
                <a:gd name="connsiteY2670" fmla="*/ 5828478 h 6856730"/>
                <a:gd name="connsiteX2671" fmla="*/ 1329906 w 3050875"/>
                <a:gd name="connsiteY2671" fmla="*/ 6744315 h 6856730"/>
                <a:gd name="connsiteX2672" fmla="*/ 1280304 w 3050875"/>
                <a:gd name="connsiteY2672" fmla="*/ 6744315 h 6856730"/>
                <a:gd name="connsiteX2673" fmla="*/ 1280304 w 3050875"/>
                <a:gd name="connsiteY2673" fmla="*/ 6691838 h 6856730"/>
                <a:gd name="connsiteX2674" fmla="*/ 1328468 w 3050875"/>
                <a:gd name="connsiteY2674" fmla="*/ 6728500 h 6856730"/>
                <a:gd name="connsiteX2675" fmla="*/ 1329906 w 3050875"/>
                <a:gd name="connsiteY2675" fmla="*/ 6729938 h 6856730"/>
                <a:gd name="connsiteX2676" fmla="*/ 1329906 w 3050875"/>
                <a:gd name="connsiteY2676" fmla="*/ 6744315 h 6856730"/>
                <a:gd name="connsiteX2677" fmla="*/ 1329906 w 3050875"/>
                <a:gd name="connsiteY2677" fmla="*/ 6667396 h 6856730"/>
                <a:gd name="connsiteX2678" fmla="*/ 1314091 w 3050875"/>
                <a:gd name="connsiteY2678" fmla="*/ 6645830 h 6856730"/>
                <a:gd name="connsiteX2679" fmla="*/ 1329906 w 3050875"/>
                <a:gd name="connsiteY2679" fmla="*/ 6660927 h 6856730"/>
                <a:gd name="connsiteX2680" fmla="*/ 1329906 w 3050875"/>
                <a:gd name="connsiteY2680" fmla="*/ 6667396 h 6856730"/>
                <a:gd name="connsiteX2681" fmla="*/ 1329906 w 3050875"/>
                <a:gd name="connsiteY2681" fmla="*/ 6599823 h 6856730"/>
                <a:gd name="connsiteX2682" fmla="*/ 1280304 w 3050875"/>
                <a:gd name="connsiteY2682" fmla="*/ 6553815 h 6856730"/>
                <a:gd name="connsiteX2683" fmla="*/ 1280304 w 3050875"/>
                <a:gd name="connsiteY2683" fmla="*/ 6517153 h 6856730"/>
                <a:gd name="connsiteX2684" fmla="*/ 1324874 w 3050875"/>
                <a:gd name="connsiteY2684" fmla="*/ 6584727 h 6856730"/>
                <a:gd name="connsiteX2685" fmla="*/ 1329906 w 3050875"/>
                <a:gd name="connsiteY2685" fmla="*/ 6593353 h 6856730"/>
                <a:gd name="connsiteX2686" fmla="*/ 1329906 w 3050875"/>
                <a:gd name="connsiteY2686" fmla="*/ 6599823 h 6856730"/>
                <a:gd name="connsiteX2687" fmla="*/ 1333500 w 3050875"/>
                <a:gd name="connsiteY2687" fmla="*/ 6211634 h 6856730"/>
                <a:gd name="connsiteX2688" fmla="*/ 1329906 w 3050875"/>
                <a:gd name="connsiteY2688" fmla="*/ 6210915 h 6856730"/>
                <a:gd name="connsiteX2689" fmla="*/ 1329906 w 3050875"/>
                <a:gd name="connsiteY2689" fmla="*/ 6492712 h 6856730"/>
                <a:gd name="connsiteX2690" fmla="*/ 1322717 w 3050875"/>
                <a:gd name="connsiteY2690" fmla="*/ 6482647 h 6856730"/>
                <a:gd name="connsiteX2691" fmla="*/ 1280304 w 3050875"/>
                <a:gd name="connsiteY2691" fmla="*/ 6444547 h 6856730"/>
                <a:gd name="connsiteX2692" fmla="*/ 1280304 w 3050875"/>
                <a:gd name="connsiteY2692" fmla="*/ 6200851 h 6856730"/>
                <a:gd name="connsiteX2693" fmla="*/ 1311215 w 3050875"/>
                <a:gd name="connsiteY2693" fmla="*/ 6177848 h 6856730"/>
                <a:gd name="connsiteX2694" fmla="*/ 1331344 w 3050875"/>
                <a:gd name="connsiteY2694" fmla="*/ 6162032 h 6856730"/>
                <a:gd name="connsiteX2695" fmla="*/ 1375913 w 3050875"/>
                <a:gd name="connsiteY2695" fmla="*/ 6211634 h 6856730"/>
                <a:gd name="connsiteX2696" fmla="*/ 1333500 w 3050875"/>
                <a:gd name="connsiteY2696" fmla="*/ 6211634 h 6856730"/>
                <a:gd name="connsiteX2697" fmla="*/ 1380946 w 3050875"/>
                <a:gd name="connsiteY2697" fmla="*/ 6169221 h 6856730"/>
                <a:gd name="connsiteX2698" fmla="*/ 1395323 w 3050875"/>
                <a:gd name="connsiteY2698" fmla="*/ 6162032 h 6856730"/>
                <a:gd name="connsiteX2699" fmla="*/ 1457145 w 3050875"/>
                <a:gd name="connsiteY2699" fmla="*/ 6162032 h 6856730"/>
                <a:gd name="connsiteX2700" fmla="*/ 1459302 w 3050875"/>
                <a:gd name="connsiteY2700" fmla="*/ 6192225 h 6856730"/>
                <a:gd name="connsiteX2701" fmla="*/ 1492370 w 3050875"/>
                <a:gd name="connsiteY2701" fmla="*/ 6211634 h 6856730"/>
                <a:gd name="connsiteX2702" fmla="*/ 1437017 w 3050875"/>
                <a:gd name="connsiteY2702" fmla="*/ 6211634 h 6856730"/>
                <a:gd name="connsiteX2703" fmla="*/ 1380946 w 3050875"/>
                <a:gd name="connsiteY2703" fmla="*/ 6169221 h 685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Lst>
              <a:rect l="l" t="t" r="r" b="b"/>
              <a:pathLst>
                <a:path w="3050875" h="6856730">
                  <a:moveTo>
                    <a:pt x="3050876" y="6846395"/>
                  </a:moveTo>
                  <a:cubicBezTo>
                    <a:pt x="3022840" y="6828423"/>
                    <a:pt x="2995523" y="6809014"/>
                    <a:pt x="2968925" y="6788166"/>
                  </a:cubicBezTo>
                  <a:cubicBezTo>
                    <a:pt x="2956704" y="6780978"/>
                    <a:pt x="2944483" y="6773070"/>
                    <a:pt x="2932263" y="6765163"/>
                  </a:cubicBezTo>
                  <a:cubicBezTo>
                    <a:pt x="2903508" y="6765881"/>
                    <a:pt x="2875472" y="6766600"/>
                    <a:pt x="2847436" y="6766600"/>
                  </a:cubicBezTo>
                  <a:cubicBezTo>
                    <a:pt x="2767642" y="6766600"/>
                    <a:pt x="2688566" y="6766600"/>
                    <a:pt x="2608772" y="6766600"/>
                  </a:cubicBezTo>
                  <a:cubicBezTo>
                    <a:pt x="2597270" y="6762287"/>
                    <a:pt x="2585049" y="6757974"/>
                    <a:pt x="2574266" y="6753661"/>
                  </a:cubicBezTo>
                  <a:cubicBezTo>
                    <a:pt x="2540480" y="6740721"/>
                    <a:pt x="2531853" y="6685368"/>
                    <a:pt x="2573548" y="6676023"/>
                  </a:cubicBezTo>
                  <a:cubicBezTo>
                    <a:pt x="2573548" y="6675304"/>
                    <a:pt x="2574266" y="6675304"/>
                    <a:pt x="2574266" y="6674585"/>
                  </a:cubicBezTo>
                  <a:cubicBezTo>
                    <a:pt x="2562765" y="6675304"/>
                    <a:pt x="2550544" y="6668116"/>
                    <a:pt x="2550544" y="6653019"/>
                  </a:cubicBezTo>
                  <a:lnTo>
                    <a:pt x="2550544" y="6321621"/>
                  </a:lnTo>
                  <a:cubicBezTo>
                    <a:pt x="2550544" y="6311557"/>
                    <a:pt x="2555576" y="6305806"/>
                    <a:pt x="2561327" y="6302212"/>
                  </a:cubicBezTo>
                  <a:cubicBezTo>
                    <a:pt x="2562046" y="6298617"/>
                    <a:pt x="2562765" y="6295023"/>
                    <a:pt x="2563483" y="6290710"/>
                  </a:cubicBezTo>
                  <a:cubicBezTo>
                    <a:pt x="2566359" y="6275613"/>
                    <a:pt x="2579298" y="6272019"/>
                    <a:pt x="2590081" y="6276333"/>
                  </a:cubicBezTo>
                  <a:cubicBezTo>
                    <a:pt x="2595833" y="6274176"/>
                    <a:pt x="2603021" y="6274176"/>
                    <a:pt x="2608053" y="6277051"/>
                  </a:cubicBezTo>
                  <a:cubicBezTo>
                    <a:pt x="2609491" y="6269144"/>
                    <a:pt x="2610210" y="6261955"/>
                    <a:pt x="2612366" y="6254047"/>
                  </a:cubicBezTo>
                  <a:cubicBezTo>
                    <a:pt x="2613085" y="6251891"/>
                    <a:pt x="2613804" y="6250453"/>
                    <a:pt x="2614523" y="6249015"/>
                  </a:cubicBezTo>
                  <a:cubicBezTo>
                    <a:pt x="2614523" y="6243264"/>
                    <a:pt x="2613804" y="6237514"/>
                    <a:pt x="2613804" y="6231763"/>
                  </a:cubicBezTo>
                  <a:cubicBezTo>
                    <a:pt x="2616680" y="6231044"/>
                    <a:pt x="2619555" y="6231044"/>
                    <a:pt x="2622431" y="6230325"/>
                  </a:cubicBezTo>
                  <a:cubicBezTo>
                    <a:pt x="2649029" y="6225293"/>
                    <a:pt x="2659093" y="6204446"/>
                    <a:pt x="2656217" y="6182880"/>
                  </a:cubicBezTo>
                  <a:cubicBezTo>
                    <a:pt x="2658374" y="6162032"/>
                    <a:pt x="2649029" y="6140466"/>
                    <a:pt x="2622431" y="6135434"/>
                  </a:cubicBezTo>
                  <a:cubicBezTo>
                    <a:pt x="2618836" y="6134716"/>
                    <a:pt x="2614523" y="6133996"/>
                    <a:pt x="2610929" y="6133278"/>
                  </a:cubicBezTo>
                  <a:cubicBezTo>
                    <a:pt x="2610929" y="6123932"/>
                    <a:pt x="2610929" y="6113868"/>
                    <a:pt x="2610210" y="6104523"/>
                  </a:cubicBezTo>
                  <a:cubicBezTo>
                    <a:pt x="2640402" y="6103804"/>
                    <a:pt x="2670595" y="6102366"/>
                    <a:pt x="2700068" y="6098772"/>
                  </a:cubicBezTo>
                  <a:cubicBezTo>
                    <a:pt x="2749670" y="6093740"/>
                    <a:pt x="2802866" y="6086551"/>
                    <a:pt x="2846717" y="6059953"/>
                  </a:cubicBezTo>
                  <a:cubicBezTo>
                    <a:pt x="2856782" y="6054202"/>
                    <a:pt x="2860376" y="6044138"/>
                    <a:pt x="2858938" y="6034793"/>
                  </a:cubicBezTo>
                  <a:cubicBezTo>
                    <a:pt x="2858938" y="6034793"/>
                    <a:pt x="2858938" y="6034793"/>
                    <a:pt x="2859657" y="6034793"/>
                  </a:cubicBezTo>
                  <a:cubicBezTo>
                    <a:pt x="2874753" y="6034793"/>
                    <a:pt x="2889849" y="6034793"/>
                    <a:pt x="2904946" y="6035512"/>
                  </a:cubicBezTo>
                  <a:cubicBezTo>
                    <a:pt x="2916448" y="6035512"/>
                    <a:pt x="2925793" y="6025448"/>
                    <a:pt x="2925793" y="6013946"/>
                  </a:cubicBezTo>
                  <a:cubicBezTo>
                    <a:pt x="2925793" y="6011789"/>
                    <a:pt x="2925793" y="6010351"/>
                    <a:pt x="2925793" y="6008194"/>
                  </a:cubicBezTo>
                  <a:cubicBezTo>
                    <a:pt x="2925793" y="6008194"/>
                    <a:pt x="2926512" y="6008194"/>
                    <a:pt x="2926512" y="6008194"/>
                  </a:cubicBezTo>
                  <a:cubicBezTo>
                    <a:pt x="2938014" y="6009632"/>
                    <a:pt x="2947359" y="5998849"/>
                    <a:pt x="2950953" y="5988785"/>
                  </a:cubicBezTo>
                  <a:cubicBezTo>
                    <a:pt x="2950953" y="5988066"/>
                    <a:pt x="2951672" y="5988066"/>
                    <a:pt x="2951672" y="5987348"/>
                  </a:cubicBezTo>
                  <a:cubicBezTo>
                    <a:pt x="2954548" y="5978721"/>
                    <a:pt x="2951672" y="5965782"/>
                    <a:pt x="2944483" y="5960031"/>
                  </a:cubicBezTo>
                  <a:cubicBezTo>
                    <a:pt x="2935138" y="5951404"/>
                    <a:pt x="2925793" y="5948529"/>
                    <a:pt x="2916448" y="5949248"/>
                  </a:cubicBezTo>
                  <a:cubicBezTo>
                    <a:pt x="2894163" y="5944216"/>
                    <a:pt x="2868283" y="5945653"/>
                    <a:pt x="2845280" y="5946372"/>
                  </a:cubicBezTo>
                  <a:cubicBezTo>
                    <a:pt x="2845280" y="5942059"/>
                    <a:pt x="2845280" y="5937746"/>
                    <a:pt x="2843842" y="5933432"/>
                  </a:cubicBezTo>
                  <a:cubicBezTo>
                    <a:pt x="2842404" y="5929119"/>
                    <a:pt x="2838810" y="5925525"/>
                    <a:pt x="2833778" y="5925525"/>
                  </a:cubicBezTo>
                  <a:cubicBezTo>
                    <a:pt x="2819401" y="5926963"/>
                    <a:pt x="2810774" y="5935589"/>
                    <a:pt x="2797834" y="5942778"/>
                  </a:cubicBezTo>
                  <a:cubicBezTo>
                    <a:pt x="2796397" y="5943496"/>
                    <a:pt x="2794240" y="5944216"/>
                    <a:pt x="2792802" y="5945653"/>
                  </a:cubicBezTo>
                  <a:cubicBezTo>
                    <a:pt x="2784895" y="5945653"/>
                    <a:pt x="2777706" y="5944934"/>
                    <a:pt x="2769798" y="5944934"/>
                  </a:cubicBezTo>
                  <a:cubicBezTo>
                    <a:pt x="2748232" y="5931276"/>
                    <a:pt x="2720916" y="5930557"/>
                    <a:pt x="2695036" y="5929119"/>
                  </a:cubicBezTo>
                  <a:cubicBezTo>
                    <a:pt x="2741044" y="5924087"/>
                    <a:pt x="2785614" y="5910429"/>
                    <a:pt x="2823714" y="5885268"/>
                  </a:cubicBezTo>
                  <a:cubicBezTo>
                    <a:pt x="2831621" y="5880236"/>
                    <a:pt x="2825870" y="5869453"/>
                    <a:pt x="2817963" y="5870891"/>
                  </a:cubicBezTo>
                  <a:cubicBezTo>
                    <a:pt x="2725948" y="5885268"/>
                    <a:pt x="2639684" y="5894613"/>
                    <a:pt x="2546949" y="5873767"/>
                  </a:cubicBezTo>
                  <a:cubicBezTo>
                    <a:pt x="2502380" y="5863702"/>
                    <a:pt x="2459967" y="5845731"/>
                    <a:pt x="2419710" y="5822008"/>
                  </a:cubicBezTo>
                  <a:cubicBezTo>
                    <a:pt x="2401738" y="5811944"/>
                    <a:pt x="2385923" y="5799723"/>
                    <a:pt x="2370108" y="5786783"/>
                  </a:cubicBezTo>
                  <a:cubicBezTo>
                    <a:pt x="2415397" y="5783908"/>
                    <a:pt x="2461404" y="5780314"/>
                    <a:pt x="2506693" y="5775282"/>
                  </a:cubicBezTo>
                  <a:cubicBezTo>
                    <a:pt x="2531134" y="5772406"/>
                    <a:pt x="2531134" y="5738619"/>
                    <a:pt x="2506693" y="5736463"/>
                  </a:cubicBezTo>
                  <a:cubicBezTo>
                    <a:pt x="2457810" y="5731430"/>
                    <a:pt x="2408208" y="5727117"/>
                    <a:pt x="2359325" y="5724961"/>
                  </a:cubicBezTo>
                  <a:cubicBezTo>
                    <a:pt x="2357168" y="5721366"/>
                    <a:pt x="2353574" y="5718491"/>
                    <a:pt x="2347823" y="5718491"/>
                  </a:cubicBezTo>
                  <a:cubicBezTo>
                    <a:pt x="2337759" y="5717772"/>
                    <a:pt x="2329132" y="5719210"/>
                    <a:pt x="2321225" y="5722085"/>
                  </a:cubicBezTo>
                  <a:cubicBezTo>
                    <a:pt x="2314755" y="5660981"/>
                    <a:pt x="2309004" y="5600597"/>
                    <a:pt x="2302534" y="5539493"/>
                  </a:cubicBezTo>
                  <a:cubicBezTo>
                    <a:pt x="2296064" y="5476951"/>
                    <a:pt x="2289595" y="5413691"/>
                    <a:pt x="2283125" y="5351149"/>
                  </a:cubicBezTo>
                  <a:cubicBezTo>
                    <a:pt x="2293908" y="5350430"/>
                    <a:pt x="2303972" y="5347555"/>
                    <a:pt x="2312599" y="5343242"/>
                  </a:cubicBezTo>
                  <a:cubicBezTo>
                    <a:pt x="2322663" y="5337491"/>
                    <a:pt x="2323382" y="5323113"/>
                    <a:pt x="2316193" y="5315206"/>
                  </a:cubicBezTo>
                  <a:cubicBezTo>
                    <a:pt x="2306847" y="5305142"/>
                    <a:pt x="2296783" y="5300110"/>
                    <a:pt x="2286000" y="5296515"/>
                  </a:cubicBezTo>
                  <a:cubicBezTo>
                    <a:pt x="2291751" y="5287889"/>
                    <a:pt x="2296783" y="5279981"/>
                    <a:pt x="2302534" y="5271355"/>
                  </a:cubicBezTo>
                  <a:cubicBezTo>
                    <a:pt x="2352855" y="5196593"/>
                    <a:pt x="2401738" y="5121112"/>
                    <a:pt x="2446308" y="5043474"/>
                  </a:cubicBezTo>
                  <a:cubicBezTo>
                    <a:pt x="2438400" y="5038442"/>
                    <a:pt x="2432649" y="5029815"/>
                    <a:pt x="2431930" y="5019751"/>
                  </a:cubicBezTo>
                  <a:cubicBezTo>
                    <a:pt x="2429774" y="5021908"/>
                    <a:pt x="2426899" y="5023345"/>
                    <a:pt x="2423304" y="5024065"/>
                  </a:cubicBezTo>
                  <a:cubicBezTo>
                    <a:pt x="2394549" y="5033410"/>
                    <a:pt x="2357887" y="5042755"/>
                    <a:pt x="2323382" y="5042755"/>
                  </a:cubicBezTo>
                  <a:cubicBezTo>
                    <a:pt x="2305410" y="5016876"/>
                    <a:pt x="2275936" y="5001061"/>
                    <a:pt x="2240712" y="5003217"/>
                  </a:cubicBezTo>
                  <a:cubicBezTo>
                    <a:pt x="2239274" y="5003217"/>
                    <a:pt x="2238555" y="5003217"/>
                    <a:pt x="2237117" y="5003936"/>
                  </a:cubicBezTo>
                  <a:cubicBezTo>
                    <a:pt x="2233523" y="4997466"/>
                    <a:pt x="2230647" y="4990996"/>
                    <a:pt x="2229210" y="4984527"/>
                  </a:cubicBezTo>
                  <a:cubicBezTo>
                    <a:pt x="2228491" y="4983089"/>
                    <a:pt x="2227772" y="4980932"/>
                    <a:pt x="2227053" y="4978776"/>
                  </a:cubicBezTo>
                  <a:cubicBezTo>
                    <a:pt x="2219864" y="4954334"/>
                    <a:pt x="2211957" y="4929174"/>
                    <a:pt x="2204768" y="4904014"/>
                  </a:cubicBezTo>
                  <a:cubicBezTo>
                    <a:pt x="2171700" y="4816312"/>
                    <a:pt x="2153729" y="4722140"/>
                    <a:pt x="2152291" y="4627968"/>
                  </a:cubicBezTo>
                  <a:cubicBezTo>
                    <a:pt x="2152291" y="4614310"/>
                    <a:pt x="2164512" y="4604246"/>
                    <a:pt x="2176732" y="4602089"/>
                  </a:cubicBezTo>
                  <a:cubicBezTo>
                    <a:pt x="2176732" y="4597057"/>
                    <a:pt x="2178170" y="4592744"/>
                    <a:pt x="2180327" y="4589868"/>
                  </a:cubicBezTo>
                  <a:cubicBezTo>
                    <a:pt x="2179608" y="4566864"/>
                    <a:pt x="2178170" y="4543861"/>
                    <a:pt x="2176014" y="4520857"/>
                  </a:cubicBezTo>
                  <a:cubicBezTo>
                    <a:pt x="2184640" y="4517981"/>
                    <a:pt x="2193266" y="4513668"/>
                    <a:pt x="2201174" y="4509355"/>
                  </a:cubicBezTo>
                  <a:cubicBezTo>
                    <a:pt x="2201174" y="4503604"/>
                    <a:pt x="2201893" y="4497853"/>
                    <a:pt x="2204768" y="4492821"/>
                  </a:cubicBezTo>
                  <a:cubicBezTo>
                    <a:pt x="2204768" y="4492821"/>
                    <a:pt x="2205487" y="4492102"/>
                    <a:pt x="2205487" y="4492102"/>
                  </a:cubicBezTo>
                  <a:cubicBezTo>
                    <a:pt x="2201174" y="4483476"/>
                    <a:pt x="2201174" y="4472693"/>
                    <a:pt x="2209081" y="4463348"/>
                  </a:cubicBezTo>
                  <a:cubicBezTo>
                    <a:pt x="2214832" y="4456878"/>
                    <a:pt x="2220583" y="4449689"/>
                    <a:pt x="2226334" y="4443219"/>
                  </a:cubicBezTo>
                  <a:cubicBezTo>
                    <a:pt x="2239274" y="4411589"/>
                    <a:pt x="2256527" y="4382116"/>
                    <a:pt x="2277374" y="4355517"/>
                  </a:cubicBezTo>
                  <a:cubicBezTo>
                    <a:pt x="2301097" y="4313104"/>
                    <a:pt x="2327695" y="4273566"/>
                    <a:pt x="2360763" y="4237623"/>
                  </a:cubicBezTo>
                  <a:cubicBezTo>
                    <a:pt x="2360763" y="4237623"/>
                    <a:pt x="2360763" y="4237623"/>
                    <a:pt x="2360763" y="4237623"/>
                  </a:cubicBezTo>
                  <a:cubicBezTo>
                    <a:pt x="2329851" y="4251282"/>
                    <a:pt x="2297502" y="4261345"/>
                    <a:pt x="2265153" y="4262783"/>
                  </a:cubicBezTo>
                  <a:cubicBezTo>
                    <a:pt x="2202612" y="4264940"/>
                    <a:pt x="2160198" y="4228996"/>
                    <a:pt x="2131444" y="4175800"/>
                  </a:cubicBezTo>
                  <a:cubicBezTo>
                    <a:pt x="2122817" y="4159266"/>
                    <a:pt x="2132882" y="4144170"/>
                    <a:pt x="2145821" y="4139138"/>
                  </a:cubicBezTo>
                  <a:cubicBezTo>
                    <a:pt x="2144383" y="4136981"/>
                    <a:pt x="2141508" y="4134825"/>
                    <a:pt x="2139351" y="4131949"/>
                  </a:cubicBezTo>
                  <a:cubicBezTo>
                    <a:pt x="2137195" y="4129074"/>
                    <a:pt x="2132882" y="4127636"/>
                    <a:pt x="2129287" y="4126917"/>
                  </a:cubicBezTo>
                  <a:cubicBezTo>
                    <a:pt x="2127849" y="4118291"/>
                    <a:pt x="2127130" y="4109664"/>
                    <a:pt x="2125693" y="4101757"/>
                  </a:cubicBezTo>
                  <a:cubicBezTo>
                    <a:pt x="2119942" y="4025557"/>
                    <a:pt x="2114910" y="3948638"/>
                    <a:pt x="2109159" y="3872438"/>
                  </a:cubicBezTo>
                  <a:cubicBezTo>
                    <a:pt x="2104846" y="3812053"/>
                    <a:pt x="2100533" y="3752387"/>
                    <a:pt x="2096219" y="3692002"/>
                  </a:cubicBezTo>
                  <a:cubicBezTo>
                    <a:pt x="2112753" y="3670436"/>
                    <a:pt x="2126412" y="3645995"/>
                    <a:pt x="2140789" y="3622991"/>
                  </a:cubicBezTo>
                  <a:cubicBezTo>
                    <a:pt x="2158761" y="3594236"/>
                    <a:pt x="2177451" y="3565481"/>
                    <a:pt x="2193985" y="3536008"/>
                  </a:cubicBezTo>
                  <a:cubicBezTo>
                    <a:pt x="2200455" y="3525944"/>
                    <a:pt x="2206206" y="3516598"/>
                    <a:pt x="2211957" y="3505815"/>
                  </a:cubicBezTo>
                  <a:cubicBezTo>
                    <a:pt x="2213395" y="3503659"/>
                    <a:pt x="2213395" y="3500783"/>
                    <a:pt x="2213395" y="3498627"/>
                  </a:cubicBezTo>
                  <a:cubicBezTo>
                    <a:pt x="2214114" y="3497908"/>
                    <a:pt x="2214114" y="3496470"/>
                    <a:pt x="2214832" y="3495751"/>
                  </a:cubicBezTo>
                  <a:cubicBezTo>
                    <a:pt x="2214832" y="3495751"/>
                    <a:pt x="2214832" y="3495032"/>
                    <a:pt x="2215551" y="3495032"/>
                  </a:cubicBezTo>
                  <a:cubicBezTo>
                    <a:pt x="2188953" y="3500783"/>
                    <a:pt x="2160198" y="3499346"/>
                    <a:pt x="2136476" y="3483530"/>
                  </a:cubicBezTo>
                  <a:cubicBezTo>
                    <a:pt x="2127130" y="3477779"/>
                    <a:pt x="2119223" y="3470591"/>
                    <a:pt x="2112753" y="3463402"/>
                  </a:cubicBezTo>
                  <a:cubicBezTo>
                    <a:pt x="2084717" y="3441836"/>
                    <a:pt x="2067464" y="3409487"/>
                    <a:pt x="2066746" y="3366355"/>
                  </a:cubicBezTo>
                  <a:cubicBezTo>
                    <a:pt x="2066027" y="3347664"/>
                    <a:pt x="2082561" y="3339038"/>
                    <a:pt x="2096938" y="3341914"/>
                  </a:cubicBezTo>
                  <a:cubicBezTo>
                    <a:pt x="2098376" y="3340476"/>
                    <a:pt x="2099814" y="3339757"/>
                    <a:pt x="2101251" y="3338319"/>
                  </a:cubicBezTo>
                  <a:cubicBezTo>
                    <a:pt x="2105564" y="3333287"/>
                    <a:pt x="2106283" y="3326098"/>
                    <a:pt x="2101251" y="3321066"/>
                  </a:cubicBezTo>
                  <a:cubicBezTo>
                    <a:pt x="2093344" y="3312440"/>
                    <a:pt x="2081842" y="3308127"/>
                    <a:pt x="2070340" y="3305970"/>
                  </a:cubicBezTo>
                  <a:cubicBezTo>
                    <a:pt x="2066027" y="3239834"/>
                    <a:pt x="2060995" y="3173698"/>
                    <a:pt x="2056681" y="3107563"/>
                  </a:cubicBezTo>
                  <a:cubicBezTo>
                    <a:pt x="2073215" y="3117627"/>
                    <a:pt x="2091187" y="3125534"/>
                    <a:pt x="2109159" y="3125534"/>
                  </a:cubicBezTo>
                  <a:cubicBezTo>
                    <a:pt x="2117066" y="3125534"/>
                    <a:pt x="2122099" y="3116189"/>
                    <a:pt x="2118504" y="3109000"/>
                  </a:cubicBezTo>
                  <a:cubicBezTo>
                    <a:pt x="2104846" y="3085278"/>
                    <a:pt x="2078966" y="3071619"/>
                    <a:pt x="2058119" y="3055804"/>
                  </a:cubicBezTo>
                  <a:cubicBezTo>
                    <a:pt x="2056681" y="3054366"/>
                    <a:pt x="2055244" y="3053647"/>
                    <a:pt x="2053087" y="3052210"/>
                  </a:cubicBezTo>
                  <a:cubicBezTo>
                    <a:pt x="2050930" y="3021298"/>
                    <a:pt x="2048774" y="2991106"/>
                    <a:pt x="2046617" y="2960195"/>
                  </a:cubicBezTo>
                  <a:cubicBezTo>
                    <a:pt x="2047336" y="2960195"/>
                    <a:pt x="2048055" y="2960914"/>
                    <a:pt x="2048774" y="2960914"/>
                  </a:cubicBezTo>
                  <a:cubicBezTo>
                    <a:pt x="2058838" y="2965227"/>
                    <a:pt x="2065308" y="2952287"/>
                    <a:pt x="2061713" y="2943660"/>
                  </a:cubicBezTo>
                  <a:cubicBezTo>
                    <a:pt x="2061713" y="2943660"/>
                    <a:pt x="2061713" y="2942942"/>
                    <a:pt x="2060995" y="2942942"/>
                  </a:cubicBezTo>
                  <a:cubicBezTo>
                    <a:pt x="2041585" y="2944379"/>
                    <a:pt x="2019300" y="2929283"/>
                    <a:pt x="2025770" y="2904123"/>
                  </a:cubicBezTo>
                  <a:cubicBezTo>
                    <a:pt x="2035834" y="2865304"/>
                    <a:pt x="2053087" y="2831517"/>
                    <a:pt x="2075372" y="2799887"/>
                  </a:cubicBezTo>
                  <a:cubicBezTo>
                    <a:pt x="2090468" y="2772570"/>
                    <a:pt x="2111316" y="2747410"/>
                    <a:pt x="2119942" y="2735189"/>
                  </a:cubicBezTo>
                  <a:cubicBezTo>
                    <a:pt x="2151572" y="2691338"/>
                    <a:pt x="2185359" y="2648925"/>
                    <a:pt x="2219864" y="2606511"/>
                  </a:cubicBezTo>
                  <a:cubicBezTo>
                    <a:pt x="2159480" y="2602917"/>
                    <a:pt x="2098376" y="2600042"/>
                    <a:pt x="2037991" y="2599323"/>
                  </a:cubicBezTo>
                  <a:cubicBezTo>
                    <a:pt x="2032240" y="2590697"/>
                    <a:pt x="2027927" y="2582070"/>
                    <a:pt x="2021457" y="2574162"/>
                  </a:cubicBezTo>
                  <a:cubicBezTo>
                    <a:pt x="2018581" y="2533906"/>
                    <a:pt x="2016425" y="2492930"/>
                    <a:pt x="2013549" y="2452674"/>
                  </a:cubicBezTo>
                  <a:cubicBezTo>
                    <a:pt x="2025051" y="2460581"/>
                    <a:pt x="2037272" y="2468489"/>
                    <a:pt x="2049493" y="2474959"/>
                  </a:cubicBezTo>
                  <a:cubicBezTo>
                    <a:pt x="2055963" y="2478553"/>
                    <a:pt x="2065308" y="2470645"/>
                    <a:pt x="2060276" y="2464176"/>
                  </a:cubicBezTo>
                  <a:cubicBezTo>
                    <a:pt x="2045898" y="2444766"/>
                    <a:pt x="2029364" y="2427513"/>
                    <a:pt x="2011393" y="2410980"/>
                  </a:cubicBezTo>
                  <a:cubicBezTo>
                    <a:pt x="2009236" y="2380068"/>
                    <a:pt x="2007080" y="2349157"/>
                    <a:pt x="2005642" y="2318245"/>
                  </a:cubicBezTo>
                  <a:cubicBezTo>
                    <a:pt x="2002766" y="2275113"/>
                    <a:pt x="1999891" y="2231263"/>
                    <a:pt x="1997015" y="2188130"/>
                  </a:cubicBezTo>
                  <a:cubicBezTo>
                    <a:pt x="1997015" y="2186693"/>
                    <a:pt x="1997015" y="2185255"/>
                    <a:pt x="1997015" y="2183817"/>
                  </a:cubicBezTo>
                  <a:cubicBezTo>
                    <a:pt x="1995578" y="2160813"/>
                    <a:pt x="1994140" y="2137810"/>
                    <a:pt x="1991983" y="2114806"/>
                  </a:cubicBezTo>
                  <a:cubicBezTo>
                    <a:pt x="1997015" y="2111930"/>
                    <a:pt x="1999891" y="2105461"/>
                    <a:pt x="1995578" y="2099710"/>
                  </a:cubicBezTo>
                  <a:cubicBezTo>
                    <a:pt x="1994140" y="2097553"/>
                    <a:pt x="1991983" y="2095396"/>
                    <a:pt x="1990546" y="2093240"/>
                  </a:cubicBezTo>
                  <a:cubicBezTo>
                    <a:pt x="1990546" y="2092521"/>
                    <a:pt x="1990546" y="2091083"/>
                    <a:pt x="1990546" y="2090364"/>
                  </a:cubicBezTo>
                  <a:cubicBezTo>
                    <a:pt x="1991983" y="2091083"/>
                    <a:pt x="1993421" y="2091083"/>
                    <a:pt x="1995578" y="2091802"/>
                  </a:cubicBezTo>
                  <a:cubicBezTo>
                    <a:pt x="2004204" y="2093959"/>
                    <a:pt x="2011393" y="2083176"/>
                    <a:pt x="2004204" y="2075987"/>
                  </a:cubicBezTo>
                  <a:cubicBezTo>
                    <a:pt x="1999891" y="2071674"/>
                    <a:pt x="1994859" y="2067360"/>
                    <a:pt x="1990546" y="2063766"/>
                  </a:cubicBezTo>
                  <a:cubicBezTo>
                    <a:pt x="2006361" y="2046513"/>
                    <a:pt x="2017863" y="2024947"/>
                    <a:pt x="2027927" y="2001225"/>
                  </a:cubicBezTo>
                  <a:cubicBezTo>
                    <a:pt x="2028646" y="2000506"/>
                    <a:pt x="2028646" y="1999787"/>
                    <a:pt x="2029364" y="1999787"/>
                  </a:cubicBezTo>
                  <a:cubicBezTo>
                    <a:pt x="2030802" y="1996912"/>
                    <a:pt x="2032959" y="1994755"/>
                    <a:pt x="2034397" y="1991879"/>
                  </a:cubicBezTo>
                  <a:cubicBezTo>
                    <a:pt x="2037272" y="1991879"/>
                    <a:pt x="2039429" y="1991160"/>
                    <a:pt x="2041585" y="1989004"/>
                  </a:cubicBezTo>
                  <a:cubicBezTo>
                    <a:pt x="2046617" y="1983253"/>
                    <a:pt x="2051649" y="1976783"/>
                    <a:pt x="2055244" y="1970313"/>
                  </a:cubicBezTo>
                  <a:cubicBezTo>
                    <a:pt x="2060276" y="1966000"/>
                    <a:pt x="2065308" y="1961687"/>
                    <a:pt x="2069621" y="1957374"/>
                  </a:cubicBezTo>
                  <a:cubicBezTo>
                    <a:pt x="2073934" y="1953061"/>
                    <a:pt x="2076091" y="1948747"/>
                    <a:pt x="2076091" y="1944434"/>
                  </a:cubicBezTo>
                  <a:cubicBezTo>
                    <a:pt x="2081123" y="1941559"/>
                    <a:pt x="2086874" y="1939402"/>
                    <a:pt x="2091906" y="1936527"/>
                  </a:cubicBezTo>
                  <a:cubicBezTo>
                    <a:pt x="2108440" y="1926462"/>
                    <a:pt x="2104846" y="1900583"/>
                    <a:pt x="2088312" y="1894832"/>
                  </a:cubicBezTo>
                  <a:cubicBezTo>
                    <a:pt x="2089749" y="1891238"/>
                    <a:pt x="2091187" y="1886925"/>
                    <a:pt x="2092625" y="1883330"/>
                  </a:cubicBezTo>
                  <a:cubicBezTo>
                    <a:pt x="2096938" y="1872547"/>
                    <a:pt x="2088312" y="1865359"/>
                    <a:pt x="2078966" y="1863921"/>
                  </a:cubicBezTo>
                  <a:cubicBezTo>
                    <a:pt x="2078966" y="1863202"/>
                    <a:pt x="2078966" y="1862483"/>
                    <a:pt x="2078966" y="1861764"/>
                  </a:cubicBezTo>
                  <a:cubicBezTo>
                    <a:pt x="2078247" y="1853857"/>
                    <a:pt x="2069621" y="1845949"/>
                    <a:pt x="2062432" y="1851700"/>
                  </a:cubicBezTo>
                  <a:cubicBezTo>
                    <a:pt x="2055244" y="1857451"/>
                    <a:pt x="2048774" y="1863921"/>
                    <a:pt x="2042304" y="1870391"/>
                  </a:cubicBezTo>
                  <a:cubicBezTo>
                    <a:pt x="2030083" y="1868953"/>
                    <a:pt x="2015706" y="1875423"/>
                    <a:pt x="2010674" y="1889081"/>
                  </a:cubicBezTo>
                  <a:cubicBezTo>
                    <a:pt x="2009236" y="1892676"/>
                    <a:pt x="2007798" y="1896270"/>
                    <a:pt x="2006361" y="1899864"/>
                  </a:cubicBezTo>
                  <a:cubicBezTo>
                    <a:pt x="1997734" y="1904178"/>
                    <a:pt x="1988389" y="1907772"/>
                    <a:pt x="1978325" y="1910647"/>
                  </a:cubicBezTo>
                  <a:cubicBezTo>
                    <a:pt x="1977606" y="1895551"/>
                    <a:pt x="1976168" y="1881174"/>
                    <a:pt x="1975449" y="1866077"/>
                  </a:cubicBezTo>
                  <a:cubicBezTo>
                    <a:pt x="1983357" y="1866077"/>
                    <a:pt x="1991264" y="1866077"/>
                    <a:pt x="1999172" y="1865359"/>
                  </a:cubicBezTo>
                  <a:cubicBezTo>
                    <a:pt x="2005642" y="1865359"/>
                    <a:pt x="2005642" y="1854576"/>
                    <a:pt x="1999172" y="1854576"/>
                  </a:cubicBezTo>
                  <a:cubicBezTo>
                    <a:pt x="1991264" y="1854576"/>
                    <a:pt x="1982638" y="1854576"/>
                    <a:pt x="1974731" y="1853857"/>
                  </a:cubicBezTo>
                  <a:cubicBezTo>
                    <a:pt x="1968979" y="1775500"/>
                    <a:pt x="1963229" y="1697862"/>
                    <a:pt x="1958196" y="1619506"/>
                  </a:cubicBezTo>
                  <a:cubicBezTo>
                    <a:pt x="1956759" y="1601534"/>
                    <a:pt x="1955321" y="1583562"/>
                    <a:pt x="1954602" y="1565591"/>
                  </a:cubicBezTo>
                  <a:cubicBezTo>
                    <a:pt x="1960353" y="1567028"/>
                    <a:pt x="1966104" y="1567028"/>
                    <a:pt x="1971136" y="1567028"/>
                  </a:cubicBezTo>
                  <a:cubicBezTo>
                    <a:pt x="1982638" y="1566310"/>
                    <a:pt x="1987670" y="1555527"/>
                    <a:pt x="1983357" y="1544744"/>
                  </a:cubicBezTo>
                  <a:cubicBezTo>
                    <a:pt x="1976887" y="1529647"/>
                    <a:pt x="1964666" y="1518145"/>
                    <a:pt x="1950289" y="1508081"/>
                  </a:cubicBezTo>
                  <a:cubicBezTo>
                    <a:pt x="1948132" y="1482202"/>
                    <a:pt x="1946695" y="1457042"/>
                    <a:pt x="1944538" y="1431162"/>
                  </a:cubicBezTo>
                  <a:cubicBezTo>
                    <a:pt x="1953883" y="1434757"/>
                    <a:pt x="1964666" y="1433319"/>
                    <a:pt x="1974731" y="1423974"/>
                  </a:cubicBezTo>
                  <a:cubicBezTo>
                    <a:pt x="1975449" y="1423255"/>
                    <a:pt x="1976168" y="1422536"/>
                    <a:pt x="1977606" y="1421098"/>
                  </a:cubicBezTo>
                  <a:cubicBezTo>
                    <a:pt x="1979044" y="1420379"/>
                    <a:pt x="1979762" y="1419661"/>
                    <a:pt x="1981200" y="1418223"/>
                  </a:cubicBezTo>
                  <a:cubicBezTo>
                    <a:pt x="2022895" y="1381561"/>
                    <a:pt x="2055244" y="1336991"/>
                    <a:pt x="2077529" y="1285232"/>
                  </a:cubicBezTo>
                  <a:cubicBezTo>
                    <a:pt x="2082561" y="1274449"/>
                    <a:pt x="2078966" y="1261510"/>
                    <a:pt x="2072496" y="1252883"/>
                  </a:cubicBezTo>
                  <a:lnTo>
                    <a:pt x="2072496" y="1252883"/>
                  </a:lnTo>
                  <a:cubicBezTo>
                    <a:pt x="2064589" y="1257196"/>
                    <a:pt x="2054525" y="1256478"/>
                    <a:pt x="2045898" y="1252883"/>
                  </a:cubicBezTo>
                  <a:cubicBezTo>
                    <a:pt x="2039429" y="1250008"/>
                    <a:pt x="2033678" y="1248570"/>
                    <a:pt x="2027208" y="1246413"/>
                  </a:cubicBezTo>
                  <a:cubicBezTo>
                    <a:pt x="1996297" y="1253602"/>
                    <a:pt x="1963948" y="1241381"/>
                    <a:pt x="1935911" y="1228442"/>
                  </a:cubicBezTo>
                  <a:cubicBezTo>
                    <a:pt x="1925128" y="1223410"/>
                    <a:pt x="1922253" y="1209751"/>
                    <a:pt x="1923691" y="1198968"/>
                  </a:cubicBezTo>
                  <a:cubicBezTo>
                    <a:pt x="1925847" y="1186747"/>
                    <a:pt x="1934474" y="1177402"/>
                    <a:pt x="1940944" y="1166619"/>
                  </a:cubicBezTo>
                  <a:cubicBezTo>
                    <a:pt x="1941663" y="1133551"/>
                    <a:pt x="1942381" y="1100483"/>
                    <a:pt x="1943100" y="1067415"/>
                  </a:cubicBezTo>
                  <a:cubicBezTo>
                    <a:pt x="1943819" y="1053038"/>
                    <a:pt x="1944538" y="1038661"/>
                    <a:pt x="1945257" y="1024283"/>
                  </a:cubicBezTo>
                  <a:cubicBezTo>
                    <a:pt x="2001329" y="1030753"/>
                    <a:pt x="2066746" y="981870"/>
                    <a:pt x="2102689" y="946645"/>
                  </a:cubicBezTo>
                  <a:cubicBezTo>
                    <a:pt x="2117785" y="932268"/>
                    <a:pt x="2098376" y="906389"/>
                    <a:pt x="2081123" y="917172"/>
                  </a:cubicBezTo>
                  <a:cubicBezTo>
                    <a:pt x="2052368" y="935862"/>
                    <a:pt x="2022176" y="949521"/>
                    <a:pt x="1989827" y="959585"/>
                  </a:cubicBezTo>
                  <a:cubicBezTo>
                    <a:pt x="1997734" y="952396"/>
                    <a:pt x="2005642" y="945208"/>
                    <a:pt x="2014268" y="939457"/>
                  </a:cubicBezTo>
                  <a:cubicBezTo>
                    <a:pt x="2039429" y="921485"/>
                    <a:pt x="2068183" y="909983"/>
                    <a:pt x="2095500" y="896325"/>
                  </a:cubicBezTo>
                  <a:cubicBezTo>
                    <a:pt x="2096219" y="896325"/>
                    <a:pt x="2096219" y="895606"/>
                    <a:pt x="2096938" y="895606"/>
                  </a:cubicBezTo>
                  <a:cubicBezTo>
                    <a:pt x="2025770" y="892011"/>
                    <a:pt x="1928004" y="851755"/>
                    <a:pt x="1933036" y="787057"/>
                  </a:cubicBezTo>
                  <a:cubicBezTo>
                    <a:pt x="1932317" y="787057"/>
                    <a:pt x="1931598" y="787057"/>
                    <a:pt x="1930880" y="787057"/>
                  </a:cubicBezTo>
                  <a:cubicBezTo>
                    <a:pt x="1928004" y="783462"/>
                    <a:pt x="1925847" y="780587"/>
                    <a:pt x="1922972" y="777711"/>
                  </a:cubicBezTo>
                  <a:cubicBezTo>
                    <a:pt x="1923691" y="776993"/>
                    <a:pt x="1924410" y="776274"/>
                    <a:pt x="1924410" y="775555"/>
                  </a:cubicBezTo>
                  <a:cubicBezTo>
                    <a:pt x="1925847" y="772679"/>
                    <a:pt x="1926566" y="769804"/>
                    <a:pt x="1927285" y="766928"/>
                  </a:cubicBezTo>
                  <a:cubicBezTo>
                    <a:pt x="1926566" y="762615"/>
                    <a:pt x="1925847" y="758302"/>
                    <a:pt x="1925128" y="753270"/>
                  </a:cubicBezTo>
                  <a:cubicBezTo>
                    <a:pt x="1922253" y="747519"/>
                    <a:pt x="1917221" y="742487"/>
                    <a:pt x="1910751" y="740330"/>
                  </a:cubicBezTo>
                  <a:cubicBezTo>
                    <a:pt x="1894936" y="736017"/>
                    <a:pt x="1875527" y="741049"/>
                    <a:pt x="1857555" y="746800"/>
                  </a:cubicBezTo>
                  <a:cubicBezTo>
                    <a:pt x="1856836" y="746081"/>
                    <a:pt x="1856117" y="746081"/>
                    <a:pt x="1854680" y="745362"/>
                  </a:cubicBezTo>
                  <a:cubicBezTo>
                    <a:pt x="1843178" y="741768"/>
                    <a:pt x="1830957" y="740330"/>
                    <a:pt x="1819455" y="739611"/>
                  </a:cubicBezTo>
                  <a:cubicBezTo>
                    <a:pt x="1780636" y="650472"/>
                    <a:pt x="1743255" y="561332"/>
                    <a:pt x="1708749" y="470036"/>
                  </a:cubicBezTo>
                  <a:cubicBezTo>
                    <a:pt x="1665617" y="357893"/>
                    <a:pt x="1627517" y="244311"/>
                    <a:pt x="1591574" y="130011"/>
                  </a:cubicBezTo>
                  <a:lnTo>
                    <a:pt x="1591574" y="111321"/>
                  </a:lnTo>
                  <a:cubicBezTo>
                    <a:pt x="1590136" y="101976"/>
                    <a:pt x="1587979" y="93349"/>
                    <a:pt x="1585823" y="84723"/>
                  </a:cubicBezTo>
                  <a:cubicBezTo>
                    <a:pt x="1585104" y="73940"/>
                    <a:pt x="1584385" y="62438"/>
                    <a:pt x="1584385" y="51655"/>
                  </a:cubicBezTo>
                  <a:cubicBezTo>
                    <a:pt x="1584385" y="50217"/>
                    <a:pt x="1582229" y="50217"/>
                    <a:pt x="1582229" y="51655"/>
                  </a:cubicBezTo>
                  <a:cubicBezTo>
                    <a:pt x="1582229" y="58125"/>
                    <a:pt x="1582947" y="64594"/>
                    <a:pt x="1582947" y="71064"/>
                  </a:cubicBezTo>
                  <a:cubicBezTo>
                    <a:pt x="1582229" y="66751"/>
                    <a:pt x="1580791" y="62438"/>
                    <a:pt x="1580072" y="58843"/>
                  </a:cubicBezTo>
                  <a:cubicBezTo>
                    <a:pt x="1575759" y="40153"/>
                    <a:pt x="1588698" y="27932"/>
                    <a:pt x="1603076" y="27213"/>
                  </a:cubicBezTo>
                  <a:cubicBezTo>
                    <a:pt x="1603076" y="24338"/>
                    <a:pt x="1603076" y="21462"/>
                    <a:pt x="1603076" y="17868"/>
                  </a:cubicBezTo>
                  <a:cubicBezTo>
                    <a:pt x="1587979" y="8523"/>
                    <a:pt x="1561381" y="18587"/>
                    <a:pt x="1561381" y="41591"/>
                  </a:cubicBezTo>
                  <a:cubicBezTo>
                    <a:pt x="1561381" y="53093"/>
                    <a:pt x="1561381" y="63876"/>
                    <a:pt x="1561381" y="75377"/>
                  </a:cubicBezTo>
                  <a:cubicBezTo>
                    <a:pt x="1560663" y="214838"/>
                    <a:pt x="1555630" y="355017"/>
                    <a:pt x="1550598" y="494477"/>
                  </a:cubicBezTo>
                  <a:cubicBezTo>
                    <a:pt x="1539096" y="516762"/>
                    <a:pt x="1533346" y="540485"/>
                    <a:pt x="1532627" y="564927"/>
                  </a:cubicBezTo>
                  <a:cubicBezTo>
                    <a:pt x="1531908" y="565645"/>
                    <a:pt x="1531908" y="565645"/>
                    <a:pt x="1531189" y="566364"/>
                  </a:cubicBezTo>
                  <a:cubicBezTo>
                    <a:pt x="1501715" y="597994"/>
                    <a:pt x="1485181" y="645440"/>
                    <a:pt x="1459302" y="681383"/>
                  </a:cubicBezTo>
                  <a:cubicBezTo>
                    <a:pt x="1452113" y="691447"/>
                    <a:pt x="1444925" y="700793"/>
                    <a:pt x="1437017" y="709419"/>
                  </a:cubicBezTo>
                  <a:cubicBezTo>
                    <a:pt x="1454270" y="637532"/>
                    <a:pt x="1470085" y="564927"/>
                    <a:pt x="1485181" y="492321"/>
                  </a:cubicBezTo>
                  <a:cubicBezTo>
                    <a:pt x="1511779" y="367238"/>
                    <a:pt x="1536940" y="241436"/>
                    <a:pt x="1554193" y="114196"/>
                  </a:cubicBezTo>
                  <a:cubicBezTo>
                    <a:pt x="1554193" y="112759"/>
                    <a:pt x="1552036" y="112759"/>
                    <a:pt x="1552036" y="114196"/>
                  </a:cubicBezTo>
                  <a:cubicBezTo>
                    <a:pt x="1528313" y="239998"/>
                    <a:pt x="1506747" y="365800"/>
                    <a:pt x="1480868" y="490883"/>
                  </a:cubicBezTo>
                  <a:cubicBezTo>
                    <a:pt x="1465053" y="567083"/>
                    <a:pt x="1446362" y="643283"/>
                    <a:pt x="1428391" y="719483"/>
                  </a:cubicBezTo>
                  <a:cubicBezTo>
                    <a:pt x="1421921" y="727391"/>
                    <a:pt x="1414732" y="734579"/>
                    <a:pt x="1407544" y="741768"/>
                  </a:cubicBezTo>
                  <a:cubicBezTo>
                    <a:pt x="1402512" y="743925"/>
                    <a:pt x="1398198" y="745362"/>
                    <a:pt x="1393166" y="746800"/>
                  </a:cubicBezTo>
                  <a:cubicBezTo>
                    <a:pt x="1369444" y="753989"/>
                    <a:pt x="1345721" y="757583"/>
                    <a:pt x="1321998" y="758302"/>
                  </a:cubicBezTo>
                  <a:cubicBezTo>
                    <a:pt x="1302589" y="754708"/>
                    <a:pt x="1283898" y="747519"/>
                    <a:pt x="1265927" y="738893"/>
                  </a:cubicBezTo>
                  <a:cubicBezTo>
                    <a:pt x="1277428" y="720202"/>
                    <a:pt x="1288930" y="702230"/>
                    <a:pt x="1300432" y="683540"/>
                  </a:cubicBezTo>
                  <a:cubicBezTo>
                    <a:pt x="1343564" y="613091"/>
                    <a:pt x="1382383" y="539766"/>
                    <a:pt x="1416889" y="465004"/>
                  </a:cubicBezTo>
                  <a:cubicBezTo>
                    <a:pt x="1468647" y="352860"/>
                    <a:pt x="1511779" y="234966"/>
                    <a:pt x="1542691" y="114196"/>
                  </a:cubicBezTo>
                  <a:lnTo>
                    <a:pt x="1544847" y="112040"/>
                  </a:lnTo>
                  <a:cubicBezTo>
                    <a:pt x="1544847" y="112040"/>
                    <a:pt x="1544847" y="112040"/>
                    <a:pt x="1544847" y="112040"/>
                  </a:cubicBezTo>
                  <a:lnTo>
                    <a:pt x="1542691" y="114196"/>
                  </a:lnTo>
                  <a:cubicBezTo>
                    <a:pt x="1552036" y="76815"/>
                    <a:pt x="1560663" y="38715"/>
                    <a:pt x="1567132" y="1334"/>
                  </a:cubicBezTo>
                  <a:cubicBezTo>
                    <a:pt x="1567132" y="615"/>
                    <a:pt x="1565695" y="-823"/>
                    <a:pt x="1564976" y="615"/>
                  </a:cubicBezTo>
                  <a:cubicBezTo>
                    <a:pt x="1553474" y="25057"/>
                    <a:pt x="1541253" y="49498"/>
                    <a:pt x="1529032" y="73940"/>
                  </a:cubicBezTo>
                  <a:cubicBezTo>
                    <a:pt x="1529032" y="74659"/>
                    <a:pt x="1529751" y="74659"/>
                    <a:pt x="1529751" y="73940"/>
                  </a:cubicBezTo>
                  <a:cubicBezTo>
                    <a:pt x="1540534" y="52374"/>
                    <a:pt x="1551317" y="30089"/>
                    <a:pt x="1562819" y="8523"/>
                  </a:cubicBezTo>
                  <a:cubicBezTo>
                    <a:pt x="1562819" y="9242"/>
                    <a:pt x="1559225" y="23619"/>
                    <a:pt x="1558506" y="27932"/>
                  </a:cubicBezTo>
                  <a:cubicBezTo>
                    <a:pt x="1555630" y="39434"/>
                    <a:pt x="1553474" y="50936"/>
                    <a:pt x="1550598" y="62438"/>
                  </a:cubicBezTo>
                  <a:cubicBezTo>
                    <a:pt x="1546285" y="81847"/>
                    <a:pt x="1541253" y="101257"/>
                    <a:pt x="1536221" y="120666"/>
                  </a:cubicBezTo>
                  <a:lnTo>
                    <a:pt x="1532627" y="124260"/>
                  </a:lnTo>
                  <a:cubicBezTo>
                    <a:pt x="1532627" y="124260"/>
                    <a:pt x="1532627" y="124260"/>
                    <a:pt x="1532627" y="124260"/>
                  </a:cubicBezTo>
                  <a:lnTo>
                    <a:pt x="1536221" y="120666"/>
                  </a:lnTo>
                  <a:cubicBezTo>
                    <a:pt x="1530470" y="142232"/>
                    <a:pt x="1524000" y="163798"/>
                    <a:pt x="1518249" y="185364"/>
                  </a:cubicBezTo>
                  <a:cubicBezTo>
                    <a:pt x="1493089" y="268753"/>
                    <a:pt x="1462896" y="350704"/>
                    <a:pt x="1427672" y="429779"/>
                  </a:cubicBezTo>
                  <a:cubicBezTo>
                    <a:pt x="1393166" y="507417"/>
                    <a:pt x="1354347" y="582898"/>
                    <a:pt x="1311215" y="656223"/>
                  </a:cubicBezTo>
                  <a:cubicBezTo>
                    <a:pt x="1295400" y="683540"/>
                    <a:pt x="1278147" y="710138"/>
                    <a:pt x="1260894" y="736017"/>
                  </a:cubicBezTo>
                  <a:cubicBezTo>
                    <a:pt x="1257300" y="734579"/>
                    <a:pt x="1254425" y="733142"/>
                    <a:pt x="1250830" y="731704"/>
                  </a:cubicBezTo>
                  <a:cubicBezTo>
                    <a:pt x="1247955" y="730266"/>
                    <a:pt x="1245079" y="730985"/>
                    <a:pt x="1242923" y="732423"/>
                  </a:cubicBezTo>
                  <a:cubicBezTo>
                    <a:pt x="1235015" y="724515"/>
                    <a:pt x="1220638" y="725234"/>
                    <a:pt x="1216325" y="739611"/>
                  </a:cubicBezTo>
                  <a:cubicBezTo>
                    <a:pt x="1213449" y="748238"/>
                    <a:pt x="1211293" y="758302"/>
                    <a:pt x="1208417" y="769085"/>
                  </a:cubicBezTo>
                  <a:cubicBezTo>
                    <a:pt x="1203385" y="775555"/>
                    <a:pt x="1198353" y="783462"/>
                    <a:pt x="1194759" y="790651"/>
                  </a:cubicBezTo>
                  <a:cubicBezTo>
                    <a:pt x="1186132" y="805747"/>
                    <a:pt x="1178225" y="827313"/>
                    <a:pt x="1179662" y="846004"/>
                  </a:cubicBezTo>
                  <a:cubicBezTo>
                    <a:pt x="1178944" y="846723"/>
                    <a:pt x="1178944" y="847442"/>
                    <a:pt x="1178944" y="848161"/>
                  </a:cubicBezTo>
                  <a:cubicBezTo>
                    <a:pt x="1176068" y="846723"/>
                    <a:pt x="1173193" y="846004"/>
                    <a:pt x="1169598" y="847442"/>
                  </a:cubicBezTo>
                  <a:cubicBezTo>
                    <a:pt x="1147313" y="853911"/>
                    <a:pt x="1127904" y="873321"/>
                    <a:pt x="1108494" y="885542"/>
                  </a:cubicBezTo>
                  <a:cubicBezTo>
                    <a:pt x="1084053" y="901357"/>
                    <a:pt x="1056017" y="906389"/>
                    <a:pt x="1029419" y="918610"/>
                  </a:cubicBezTo>
                  <a:cubicBezTo>
                    <a:pt x="1013604" y="925798"/>
                    <a:pt x="1021512" y="946645"/>
                    <a:pt x="1035170" y="950959"/>
                  </a:cubicBezTo>
                  <a:cubicBezTo>
                    <a:pt x="1035889" y="955991"/>
                    <a:pt x="1038764" y="960304"/>
                    <a:pt x="1045234" y="962460"/>
                  </a:cubicBezTo>
                  <a:cubicBezTo>
                    <a:pt x="1059611" y="967493"/>
                    <a:pt x="1073989" y="969649"/>
                    <a:pt x="1088366" y="970368"/>
                  </a:cubicBezTo>
                  <a:cubicBezTo>
                    <a:pt x="1086210" y="972525"/>
                    <a:pt x="1084053" y="974681"/>
                    <a:pt x="1081896" y="976838"/>
                  </a:cubicBezTo>
                  <a:cubicBezTo>
                    <a:pt x="1090523" y="991215"/>
                    <a:pt x="1102744" y="1004155"/>
                    <a:pt x="1117121" y="1014219"/>
                  </a:cubicBezTo>
                  <a:cubicBezTo>
                    <a:pt x="1133655" y="1026440"/>
                    <a:pt x="1166723" y="1040098"/>
                    <a:pt x="1189727" y="1032910"/>
                  </a:cubicBezTo>
                  <a:cubicBezTo>
                    <a:pt x="1189008" y="1058789"/>
                    <a:pt x="1188289" y="1085387"/>
                    <a:pt x="1187570" y="1111266"/>
                  </a:cubicBezTo>
                  <a:cubicBezTo>
                    <a:pt x="1192602" y="1116298"/>
                    <a:pt x="1196196" y="1123487"/>
                    <a:pt x="1196915" y="1132113"/>
                  </a:cubicBezTo>
                  <a:cubicBezTo>
                    <a:pt x="1198353" y="1145772"/>
                    <a:pt x="1198353" y="1159430"/>
                    <a:pt x="1196915" y="1173089"/>
                  </a:cubicBezTo>
                  <a:cubicBezTo>
                    <a:pt x="1198353" y="1183872"/>
                    <a:pt x="1198353" y="1194655"/>
                    <a:pt x="1197634" y="1204719"/>
                  </a:cubicBezTo>
                  <a:cubicBezTo>
                    <a:pt x="1194759" y="1206157"/>
                    <a:pt x="1192602" y="1206876"/>
                    <a:pt x="1189727" y="1208313"/>
                  </a:cubicBezTo>
                  <a:cubicBezTo>
                    <a:pt x="1186851" y="1217659"/>
                    <a:pt x="1182538" y="1226285"/>
                    <a:pt x="1177506" y="1234912"/>
                  </a:cubicBezTo>
                  <a:cubicBezTo>
                    <a:pt x="1176787" y="1237068"/>
                    <a:pt x="1176068" y="1239944"/>
                    <a:pt x="1175349" y="1242100"/>
                  </a:cubicBezTo>
                  <a:cubicBezTo>
                    <a:pt x="1176787" y="1242819"/>
                    <a:pt x="1178944" y="1242819"/>
                    <a:pt x="1180381" y="1242100"/>
                  </a:cubicBezTo>
                  <a:cubicBezTo>
                    <a:pt x="1183257" y="1241381"/>
                    <a:pt x="1186132" y="1240662"/>
                    <a:pt x="1189008" y="1239944"/>
                  </a:cubicBezTo>
                  <a:cubicBezTo>
                    <a:pt x="1187570" y="1243538"/>
                    <a:pt x="1186851" y="1247132"/>
                    <a:pt x="1184695" y="1250727"/>
                  </a:cubicBezTo>
                  <a:cubicBezTo>
                    <a:pt x="1182538" y="1251445"/>
                    <a:pt x="1180381" y="1251445"/>
                    <a:pt x="1178944" y="1252164"/>
                  </a:cubicBezTo>
                  <a:cubicBezTo>
                    <a:pt x="1178225" y="1252164"/>
                    <a:pt x="1178225" y="1252164"/>
                    <a:pt x="1177506" y="1252164"/>
                  </a:cubicBezTo>
                  <a:cubicBezTo>
                    <a:pt x="1177506" y="1252164"/>
                    <a:pt x="1177506" y="1251445"/>
                    <a:pt x="1177506" y="1251445"/>
                  </a:cubicBezTo>
                  <a:cubicBezTo>
                    <a:pt x="1178944" y="1250008"/>
                    <a:pt x="1178944" y="1247132"/>
                    <a:pt x="1176787" y="1244976"/>
                  </a:cubicBezTo>
                  <a:cubicBezTo>
                    <a:pt x="1176068" y="1244257"/>
                    <a:pt x="1175349" y="1243538"/>
                    <a:pt x="1174630" y="1242100"/>
                  </a:cubicBezTo>
                  <a:cubicBezTo>
                    <a:pt x="1173912" y="1244257"/>
                    <a:pt x="1172474" y="1246413"/>
                    <a:pt x="1171036" y="1248570"/>
                  </a:cubicBezTo>
                  <a:cubicBezTo>
                    <a:pt x="1170317" y="1249289"/>
                    <a:pt x="1169598" y="1250008"/>
                    <a:pt x="1168879" y="1250727"/>
                  </a:cubicBezTo>
                  <a:lnTo>
                    <a:pt x="1168879" y="1250727"/>
                  </a:lnTo>
                  <a:cubicBezTo>
                    <a:pt x="1168879" y="1250727"/>
                    <a:pt x="1168879" y="1250727"/>
                    <a:pt x="1168879" y="1250727"/>
                  </a:cubicBezTo>
                  <a:cubicBezTo>
                    <a:pt x="1162410" y="1258634"/>
                    <a:pt x="1155221" y="1265823"/>
                    <a:pt x="1147313" y="1271574"/>
                  </a:cubicBezTo>
                  <a:cubicBezTo>
                    <a:pt x="1145157" y="1270136"/>
                    <a:pt x="1143000" y="1269417"/>
                    <a:pt x="1140844" y="1268698"/>
                  </a:cubicBezTo>
                  <a:cubicBezTo>
                    <a:pt x="1122872" y="1266542"/>
                    <a:pt x="1103462" y="1274449"/>
                    <a:pt x="1084772" y="1274449"/>
                  </a:cubicBezTo>
                  <a:cubicBezTo>
                    <a:pt x="1062487" y="1274449"/>
                    <a:pt x="1040202" y="1262947"/>
                    <a:pt x="1023668" y="1249289"/>
                  </a:cubicBezTo>
                  <a:cubicBezTo>
                    <a:pt x="1017198" y="1243538"/>
                    <a:pt x="1007134" y="1250727"/>
                    <a:pt x="1011447" y="1258634"/>
                  </a:cubicBezTo>
                  <a:cubicBezTo>
                    <a:pt x="1025106" y="1283794"/>
                    <a:pt x="1046672" y="1298172"/>
                    <a:pt x="1073989" y="1305360"/>
                  </a:cubicBezTo>
                  <a:cubicBezTo>
                    <a:pt x="1073989" y="1305360"/>
                    <a:pt x="1074708" y="1305360"/>
                    <a:pt x="1074708" y="1305360"/>
                  </a:cubicBezTo>
                  <a:cubicBezTo>
                    <a:pt x="1070394" y="1306798"/>
                    <a:pt x="1065362" y="1308236"/>
                    <a:pt x="1061049" y="1309674"/>
                  </a:cubicBezTo>
                  <a:cubicBezTo>
                    <a:pt x="1061049" y="1309674"/>
                    <a:pt x="1061049" y="1309674"/>
                    <a:pt x="1061049" y="1309674"/>
                  </a:cubicBezTo>
                  <a:cubicBezTo>
                    <a:pt x="1056017" y="1306079"/>
                    <a:pt x="1051704" y="1303204"/>
                    <a:pt x="1046672" y="1299610"/>
                  </a:cubicBezTo>
                  <a:cubicBezTo>
                    <a:pt x="1040202" y="1295296"/>
                    <a:pt x="1032295" y="1292421"/>
                    <a:pt x="1027262" y="1289545"/>
                  </a:cubicBezTo>
                  <a:cubicBezTo>
                    <a:pt x="1012166" y="1280919"/>
                    <a:pt x="991319" y="1298891"/>
                    <a:pt x="1002102" y="1314706"/>
                  </a:cubicBezTo>
                  <a:cubicBezTo>
                    <a:pt x="1007853" y="1322613"/>
                    <a:pt x="1015042" y="1329802"/>
                    <a:pt x="1022949" y="1334834"/>
                  </a:cubicBezTo>
                  <a:cubicBezTo>
                    <a:pt x="1029419" y="1339147"/>
                    <a:pt x="1036608" y="1343460"/>
                    <a:pt x="1043078" y="1348493"/>
                  </a:cubicBezTo>
                  <a:cubicBezTo>
                    <a:pt x="1046672" y="1350649"/>
                    <a:pt x="1049547" y="1352806"/>
                    <a:pt x="1053142" y="1354962"/>
                  </a:cubicBezTo>
                  <a:cubicBezTo>
                    <a:pt x="1066800" y="1388749"/>
                    <a:pt x="1085491" y="1422536"/>
                    <a:pt x="1111370" y="1445540"/>
                  </a:cubicBezTo>
                  <a:cubicBezTo>
                    <a:pt x="1110651" y="1447696"/>
                    <a:pt x="1110651" y="1449853"/>
                    <a:pt x="1112089" y="1451291"/>
                  </a:cubicBezTo>
                  <a:cubicBezTo>
                    <a:pt x="1104900" y="1454885"/>
                    <a:pt x="1107776" y="1469262"/>
                    <a:pt x="1116402" y="1467825"/>
                  </a:cubicBezTo>
                  <a:cubicBezTo>
                    <a:pt x="1118559" y="1467825"/>
                    <a:pt x="1120715" y="1467106"/>
                    <a:pt x="1122872" y="1467106"/>
                  </a:cubicBezTo>
                  <a:cubicBezTo>
                    <a:pt x="1123591" y="1467825"/>
                    <a:pt x="1124310" y="1468544"/>
                    <a:pt x="1125747" y="1469262"/>
                  </a:cubicBezTo>
                  <a:cubicBezTo>
                    <a:pt x="1131498" y="1470700"/>
                    <a:pt x="1137249" y="1472138"/>
                    <a:pt x="1142281" y="1473576"/>
                  </a:cubicBezTo>
                  <a:cubicBezTo>
                    <a:pt x="1149470" y="1485077"/>
                    <a:pt x="1155940" y="1495860"/>
                    <a:pt x="1163129" y="1507362"/>
                  </a:cubicBezTo>
                  <a:cubicBezTo>
                    <a:pt x="1166004" y="1512394"/>
                    <a:pt x="1170317" y="1515989"/>
                    <a:pt x="1173912" y="1517427"/>
                  </a:cubicBezTo>
                  <a:cubicBezTo>
                    <a:pt x="1171755" y="1603691"/>
                    <a:pt x="1168879" y="1689236"/>
                    <a:pt x="1166004" y="1774781"/>
                  </a:cubicBezTo>
                  <a:cubicBezTo>
                    <a:pt x="1163847" y="1777657"/>
                    <a:pt x="1163129" y="1781251"/>
                    <a:pt x="1164566" y="1784127"/>
                  </a:cubicBezTo>
                  <a:cubicBezTo>
                    <a:pt x="1160253" y="1784845"/>
                    <a:pt x="1155221" y="1787002"/>
                    <a:pt x="1151627" y="1791315"/>
                  </a:cubicBezTo>
                  <a:cubicBezTo>
                    <a:pt x="1150189" y="1792753"/>
                    <a:pt x="1148751" y="1794191"/>
                    <a:pt x="1147313" y="1796347"/>
                  </a:cubicBezTo>
                  <a:cubicBezTo>
                    <a:pt x="1146595" y="1792753"/>
                    <a:pt x="1145876" y="1789159"/>
                    <a:pt x="1144438" y="1786283"/>
                  </a:cubicBezTo>
                  <a:cubicBezTo>
                    <a:pt x="1144438" y="1790596"/>
                    <a:pt x="1143000" y="1794191"/>
                    <a:pt x="1141562" y="1798504"/>
                  </a:cubicBezTo>
                  <a:cubicBezTo>
                    <a:pt x="1140125" y="1802098"/>
                    <a:pt x="1137968" y="1804974"/>
                    <a:pt x="1136530" y="1808568"/>
                  </a:cubicBezTo>
                  <a:cubicBezTo>
                    <a:pt x="1136530" y="1809287"/>
                    <a:pt x="1136530" y="1810006"/>
                    <a:pt x="1137249" y="1810006"/>
                  </a:cubicBezTo>
                  <a:cubicBezTo>
                    <a:pt x="1120715" y="1833010"/>
                    <a:pt x="1109213" y="1854576"/>
                    <a:pt x="1080459" y="1870391"/>
                  </a:cubicBezTo>
                  <a:cubicBezTo>
                    <a:pt x="1042359" y="1891238"/>
                    <a:pt x="994913" y="1889081"/>
                    <a:pt x="958970" y="1866077"/>
                  </a:cubicBezTo>
                  <a:cubicBezTo>
                    <a:pt x="936685" y="1851700"/>
                    <a:pt x="905774" y="1880455"/>
                    <a:pt x="921589" y="1903459"/>
                  </a:cubicBezTo>
                  <a:cubicBezTo>
                    <a:pt x="934528" y="1921430"/>
                    <a:pt x="946749" y="1939402"/>
                    <a:pt x="959689" y="1957374"/>
                  </a:cubicBezTo>
                  <a:cubicBezTo>
                    <a:pt x="948187" y="1958093"/>
                    <a:pt x="937404" y="1958093"/>
                    <a:pt x="926621" y="1957374"/>
                  </a:cubicBezTo>
                  <a:cubicBezTo>
                    <a:pt x="930934" y="1971751"/>
                    <a:pt x="938123" y="1985410"/>
                    <a:pt x="948187" y="1997630"/>
                  </a:cubicBezTo>
                  <a:cubicBezTo>
                    <a:pt x="958970" y="2011289"/>
                    <a:pt x="979817" y="2027823"/>
                    <a:pt x="999227" y="2030698"/>
                  </a:cubicBezTo>
                  <a:cubicBezTo>
                    <a:pt x="1015042" y="2050108"/>
                    <a:pt x="1031576" y="2072393"/>
                    <a:pt x="1053861" y="2083176"/>
                  </a:cubicBezTo>
                  <a:cubicBezTo>
                    <a:pt x="1063925" y="2093959"/>
                    <a:pt x="1073989" y="2104023"/>
                    <a:pt x="1086210" y="2112649"/>
                  </a:cubicBezTo>
                  <a:cubicBezTo>
                    <a:pt x="1087647" y="2114087"/>
                    <a:pt x="1089804" y="2114087"/>
                    <a:pt x="1091242" y="2114087"/>
                  </a:cubicBezTo>
                  <a:cubicBezTo>
                    <a:pt x="1100587" y="2124870"/>
                    <a:pt x="1110651" y="2134934"/>
                    <a:pt x="1120715" y="2144279"/>
                  </a:cubicBezTo>
                  <a:cubicBezTo>
                    <a:pt x="1127904" y="2146436"/>
                    <a:pt x="1135093" y="2150749"/>
                    <a:pt x="1139406" y="2156500"/>
                  </a:cubicBezTo>
                  <a:cubicBezTo>
                    <a:pt x="1155940" y="2158657"/>
                    <a:pt x="1171755" y="2141404"/>
                    <a:pt x="1161691" y="2123432"/>
                  </a:cubicBezTo>
                  <a:cubicBezTo>
                    <a:pt x="1156659" y="2114087"/>
                    <a:pt x="1150908" y="2104023"/>
                    <a:pt x="1144438" y="2093240"/>
                  </a:cubicBezTo>
                  <a:cubicBezTo>
                    <a:pt x="1146595" y="2092521"/>
                    <a:pt x="1148032" y="2092521"/>
                    <a:pt x="1150189" y="2091802"/>
                  </a:cubicBezTo>
                  <a:cubicBezTo>
                    <a:pt x="1151627" y="2091083"/>
                    <a:pt x="1152345" y="2090364"/>
                    <a:pt x="1153064" y="2089645"/>
                  </a:cubicBezTo>
                  <a:cubicBezTo>
                    <a:pt x="1186132" y="2083895"/>
                    <a:pt x="1219200" y="2078143"/>
                    <a:pt x="1252268" y="2072393"/>
                  </a:cubicBezTo>
                  <a:cubicBezTo>
                    <a:pt x="1284617" y="2066642"/>
                    <a:pt x="1320561" y="2064485"/>
                    <a:pt x="1352191" y="2054421"/>
                  </a:cubicBezTo>
                  <a:cubicBezTo>
                    <a:pt x="1345721" y="2201070"/>
                    <a:pt x="1339251" y="2348438"/>
                    <a:pt x="1332062" y="2495087"/>
                  </a:cubicBezTo>
                  <a:cubicBezTo>
                    <a:pt x="1301870" y="2502995"/>
                    <a:pt x="1272396" y="2517372"/>
                    <a:pt x="1243642" y="2525279"/>
                  </a:cubicBezTo>
                  <a:cubicBezTo>
                    <a:pt x="1215606" y="2533187"/>
                    <a:pt x="1186132" y="2538219"/>
                    <a:pt x="1157378" y="2543251"/>
                  </a:cubicBezTo>
                  <a:cubicBezTo>
                    <a:pt x="1173912" y="2533906"/>
                    <a:pt x="1189008" y="2521685"/>
                    <a:pt x="1202666" y="2506589"/>
                  </a:cubicBezTo>
                  <a:cubicBezTo>
                    <a:pt x="1204104" y="2505151"/>
                    <a:pt x="1202666" y="2502276"/>
                    <a:pt x="1200510" y="2502995"/>
                  </a:cubicBezTo>
                  <a:cubicBezTo>
                    <a:pt x="1172474" y="2513059"/>
                    <a:pt x="1150908" y="2526717"/>
                    <a:pt x="1130061" y="2546846"/>
                  </a:cubicBezTo>
                  <a:cubicBezTo>
                    <a:pt x="1136530" y="2467770"/>
                    <a:pt x="1144438" y="2387976"/>
                    <a:pt x="1149470" y="2308900"/>
                  </a:cubicBezTo>
                  <a:cubicBezTo>
                    <a:pt x="1150189" y="2303149"/>
                    <a:pt x="1150189" y="2297398"/>
                    <a:pt x="1150908" y="2291647"/>
                  </a:cubicBezTo>
                  <a:cubicBezTo>
                    <a:pt x="1153783" y="2291647"/>
                    <a:pt x="1156659" y="2290210"/>
                    <a:pt x="1158815" y="2287334"/>
                  </a:cubicBezTo>
                  <a:cubicBezTo>
                    <a:pt x="1167442" y="2272957"/>
                    <a:pt x="1163847" y="2260017"/>
                    <a:pt x="1153064" y="2252110"/>
                  </a:cubicBezTo>
                  <a:cubicBezTo>
                    <a:pt x="1153064" y="2232700"/>
                    <a:pt x="1152345" y="2212572"/>
                    <a:pt x="1149470" y="2193881"/>
                  </a:cubicBezTo>
                  <a:cubicBezTo>
                    <a:pt x="1148751" y="2191006"/>
                    <a:pt x="1147313" y="2189568"/>
                    <a:pt x="1144438" y="2188849"/>
                  </a:cubicBezTo>
                  <a:cubicBezTo>
                    <a:pt x="1139406" y="2216885"/>
                    <a:pt x="1137249" y="2244202"/>
                    <a:pt x="1135812" y="2272238"/>
                  </a:cubicBezTo>
                  <a:cubicBezTo>
                    <a:pt x="1142281" y="2277270"/>
                    <a:pt x="1146595" y="2285178"/>
                    <a:pt x="1146595" y="2295961"/>
                  </a:cubicBezTo>
                  <a:cubicBezTo>
                    <a:pt x="1146595" y="2318964"/>
                    <a:pt x="1143719" y="2341968"/>
                    <a:pt x="1130061" y="2360659"/>
                  </a:cubicBezTo>
                  <a:cubicBezTo>
                    <a:pt x="1127904" y="2363534"/>
                    <a:pt x="1125028" y="2366410"/>
                    <a:pt x="1122153" y="2368566"/>
                  </a:cubicBezTo>
                  <a:cubicBezTo>
                    <a:pt x="1121434" y="2371442"/>
                    <a:pt x="1121434" y="2375036"/>
                    <a:pt x="1120715" y="2377912"/>
                  </a:cubicBezTo>
                  <a:cubicBezTo>
                    <a:pt x="1118559" y="2391570"/>
                    <a:pt x="1108494" y="2398759"/>
                    <a:pt x="1096993" y="2400197"/>
                  </a:cubicBezTo>
                  <a:cubicBezTo>
                    <a:pt x="1093398" y="2430389"/>
                    <a:pt x="1089085" y="2462019"/>
                    <a:pt x="1089804" y="2492930"/>
                  </a:cubicBezTo>
                  <a:cubicBezTo>
                    <a:pt x="1103462" y="2500119"/>
                    <a:pt x="1107776" y="2522404"/>
                    <a:pt x="1096993" y="2535344"/>
                  </a:cubicBezTo>
                  <a:cubicBezTo>
                    <a:pt x="1095555" y="2536781"/>
                    <a:pt x="1094117" y="2538219"/>
                    <a:pt x="1092679" y="2539657"/>
                  </a:cubicBezTo>
                  <a:cubicBezTo>
                    <a:pt x="1094117" y="2539657"/>
                    <a:pt x="1095555" y="2539657"/>
                    <a:pt x="1096993" y="2539657"/>
                  </a:cubicBezTo>
                  <a:cubicBezTo>
                    <a:pt x="1096274" y="2546127"/>
                    <a:pt x="1096274" y="2552596"/>
                    <a:pt x="1095555" y="2559066"/>
                  </a:cubicBezTo>
                  <a:cubicBezTo>
                    <a:pt x="1094836" y="2560504"/>
                    <a:pt x="1094836" y="2561223"/>
                    <a:pt x="1095555" y="2562660"/>
                  </a:cubicBezTo>
                  <a:cubicBezTo>
                    <a:pt x="1094836" y="2572725"/>
                    <a:pt x="1094117" y="2582789"/>
                    <a:pt x="1094117" y="2592134"/>
                  </a:cubicBezTo>
                  <a:cubicBezTo>
                    <a:pt x="1085491" y="2595728"/>
                    <a:pt x="1076864" y="2598604"/>
                    <a:pt x="1068238" y="2602198"/>
                  </a:cubicBezTo>
                  <a:cubicBezTo>
                    <a:pt x="1066800" y="2595728"/>
                    <a:pt x="1065362" y="2589259"/>
                    <a:pt x="1065362" y="2581351"/>
                  </a:cubicBezTo>
                  <a:cubicBezTo>
                    <a:pt x="1065362" y="2577757"/>
                    <a:pt x="1065362" y="2574162"/>
                    <a:pt x="1066800" y="2571287"/>
                  </a:cubicBezTo>
                  <a:cubicBezTo>
                    <a:pt x="1066800" y="2568412"/>
                    <a:pt x="1067519" y="2565536"/>
                    <a:pt x="1068238" y="2562660"/>
                  </a:cubicBezTo>
                  <a:cubicBezTo>
                    <a:pt x="1066800" y="2564098"/>
                    <a:pt x="1065362" y="2564817"/>
                    <a:pt x="1063925" y="2566255"/>
                  </a:cubicBezTo>
                  <a:cubicBezTo>
                    <a:pt x="1061768" y="2570568"/>
                    <a:pt x="1058174" y="2573444"/>
                    <a:pt x="1053861" y="2576319"/>
                  </a:cubicBezTo>
                  <a:cubicBezTo>
                    <a:pt x="1051704" y="2581351"/>
                    <a:pt x="1049547" y="2585664"/>
                    <a:pt x="1047391" y="2590697"/>
                  </a:cubicBezTo>
                  <a:cubicBezTo>
                    <a:pt x="1046672" y="2589978"/>
                    <a:pt x="1045953" y="2589978"/>
                    <a:pt x="1045953" y="2589978"/>
                  </a:cubicBezTo>
                  <a:cubicBezTo>
                    <a:pt x="1043078" y="2595728"/>
                    <a:pt x="1039483" y="2600761"/>
                    <a:pt x="1035170" y="2605793"/>
                  </a:cubicBezTo>
                  <a:cubicBezTo>
                    <a:pt x="1025825" y="2601480"/>
                    <a:pt x="1015761" y="2597166"/>
                    <a:pt x="1005696" y="2593572"/>
                  </a:cubicBezTo>
                  <a:cubicBezTo>
                    <a:pt x="988444" y="2597885"/>
                    <a:pt x="971191" y="2599323"/>
                    <a:pt x="953219" y="2597885"/>
                  </a:cubicBezTo>
                  <a:cubicBezTo>
                    <a:pt x="943155" y="2600761"/>
                    <a:pt x="933091" y="2602198"/>
                    <a:pt x="923026" y="2602917"/>
                  </a:cubicBezTo>
                  <a:cubicBezTo>
                    <a:pt x="905774" y="2607230"/>
                    <a:pt x="888521" y="2612263"/>
                    <a:pt x="871268" y="2616576"/>
                  </a:cubicBezTo>
                  <a:cubicBezTo>
                    <a:pt x="883489" y="2633110"/>
                    <a:pt x="895710" y="2650362"/>
                    <a:pt x="907211" y="2666896"/>
                  </a:cubicBezTo>
                  <a:cubicBezTo>
                    <a:pt x="893553" y="2674085"/>
                    <a:pt x="885645" y="2692776"/>
                    <a:pt x="900023" y="2708591"/>
                  </a:cubicBezTo>
                  <a:cubicBezTo>
                    <a:pt x="940998" y="2755317"/>
                    <a:pt x="982693" y="2802763"/>
                    <a:pt x="1023668" y="2849489"/>
                  </a:cubicBezTo>
                  <a:cubicBezTo>
                    <a:pt x="1035170" y="2868898"/>
                    <a:pt x="1045953" y="2889745"/>
                    <a:pt x="1055298" y="2910593"/>
                  </a:cubicBezTo>
                  <a:cubicBezTo>
                    <a:pt x="1060330" y="2922094"/>
                    <a:pt x="1069676" y="2925689"/>
                    <a:pt x="1078302" y="2924251"/>
                  </a:cubicBezTo>
                  <a:cubicBezTo>
                    <a:pt x="1078302" y="2924970"/>
                    <a:pt x="1079021" y="2926408"/>
                    <a:pt x="1079021" y="2927127"/>
                  </a:cubicBezTo>
                  <a:cubicBezTo>
                    <a:pt x="1080459" y="2931440"/>
                    <a:pt x="1080459" y="2935753"/>
                    <a:pt x="1079740" y="2939347"/>
                  </a:cubicBezTo>
                  <a:cubicBezTo>
                    <a:pt x="1083334" y="2944379"/>
                    <a:pt x="1085491" y="2950130"/>
                    <a:pt x="1085491" y="2958757"/>
                  </a:cubicBezTo>
                  <a:cubicBezTo>
                    <a:pt x="1085491" y="2965227"/>
                    <a:pt x="1085491" y="2970978"/>
                    <a:pt x="1084772" y="2977447"/>
                  </a:cubicBezTo>
                  <a:cubicBezTo>
                    <a:pt x="1086210" y="2979604"/>
                    <a:pt x="1087647" y="2981042"/>
                    <a:pt x="1089085" y="2982480"/>
                  </a:cubicBezTo>
                  <a:cubicBezTo>
                    <a:pt x="1088366" y="2989668"/>
                    <a:pt x="1087647" y="2997576"/>
                    <a:pt x="1086928" y="3004764"/>
                  </a:cubicBezTo>
                  <a:cubicBezTo>
                    <a:pt x="1085491" y="3020579"/>
                    <a:pt x="1084053" y="3035676"/>
                    <a:pt x="1083334" y="3051491"/>
                  </a:cubicBezTo>
                  <a:cubicBezTo>
                    <a:pt x="1099149" y="3048615"/>
                    <a:pt x="1117121" y="3055804"/>
                    <a:pt x="1120715" y="3073057"/>
                  </a:cubicBezTo>
                  <a:cubicBezTo>
                    <a:pt x="1131498" y="3131285"/>
                    <a:pt x="1111370" y="3181606"/>
                    <a:pt x="1096274" y="3236959"/>
                  </a:cubicBezTo>
                  <a:lnTo>
                    <a:pt x="1084053" y="3310283"/>
                  </a:lnTo>
                  <a:cubicBezTo>
                    <a:pt x="1081177" y="3325379"/>
                    <a:pt x="1071113" y="3332568"/>
                    <a:pt x="1059611" y="3332568"/>
                  </a:cubicBezTo>
                  <a:cubicBezTo>
                    <a:pt x="1058174" y="3351978"/>
                    <a:pt x="1056017" y="3371387"/>
                    <a:pt x="1054579" y="3391515"/>
                  </a:cubicBezTo>
                  <a:cubicBezTo>
                    <a:pt x="1052423" y="3387202"/>
                    <a:pt x="1049547" y="3382889"/>
                    <a:pt x="1043796" y="3379295"/>
                  </a:cubicBezTo>
                  <a:cubicBezTo>
                    <a:pt x="1038764" y="3376419"/>
                    <a:pt x="1027981" y="3375700"/>
                    <a:pt x="1019355" y="3377857"/>
                  </a:cubicBezTo>
                  <a:cubicBezTo>
                    <a:pt x="1017917" y="3377138"/>
                    <a:pt x="1015761" y="3375700"/>
                    <a:pt x="1014323" y="3374981"/>
                  </a:cubicBezTo>
                  <a:cubicBezTo>
                    <a:pt x="1014323" y="3379295"/>
                    <a:pt x="1013604" y="3382889"/>
                    <a:pt x="1013604" y="3386483"/>
                  </a:cubicBezTo>
                  <a:cubicBezTo>
                    <a:pt x="1013604" y="3386483"/>
                    <a:pt x="1013604" y="3387202"/>
                    <a:pt x="1013604" y="3387202"/>
                  </a:cubicBezTo>
                  <a:cubicBezTo>
                    <a:pt x="1013604" y="3388640"/>
                    <a:pt x="1013604" y="3390078"/>
                    <a:pt x="1012885" y="3391515"/>
                  </a:cubicBezTo>
                  <a:cubicBezTo>
                    <a:pt x="1012166" y="3395110"/>
                    <a:pt x="1012166" y="3398704"/>
                    <a:pt x="1010728" y="3401579"/>
                  </a:cubicBezTo>
                  <a:cubicBezTo>
                    <a:pt x="1012885" y="3400142"/>
                    <a:pt x="1015761" y="3399423"/>
                    <a:pt x="1018636" y="3400142"/>
                  </a:cubicBezTo>
                  <a:cubicBezTo>
                    <a:pt x="1019355" y="3403736"/>
                    <a:pt x="1018636" y="3406612"/>
                    <a:pt x="1014323" y="3405893"/>
                  </a:cubicBezTo>
                  <a:cubicBezTo>
                    <a:pt x="1013604" y="3405893"/>
                    <a:pt x="1012885" y="3405893"/>
                    <a:pt x="1011447" y="3405893"/>
                  </a:cubicBezTo>
                  <a:cubicBezTo>
                    <a:pt x="1010728" y="3405174"/>
                    <a:pt x="1010728" y="3403736"/>
                    <a:pt x="1010010" y="3403017"/>
                  </a:cubicBezTo>
                  <a:cubicBezTo>
                    <a:pt x="1010010" y="3403736"/>
                    <a:pt x="1010010" y="3403736"/>
                    <a:pt x="1009291" y="3404455"/>
                  </a:cubicBezTo>
                  <a:cubicBezTo>
                    <a:pt x="1013604" y="3408049"/>
                    <a:pt x="1014323" y="3415957"/>
                    <a:pt x="1008572" y="3419551"/>
                  </a:cubicBezTo>
                  <a:cubicBezTo>
                    <a:pt x="1007134" y="3420270"/>
                    <a:pt x="1005696" y="3420989"/>
                    <a:pt x="1003540" y="3421708"/>
                  </a:cubicBezTo>
                  <a:cubicBezTo>
                    <a:pt x="1001383" y="3426021"/>
                    <a:pt x="999227" y="3431053"/>
                    <a:pt x="997070" y="3434647"/>
                  </a:cubicBezTo>
                  <a:cubicBezTo>
                    <a:pt x="997789" y="3436804"/>
                    <a:pt x="997070" y="3439679"/>
                    <a:pt x="994913" y="3441117"/>
                  </a:cubicBezTo>
                  <a:cubicBezTo>
                    <a:pt x="993476" y="3441836"/>
                    <a:pt x="992757" y="3442555"/>
                    <a:pt x="991319" y="3443993"/>
                  </a:cubicBezTo>
                  <a:cubicBezTo>
                    <a:pt x="965440" y="3480655"/>
                    <a:pt x="920870" y="3504377"/>
                    <a:pt x="869830" y="3513723"/>
                  </a:cubicBezTo>
                  <a:cubicBezTo>
                    <a:pt x="869111" y="3515879"/>
                    <a:pt x="869111" y="3518755"/>
                    <a:pt x="870549" y="3521630"/>
                  </a:cubicBezTo>
                  <a:cubicBezTo>
                    <a:pt x="871268" y="3523068"/>
                    <a:pt x="871987" y="3524506"/>
                    <a:pt x="872706" y="3525944"/>
                  </a:cubicBezTo>
                  <a:cubicBezTo>
                    <a:pt x="870549" y="3525225"/>
                    <a:pt x="869111" y="3524506"/>
                    <a:pt x="866955" y="3523787"/>
                  </a:cubicBezTo>
                  <a:cubicBezTo>
                    <a:pt x="874862" y="3533132"/>
                    <a:pt x="881332" y="3542478"/>
                    <a:pt x="887802" y="3551104"/>
                  </a:cubicBezTo>
                  <a:cubicBezTo>
                    <a:pt x="941717" y="3606457"/>
                    <a:pt x="981255" y="3672593"/>
                    <a:pt x="1004259" y="3748074"/>
                  </a:cubicBezTo>
                  <a:cubicBezTo>
                    <a:pt x="1004978" y="3749512"/>
                    <a:pt x="1004978" y="3750949"/>
                    <a:pt x="1004978" y="3751668"/>
                  </a:cubicBezTo>
                  <a:cubicBezTo>
                    <a:pt x="1007134" y="3755263"/>
                    <a:pt x="1010010" y="3759576"/>
                    <a:pt x="1012166" y="3763170"/>
                  </a:cubicBezTo>
                  <a:cubicBezTo>
                    <a:pt x="1015761" y="3760295"/>
                    <a:pt x="1017917" y="3755263"/>
                    <a:pt x="1017198" y="3750230"/>
                  </a:cubicBezTo>
                  <a:cubicBezTo>
                    <a:pt x="1016479" y="3745917"/>
                    <a:pt x="1015042" y="3741604"/>
                    <a:pt x="1013604" y="3737291"/>
                  </a:cubicBezTo>
                  <a:cubicBezTo>
                    <a:pt x="1017198" y="3735134"/>
                    <a:pt x="1023668" y="3736572"/>
                    <a:pt x="1022949" y="3742323"/>
                  </a:cubicBezTo>
                  <a:cubicBezTo>
                    <a:pt x="1020793" y="3757419"/>
                    <a:pt x="1019355" y="3773234"/>
                    <a:pt x="1017917" y="3788330"/>
                  </a:cubicBezTo>
                  <a:cubicBezTo>
                    <a:pt x="1026544" y="3794081"/>
                    <a:pt x="1033732" y="3804864"/>
                    <a:pt x="1034451" y="3815647"/>
                  </a:cubicBezTo>
                  <a:cubicBezTo>
                    <a:pt x="1042359" y="3820679"/>
                    <a:pt x="1047391" y="3829306"/>
                    <a:pt x="1047391" y="3840089"/>
                  </a:cubicBezTo>
                  <a:cubicBezTo>
                    <a:pt x="1046672" y="3866687"/>
                    <a:pt x="1043796" y="3892566"/>
                    <a:pt x="1039483" y="3918446"/>
                  </a:cubicBezTo>
                  <a:cubicBezTo>
                    <a:pt x="1038764" y="3935698"/>
                    <a:pt x="1038764" y="3952951"/>
                    <a:pt x="1039483" y="3970923"/>
                  </a:cubicBezTo>
                  <a:cubicBezTo>
                    <a:pt x="1046672" y="3920602"/>
                    <a:pt x="1054579" y="3870281"/>
                    <a:pt x="1063925" y="3820679"/>
                  </a:cubicBezTo>
                  <a:cubicBezTo>
                    <a:pt x="1064644" y="3816366"/>
                    <a:pt x="1064644" y="3811334"/>
                    <a:pt x="1065362" y="3807021"/>
                  </a:cubicBezTo>
                  <a:cubicBezTo>
                    <a:pt x="1066081" y="3801989"/>
                    <a:pt x="1066081" y="3796957"/>
                    <a:pt x="1066800" y="3791925"/>
                  </a:cubicBezTo>
                  <a:cubicBezTo>
                    <a:pt x="1067519" y="3781142"/>
                    <a:pt x="1068238" y="3770359"/>
                    <a:pt x="1068238" y="3760295"/>
                  </a:cubicBezTo>
                  <a:cubicBezTo>
                    <a:pt x="1091961" y="3752387"/>
                    <a:pt x="1114245" y="3743042"/>
                    <a:pt x="1137249" y="3733697"/>
                  </a:cubicBezTo>
                  <a:cubicBezTo>
                    <a:pt x="1148032" y="3729383"/>
                    <a:pt x="1158815" y="3725789"/>
                    <a:pt x="1170317" y="3721476"/>
                  </a:cubicBezTo>
                  <a:cubicBezTo>
                    <a:pt x="1179662" y="3720038"/>
                    <a:pt x="1188289" y="3717881"/>
                    <a:pt x="1197634" y="3715006"/>
                  </a:cubicBezTo>
                  <a:cubicBezTo>
                    <a:pt x="1201229" y="3713568"/>
                    <a:pt x="1203385" y="3709974"/>
                    <a:pt x="1204104" y="3706380"/>
                  </a:cubicBezTo>
                  <a:cubicBezTo>
                    <a:pt x="1212012" y="3702066"/>
                    <a:pt x="1219200" y="3697753"/>
                    <a:pt x="1226389" y="3692002"/>
                  </a:cubicBezTo>
                  <a:cubicBezTo>
                    <a:pt x="1227827" y="3692721"/>
                    <a:pt x="1229264" y="3693440"/>
                    <a:pt x="1230702" y="3694159"/>
                  </a:cubicBezTo>
                  <a:cubicBezTo>
                    <a:pt x="1240047" y="3697753"/>
                    <a:pt x="1248674" y="3694877"/>
                    <a:pt x="1252268" y="3688408"/>
                  </a:cubicBezTo>
                  <a:cubicBezTo>
                    <a:pt x="1260894" y="3689845"/>
                    <a:pt x="1268802" y="3692002"/>
                    <a:pt x="1277428" y="3693440"/>
                  </a:cubicBezTo>
                  <a:cubicBezTo>
                    <a:pt x="1271678" y="3817085"/>
                    <a:pt x="1265927" y="3941449"/>
                    <a:pt x="1260176" y="4065094"/>
                  </a:cubicBezTo>
                  <a:cubicBezTo>
                    <a:pt x="1259457" y="4079472"/>
                    <a:pt x="1258738" y="4093849"/>
                    <a:pt x="1258019" y="4108227"/>
                  </a:cubicBezTo>
                  <a:cubicBezTo>
                    <a:pt x="1251549" y="4108227"/>
                    <a:pt x="1245079" y="4108946"/>
                    <a:pt x="1238610" y="4108946"/>
                  </a:cubicBezTo>
                  <a:cubicBezTo>
                    <a:pt x="1222076" y="4106789"/>
                    <a:pt x="1217762" y="4135543"/>
                    <a:pt x="1237891" y="4136263"/>
                  </a:cubicBezTo>
                  <a:cubicBezTo>
                    <a:pt x="1247236" y="4136981"/>
                    <a:pt x="1256581" y="4136981"/>
                    <a:pt x="1266645" y="4137700"/>
                  </a:cubicBezTo>
                  <a:cubicBezTo>
                    <a:pt x="1273834" y="4150640"/>
                    <a:pt x="1272396" y="4167174"/>
                    <a:pt x="1255862" y="4175800"/>
                  </a:cubicBezTo>
                  <a:cubicBezTo>
                    <a:pt x="1244361" y="4181551"/>
                    <a:pt x="1232140" y="4186583"/>
                    <a:pt x="1220638" y="4190178"/>
                  </a:cubicBezTo>
                  <a:cubicBezTo>
                    <a:pt x="1214168" y="4195929"/>
                    <a:pt x="1208417" y="4200961"/>
                    <a:pt x="1201229" y="4205993"/>
                  </a:cubicBezTo>
                  <a:cubicBezTo>
                    <a:pt x="1196915" y="4206712"/>
                    <a:pt x="1192602" y="4209587"/>
                    <a:pt x="1190446" y="4213182"/>
                  </a:cubicBezTo>
                  <a:cubicBezTo>
                    <a:pt x="1189008" y="4213900"/>
                    <a:pt x="1187570" y="4215338"/>
                    <a:pt x="1186132" y="4216057"/>
                  </a:cubicBezTo>
                  <a:cubicBezTo>
                    <a:pt x="1186851" y="4216057"/>
                    <a:pt x="1188289" y="4216057"/>
                    <a:pt x="1189008" y="4216057"/>
                  </a:cubicBezTo>
                  <a:cubicBezTo>
                    <a:pt x="1188289" y="4218213"/>
                    <a:pt x="1187570" y="4221089"/>
                    <a:pt x="1188289" y="4223246"/>
                  </a:cubicBezTo>
                  <a:cubicBezTo>
                    <a:pt x="1188289" y="4225402"/>
                    <a:pt x="1189008" y="4226840"/>
                    <a:pt x="1189008" y="4228996"/>
                  </a:cubicBezTo>
                  <a:cubicBezTo>
                    <a:pt x="1187570" y="4228996"/>
                    <a:pt x="1186851" y="4229716"/>
                    <a:pt x="1185413" y="4229716"/>
                  </a:cubicBezTo>
                  <a:cubicBezTo>
                    <a:pt x="1177506" y="4228996"/>
                    <a:pt x="1170317" y="4228278"/>
                    <a:pt x="1162410" y="4227559"/>
                  </a:cubicBezTo>
                  <a:cubicBezTo>
                    <a:pt x="1161691" y="4228278"/>
                    <a:pt x="1160253" y="4228278"/>
                    <a:pt x="1158815" y="4228996"/>
                  </a:cubicBezTo>
                  <a:cubicBezTo>
                    <a:pt x="1149470" y="4223965"/>
                    <a:pt x="1136530" y="4229716"/>
                    <a:pt x="1132936" y="4238342"/>
                  </a:cubicBezTo>
                  <a:cubicBezTo>
                    <a:pt x="1116402" y="4242655"/>
                    <a:pt x="1098430" y="4245531"/>
                    <a:pt x="1081177" y="4245531"/>
                  </a:cubicBezTo>
                  <a:cubicBezTo>
                    <a:pt x="1073270" y="4236904"/>
                    <a:pt x="1065362" y="4228278"/>
                    <a:pt x="1058174" y="4219651"/>
                  </a:cubicBezTo>
                  <a:cubicBezTo>
                    <a:pt x="1048110" y="4206712"/>
                    <a:pt x="1037327" y="4194491"/>
                    <a:pt x="1025825" y="4182989"/>
                  </a:cubicBezTo>
                  <a:cubicBezTo>
                    <a:pt x="1038045" y="4180832"/>
                    <a:pt x="1050266" y="4177957"/>
                    <a:pt x="1062487" y="4175081"/>
                  </a:cubicBezTo>
                  <a:cubicBezTo>
                    <a:pt x="1061768" y="4177957"/>
                    <a:pt x="1061049" y="4181551"/>
                    <a:pt x="1059611" y="4184427"/>
                  </a:cubicBezTo>
                  <a:cubicBezTo>
                    <a:pt x="1071832" y="4185864"/>
                    <a:pt x="1084772" y="4185864"/>
                    <a:pt x="1096993" y="4184427"/>
                  </a:cubicBezTo>
                  <a:cubicBezTo>
                    <a:pt x="1090523" y="4181551"/>
                    <a:pt x="1084772" y="4178676"/>
                    <a:pt x="1078302" y="4175081"/>
                  </a:cubicBezTo>
                  <a:cubicBezTo>
                    <a:pt x="1076864" y="4174362"/>
                    <a:pt x="1075427" y="4172925"/>
                    <a:pt x="1074708" y="4172206"/>
                  </a:cubicBezTo>
                  <a:cubicBezTo>
                    <a:pt x="1086210" y="4169330"/>
                    <a:pt x="1097711" y="4165736"/>
                    <a:pt x="1109213" y="4162861"/>
                  </a:cubicBezTo>
                  <a:cubicBezTo>
                    <a:pt x="1147313" y="4151359"/>
                    <a:pt x="1189727" y="4143451"/>
                    <a:pt x="1221357" y="4118291"/>
                  </a:cubicBezTo>
                  <a:cubicBezTo>
                    <a:pt x="1229983" y="4111102"/>
                    <a:pt x="1222076" y="4098163"/>
                    <a:pt x="1212730" y="4097444"/>
                  </a:cubicBezTo>
                  <a:cubicBezTo>
                    <a:pt x="1173912" y="4095287"/>
                    <a:pt x="1135093" y="4113259"/>
                    <a:pt x="1099149" y="4125480"/>
                  </a:cubicBezTo>
                  <a:cubicBezTo>
                    <a:pt x="1077583" y="4132668"/>
                    <a:pt x="1056017" y="4140576"/>
                    <a:pt x="1035170" y="4149202"/>
                  </a:cubicBezTo>
                  <a:cubicBezTo>
                    <a:pt x="1025825" y="4152078"/>
                    <a:pt x="1016479" y="4154953"/>
                    <a:pt x="1007853" y="4158547"/>
                  </a:cubicBezTo>
                  <a:cubicBezTo>
                    <a:pt x="1007853" y="4157109"/>
                    <a:pt x="1008572" y="4154953"/>
                    <a:pt x="1008572" y="4152796"/>
                  </a:cubicBezTo>
                  <a:cubicBezTo>
                    <a:pt x="1010010" y="4144170"/>
                    <a:pt x="1013604" y="4138419"/>
                    <a:pt x="1018636" y="4134825"/>
                  </a:cubicBezTo>
                  <a:cubicBezTo>
                    <a:pt x="1018636" y="4134106"/>
                    <a:pt x="1018636" y="4133387"/>
                    <a:pt x="1018636" y="4132668"/>
                  </a:cubicBezTo>
                  <a:cubicBezTo>
                    <a:pt x="1020074" y="4118291"/>
                    <a:pt x="1022230" y="4103194"/>
                    <a:pt x="1023668" y="4088817"/>
                  </a:cubicBezTo>
                  <a:cubicBezTo>
                    <a:pt x="1013604" y="4092411"/>
                    <a:pt x="1002102" y="4091693"/>
                    <a:pt x="994913" y="4085223"/>
                  </a:cubicBezTo>
                  <a:cubicBezTo>
                    <a:pt x="992757" y="4108946"/>
                    <a:pt x="990600" y="4132668"/>
                    <a:pt x="989162" y="4157109"/>
                  </a:cubicBezTo>
                  <a:cubicBezTo>
                    <a:pt x="987725" y="4157109"/>
                    <a:pt x="985568" y="4157109"/>
                    <a:pt x="984130" y="4157109"/>
                  </a:cubicBezTo>
                  <a:cubicBezTo>
                    <a:pt x="983411" y="4155672"/>
                    <a:pt x="982693" y="4153515"/>
                    <a:pt x="981974" y="4152078"/>
                  </a:cubicBezTo>
                  <a:cubicBezTo>
                    <a:pt x="981255" y="4149202"/>
                    <a:pt x="978379" y="4148483"/>
                    <a:pt x="976223" y="4148483"/>
                  </a:cubicBezTo>
                  <a:cubicBezTo>
                    <a:pt x="973347" y="4138419"/>
                    <a:pt x="970472" y="4129074"/>
                    <a:pt x="966159" y="4119729"/>
                  </a:cubicBezTo>
                  <a:cubicBezTo>
                    <a:pt x="964002" y="4115415"/>
                    <a:pt x="958251" y="4113259"/>
                    <a:pt x="953938" y="4114697"/>
                  </a:cubicBezTo>
                  <a:cubicBezTo>
                    <a:pt x="964721" y="4125480"/>
                    <a:pt x="967596" y="4145608"/>
                    <a:pt x="956813" y="4157109"/>
                  </a:cubicBezTo>
                  <a:cubicBezTo>
                    <a:pt x="953938" y="4156391"/>
                    <a:pt x="950344" y="4157109"/>
                    <a:pt x="947468" y="4157829"/>
                  </a:cubicBezTo>
                  <a:cubicBezTo>
                    <a:pt x="910806" y="4217495"/>
                    <a:pt x="824542" y="4233310"/>
                    <a:pt x="754811" y="4219651"/>
                  </a:cubicBezTo>
                  <a:cubicBezTo>
                    <a:pt x="774221" y="4262065"/>
                    <a:pt x="793630" y="4303759"/>
                    <a:pt x="813040" y="4346172"/>
                  </a:cubicBezTo>
                  <a:cubicBezTo>
                    <a:pt x="848264" y="4400087"/>
                    <a:pt x="875581" y="4457597"/>
                    <a:pt x="887802" y="4520138"/>
                  </a:cubicBezTo>
                  <a:cubicBezTo>
                    <a:pt x="892115" y="4524451"/>
                    <a:pt x="895710" y="4528764"/>
                    <a:pt x="900023" y="4533078"/>
                  </a:cubicBezTo>
                  <a:cubicBezTo>
                    <a:pt x="912962" y="4546017"/>
                    <a:pt x="906493" y="4565427"/>
                    <a:pt x="894272" y="4574053"/>
                  </a:cubicBezTo>
                  <a:cubicBezTo>
                    <a:pt x="894272" y="4576210"/>
                    <a:pt x="894272" y="4578366"/>
                    <a:pt x="894272" y="4580523"/>
                  </a:cubicBezTo>
                  <a:cubicBezTo>
                    <a:pt x="895710" y="4574772"/>
                    <a:pt x="899304" y="4569740"/>
                    <a:pt x="905055" y="4566146"/>
                  </a:cubicBezTo>
                  <a:cubicBezTo>
                    <a:pt x="952500" y="4532359"/>
                    <a:pt x="1008572" y="4510793"/>
                    <a:pt x="1066800" y="4503604"/>
                  </a:cubicBezTo>
                  <a:cubicBezTo>
                    <a:pt x="1072551" y="4500729"/>
                    <a:pt x="1078302" y="4500729"/>
                    <a:pt x="1083334" y="4502166"/>
                  </a:cubicBezTo>
                  <a:cubicBezTo>
                    <a:pt x="1089804" y="4501448"/>
                    <a:pt x="1095555" y="4501448"/>
                    <a:pt x="1102025" y="4501448"/>
                  </a:cubicBezTo>
                  <a:cubicBezTo>
                    <a:pt x="1105619" y="4501448"/>
                    <a:pt x="1109213" y="4502166"/>
                    <a:pt x="1112089" y="4503604"/>
                  </a:cubicBezTo>
                  <a:cubicBezTo>
                    <a:pt x="1114964" y="4501448"/>
                    <a:pt x="1117840" y="4499291"/>
                    <a:pt x="1119996" y="4497134"/>
                  </a:cubicBezTo>
                  <a:cubicBezTo>
                    <a:pt x="1130061" y="4489227"/>
                    <a:pt x="1145157" y="4489946"/>
                    <a:pt x="1155221" y="4497134"/>
                  </a:cubicBezTo>
                  <a:cubicBezTo>
                    <a:pt x="1155221" y="4484914"/>
                    <a:pt x="1154502" y="4473411"/>
                    <a:pt x="1153064" y="4461191"/>
                  </a:cubicBezTo>
                  <a:cubicBezTo>
                    <a:pt x="1157378" y="4458315"/>
                    <a:pt x="1161691" y="4456159"/>
                    <a:pt x="1166004" y="4453283"/>
                  </a:cubicBezTo>
                  <a:cubicBezTo>
                    <a:pt x="1167442" y="4451845"/>
                    <a:pt x="1168879" y="4451127"/>
                    <a:pt x="1169598" y="4448970"/>
                  </a:cubicBezTo>
                  <a:cubicBezTo>
                    <a:pt x="1178944" y="4459034"/>
                    <a:pt x="1189008" y="4469098"/>
                    <a:pt x="1199072" y="4478444"/>
                  </a:cubicBezTo>
                  <a:cubicBezTo>
                    <a:pt x="1211293" y="4489946"/>
                    <a:pt x="1228545" y="4487789"/>
                    <a:pt x="1239328" y="4479163"/>
                  </a:cubicBezTo>
                  <a:cubicBezTo>
                    <a:pt x="1234296" y="4579804"/>
                    <a:pt x="1229983" y="4680446"/>
                    <a:pt x="1224951" y="4781087"/>
                  </a:cubicBezTo>
                  <a:cubicBezTo>
                    <a:pt x="1222795" y="4826376"/>
                    <a:pt x="1220638" y="4872383"/>
                    <a:pt x="1217762" y="4917672"/>
                  </a:cubicBezTo>
                  <a:cubicBezTo>
                    <a:pt x="1206979" y="4919110"/>
                    <a:pt x="1196196" y="4923423"/>
                    <a:pt x="1185413" y="4927736"/>
                  </a:cubicBezTo>
                  <a:cubicBezTo>
                    <a:pt x="1161691" y="4937800"/>
                    <a:pt x="1137249" y="4944989"/>
                    <a:pt x="1112808" y="4951459"/>
                  </a:cubicBezTo>
                  <a:cubicBezTo>
                    <a:pt x="1107776" y="4952896"/>
                    <a:pt x="1102744" y="4953616"/>
                    <a:pt x="1097711" y="4955053"/>
                  </a:cubicBezTo>
                  <a:cubicBezTo>
                    <a:pt x="1096274" y="4952178"/>
                    <a:pt x="1094836" y="4949302"/>
                    <a:pt x="1093398" y="4946427"/>
                  </a:cubicBezTo>
                  <a:cubicBezTo>
                    <a:pt x="1083334" y="4924142"/>
                    <a:pt x="1048828" y="4939238"/>
                    <a:pt x="1053861" y="4962242"/>
                  </a:cubicBezTo>
                  <a:cubicBezTo>
                    <a:pt x="1040202" y="4963679"/>
                    <a:pt x="1026544" y="4963679"/>
                    <a:pt x="1012166" y="4963679"/>
                  </a:cubicBezTo>
                  <a:cubicBezTo>
                    <a:pt x="1010010" y="4955772"/>
                    <a:pt x="1007853" y="4947864"/>
                    <a:pt x="1005696" y="4939957"/>
                  </a:cubicBezTo>
                  <a:cubicBezTo>
                    <a:pt x="1002102" y="4924142"/>
                    <a:pt x="981255" y="4922704"/>
                    <a:pt x="971910" y="4931330"/>
                  </a:cubicBezTo>
                  <a:cubicBezTo>
                    <a:pt x="969753" y="4931330"/>
                    <a:pt x="967596" y="4931330"/>
                    <a:pt x="965440" y="4931330"/>
                  </a:cubicBezTo>
                  <a:cubicBezTo>
                    <a:pt x="965440" y="4926298"/>
                    <a:pt x="965440" y="4921267"/>
                    <a:pt x="965440" y="4916234"/>
                  </a:cubicBezTo>
                  <a:cubicBezTo>
                    <a:pt x="1022230" y="4937800"/>
                    <a:pt x="1107776" y="4929174"/>
                    <a:pt x="1153783" y="4904014"/>
                  </a:cubicBezTo>
                  <a:cubicBezTo>
                    <a:pt x="1161691" y="4899701"/>
                    <a:pt x="1158096" y="4888198"/>
                    <a:pt x="1149470" y="4887480"/>
                  </a:cubicBezTo>
                  <a:cubicBezTo>
                    <a:pt x="1114245" y="4886042"/>
                    <a:pt x="1079740" y="4892512"/>
                    <a:pt x="1045234" y="4893231"/>
                  </a:cubicBezTo>
                  <a:cubicBezTo>
                    <a:pt x="1017917" y="4893949"/>
                    <a:pt x="991319" y="4887480"/>
                    <a:pt x="964721" y="4886761"/>
                  </a:cubicBezTo>
                  <a:cubicBezTo>
                    <a:pt x="964002" y="4881729"/>
                    <a:pt x="964002" y="4875978"/>
                    <a:pt x="962564" y="4870946"/>
                  </a:cubicBezTo>
                  <a:cubicBezTo>
                    <a:pt x="960408" y="4858006"/>
                    <a:pt x="947468" y="4855131"/>
                    <a:pt x="937404" y="4859444"/>
                  </a:cubicBezTo>
                  <a:cubicBezTo>
                    <a:pt x="937404" y="4856568"/>
                    <a:pt x="937404" y="4853693"/>
                    <a:pt x="938123" y="4850098"/>
                  </a:cubicBezTo>
                  <a:cubicBezTo>
                    <a:pt x="938123" y="4842910"/>
                    <a:pt x="935966" y="4837878"/>
                    <a:pt x="932372" y="4833565"/>
                  </a:cubicBezTo>
                  <a:cubicBezTo>
                    <a:pt x="936685" y="4769585"/>
                    <a:pt x="945311" y="4706325"/>
                    <a:pt x="962564" y="4644502"/>
                  </a:cubicBezTo>
                  <a:cubicBezTo>
                    <a:pt x="960408" y="4643065"/>
                    <a:pt x="958970" y="4640908"/>
                    <a:pt x="957532" y="4638751"/>
                  </a:cubicBezTo>
                  <a:cubicBezTo>
                    <a:pt x="953938" y="4639470"/>
                    <a:pt x="950344" y="4639470"/>
                    <a:pt x="946749" y="4639470"/>
                  </a:cubicBezTo>
                  <a:cubicBezTo>
                    <a:pt x="945311" y="4657442"/>
                    <a:pt x="943874" y="4676132"/>
                    <a:pt x="941717" y="4694104"/>
                  </a:cubicBezTo>
                  <a:cubicBezTo>
                    <a:pt x="940998" y="4701293"/>
                    <a:pt x="939560" y="4709201"/>
                    <a:pt x="938842" y="4716389"/>
                  </a:cubicBezTo>
                  <a:cubicBezTo>
                    <a:pt x="933810" y="4753770"/>
                    <a:pt x="929496" y="4791151"/>
                    <a:pt x="924464" y="4827814"/>
                  </a:cubicBezTo>
                  <a:cubicBezTo>
                    <a:pt x="912962" y="4822782"/>
                    <a:pt x="897866" y="4826376"/>
                    <a:pt x="891396" y="4838597"/>
                  </a:cubicBezTo>
                  <a:cubicBezTo>
                    <a:pt x="880613" y="4837878"/>
                    <a:pt x="869111" y="4843628"/>
                    <a:pt x="864798" y="4855849"/>
                  </a:cubicBezTo>
                  <a:cubicBezTo>
                    <a:pt x="859047" y="4871664"/>
                    <a:pt x="854015" y="4890355"/>
                    <a:pt x="851140" y="4910484"/>
                  </a:cubicBezTo>
                  <a:cubicBezTo>
                    <a:pt x="851140" y="4911202"/>
                    <a:pt x="850421" y="4911202"/>
                    <a:pt x="850421" y="4911921"/>
                  </a:cubicBezTo>
                  <a:cubicBezTo>
                    <a:pt x="846827" y="4921267"/>
                    <a:pt x="842513" y="4930612"/>
                    <a:pt x="838200" y="4939957"/>
                  </a:cubicBezTo>
                  <a:cubicBezTo>
                    <a:pt x="823104" y="4953616"/>
                    <a:pt x="807289" y="4967993"/>
                    <a:pt x="788598" y="4978057"/>
                  </a:cubicBezTo>
                  <a:cubicBezTo>
                    <a:pt x="753374" y="4996748"/>
                    <a:pt x="715274" y="4995310"/>
                    <a:pt x="680049" y="5008968"/>
                  </a:cubicBezTo>
                  <a:cubicBezTo>
                    <a:pt x="675736" y="4991716"/>
                    <a:pt x="653451" y="4992434"/>
                    <a:pt x="644825" y="5004655"/>
                  </a:cubicBezTo>
                  <a:cubicBezTo>
                    <a:pt x="643387" y="5002499"/>
                    <a:pt x="641230" y="4999623"/>
                    <a:pt x="639793" y="4997466"/>
                  </a:cubicBezTo>
                  <a:cubicBezTo>
                    <a:pt x="632604" y="4987402"/>
                    <a:pt x="615351" y="4990278"/>
                    <a:pt x="613913" y="5001061"/>
                  </a:cubicBezTo>
                  <a:cubicBezTo>
                    <a:pt x="620383" y="5004655"/>
                    <a:pt x="626853" y="5008968"/>
                    <a:pt x="632604" y="5013282"/>
                  </a:cubicBezTo>
                  <a:cubicBezTo>
                    <a:pt x="631166" y="5015438"/>
                    <a:pt x="630447" y="5017595"/>
                    <a:pt x="630447" y="5020470"/>
                  </a:cubicBezTo>
                  <a:cubicBezTo>
                    <a:pt x="630447" y="5020470"/>
                    <a:pt x="630447" y="5020470"/>
                    <a:pt x="629728" y="5020470"/>
                  </a:cubicBezTo>
                  <a:cubicBezTo>
                    <a:pt x="623259" y="5070791"/>
                    <a:pt x="663515" y="5136927"/>
                    <a:pt x="684362" y="5182216"/>
                  </a:cubicBezTo>
                  <a:cubicBezTo>
                    <a:pt x="711679" y="5241163"/>
                    <a:pt x="743310" y="5298672"/>
                    <a:pt x="777815" y="5353306"/>
                  </a:cubicBezTo>
                  <a:cubicBezTo>
                    <a:pt x="795068" y="5345399"/>
                    <a:pt x="815196" y="5345399"/>
                    <a:pt x="833168" y="5351868"/>
                  </a:cubicBezTo>
                  <a:cubicBezTo>
                    <a:pt x="833168" y="5351149"/>
                    <a:pt x="833168" y="5350430"/>
                    <a:pt x="833168" y="5348993"/>
                  </a:cubicBezTo>
                  <a:cubicBezTo>
                    <a:pt x="835325" y="5298672"/>
                    <a:pt x="815196" y="5251946"/>
                    <a:pt x="775659" y="5220315"/>
                  </a:cubicBezTo>
                  <a:cubicBezTo>
                    <a:pt x="769908" y="5216002"/>
                    <a:pt x="763438" y="5213845"/>
                    <a:pt x="756968" y="5214565"/>
                  </a:cubicBezTo>
                  <a:cubicBezTo>
                    <a:pt x="749060" y="5200187"/>
                    <a:pt x="741153" y="5185091"/>
                    <a:pt x="733245" y="5169995"/>
                  </a:cubicBezTo>
                  <a:cubicBezTo>
                    <a:pt x="721025" y="5146272"/>
                    <a:pt x="709523" y="5121830"/>
                    <a:pt x="698740" y="5096670"/>
                  </a:cubicBezTo>
                  <a:cubicBezTo>
                    <a:pt x="707366" y="5112485"/>
                    <a:pt x="715274" y="5129019"/>
                    <a:pt x="722462" y="5145553"/>
                  </a:cubicBezTo>
                  <a:cubicBezTo>
                    <a:pt x="789317" y="5203782"/>
                    <a:pt x="843232" y="5277106"/>
                    <a:pt x="855453" y="5365527"/>
                  </a:cubicBezTo>
                  <a:cubicBezTo>
                    <a:pt x="855453" y="5365527"/>
                    <a:pt x="855453" y="5365527"/>
                    <a:pt x="855453" y="5366246"/>
                  </a:cubicBezTo>
                  <a:cubicBezTo>
                    <a:pt x="864798" y="5376310"/>
                    <a:pt x="871268" y="5391406"/>
                    <a:pt x="871268" y="5409378"/>
                  </a:cubicBezTo>
                  <a:lnTo>
                    <a:pt x="871268" y="5435976"/>
                  </a:lnTo>
                  <a:cubicBezTo>
                    <a:pt x="884927" y="5447478"/>
                    <a:pt x="894272" y="5464731"/>
                    <a:pt x="894272" y="5485578"/>
                  </a:cubicBezTo>
                  <a:cubicBezTo>
                    <a:pt x="902179" y="5469044"/>
                    <a:pt x="910806" y="5452510"/>
                    <a:pt x="920870" y="5437414"/>
                  </a:cubicBezTo>
                  <a:cubicBezTo>
                    <a:pt x="922308" y="5435257"/>
                    <a:pt x="924464" y="5433100"/>
                    <a:pt x="925902" y="5430944"/>
                  </a:cubicBezTo>
                  <a:cubicBezTo>
                    <a:pt x="925183" y="5424474"/>
                    <a:pt x="921589" y="5418723"/>
                    <a:pt x="916557" y="5415128"/>
                  </a:cubicBezTo>
                  <a:cubicBezTo>
                    <a:pt x="917994" y="5400032"/>
                    <a:pt x="919432" y="5384936"/>
                    <a:pt x="921589" y="5369840"/>
                  </a:cubicBezTo>
                  <a:cubicBezTo>
                    <a:pt x="946749" y="5360495"/>
                    <a:pt x="972628" y="5351149"/>
                    <a:pt x="997789" y="5341085"/>
                  </a:cubicBezTo>
                  <a:cubicBezTo>
                    <a:pt x="992757" y="5353306"/>
                    <a:pt x="1006415" y="5366246"/>
                    <a:pt x="1018636" y="5363370"/>
                  </a:cubicBezTo>
                  <a:cubicBezTo>
                    <a:pt x="1053142" y="5354025"/>
                    <a:pt x="1083334" y="5332459"/>
                    <a:pt x="1112808" y="5311612"/>
                  </a:cubicBezTo>
                  <a:cubicBezTo>
                    <a:pt x="1136530" y="5295078"/>
                    <a:pt x="1162410" y="5278544"/>
                    <a:pt x="1183976" y="5258415"/>
                  </a:cubicBezTo>
                  <a:cubicBezTo>
                    <a:pt x="1263770" y="5253383"/>
                    <a:pt x="1348596" y="5250508"/>
                    <a:pt x="1424078" y="5227504"/>
                  </a:cubicBezTo>
                  <a:cubicBezTo>
                    <a:pt x="1437736" y="5238287"/>
                    <a:pt x="1452113" y="5246914"/>
                    <a:pt x="1467928" y="5251227"/>
                  </a:cubicBezTo>
                  <a:cubicBezTo>
                    <a:pt x="1480868" y="5254102"/>
                    <a:pt x="1493808" y="5242600"/>
                    <a:pt x="1490213" y="5228942"/>
                  </a:cubicBezTo>
                  <a:cubicBezTo>
                    <a:pt x="1477274" y="5181496"/>
                    <a:pt x="1429110" y="5144116"/>
                    <a:pt x="1399636" y="5105297"/>
                  </a:cubicBezTo>
                  <a:cubicBezTo>
                    <a:pt x="1389572" y="5092357"/>
                    <a:pt x="1380227" y="5078698"/>
                    <a:pt x="1370881" y="5065040"/>
                  </a:cubicBezTo>
                  <a:cubicBezTo>
                    <a:pt x="1385259" y="5067197"/>
                    <a:pt x="1399636" y="5068634"/>
                    <a:pt x="1413295" y="5069353"/>
                  </a:cubicBezTo>
                  <a:cubicBezTo>
                    <a:pt x="1437736" y="5111047"/>
                    <a:pt x="1467928" y="5149147"/>
                    <a:pt x="1495246" y="5188685"/>
                  </a:cubicBezTo>
                  <a:cubicBezTo>
                    <a:pt x="1516093" y="5218159"/>
                    <a:pt x="1537659" y="5258415"/>
                    <a:pt x="1567851" y="5281419"/>
                  </a:cubicBezTo>
                  <a:cubicBezTo>
                    <a:pt x="1426953" y="5281419"/>
                    <a:pt x="1283898" y="5274949"/>
                    <a:pt x="1145157" y="5297234"/>
                  </a:cubicBezTo>
                  <a:cubicBezTo>
                    <a:pt x="1136530" y="5298672"/>
                    <a:pt x="1136530" y="5314487"/>
                    <a:pt x="1145157" y="5315925"/>
                  </a:cubicBezTo>
                  <a:cubicBezTo>
                    <a:pt x="1155940" y="5317363"/>
                    <a:pt x="1167442" y="5319519"/>
                    <a:pt x="1178225" y="5320957"/>
                  </a:cubicBezTo>
                  <a:cubicBezTo>
                    <a:pt x="1173193" y="5359776"/>
                    <a:pt x="1170317" y="5399314"/>
                    <a:pt x="1168161" y="5438851"/>
                  </a:cubicBezTo>
                  <a:cubicBezTo>
                    <a:pt x="1168161" y="5438132"/>
                    <a:pt x="1167442" y="5437414"/>
                    <a:pt x="1166723" y="5437414"/>
                  </a:cubicBezTo>
                  <a:cubicBezTo>
                    <a:pt x="1153064" y="5425193"/>
                    <a:pt x="1133655" y="5419442"/>
                    <a:pt x="1117121" y="5412253"/>
                  </a:cubicBezTo>
                  <a:cubicBezTo>
                    <a:pt x="1112808" y="5410097"/>
                    <a:pt x="1108494" y="5416566"/>
                    <a:pt x="1112808" y="5419442"/>
                  </a:cubicBezTo>
                  <a:cubicBezTo>
                    <a:pt x="1128623" y="5428068"/>
                    <a:pt x="1144438" y="5441008"/>
                    <a:pt x="1163129" y="5444602"/>
                  </a:cubicBezTo>
                  <a:cubicBezTo>
                    <a:pt x="1165285" y="5445321"/>
                    <a:pt x="1167442" y="5443883"/>
                    <a:pt x="1168161" y="5441727"/>
                  </a:cubicBezTo>
                  <a:cubicBezTo>
                    <a:pt x="1167442" y="5457542"/>
                    <a:pt x="1166723" y="5473357"/>
                    <a:pt x="1166004" y="5489172"/>
                  </a:cubicBezTo>
                  <a:cubicBezTo>
                    <a:pt x="1164566" y="5521521"/>
                    <a:pt x="1163129" y="5553870"/>
                    <a:pt x="1161691" y="5586219"/>
                  </a:cubicBezTo>
                  <a:cubicBezTo>
                    <a:pt x="1160253" y="5616411"/>
                    <a:pt x="1153064" y="5645885"/>
                    <a:pt x="1168879" y="5673202"/>
                  </a:cubicBezTo>
                  <a:cubicBezTo>
                    <a:pt x="1173193" y="5681110"/>
                    <a:pt x="1183976" y="5680391"/>
                    <a:pt x="1188289" y="5673202"/>
                  </a:cubicBezTo>
                  <a:cubicBezTo>
                    <a:pt x="1203385" y="5650917"/>
                    <a:pt x="1200510" y="5628632"/>
                    <a:pt x="1201229" y="5602753"/>
                  </a:cubicBezTo>
                  <a:cubicBezTo>
                    <a:pt x="1201947" y="5592689"/>
                    <a:pt x="1201947" y="5581906"/>
                    <a:pt x="1202666" y="5571842"/>
                  </a:cubicBezTo>
                  <a:cubicBezTo>
                    <a:pt x="1263770" y="5587657"/>
                    <a:pt x="1330625" y="5581906"/>
                    <a:pt x="1393166" y="5581906"/>
                  </a:cubicBezTo>
                  <a:cubicBezTo>
                    <a:pt x="1435579" y="5581906"/>
                    <a:pt x="1477993" y="5581906"/>
                    <a:pt x="1520406" y="5581906"/>
                  </a:cubicBezTo>
                  <a:cubicBezTo>
                    <a:pt x="1520406" y="5594845"/>
                    <a:pt x="1521125" y="5608504"/>
                    <a:pt x="1524000" y="5620006"/>
                  </a:cubicBezTo>
                  <a:cubicBezTo>
                    <a:pt x="1524000" y="5634383"/>
                    <a:pt x="1524719" y="5648761"/>
                    <a:pt x="1525438" y="5663138"/>
                  </a:cubicBezTo>
                  <a:cubicBezTo>
                    <a:pt x="1526157" y="5675359"/>
                    <a:pt x="1531908" y="5689017"/>
                    <a:pt x="1543410" y="5694768"/>
                  </a:cubicBezTo>
                  <a:cubicBezTo>
                    <a:pt x="1557787" y="5701957"/>
                    <a:pt x="1565695" y="5702676"/>
                    <a:pt x="1580072" y="5694768"/>
                  </a:cubicBezTo>
                  <a:cubicBezTo>
                    <a:pt x="1591574" y="5689017"/>
                    <a:pt x="1598044" y="5675359"/>
                    <a:pt x="1598044" y="5663138"/>
                  </a:cubicBezTo>
                  <a:cubicBezTo>
                    <a:pt x="1598762" y="5636540"/>
                    <a:pt x="1598762" y="5609223"/>
                    <a:pt x="1598044" y="5581906"/>
                  </a:cubicBezTo>
                  <a:lnTo>
                    <a:pt x="1603076" y="5581906"/>
                  </a:lnTo>
                  <a:cubicBezTo>
                    <a:pt x="1673525" y="5581906"/>
                    <a:pt x="1743255" y="5581906"/>
                    <a:pt x="1813704" y="5582625"/>
                  </a:cubicBezTo>
                  <a:cubicBezTo>
                    <a:pt x="1844615" y="5582625"/>
                    <a:pt x="1876246" y="5584062"/>
                    <a:pt x="1907876" y="5584782"/>
                  </a:cubicBezTo>
                  <a:cubicBezTo>
                    <a:pt x="1917221" y="5594845"/>
                    <a:pt x="1927285" y="5604191"/>
                    <a:pt x="1938787" y="5613536"/>
                  </a:cubicBezTo>
                  <a:cubicBezTo>
                    <a:pt x="1928723" y="5614974"/>
                    <a:pt x="1920097" y="5622163"/>
                    <a:pt x="1920815" y="5635102"/>
                  </a:cubicBezTo>
                  <a:cubicBezTo>
                    <a:pt x="1921534" y="5660263"/>
                    <a:pt x="1922253" y="5684704"/>
                    <a:pt x="1922972" y="5709864"/>
                  </a:cubicBezTo>
                  <a:cubicBezTo>
                    <a:pt x="1922972" y="5709864"/>
                    <a:pt x="1922253" y="5709864"/>
                    <a:pt x="1922253" y="5709864"/>
                  </a:cubicBezTo>
                  <a:cubicBezTo>
                    <a:pt x="1920815" y="5704833"/>
                    <a:pt x="1918659" y="5700519"/>
                    <a:pt x="1915783" y="5696206"/>
                  </a:cubicBezTo>
                  <a:cubicBezTo>
                    <a:pt x="1910751" y="5687580"/>
                    <a:pt x="1897812" y="5685423"/>
                    <a:pt x="1890623" y="5693330"/>
                  </a:cubicBezTo>
                  <a:cubicBezTo>
                    <a:pt x="1886310" y="5698363"/>
                    <a:pt x="1882715" y="5704113"/>
                    <a:pt x="1879840" y="5709864"/>
                  </a:cubicBezTo>
                  <a:cubicBezTo>
                    <a:pt x="1846772" y="5709864"/>
                    <a:pt x="1814423" y="5709864"/>
                    <a:pt x="1781355" y="5709864"/>
                  </a:cubicBezTo>
                  <a:cubicBezTo>
                    <a:pt x="1779198" y="5705551"/>
                    <a:pt x="1777042" y="5701238"/>
                    <a:pt x="1774166" y="5697644"/>
                  </a:cubicBezTo>
                  <a:cubicBezTo>
                    <a:pt x="1768415" y="5690455"/>
                    <a:pt x="1755476" y="5687580"/>
                    <a:pt x="1751163" y="5697644"/>
                  </a:cubicBezTo>
                  <a:cubicBezTo>
                    <a:pt x="1749006" y="5701957"/>
                    <a:pt x="1747568" y="5705551"/>
                    <a:pt x="1746130" y="5709864"/>
                  </a:cubicBezTo>
                  <a:cubicBezTo>
                    <a:pt x="1731034" y="5709864"/>
                    <a:pt x="1716657" y="5709864"/>
                    <a:pt x="1701561" y="5709864"/>
                  </a:cubicBezTo>
                  <a:cubicBezTo>
                    <a:pt x="1697247" y="5702676"/>
                    <a:pt x="1687183" y="5701238"/>
                    <a:pt x="1679995" y="5706989"/>
                  </a:cubicBezTo>
                  <a:cubicBezTo>
                    <a:pt x="1678557" y="5707708"/>
                    <a:pt x="1677838" y="5709146"/>
                    <a:pt x="1676400" y="5709864"/>
                  </a:cubicBezTo>
                  <a:cubicBezTo>
                    <a:pt x="1662742" y="5709864"/>
                    <a:pt x="1649083" y="5709864"/>
                    <a:pt x="1635425" y="5709864"/>
                  </a:cubicBezTo>
                  <a:cubicBezTo>
                    <a:pt x="1636862" y="5698363"/>
                    <a:pt x="1636144" y="5686861"/>
                    <a:pt x="1632549" y="5675359"/>
                  </a:cubicBezTo>
                  <a:cubicBezTo>
                    <a:pt x="1628955" y="5663857"/>
                    <a:pt x="1615296" y="5660263"/>
                    <a:pt x="1605951" y="5668170"/>
                  </a:cubicBezTo>
                  <a:cubicBezTo>
                    <a:pt x="1594449" y="5678953"/>
                    <a:pt x="1586542" y="5693330"/>
                    <a:pt x="1580072" y="5709864"/>
                  </a:cubicBezTo>
                  <a:cubicBezTo>
                    <a:pt x="1572164" y="5709864"/>
                    <a:pt x="1564257" y="5709864"/>
                    <a:pt x="1556349" y="5709864"/>
                  </a:cubicBezTo>
                  <a:cubicBezTo>
                    <a:pt x="1552755" y="5709864"/>
                    <a:pt x="1549161" y="5709864"/>
                    <a:pt x="1545566" y="5709864"/>
                  </a:cubicBezTo>
                  <a:cubicBezTo>
                    <a:pt x="1545566" y="5706989"/>
                    <a:pt x="1544847" y="5704113"/>
                    <a:pt x="1544129" y="5700519"/>
                  </a:cubicBezTo>
                  <a:cubicBezTo>
                    <a:pt x="1542691" y="5691893"/>
                    <a:pt x="1529751" y="5689017"/>
                    <a:pt x="1524000" y="5695487"/>
                  </a:cubicBezTo>
                  <a:cubicBezTo>
                    <a:pt x="1519687" y="5699800"/>
                    <a:pt x="1516093" y="5704833"/>
                    <a:pt x="1513217" y="5709864"/>
                  </a:cubicBezTo>
                  <a:cubicBezTo>
                    <a:pt x="1499559" y="5709864"/>
                    <a:pt x="1486619" y="5709864"/>
                    <a:pt x="1473679" y="5709864"/>
                  </a:cubicBezTo>
                  <a:cubicBezTo>
                    <a:pt x="1472961" y="5702676"/>
                    <a:pt x="1472242" y="5694768"/>
                    <a:pt x="1469366" y="5687580"/>
                  </a:cubicBezTo>
                  <a:cubicBezTo>
                    <a:pt x="1466491" y="5679672"/>
                    <a:pt x="1456427" y="5676078"/>
                    <a:pt x="1449957" y="5682547"/>
                  </a:cubicBezTo>
                  <a:cubicBezTo>
                    <a:pt x="1442049" y="5690455"/>
                    <a:pt x="1435579" y="5699800"/>
                    <a:pt x="1430547" y="5710583"/>
                  </a:cubicBezTo>
                  <a:cubicBezTo>
                    <a:pt x="1342127" y="5711302"/>
                    <a:pt x="1253706" y="5712021"/>
                    <a:pt x="1166004" y="5712740"/>
                  </a:cubicBezTo>
                  <a:cubicBezTo>
                    <a:pt x="1169598" y="5706989"/>
                    <a:pt x="1172474" y="5700519"/>
                    <a:pt x="1172474" y="5692612"/>
                  </a:cubicBezTo>
                  <a:cubicBezTo>
                    <a:pt x="1173193" y="5670327"/>
                    <a:pt x="1150189" y="5671764"/>
                    <a:pt x="1130061" y="5676797"/>
                  </a:cubicBezTo>
                  <a:cubicBezTo>
                    <a:pt x="1109932" y="5676797"/>
                    <a:pt x="1089804" y="5686861"/>
                    <a:pt x="1069676" y="5693330"/>
                  </a:cubicBezTo>
                  <a:cubicBezTo>
                    <a:pt x="1050985" y="5699800"/>
                    <a:pt x="1031576" y="5706989"/>
                    <a:pt x="1012885" y="5713459"/>
                  </a:cubicBezTo>
                  <a:cubicBezTo>
                    <a:pt x="998508" y="5713459"/>
                    <a:pt x="984130" y="5713459"/>
                    <a:pt x="969753" y="5714178"/>
                  </a:cubicBezTo>
                  <a:cubicBezTo>
                    <a:pt x="969034" y="5714178"/>
                    <a:pt x="968315" y="5714178"/>
                    <a:pt x="967596" y="5714178"/>
                  </a:cubicBezTo>
                  <a:cubicBezTo>
                    <a:pt x="945311" y="5714178"/>
                    <a:pt x="922308" y="5714896"/>
                    <a:pt x="900023" y="5714896"/>
                  </a:cubicBezTo>
                  <a:cubicBezTo>
                    <a:pt x="892115" y="5719210"/>
                    <a:pt x="883489" y="5723523"/>
                    <a:pt x="874862" y="5727836"/>
                  </a:cubicBezTo>
                  <a:cubicBezTo>
                    <a:pt x="875581" y="5719929"/>
                    <a:pt x="876300" y="5712740"/>
                    <a:pt x="877019" y="5704833"/>
                  </a:cubicBezTo>
                  <a:cubicBezTo>
                    <a:pt x="879176" y="5693330"/>
                    <a:pt x="882051" y="5681829"/>
                    <a:pt x="884208" y="5670327"/>
                  </a:cubicBezTo>
                  <a:cubicBezTo>
                    <a:pt x="883489" y="5670327"/>
                    <a:pt x="883489" y="5669608"/>
                    <a:pt x="882770" y="5669608"/>
                  </a:cubicBezTo>
                  <a:cubicBezTo>
                    <a:pt x="873425" y="5709864"/>
                    <a:pt x="829574" y="5724242"/>
                    <a:pt x="795787" y="5712740"/>
                  </a:cubicBezTo>
                  <a:cubicBezTo>
                    <a:pt x="795787" y="5714896"/>
                    <a:pt x="795068" y="5717772"/>
                    <a:pt x="795068" y="5719929"/>
                  </a:cubicBezTo>
                  <a:lnTo>
                    <a:pt x="795068" y="5719929"/>
                  </a:lnTo>
                  <a:lnTo>
                    <a:pt x="795068" y="5719929"/>
                  </a:lnTo>
                  <a:cubicBezTo>
                    <a:pt x="795068" y="5722085"/>
                    <a:pt x="794349" y="5724242"/>
                    <a:pt x="794349" y="5726399"/>
                  </a:cubicBezTo>
                  <a:cubicBezTo>
                    <a:pt x="792193" y="5742213"/>
                    <a:pt x="805132" y="5750121"/>
                    <a:pt x="818072" y="5750121"/>
                  </a:cubicBezTo>
                  <a:cubicBezTo>
                    <a:pt x="818072" y="5752278"/>
                    <a:pt x="817353" y="5753716"/>
                    <a:pt x="817353" y="5755872"/>
                  </a:cubicBezTo>
                  <a:cubicBezTo>
                    <a:pt x="815915" y="5763061"/>
                    <a:pt x="817353" y="5769531"/>
                    <a:pt x="820947" y="5774562"/>
                  </a:cubicBezTo>
                  <a:cubicBezTo>
                    <a:pt x="818072" y="5775282"/>
                    <a:pt x="815915" y="5776719"/>
                    <a:pt x="813040" y="5777438"/>
                  </a:cubicBezTo>
                  <a:cubicBezTo>
                    <a:pt x="808727" y="5778157"/>
                    <a:pt x="804413" y="5779595"/>
                    <a:pt x="800100" y="5781032"/>
                  </a:cubicBezTo>
                  <a:cubicBezTo>
                    <a:pt x="757687" y="5783189"/>
                    <a:pt x="716711" y="5799723"/>
                    <a:pt x="676455" y="5810506"/>
                  </a:cubicBezTo>
                  <a:cubicBezTo>
                    <a:pt x="626134" y="5824164"/>
                    <a:pt x="575813" y="5837104"/>
                    <a:pt x="524774" y="5849325"/>
                  </a:cubicBezTo>
                  <a:cubicBezTo>
                    <a:pt x="473734" y="5861546"/>
                    <a:pt x="422694" y="5871610"/>
                    <a:pt x="371655" y="5882393"/>
                  </a:cubicBezTo>
                  <a:cubicBezTo>
                    <a:pt x="370936" y="5882393"/>
                    <a:pt x="370217" y="5882393"/>
                    <a:pt x="369498" y="5883112"/>
                  </a:cubicBezTo>
                  <a:cubicBezTo>
                    <a:pt x="336430" y="5885987"/>
                    <a:pt x="304081" y="5885987"/>
                    <a:pt x="271013" y="5885268"/>
                  </a:cubicBezTo>
                  <a:cubicBezTo>
                    <a:pt x="238664" y="5883830"/>
                    <a:pt x="199126" y="5872329"/>
                    <a:pt x="168934" y="5883830"/>
                  </a:cubicBezTo>
                  <a:cubicBezTo>
                    <a:pt x="166777" y="5884550"/>
                    <a:pt x="165340" y="5887425"/>
                    <a:pt x="167496" y="5888863"/>
                  </a:cubicBezTo>
                  <a:cubicBezTo>
                    <a:pt x="183311" y="5903959"/>
                    <a:pt x="204877" y="5908272"/>
                    <a:pt x="227162" y="5911866"/>
                  </a:cubicBezTo>
                  <a:cubicBezTo>
                    <a:pt x="219255" y="5914023"/>
                    <a:pt x="212066" y="5916899"/>
                    <a:pt x="204877" y="5919774"/>
                  </a:cubicBezTo>
                  <a:cubicBezTo>
                    <a:pt x="199845" y="5921930"/>
                    <a:pt x="197689" y="5925525"/>
                    <a:pt x="197689" y="5929838"/>
                  </a:cubicBezTo>
                  <a:cubicBezTo>
                    <a:pt x="181155" y="5926963"/>
                    <a:pt x="165340" y="5921930"/>
                    <a:pt x="150962" y="5915461"/>
                  </a:cubicBezTo>
                  <a:cubicBezTo>
                    <a:pt x="148806" y="5922649"/>
                    <a:pt x="150962" y="5930557"/>
                    <a:pt x="159589" y="5931995"/>
                  </a:cubicBezTo>
                  <a:cubicBezTo>
                    <a:pt x="163183" y="5932713"/>
                    <a:pt x="167496" y="5933432"/>
                    <a:pt x="171091" y="5934151"/>
                  </a:cubicBezTo>
                  <a:cubicBezTo>
                    <a:pt x="171809" y="5935589"/>
                    <a:pt x="173247" y="5937027"/>
                    <a:pt x="173966" y="5938465"/>
                  </a:cubicBezTo>
                  <a:cubicBezTo>
                    <a:pt x="177560" y="5941340"/>
                    <a:pt x="180436" y="5943496"/>
                    <a:pt x="184030" y="5946372"/>
                  </a:cubicBezTo>
                  <a:cubicBezTo>
                    <a:pt x="178998" y="5947091"/>
                    <a:pt x="173966" y="5948529"/>
                    <a:pt x="168934" y="5947810"/>
                  </a:cubicBezTo>
                  <a:cubicBezTo>
                    <a:pt x="167496" y="5947810"/>
                    <a:pt x="166059" y="5947810"/>
                    <a:pt x="164621" y="5948529"/>
                  </a:cubicBezTo>
                  <a:cubicBezTo>
                    <a:pt x="158870" y="5947810"/>
                    <a:pt x="152400" y="5947091"/>
                    <a:pt x="146649" y="5946372"/>
                  </a:cubicBezTo>
                  <a:cubicBezTo>
                    <a:pt x="146649" y="5937746"/>
                    <a:pt x="136585" y="5931276"/>
                    <a:pt x="128677" y="5938465"/>
                  </a:cubicBezTo>
                  <a:cubicBezTo>
                    <a:pt x="126521" y="5939902"/>
                    <a:pt x="125083" y="5942059"/>
                    <a:pt x="122926" y="5943496"/>
                  </a:cubicBezTo>
                  <a:cubicBezTo>
                    <a:pt x="122208" y="5943496"/>
                    <a:pt x="120770" y="5943496"/>
                    <a:pt x="120051" y="5942778"/>
                  </a:cubicBezTo>
                  <a:cubicBezTo>
                    <a:pt x="107830" y="5941340"/>
                    <a:pt x="102798" y="5952123"/>
                    <a:pt x="104236" y="5962187"/>
                  </a:cubicBezTo>
                  <a:cubicBezTo>
                    <a:pt x="102798" y="5968657"/>
                    <a:pt x="107111" y="5976565"/>
                    <a:pt x="113581" y="5978721"/>
                  </a:cubicBezTo>
                  <a:cubicBezTo>
                    <a:pt x="115019" y="5979440"/>
                    <a:pt x="117175" y="5980159"/>
                    <a:pt x="118613" y="5980878"/>
                  </a:cubicBezTo>
                  <a:cubicBezTo>
                    <a:pt x="168215" y="6014664"/>
                    <a:pt x="226443" y="6035512"/>
                    <a:pt x="286828" y="6047014"/>
                  </a:cubicBezTo>
                  <a:cubicBezTo>
                    <a:pt x="291142" y="6048451"/>
                    <a:pt x="295455" y="6049889"/>
                    <a:pt x="299768" y="6051327"/>
                  </a:cubicBezTo>
                  <a:cubicBezTo>
                    <a:pt x="299049" y="6050608"/>
                    <a:pt x="299049" y="6049889"/>
                    <a:pt x="299049" y="6049170"/>
                  </a:cubicBezTo>
                  <a:cubicBezTo>
                    <a:pt x="334274" y="6055640"/>
                    <a:pt x="370217" y="6059234"/>
                    <a:pt x="404723" y="6060672"/>
                  </a:cubicBezTo>
                  <a:cubicBezTo>
                    <a:pt x="424132" y="6061391"/>
                    <a:pt x="444260" y="6061391"/>
                    <a:pt x="465108" y="6060672"/>
                  </a:cubicBezTo>
                  <a:cubicBezTo>
                    <a:pt x="474453" y="6062110"/>
                    <a:pt x="483798" y="6063547"/>
                    <a:pt x="493143" y="6064985"/>
                  </a:cubicBezTo>
                  <a:cubicBezTo>
                    <a:pt x="494581" y="6158438"/>
                    <a:pt x="499613" y="6252610"/>
                    <a:pt x="504645" y="6346062"/>
                  </a:cubicBezTo>
                  <a:cubicBezTo>
                    <a:pt x="503926" y="6356127"/>
                    <a:pt x="503208" y="6365472"/>
                    <a:pt x="502489" y="6375536"/>
                  </a:cubicBezTo>
                  <a:cubicBezTo>
                    <a:pt x="493143" y="6487679"/>
                    <a:pt x="479485" y="6600542"/>
                    <a:pt x="477328" y="6712685"/>
                  </a:cubicBezTo>
                  <a:cubicBezTo>
                    <a:pt x="477328" y="6728500"/>
                    <a:pt x="485236" y="6737127"/>
                    <a:pt x="495300" y="6741440"/>
                  </a:cubicBezTo>
                  <a:cubicBezTo>
                    <a:pt x="495300" y="6745753"/>
                    <a:pt x="495300" y="6750785"/>
                    <a:pt x="495300" y="6755098"/>
                  </a:cubicBezTo>
                  <a:cubicBezTo>
                    <a:pt x="396815" y="6757255"/>
                    <a:pt x="297611" y="6758693"/>
                    <a:pt x="199126" y="6759411"/>
                  </a:cubicBezTo>
                  <a:cubicBezTo>
                    <a:pt x="194813" y="6759411"/>
                    <a:pt x="190500" y="6760131"/>
                    <a:pt x="186906" y="6761568"/>
                  </a:cubicBezTo>
                  <a:cubicBezTo>
                    <a:pt x="126521" y="6763725"/>
                    <a:pt x="66855" y="6770194"/>
                    <a:pt x="8626" y="6784572"/>
                  </a:cubicBezTo>
                  <a:cubicBezTo>
                    <a:pt x="-2875" y="6787448"/>
                    <a:pt x="-2875" y="6804701"/>
                    <a:pt x="8626" y="6807576"/>
                  </a:cubicBezTo>
                  <a:cubicBezTo>
                    <a:pt x="34506" y="6814046"/>
                    <a:pt x="60385" y="6818359"/>
                    <a:pt x="86983" y="6821953"/>
                  </a:cubicBezTo>
                  <a:cubicBezTo>
                    <a:pt x="81951" y="6826985"/>
                    <a:pt x="81232" y="6835612"/>
                    <a:pt x="85545" y="6841363"/>
                  </a:cubicBezTo>
                  <a:lnTo>
                    <a:pt x="1347159" y="6841363"/>
                  </a:lnTo>
                  <a:cubicBezTo>
                    <a:pt x="1370163" y="6853583"/>
                    <a:pt x="1394604" y="6860772"/>
                    <a:pt x="1416170" y="6854302"/>
                  </a:cubicBezTo>
                  <a:cubicBezTo>
                    <a:pt x="1421921" y="6852864"/>
                    <a:pt x="1424078" y="6845676"/>
                    <a:pt x="1421202" y="6841363"/>
                  </a:cubicBezTo>
                  <a:lnTo>
                    <a:pt x="3050876" y="6841363"/>
                  </a:lnTo>
                  <a:close/>
                  <a:moveTo>
                    <a:pt x="2761891" y="5997411"/>
                  </a:moveTo>
                  <a:cubicBezTo>
                    <a:pt x="2774831" y="6005319"/>
                    <a:pt x="2787770" y="6011789"/>
                    <a:pt x="2802866" y="6013946"/>
                  </a:cubicBezTo>
                  <a:cubicBezTo>
                    <a:pt x="2812212" y="6015383"/>
                    <a:pt x="2822276" y="6006757"/>
                    <a:pt x="2815806" y="5996693"/>
                  </a:cubicBezTo>
                  <a:cubicBezTo>
                    <a:pt x="2811493" y="5989504"/>
                    <a:pt x="2806461" y="5983753"/>
                    <a:pt x="2800710" y="5978721"/>
                  </a:cubicBezTo>
                  <a:cubicBezTo>
                    <a:pt x="2817244" y="5975127"/>
                    <a:pt x="2833059" y="5972251"/>
                    <a:pt x="2848874" y="5969376"/>
                  </a:cubicBezTo>
                  <a:cubicBezTo>
                    <a:pt x="2876910" y="5964344"/>
                    <a:pt x="2888412" y="6006757"/>
                    <a:pt x="2860376" y="6011789"/>
                  </a:cubicBezTo>
                  <a:cubicBezTo>
                    <a:pt x="2825870" y="6018259"/>
                    <a:pt x="2792083" y="6025448"/>
                    <a:pt x="2756859" y="6031917"/>
                  </a:cubicBezTo>
                  <a:cubicBezTo>
                    <a:pt x="2759015" y="6021134"/>
                    <a:pt x="2760453" y="6008914"/>
                    <a:pt x="2761891" y="5997411"/>
                  </a:cubicBezTo>
                  <a:close/>
                  <a:moveTo>
                    <a:pt x="2725229" y="5994536"/>
                  </a:moveTo>
                  <a:cubicBezTo>
                    <a:pt x="2723791" y="6005319"/>
                    <a:pt x="2722353" y="6016102"/>
                    <a:pt x="2720916" y="6026885"/>
                  </a:cubicBezTo>
                  <a:cubicBezTo>
                    <a:pt x="2713727" y="6018259"/>
                    <a:pt x="2707257" y="6008914"/>
                    <a:pt x="2701506" y="5998849"/>
                  </a:cubicBezTo>
                  <a:cubicBezTo>
                    <a:pt x="2709414" y="5997411"/>
                    <a:pt x="2717321" y="5995974"/>
                    <a:pt x="2725229" y="5994536"/>
                  </a:cubicBezTo>
                  <a:close/>
                  <a:moveTo>
                    <a:pt x="2589363" y="6047732"/>
                  </a:moveTo>
                  <a:cubicBezTo>
                    <a:pt x="2589363" y="6045576"/>
                    <a:pt x="2588644" y="6044138"/>
                    <a:pt x="2588644" y="6041981"/>
                  </a:cubicBezTo>
                  <a:cubicBezTo>
                    <a:pt x="2592957" y="6041263"/>
                    <a:pt x="2597270" y="6039106"/>
                    <a:pt x="2600146" y="6034074"/>
                  </a:cubicBezTo>
                  <a:cubicBezTo>
                    <a:pt x="2603740" y="6026885"/>
                    <a:pt x="2606616" y="6020415"/>
                    <a:pt x="2608772" y="6013227"/>
                  </a:cubicBezTo>
                  <a:cubicBezTo>
                    <a:pt x="2611647" y="6013227"/>
                    <a:pt x="2613804" y="6012508"/>
                    <a:pt x="2616680" y="6012508"/>
                  </a:cubicBezTo>
                  <a:cubicBezTo>
                    <a:pt x="2626744" y="6023291"/>
                    <a:pt x="2638246" y="6032636"/>
                    <a:pt x="2651185" y="6041263"/>
                  </a:cubicBezTo>
                  <a:cubicBezTo>
                    <a:pt x="2663406" y="6049170"/>
                    <a:pt x="2677783" y="6036231"/>
                    <a:pt x="2674908" y="6023291"/>
                  </a:cubicBezTo>
                  <a:cubicBezTo>
                    <a:pt x="2674908" y="6022572"/>
                    <a:pt x="2674908" y="6021853"/>
                    <a:pt x="2674908" y="6021853"/>
                  </a:cubicBezTo>
                  <a:cubicBezTo>
                    <a:pt x="2679221" y="6030480"/>
                    <a:pt x="2684253" y="6038387"/>
                    <a:pt x="2690004" y="6045576"/>
                  </a:cubicBezTo>
                  <a:cubicBezTo>
                    <a:pt x="2656217" y="6051327"/>
                    <a:pt x="2622431" y="6056359"/>
                    <a:pt x="2587925" y="6059953"/>
                  </a:cubicBezTo>
                  <a:cubicBezTo>
                    <a:pt x="2588644" y="6055640"/>
                    <a:pt x="2590081" y="6052046"/>
                    <a:pt x="2589363" y="6047732"/>
                  </a:cubicBezTo>
                  <a:close/>
                  <a:moveTo>
                    <a:pt x="2582893" y="5985191"/>
                  </a:moveTo>
                  <a:cubicBezTo>
                    <a:pt x="2582893" y="5988066"/>
                    <a:pt x="2582174" y="5990942"/>
                    <a:pt x="2581455" y="5993817"/>
                  </a:cubicBezTo>
                  <a:cubicBezTo>
                    <a:pt x="2581455" y="5993098"/>
                    <a:pt x="2580736" y="5992380"/>
                    <a:pt x="2580736" y="5991661"/>
                  </a:cubicBezTo>
                  <a:lnTo>
                    <a:pt x="2579298" y="5983753"/>
                  </a:lnTo>
                  <a:cubicBezTo>
                    <a:pt x="2580017" y="5984472"/>
                    <a:pt x="2581455" y="5984472"/>
                    <a:pt x="2582893" y="5985191"/>
                  </a:cubicBezTo>
                  <a:close/>
                  <a:moveTo>
                    <a:pt x="2222021" y="4363425"/>
                  </a:moveTo>
                  <a:cubicBezTo>
                    <a:pt x="2219146" y="4366300"/>
                    <a:pt x="2216270" y="4368457"/>
                    <a:pt x="2214114" y="4371333"/>
                  </a:cubicBezTo>
                  <a:cubicBezTo>
                    <a:pt x="2206925" y="4368457"/>
                    <a:pt x="2199736" y="4365581"/>
                    <a:pt x="2193266" y="4362706"/>
                  </a:cubicBezTo>
                  <a:cubicBezTo>
                    <a:pt x="2202612" y="4364144"/>
                    <a:pt x="2212676" y="4364863"/>
                    <a:pt x="2222021" y="4363425"/>
                  </a:cubicBezTo>
                  <a:close/>
                  <a:moveTo>
                    <a:pt x="2191829" y="4474131"/>
                  </a:moveTo>
                  <a:cubicBezTo>
                    <a:pt x="2191829" y="4474849"/>
                    <a:pt x="2191829" y="4475568"/>
                    <a:pt x="2192548" y="4476287"/>
                  </a:cubicBezTo>
                  <a:cubicBezTo>
                    <a:pt x="2186797" y="4482038"/>
                    <a:pt x="2181046" y="4487789"/>
                    <a:pt x="2176014" y="4493540"/>
                  </a:cubicBezTo>
                  <a:cubicBezTo>
                    <a:pt x="2176014" y="4493540"/>
                    <a:pt x="2176014" y="4492821"/>
                    <a:pt x="2176014" y="4492821"/>
                  </a:cubicBezTo>
                  <a:cubicBezTo>
                    <a:pt x="2181046" y="4486351"/>
                    <a:pt x="2186797" y="4480600"/>
                    <a:pt x="2191829" y="4474131"/>
                  </a:cubicBezTo>
                  <a:close/>
                  <a:moveTo>
                    <a:pt x="992038" y="2641017"/>
                  </a:moveTo>
                  <a:cubicBezTo>
                    <a:pt x="989881" y="2638861"/>
                    <a:pt x="987725" y="2636704"/>
                    <a:pt x="984849" y="2634547"/>
                  </a:cubicBezTo>
                  <a:cubicBezTo>
                    <a:pt x="989162" y="2635266"/>
                    <a:pt x="993476" y="2635985"/>
                    <a:pt x="998508" y="2635985"/>
                  </a:cubicBezTo>
                  <a:cubicBezTo>
                    <a:pt x="996351" y="2638142"/>
                    <a:pt x="994194" y="2639579"/>
                    <a:pt x="992038" y="2641017"/>
                  </a:cubicBezTo>
                  <a:close/>
                  <a:moveTo>
                    <a:pt x="1084772" y="2746691"/>
                  </a:moveTo>
                  <a:cubicBezTo>
                    <a:pt x="1072551" y="2750285"/>
                    <a:pt x="1060330" y="2753879"/>
                    <a:pt x="1048110" y="2756036"/>
                  </a:cubicBezTo>
                  <a:cubicBezTo>
                    <a:pt x="1061049" y="2751723"/>
                    <a:pt x="1073270" y="2745972"/>
                    <a:pt x="1085491" y="2739502"/>
                  </a:cubicBezTo>
                  <a:cubicBezTo>
                    <a:pt x="1084772" y="2741659"/>
                    <a:pt x="1084772" y="2743815"/>
                    <a:pt x="1084772" y="2746691"/>
                  </a:cubicBezTo>
                  <a:close/>
                  <a:moveTo>
                    <a:pt x="891396" y="3520193"/>
                  </a:moveTo>
                  <a:cubicBezTo>
                    <a:pt x="892115" y="3520193"/>
                    <a:pt x="892834" y="3520193"/>
                    <a:pt x="893553" y="3520193"/>
                  </a:cubicBezTo>
                  <a:cubicBezTo>
                    <a:pt x="901461" y="3523068"/>
                    <a:pt x="909368" y="3525944"/>
                    <a:pt x="917994" y="3527381"/>
                  </a:cubicBezTo>
                  <a:cubicBezTo>
                    <a:pt x="917994" y="3533132"/>
                    <a:pt x="917994" y="3538883"/>
                    <a:pt x="917994" y="3544634"/>
                  </a:cubicBezTo>
                  <a:cubicBezTo>
                    <a:pt x="912244" y="3541040"/>
                    <a:pt x="906493" y="3537445"/>
                    <a:pt x="901461" y="3533851"/>
                  </a:cubicBezTo>
                  <a:cubicBezTo>
                    <a:pt x="897866" y="3528819"/>
                    <a:pt x="894991" y="3524506"/>
                    <a:pt x="891396" y="3520193"/>
                  </a:cubicBezTo>
                  <a:close/>
                  <a:moveTo>
                    <a:pt x="907930" y="3541040"/>
                  </a:moveTo>
                  <a:cubicBezTo>
                    <a:pt x="911525" y="3543197"/>
                    <a:pt x="915119" y="3546072"/>
                    <a:pt x="917994" y="3548228"/>
                  </a:cubicBezTo>
                  <a:cubicBezTo>
                    <a:pt x="917994" y="3550385"/>
                    <a:pt x="917994" y="3553261"/>
                    <a:pt x="918713" y="3555417"/>
                  </a:cubicBezTo>
                  <a:cubicBezTo>
                    <a:pt x="915119" y="3551104"/>
                    <a:pt x="911525" y="3546072"/>
                    <a:pt x="907930" y="3541040"/>
                  </a:cubicBezTo>
                  <a:close/>
                  <a:moveTo>
                    <a:pt x="1022230" y="3740885"/>
                  </a:moveTo>
                  <a:cubicBezTo>
                    <a:pt x="1020793" y="3735853"/>
                    <a:pt x="1019355" y="3730821"/>
                    <a:pt x="1017198" y="3725070"/>
                  </a:cubicBezTo>
                  <a:cubicBezTo>
                    <a:pt x="1013604" y="3715006"/>
                    <a:pt x="1009291" y="3705660"/>
                    <a:pt x="1005696" y="3696315"/>
                  </a:cubicBezTo>
                  <a:cubicBezTo>
                    <a:pt x="1009291" y="3694159"/>
                    <a:pt x="1011447" y="3689127"/>
                    <a:pt x="1010728" y="3684094"/>
                  </a:cubicBezTo>
                  <a:cubicBezTo>
                    <a:pt x="1007134" y="3668279"/>
                    <a:pt x="997789" y="3653902"/>
                    <a:pt x="987006" y="3640962"/>
                  </a:cubicBezTo>
                  <a:cubicBezTo>
                    <a:pt x="992038" y="3645995"/>
                    <a:pt x="997070" y="3651027"/>
                    <a:pt x="1002821" y="3655340"/>
                  </a:cubicBezTo>
                  <a:cubicBezTo>
                    <a:pt x="1012166" y="3662528"/>
                    <a:pt x="1022230" y="3658934"/>
                    <a:pt x="1028700" y="3651745"/>
                  </a:cubicBezTo>
                  <a:cubicBezTo>
                    <a:pt x="1028700" y="3652464"/>
                    <a:pt x="1029419" y="3653183"/>
                    <a:pt x="1029419" y="3653902"/>
                  </a:cubicBezTo>
                  <a:cubicBezTo>
                    <a:pt x="1029419" y="3653902"/>
                    <a:pt x="1029419" y="3653902"/>
                    <a:pt x="1029419" y="3653902"/>
                  </a:cubicBezTo>
                  <a:cubicBezTo>
                    <a:pt x="1027262" y="3682657"/>
                    <a:pt x="1025106" y="3711411"/>
                    <a:pt x="1022230" y="3740885"/>
                  </a:cubicBezTo>
                  <a:close/>
                  <a:moveTo>
                    <a:pt x="849702" y="4281474"/>
                  </a:moveTo>
                  <a:cubicBezTo>
                    <a:pt x="845389" y="4285787"/>
                    <a:pt x="841794" y="4289381"/>
                    <a:pt x="836762" y="4292976"/>
                  </a:cubicBezTo>
                  <a:cubicBezTo>
                    <a:pt x="834606" y="4287944"/>
                    <a:pt x="831730" y="4282911"/>
                    <a:pt x="829574" y="4277880"/>
                  </a:cubicBezTo>
                  <a:cubicBezTo>
                    <a:pt x="835325" y="4277880"/>
                    <a:pt x="841794" y="4277161"/>
                    <a:pt x="847545" y="4276442"/>
                  </a:cubicBezTo>
                  <a:cubicBezTo>
                    <a:pt x="849702" y="4276442"/>
                    <a:pt x="851859" y="4277161"/>
                    <a:pt x="854015" y="4277161"/>
                  </a:cubicBezTo>
                  <a:cubicBezTo>
                    <a:pt x="852577" y="4278598"/>
                    <a:pt x="851140" y="4280036"/>
                    <a:pt x="849702" y="4281474"/>
                  </a:cubicBezTo>
                  <a:close/>
                  <a:moveTo>
                    <a:pt x="970472" y="4352642"/>
                  </a:moveTo>
                  <a:cubicBezTo>
                    <a:pt x="965440" y="4338264"/>
                    <a:pt x="960408" y="4323887"/>
                    <a:pt x="955376" y="4310229"/>
                  </a:cubicBezTo>
                  <a:cubicBezTo>
                    <a:pt x="956094" y="4308072"/>
                    <a:pt x="956813" y="4305915"/>
                    <a:pt x="957532" y="4303759"/>
                  </a:cubicBezTo>
                  <a:cubicBezTo>
                    <a:pt x="961127" y="4318136"/>
                    <a:pt x="965440" y="4331795"/>
                    <a:pt x="971191" y="4345453"/>
                  </a:cubicBezTo>
                  <a:cubicBezTo>
                    <a:pt x="971191" y="4347610"/>
                    <a:pt x="970472" y="4350485"/>
                    <a:pt x="970472" y="4352642"/>
                  </a:cubicBezTo>
                  <a:close/>
                  <a:moveTo>
                    <a:pt x="979098" y="4247687"/>
                  </a:moveTo>
                  <a:cubicBezTo>
                    <a:pt x="977661" y="4247687"/>
                    <a:pt x="976223" y="4247687"/>
                    <a:pt x="974785" y="4247687"/>
                  </a:cubicBezTo>
                  <a:cubicBezTo>
                    <a:pt x="976223" y="4241936"/>
                    <a:pt x="976942" y="4236904"/>
                    <a:pt x="977661" y="4231153"/>
                  </a:cubicBezTo>
                  <a:cubicBezTo>
                    <a:pt x="978379" y="4232591"/>
                    <a:pt x="979817" y="4233310"/>
                    <a:pt x="980536" y="4234748"/>
                  </a:cubicBezTo>
                  <a:cubicBezTo>
                    <a:pt x="979817" y="4239061"/>
                    <a:pt x="979817" y="4243374"/>
                    <a:pt x="979098" y="4247687"/>
                  </a:cubicBezTo>
                  <a:close/>
                  <a:moveTo>
                    <a:pt x="1012885" y="4475568"/>
                  </a:moveTo>
                  <a:cubicBezTo>
                    <a:pt x="1009291" y="4458315"/>
                    <a:pt x="1003540" y="4440344"/>
                    <a:pt x="997070" y="4422372"/>
                  </a:cubicBezTo>
                  <a:cubicBezTo>
                    <a:pt x="997070" y="4415183"/>
                    <a:pt x="997789" y="4408713"/>
                    <a:pt x="997789" y="4401525"/>
                  </a:cubicBezTo>
                  <a:cubicBezTo>
                    <a:pt x="1010010" y="4423091"/>
                    <a:pt x="1023668" y="4443219"/>
                    <a:pt x="1038764" y="4462628"/>
                  </a:cubicBezTo>
                  <a:cubicBezTo>
                    <a:pt x="1030138" y="4466942"/>
                    <a:pt x="1021512" y="4471255"/>
                    <a:pt x="1012885" y="4475568"/>
                  </a:cubicBezTo>
                  <a:close/>
                  <a:moveTo>
                    <a:pt x="1001383" y="4260627"/>
                  </a:moveTo>
                  <a:cubicBezTo>
                    <a:pt x="1001383" y="4259908"/>
                    <a:pt x="1001383" y="4259189"/>
                    <a:pt x="1001383" y="4258470"/>
                  </a:cubicBezTo>
                  <a:cubicBezTo>
                    <a:pt x="1007134" y="4265659"/>
                    <a:pt x="1012885" y="4272128"/>
                    <a:pt x="1018636" y="4279317"/>
                  </a:cubicBezTo>
                  <a:cubicBezTo>
                    <a:pt x="1032295" y="4298727"/>
                    <a:pt x="1044515" y="4318855"/>
                    <a:pt x="1054579" y="4340421"/>
                  </a:cubicBezTo>
                  <a:cubicBezTo>
                    <a:pt x="1038764" y="4313104"/>
                    <a:pt x="1020074" y="4286506"/>
                    <a:pt x="1001383" y="4260627"/>
                  </a:cubicBezTo>
                  <a:close/>
                  <a:moveTo>
                    <a:pt x="754811" y="5106734"/>
                  </a:moveTo>
                  <a:cubicBezTo>
                    <a:pt x="754811" y="5106734"/>
                    <a:pt x="755530" y="5106734"/>
                    <a:pt x="755530" y="5106734"/>
                  </a:cubicBezTo>
                  <a:cubicBezTo>
                    <a:pt x="772783" y="5101702"/>
                    <a:pt x="788598" y="5094514"/>
                    <a:pt x="802976" y="5084449"/>
                  </a:cubicBezTo>
                  <a:cubicBezTo>
                    <a:pt x="802976" y="5085887"/>
                    <a:pt x="803694" y="5087325"/>
                    <a:pt x="803694" y="5089481"/>
                  </a:cubicBezTo>
                  <a:cubicBezTo>
                    <a:pt x="792193" y="5097389"/>
                    <a:pt x="779253" y="5103859"/>
                    <a:pt x="762000" y="5106734"/>
                  </a:cubicBezTo>
                  <a:cubicBezTo>
                    <a:pt x="759843" y="5106015"/>
                    <a:pt x="756968" y="5106015"/>
                    <a:pt x="754811" y="5106734"/>
                  </a:cubicBezTo>
                  <a:close/>
                  <a:moveTo>
                    <a:pt x="830293" y="5234693"/>
                  </a:moveTo>
                  <a:cubicBezTo>
                    <a:pt x="826698" y="5227504"/>
                    <a:pt x="822385" y="5221034"/>
                    <a:pt x="817353" y="5214565"/>
                  </a:cubicBezTo>
                  <a:cubicBezTo>
                    <a:pt x="817353" y="5214565"/>
                    <a:pt x="817353" y="5213845"/>
                    <a:pt x="816634" y="5213845"/>
                  </a:cubicBezTo>
                  <a:cubicBezTo>
                    <a:pt x="815915" y="5213127"/>
                    <a:pt x="815196" y="5212408"/>
                    <a:pt x="814477" y="5211689"/>
                  </a:cubicBezTo>
                  <a:cubicBezTo>
                    <a:pt x="802976" y="5195155"/>
                    <a:pt x="790036" y="5180059"/>
                    <a:pt x="779253" y="5164244"/>
                  </a:cubicBezTo>
                  <a:cubicBezTo>
                    <a:pt x="778534" y="5162806"/>
                    <a:pt x="777815" y="5162087"/>
                    <a:pt x="776377" y="5160649"/>
                  </a:cubicBezTo>
                  <a:cubicBezTo>
                    <a:pt x="792193" y="5157774"/>
                    <a:pt x="807289" y="5152742"/>
                    <a:pt x="821666" y="5145553"/>
                  </a:cubicBezTo>
                  <a:cubicBezTo>
                    <a:pt x="825261" y="5153461"/>
                    <a:pt x="828855" y="5162087"/>
                    <a:pt x="832449" y="5169995"/>
                  </a:cubicBezTo>
                  <a:cubicBezTo>
                    <a:pt x="833168" y="5191561"/>
                    <a:pt x="831730" y="5213127"/>
                    <a:pt x="830293" y="5234693"/>
                  </a:cubicBezTo>
                  <a:close/>
                  <a:moveTo>
                    <a:pt x="1123591" y="5241881"/>
                  </a:moveTo>
                  <a:cubicBezTo>
                    <a:pt x="1122872" y="5241881"/>
                    <a:pt x="1121434" y="5241881"/>
                    <a:pt x="1119996" y="5241881"/>
                  </a:cubicBezTo>
                  <a:cubicBezTo>
                    <a:pt x="1107057" y="5245476"/>
                    <a:pt x="1094117" y="5249070"/>
                    <a:pt x="1081177" y="5253383"/>
                  </a:cubicBezTo>
                  <a:cubicBezTo>
                    <a:pt x="1079740" y="5248351"/>
                    <a:pt x="1075427" y="5244038"/>
                    <a:pt x="1068957" y="5243319"/>
                  </a:cubicBezTo>
                  <a:cubicBezTo>
                    <a:pt x="1036608" y="5241881"/>
                    <a:pt x="1005696" y="5260572"/>
                    <a:pt x="976223" y="5274231"/>
                  </a:cubicBezTo>
                  <a:cubicBezTo>
                    <a:pt x="975504" y="5274949"/>
                    <a:pt x="974066" y="5274949"/>
                    <a:pt x="973347" y="5275668"/>
                  </a:cubicBezTo>
                  <a:cubicBezTo>
                    <a:pt x="966877" y="5265604"/>
                    <a:pt x="959689" y="5255540"/>
                    <a:pt x="952500" y="5245476"/>
                  </a:cubicBezTo>
                  <a:cubicBezTo>
                    <a:pt x="956094" y="5224628"/>
                    <a:pt x="960408" y="5203782"/>
                    <a:pt x="966159" y="5184372"/>
                  </a:cubicBezTo>
                  <a:cubicBezTo>
                    <a:pt x="967596" y="5179340"/>
                    <a:pt x="968315" y="5175027"/>
                    <a:pt x="968315" y="5170713"/>
                  </a:cubicBezTo>
                  <a:cubicBezTo>
                    <a:pt x="992038" y="5205219"/>
                    <a:pt x="1025106" y="5245476"/>
                    <a:pt x="1066081" y="5242600"/>
                  </a:cubicBezTo>
                  <a:cubicBezTo>
                    <a:pt x="1076145" y="5241881"/>
                    <a:pt x="1081177" y="5233974"/>
                    <a:pt x="1079740" y="5224628"/>
                  </a:cubicBezTo>
                  <a:cubicBezTo>
                    <a:pt x="1073989" y="5183653"/>
                    <a:pt x="1027262" y="5153461"/>
                    <a:pt x="1003540" y="5121112"/>
                  </a:cubicBezTo>
                  <a:cubicBezTo>
                    <a:pt x="987006" y="5098827"/>
                    <a:pt x="974066" y="5075104"/>
                    <a:pt x="962564" y="5049944"/>
                  </a:cubicBezTo>
                  <a:cubicBezTo>
                    <a:pt x="963283" y="5049944"/>
                    <a:pt x="963283" y="5049944"/>
                    <a:pt x="964002" y="5049944"/>
                  </a:cubicBezTo>
                  <a:cubicBezTo>
                    <a:pt x="974785" y="5060008"/>
                    <a:pt x="987006" y="5068634"/>
                    <a:pt x="999945" y="5075104"/>
                  </a:cubicBezTo>
                  <a:cubicBezTo>
                    <a:pt x="1027262" y="5141240"/>
                    <a:pt x="1069676" y="5202344"/>
                    <a:pt x="1126466" y="5238287"/>
                  </a:cubicBezTo>
                  <a:cubicBezTo>
                    <a:pt x="1125747" y="5240444"/>
                    <a:pt x="1125028" y="5241163"/>
                    <a:pt x="1123591" y="5241881"/>
                  </a:cubicBezTo>
                  <a:close/>
                  <a:moveTo>
                    <a:pt x="1200510" y="5221753"/>
                  </a:moveTo>
                  <a:cubicBezTo>
                    <a:pt x="1195478" y="5215283"/>
                    <a:pt x="1186851" y="5211689"/>
                    <a:pt x="1178225" y="5213127"/>
                  </a:cubicBezTo>
                  <a:cubicBezTo>
                    <a:pt x="1178225" y="5213127"/>
                    <a:pt x="1178225" y="5212408"/>
                    <a:pt x="1178225" y="5212408"/>
                  </a:cubicBezTo>
                  <a:cubicBezTo>
                    <a:pt x="1177506" y="5212408"/>
                    <a:pt x="1176787" y="5213127"/>
                    <a:pt x="1176068" y="5213127"/>
                  </a:cubicBezTo>
                  <a:cubicBezTo>
                    <a:pt x="1175349" y="5210970"/>
                    <a:pt x="1174630" y="5208095"/>
                    <a:pt x="1172474" y="5205938"/>
                  </a:cubicBezTo>
                  <a:cubicBezTo>
                    <a:pt x="1166004" y="5196593"/>
                    <a:pt x="1156659" y="5185091"/>
                    <a:pt x="1151627" y="5175746"/>
                  </a:cubicBezTo>
                  <a:cubicBezTo>
                    <a:pt x="1149470" y="5171432"/>
                    <a:pt x="1145157" y="5170713"/>
                    <a:pt x="1140844" y="5172151"/>
                  </a:cubicBezTo>
                  <a:cubicBezTo>
                    <a:pt x="1117121" y="5148429"/>
                    <a:pt x="1093398" y="5125425"/>
                    <a:pt x="1073270" y="5096670"/>
                  </a:cubicBezTo>
                  <a:cubicBezTo>
                    <a:pt x="1084772" y="5097389"/>
                    <a:pt x="1096274" y="5096670"/>
                    <a:pt x="1107776" y="5094514"/>
                  </a:cubicBezTo>
                  <a:cubicBezTo>
                    <a:pt x="1112089" y="5102421"/>
                    <a:pt x="1117121" y="5110329"/>
                    <a:pt x="1122153" y="5118236"/>
                  </a:cubicBezTo>
                  <a:cubicBezTo>
                    <a:pt x="1140844" y="5148429"/>
                    <a:pt x="1167442" y="5189404"/>
                    <a:pt x="1201229" y="5210251"/>
                  </a:cubicBezTo>
                  <a:cubicBezTo>
                    <a:pt x="1201229" y="5214565"/>
                    <a:pt x="1200510" y="5218159"/>
                    <a:pt x="1200510" y="5221753"/>
                  </a:cubicBezTo>
                  <a:close/>
                  <a:moveTo>
                    <a:pt x="1205542" y="5125425"/>
                  </a:moveTo>
                  <a:cubicBezTo>
                    <a:pt x="1194040" y="5112485"/>
                    <a:pt x="1181819" y="5100264"/>
                    <a:pt x="1173193" y="5088763"/>
                  </a:cubicBezTo>
                  <a:cubicBezTo>
                    <a:pt x="1169598" y="5084449"/>
                    <a:pt x="1166004" y="5079417"/>
                    <a:pt x="1163129" y="5074385"/>
                  </a:cubicBezTo>
                  <a:cubicBezTo>
                    <a:pt x="1177506" y="5065759"/>
                    <a:pt x="1190446" y="5055694"/>
                    <a:pt x="1201229" y="5043474"/>
                  </a:cubicBezTo>
                  <a:cubicBezTo>
                    <a:pt x="1201947" y="5043474"/>
                    <a:pt x="1203385" y="5043474"/>
                    <a:pt x="1204104" y="5043474"/>
                  </a:cubicBezTo>
                  <a:cubicBezTo>
                    <a:pt x="1205542" y="5047787"/>
                    <a:pt x="1207698" y="5052100"/>
                    <a:pt x="1209136" y="5056414"/>
                  </a:cubicBezTo>
                  <a:cubicBezTo>
                    <a:pt x="1208417" y="5079417"/>
                    <a:pt x="1206979" y="5102421"/>
                    <a:pt x="1205542" y="5125425"/>
                  </a:cubicBezTo>
                  <a:close/>
                  <a:moveTo>
                    <a:pt x="1229983" y="4220370"/>
                  </a:moveTo>
                  <a:cubicBezTo>
                    <a:pt x="1225670" y="4222527"/>
                    <a:pt x="1222076" y="4224683"/>
                    <a:pt x="1217762" y="4226840"/>
                  </a:cubicBezTo>
                  <a:cubicBezTo>
                    <a:pt x="1217044" y="4226840"/>
                    <a:pt x="1217044" y="4226840"/>
                    <a:pt x="1216325" y="4226840"/>
                  </a:cubicBezTo>
                  <a:cubicBezTo>
                    <a:pt x="1214887" y="4224683"/>
                    <a:pt x="1214168" y="4222527"/>
                    <a:pt x="1212730" y="4219651"/>
                  </a:cubicBezTo>
                  <a:cubicBezTo>
                    <a:pt x="1218481" y="4220370"/>
                    <a:pt x="1224232" y="4220370"/>
                    <a:pt x="1229983" y="4220370"/>
                  </a:cubicBezTo>
                  <a:close/>
                  <a:moveTo>
                    <a:pt x="1205542" y="4295851"/>
                  </a:moveTo>
                  <a:cubicBezTo>
                    <a:pt x="1208417" y="4303040"/>
                    <a:pt x="1212012" y="4310229"/>
                    <a:pt x="1215606" y="4317417"/>
                  </a:cubicBezTo>
                  <a:cubicBezTo>
                    <a:pt x="1211293" y="4310948"/>
                    <a:pt x="1206261" y="4303759"/>
                    <a:pt x="1201947" y="4297289"/>
                  </a:cubicBezTo>
                  <a:cubicBezTo>
                    <a:pt x="1202666" y="4297289"/>
                    <a:pt x="1204104" y="4296570"/>
                    <a:pt x="1205542" y="4295851"/>
                  </a:cubicBezTo>
                  <a:close/>
                  <a:moveTo>
                    <a:pt x="1240047" y="4440344"/>
                  </a:moveTo>
                  <a:cubicBezTo>
                    <a:pt x="1206261" y="4394336"/>
                    <a:pt x="1168879" y="4350485"/>
                    <a:pt x="1130779" y="4307353"/>
                  </a:cubicBezTo>
                  <a:cubicBezTo>
                    <a:pt x="1136530" y="4307353"/>
                    <a:pt x="1143000" y="4307353"/>
                    <a:pt x="1149470" y="4307353"/>
                  </a:cubicBezTo>
                  <a:cubicBezTo>
                    <a:pt x="1149470" y="4309510"/>
                    <a:pt x="1150189" y="4310948"/>
                    <a:pt x="1150189" y="4313104"/>
                  </a:cubicBezTo>
                  <a:cubicBezTo>
                    <a:pt x="1150908" y="4315980"/>
                    <a:pt x="1153064" y="4317417"/>
                    <a:pt x="1155221" y="4318136"/>
                  </a:cubicBezTo>
                  <a:cubicBezTo>
                    <a:pt x="1166723" y="4341140"/>
                    <a:pt x="1181100" y="4363425"/>
                    <a:pt x="1196915" y="4382834"/>
                  </a:cubicBezTo>
                  <a:cubicBezTo>
                    <a:pt x="1209136" y="4398649"/>
                    <a:pt x="1223513" y="4418778"/>
                    <a:pt x="1240766" y="4436749"/>
                  </a:cubicBezTo>
                  <a:cubicBezTo>
                    <a:pt x="1240047" y="4436749"/>
                    <a:pt x="1240047" y="4438906"/>
                    <a:pt x="1240047" y="4440344"/>
                  </a:cubicBezTo>
                  <a:close/>
                  <a:moveTo>
                    <a:pt x="293298" y="5982315"/>
                  </a:moveTo>
                  <a:cubicBezTo>
                    <a:pt x="284672" y="5990942"/>
                    <a:pt x="271013" y="5990942"/>
                    <a:pt x="261668" y="5982315"/>
                  </a:cubicBezTo>
                  <a:cubicBezTo>
                    <a:pt x="259511" y="5980878"/>
                    <a:pt x="258792" y="5979440"/>
                    <a:pt x="256636" y="5978721"/>
                  </a:cubicBezTo>
                  <a:cubicBezTo>
                    <a:pt x="257355" y="5979440"/>
                    <a:pt x="253760" y="5978002"/>
                    <a:pt x="252323" y="5977283"/>
                  </a:cubicBezTo>
                  <a:cubicBezTo>
                    <a:pt x="250885" y="5977283"/>
                    <a:pt x="247291" y="5976565"/>
                    <a:pt x="247291" y="5976565"/>
                  </a:cubicBezTo>
                  <a:cubicBezTo>
                    <a:pt x="245134" y="5976565"/>
                    <a:pt x="242977" y="5976565"/>
                    <a:pt x="240821" y="5976565"/>
                  </a:cubicBezTo>
                  <a:cubicBezTo>
                    <a:pt x="223568" y="5976565"/>
                    <a:pt x="217098" y="5960031"/>
                    <a:pt x="220692" y="5947810"/>
                  </a:cubicBezTo>
                  <a:cubicBezTo>
                    <a:pt x="241540" y="5948529"/>
                    <a:pt x="263106" y="5947091"/>
                    <a:pt x="283953" y="5944216"/>
                  </a:cubicBezTo>
                  <a:cubicBezTo>
                    <a:pt x="286828" y="5946372"/>
                    <a:pt x="290423" y="5948529"/>
                    <a:pt x="293298" y="5951404"/>
                  </a:cubicBezTo>
                  <a:cubicBezTo>
                    <a:pt x="302643" y="5959312"/>
                    <a:pt x="301925" y="5973689"/>
                    <a:pt x="293298" y="5982315"/>
                  </a:cubicBezTo>
                  <a:close/>
                  <a:moveTo>
                    <a:pt x="391064" y="5939183"/>
                  </a:moveTo>
                  <a:cubicBezTo>
                    <a:pt x="375249" y="5939902"/>
                    <a:pt x="359434" y="5940621"/>
                    <a:pt x="342900" y="5940621"/>
                  </a:cubicBezTo>
                  <a:cubicBezTo>
                    <a:pt x="338587" y="5939902"/>
                    <a:pt x="334274" y="5939902"/>
                    <a:pt x="329960" y="5939183"/>
                  </a:cubicBezTo>
                  <a:cubicBezTo>
                    <a:pt x="330679" y="5937746"/>
                    <a:pt x="330679" y="5937027"/>
                    <a:pt x="331398" y="5935589"/>
                  </a:cubicBezTo>
                  <a:cubicBezTo>
                    <a:pt x="337149" y="5934870"/>
                    <a:pt x="342900" y="5933432"/>
                    <a:pt x="347932" y="5932713"/>
                  </a:cubicBezTo>
                  <a:cubicBezTo>
                    <a:pt x="362309" y="5932713"/>
                    <a:pt x="376687" y="5931995"/>
                    <a:pt x="391783" y="5930557"/>
                  </a:cubicBezTo>
                  <a:cubicBezTo>
                    <a:pt x="391064" y="5933432"/>
                    <a:pt x="390345" y="5937027"/>
                    <a:pt x="391064" y="5939183"/>
                  </a:cubicBezTo>
                  <a:close/>
                  <a:moveTo>
                    <a:pt x="510396" y="6104523"/>
                  </a:moveTo>
                  <a:cubicBezTo>
                    <a:pt x="509677" y="6093740"/>
                    <a:pt x="508240" y="6083676"/>
                    <a:pt x="507521" y="6072893"/>
                  </a:cubicBezTo>
                  <a:cubicBezTo>
                    <a:pt x="508959" y="6072893"/>
                    <a:pt x="510396" y="6073612"/>
                    <a:pt x="511834" y="6073612"/>
                  </a:cubicBezTo>
                  <a:cubicBezTo>
                    <a:pt x="511834" y="6083676"/>
                    <a:pt x="511115" y="6093740"/>
                    <a:pt x="510396" y="6104523"/>
                  </a:cubicBezTo>
                  <a:close/>
                  <a:moveTo>
                    <a:pt x="761281" y="6591915"/>
                  </a:moveTo>
                  <a:cubicBezTo>
                    <a:pt x="762719" y="6612044"/>
                    <a:pt x="752655" y="6624264"/>
                    <a:pt x="738277" y="6629297"/>
                  </a:cubicBezTo>
                  <a:cubicBezTo>
                    <a:pt x="737559" y="6633610"/>
                    <a:pt x="737559" y="6637204"/>
                    <a:pt x="736840" y="6641517"/>
                  </a:cubicBezTo>
                  <a:lnTo>
                    <a:pt x="736840" y="6702621"/>
                  </a:lnTo>
                  <a:cubicBezTo>
                    <a:pt x="736840" y="6722749"/>
                    <a:pt x="724619" y="6735689"/>
                    <a:pt x="710242" y="6740721"/>
                  </a:cubicBezTo>
                  <a:cubicBezTo>
                    <a:pt x="710242" y="6745753"/>
                    <a:pt x="710242" y="6750785"/>
                    <a:pt x="710242" y="6755817"/>
                  </a:cubicBezTo>
                  <a:cubicBezTo>
                    <a:pt x="706647" y="6755817"/>
                    <a:pt x="702334" y="6755817"/>
                    <a:pt x="698740" y="6755817"/>
                  </a:cubicBezTo>
                  <a:cubicBezTo>
                    <a:pt x="692989" y="6760849"/>
                    <a:pt x="685800" y="6763725"/>
                    <a:pt x="678611" y="6765881"/>
                  </a:cubicBezTo>
                  <a:cubicBezTo>
                    <a:pt x="671423" y="6765881"/>
                    <a:pt x="664953" y="6765881"/>
                    <a:pt x="657764" y="6765881"/>
                  </a:cubicBezTo>
                  <a:cubicBezTo>
                    <a:pt x="651294" y="6764444"/>
                    <a:pt x="645544" y="6761568"/>
                    <a:pt x="640511" y="6757255"/>
                  </a:cubicBezTo>
                  <a:cubicBezTo>
                    <a:pt x="608162" y="6757974"/>
                    <a:pt x="576532" y="6758693"/>
                    <a:pt x="544183" y="6759411"/>
                  </a:cubicBezTo>
                  <a:cubicBezTo>
                    <a:pt x="544183" y="6754380"/>
                    <a:pt x="544183" y="6750066"/>
                    <a:pt x="544183" y="6745034"/>
                  </a:cubicBezTo>
                  <a:cubicBezTo>
                    <a:pt x="552810" y="6744315"/>
                    <a:pt x="560717" y="6738565"/>
                    <a:pt x="562155" y="6727782"/>
                  </a:cubicBezTo>
                  <a:cubicBezTo>
                    <a:pt x="564311" y="6709810"/>
                    <a:pt x="565749" y="6692557"/>
                    <a:pt x="567187" y="6674585"/>
                  </a:cubicBezTo>
                  <a:cubicBezTo>
                    <a:pt x="570781" y="6672429"/>
                    <a:pt x="573657" y="6668834"/>
                    <a:pt x="574376" y="6664521"/>
                  </a:cubicBezTo>
                  <a:cubicBezTo>
                    <a:pt x="574376" y="6664521"/>
                    <a:pt x="574376" y="6664521"/>
                    <a:pt x="574376" y="6664521"/>
                  </a:cubicBezTo>
                  <a:lnTo>
                    <a:pt x="574376" y="6637923"/>
                  </a:lnTo>
                  <a:cubicBezTo>
                    <a:pt x="567906" y="6634329"/>
                    <a:pt x="562155" y="6627859"/>
                    <a:pt x="558560" y="6619951"/>
                  </a:cubicBezTo>
                  <a:cubicBezTo>
                    <a:pt x="570781" y="6467551"/>
                    <a:pt x="572938" y="6315151"/>
                    <a:pt x="562874" y="6163470"/>
                  </a:cubicBezTo>
                  <a:cubicBezTo>
                    <a:pt x="565749" y="6159876"/>
                    <a:pt x="569343" y="6156282"/>
                    <a:pt x="573657" y="6154125"/>
                  </a:cubicBezTo>
                  <a:cubicBezTo>
                    <a:pt x="572219" y="6128965"/>
                    <a:pt x="570062" y="6103085"/>
                    <a:pt x="567906" y="6077925"/>
                  </a:cubicBezTo>
                  <a:cubicBezTo>
                    <a:pt x="583721" y="6078644"/>
                    <a:pt x="599536" y="6077925"/>
                    <a:pt x="615351" y="6077206"/>
                  </a:cubicBezTo>
                  <a:lnTo>
                    <a:pt x="615351" y="6077206"/>
                  </a:lnTo>
                  <a:cubicBezTo>
                    <a:pt x="615351" y="6026166"/>
                    <a:pt x="690113" y="6024010"/>
                    <a:pt x="698021" y="6069298"/>
                  </a:cubicBezTo>
                  <a:cubicBezTo>
                    <a:pt x="708085" y="6067861"/>
                    <a:pt x="718149" y="6066423"/>
                    <a:pt x="728213" y="6064267"/>
                  </a:cubicBezTo>
                  <a:cubicBezTo>
                    <a:pt x="726057" y="6075768"/>
                    <a:pt x="723900" y="6086551"/>
                    <a:pt x="722462" y="6098053"/>
                  </a:cubicBezTo>
                  <a:cubicBezTo>
                    <a:pt x="721025" y="6104523"/>
                    <a:pt x="719587" y="6110993"/>
                    <a:pt x="718149" y="6117463"/>
                  </a:cubicBezTo>
                  <a:cubicBezTo>
                    <a:pt x="720306" y="6118900"/>
                    <a:pt x="723181" y="6121057"/>
                    <a:pt x="725338" y="6123213"/>
                  </a:cubicBezTo>
                  <a:cubicBezTo>
                    <a:pt x="744747" y="6126808"/>
                    <a:pt x="762000" y="6141185"/>
                    <a:pt x="760562" y="6163470"/>
                  </a:cubicBezTo>
                  <a:cubicBezTo>
                    <a:pt x="756249" y="6231044"/>
                    <a:pt x="749779" y="6299336"/>
                    <a:pt x="743310" y="6366910"/>
                  </a:cubicBezTo>
                  <a:cubicBezTo>
                    <a:pt x="749060" y="6441672"/>
                    <a:pt x="754811" y="6517153"/>
                    <a:pt x="761281" y="6591915"/>
                  </a:cubicBezTo>
                  <a:close/>
                  <a:moveTo>
                    <a:pt x="777096" y="5947810"/>
                  </a:moveTo>
                  <a:cubicBezTo>
                    <a:pt x="776377" y="5956436"/>
                    <a:pt x="774940" y="5964344"/>
                    <a:pt x="774221" y="5972970"/>
                  </a:cubicBezTo>
                  <a:cubicBezTo>
                    <a:pt x="764157" y="5971532"/>
                    <a:pt x="753374" y="5975127"/>
                    <a:pt x="747623" y="5984472"/>
                  </a:cubicBezTo>
                  <a:cubicBezTo>
                    <a:pt x="738996" y="5985910"/>
                    <a:pt x="731089" y="5986628"/>
                    <a:pt x="723181" y="5988066"/>
                  </a:cubicBezTo>
                  <a:cubicBezTo>
                    <a:pt x="713836" y="5988785"/>
                    <a:pt x="704491" y="5989504"/>
                    <a:pt x="695145" y="5990223"/>
                  </a:cubicBezTo>
                  <a:cubicBezTo>
                    <a:pt x="695145" y="5990223"/>
                    <a:pt x="695864" y="5989504"/>
                    <a:pt x="695864" y="5989504"/>
                  </a:cubicBezTo>
                  <a:cubicBezTo>
                    <a:pt x="702334" y="5983753"/>
                    <a:pt x="697302" y="5970814"/>
                    <a:pt x="688676" y="5971532"/>
                  </a:cubicBezTo>
                  <a:cubicBezTo>
                    <a:pt x="664953" y="5973689"/>
                    <a:pt x="641949" y="5978002"/>
                    <a:pt x="618227" y="5983034"/>
                  </a:cubicBezTo>
                  <a:cubicBezTo>
                    <a:pt x="559998" y="5972970"/>
                    <a:pt x="501051" y="5962187"/>
                    <a:pt x="442104" y="5953561"/>
                  </a:cubicBezTo>
                  <a:cubicBezTo>
                    <a:pt x="514709" y="5952123"/>
                    <a:pt x="587315" y="5951404"/>
                    <a:pt x="660640" y="5950685"/>
                  </a:cubicBezTo>
                  <a:cubicBezTo>
                    <a:pt x="669266" y="5949966"/>
                    <a:pt x="678611" y="5949966"/>
                    <a:pt x="687238" y="5949248"/>
                  </a:cubicBezTo>
                  <a:cubicBezTo>
                    <a:pt x="718868" y="5935589"/>
                    <a:pt x="751217" y="5917617"/>
                    <a:pt x="779972" y="5896051"/>
                  </a:cubicBezTo>
                  <a:cubicBezTo>
                    <a:pt x="778534" y="5898208"/>
                    <a:pt x="777096" y="5900364"/>
                    <a:pt x="776377" y="5903240"/>
                  </a:cubicBezTo>
                  <a:cubicBezTo>
                    <a:pt x="760562" y="5916899"/>
                    <a:pt x="744028" y="5931276"/>
                    <a:pt x="728213" y="5944934"/>
                  </a:cubicBezTo>
                  <a:cubicBezTo>
                    <a:pt x="726776" y="5946372"/>
                    <a:pt x="726057" y="5947091"/>
                    <a:pt x="724619" y="5948529"/>
                  </a:cubicBezTo>
                  <a:cubicBezTo>
                    <a:pt x="741872" y="5947810"/>
                    <a:pt x="759125" y="5947810"/>
                    <a:pt x="777096" y="5947810"/>
                  </a:cubicBezTo>
                  <a:close/>
                  <a:moveTo>
                    <a:pt x="1624642" y="6211634"/>
                  </a:moveTo>
                  <a:cubicBezTo>
                    <a:pt x="1585104" y="6189349"/>
                    <a:pt x="1541972" y="6172097"/>
                    <a:pt x="1496683" y="6162032"/>
                  </a:cubicBezTo>
                  <a:lnTo>
                    <a:pt x="1623923" y="6162032"/>
                  </a:lnTo>
                  <a:cubicBezTo>
                    <a:pt x="1630393" y="6179285"/>
                    <a:pt x="1638300" y="6195819"/>
                    <a:pt x="1646208" y="6211634"/>
                  </a:cubicBezTo>
                  <a:lnTo>
                    <a:pt x="1624642" y="6211634"/>
                  </a:lnTo>
                  <a:close/>
                  <a:moveTo>
                    <a:pt x="1692934" y="6783853"/>
                  </a:moveTo>
                  <a:lnTo>
                    <a:pt x="1692934" y="6783134"/>
                  </a:lnTo>
                  <a:cubicBezTo>
                    <a:pt x="1705874" y="6791042"/>
                    <a:pt x="1719532" y="6797512"/>
                    <a:pt x="1734629" y="6802544"/>
                  </a:cubicBezTo>
                  <a:cubicBezTo>
                    <a:pt x="1720251" y="6814046"/>
                    <a:pt x="1692934" y="6808295"/>
                    <a:pt x="1692934" y="6783853"/>
                  </a:cubicBezTo>
                  <a:close/>
                  <a:moveTo>
                    <a:pt x="1742536" y="6700465"/>
                  </a:moveTo>
                  <a:cubicBezTo>
                    <a:pt x="1727440" y="6687525"/>
                    <a:pt x="1710906" y="6676023"/>
                    <a:pt x="1692934" y="6667396"/>
                  </a:cubicBezTo>
                  <a:lnTo>
                    <a:pt x="1692934" y="6650144"/>
                  </a:lnTo>
                  <a:cubicBezTo>
                    <a:pt x="1703717" y="6658770"/>
                    <a:pt x="1714500" y="6668116"/>
                    <a:pt x="1724564" y="6678179"/>
                  </a:cubicBezTo>
                  <a:cubicBezTo>
                    <a:pt x="1730315" y="6684649"/>
                    <a:pt x="1736066" y="6690400"/>
                    <a:pt x="1741817" y="6696151"/>
                  </a:cubicBezTo>
                  <a:cubicBezTo>
                    <a:pt x="1741817" y="6696151"/>
                    <a:pt x="1742536" y="6696870"/>
                    <a:pt x="1742536" y="6696870"/>
                  </a:cubicBezTo>
                  <a:lnTo>
                    <a:pt x="1742536" y="6700465"/>
                  </a:lnTo>
                  <a:close/>
                  <a:moveTo>
                    <a:pt x="1742536" y="6619232"/>
                  </a:moveTo>
                  <a:cubicBezTo>
                    <a:pt x="1721689" y="6592634"/>
                    <a:pt x="1705155" y="6563880"/>
                    <a:pt x="1692934" y="6532968"/>
                  </a:cubicBezTo>
                  <a:lnTo>
                    <a:pt x="1692934" y="6519310"/>
                  </a:lnTo>
                  <a:cubicBezTo>
                    <a:pt x="1708749" y="6533687"/>
                    <a:pt x="1723846" y="6548065"/>
                    <a:pt x="1742536" y="6557410"/>
                  </a:cubicBezTo>
                  <a:lnTo>
                    <a:pt x="1742536" y="6619232"/>
                  </a:lnTo>
                  <a:close/>
                  <a:moveTo>
                    <a:pt x="1742536" y="6504213"/>
                  </a:moveTo>
                  <a:cubicBezTo>
                    <a:pt x="1725283" y="6491274"/>
                    <a:pt x="1709468" y="6473302"/>
                    <a:pt x="1692934" y="6457487"/>
                  </a:cubicBezTo>
                  <a:lnTo>
                    <a:pt x="1692934" y="6304368"/>
                  </a:lnTo>
                  <a:cubicBezTo>
                    <a:pt x="1708749" y="6318027"/>
                    <a:pt x="1724564" y="6333123"/>
                    <a:pt x="1738942" y="6349657"/>
                  </a:cubicBezTo>
                  <a:cubicBezTo>
                    <a:pt x="1740380" y="6351095"/>
                    <a:pt x="1741098" y="6351814"/>
                    <a:pt x="1742536" y="6352532"/>
                  </a:cubicBezTo>
                  <a:lnTo>
                    <a:pt x="1742536" y="6504213"/>
                  </a:lnTo>
                  <a:close/>
                  <a:moveTo>
                    <a:pt x="1742536" y="6231763"/>
                  </a:moveTo>
                  <a:cubicBezTo>
                    <a:pt x="1726002" y="6208040"/>
                    <a:pt x="1708030" y="6185036"/>
                    <a:pt x="1690059" y="6162032"/>
                  </a:cubicBezTo>
                  <a:lnTo>
                    <a:pt x="1692934" y="6162032"/>
                  </a:lnTo>
                  <a:cubicBezTo>
                    <a:pt x="1696529" y="6133996"/>
                    <a:pt x="1742536" y="6134716"/>
                    <a:pt x="1742536" y="6165627"/>
                  </a:cubicBezTo>
                  <a:lnTo>
                    <a:pt x="1742536" y="6231763"/>
                  </a:lnTo>
                  <a:close/>
                  <a:moveTo>
                    <a:pt x="1926566" y="6766600"/>
                  </a:moveTo>
                  <a:cubicBezTo>
                    <a:pt x="1919378" y="6762287"/>
                    <a:pt x="1912189" y="6758693"/>
                    <a:pt x="1905000" y="6754380"/>
                  </a:cubicBezTo>
                  <a:lnTo>
                    <a:pt x="1905000" y="6718436"/>
                  </a:lnTo>
                  <a:cubicBezTo>
                    <a:pt x="1920815" y="6734970"/>
                    <a:pt x="1936630" y="6750785"/>
                    <a:pt x="1953883" y="6766600"/>
                  </a:cubicBezTo>
                  <a:cubicBezTo>
                    <a:pt x="1944538" y="6766600"/>
                    <a:pt x="1935193" y="6766600"/>
                    <a:pt x="1926566" y="6766600"/>
                  </a:cubicBezTo>
                  <a:close/>
                  <a:moveTo>
                    <a:pt x="1988389" y="6766600"/>
                  </a:moveTo>
                  <a:cubicBezTo>
                    <a:pt x="1986232" y="6766600"/>
                    <a:pt x="1984076" y="6766600"/>
                    <a:pt x="1981919" y="6766600"/>
                  </a:cubicBezTo>
                  <a:cubicBezTo>
                    <a:pt x="1981200" y="6765881"/>
                    <a:pt x="1980481" y="6765881"/>
                    <a:pt x="1979762" y="6765163"/>
                  </a:cubicBezTo>
                  <a:cubicBezTo>
                    <a:pt x="1953165" y="6745034"/>
                    <a:pt x="1928004" y="6722749"/>
                    <a:pt x="1904281" y="6699027"/>
                  </a:cubicBezTo>
                  <a:lnTo>
                    <a:pt x="1904281" y="6670272"/>
                  </a:lnTo>
                  <a:cubicBezTo>
                    <a:pt x="1922253" y="6683212"/>
                    <a:pt x="1940225" y="6695432"/>
                    <a:pt x="1958196" y="6707653"/>
                  </a:cubicBezTo>
                  <a:cubicBezTo>
                    <a:pt x="1967542" y="6714123"/>
                    <a:pt x="1977606" y="6721312"/>
                    <a:pt x="1986951" y="6728500"/>
                  </a:cubicBezTo>
                  <a:lnTo>
                    <a:pt x="1986951" y="6766600"/>
                  </a:lnTo>
                  <a:close/>
                  <a:moveTo>
                    <a:pt x="1905000" y="6647268"/>
                  </a:moveTo>
                  <a:lnTo>
                    <a:pt x="1905000" y="6629297"/>
                  </a:lnTo>
                  <a:cubicBezTo>
                    <a:pt x="1925847" y="6649425"/>
                    <a:pt x="1947413" y="6668834"/>
                    <a:pt x="1969698" y="6688244"/>
                  </a:cubicBezTo>
                  <a:cubicBezTo>
                    <a:pt x="1948132" y="6673866"/>
                    <a:pt x="1927285" y="6660208"/>
                    <a:pt x="1905000" y="6647268"/>
                  </a:cubicBezTo>
                  <a:close/>
                  <a:moveTo>
                    <a:pt x="1988389" y="6670272"/>
                  </a:moveTo>
                  <a:cubicBezTo>
                    <a:pt x="1961072" y="6648706"/>
                    <a:pt x="1933036" y="6628578"/>
                    <a:pt x="1905000" y="6609168"/>
                  </a:cubicBezTo>
                  <a:lnTo>
                    <a:pt x="1905000" y="6468989"/>
                  </a:lnTo>
                  <a:cubicBezTo>
                    <a:pt x="1932317" y="6494149"/>
                    <a:pt x="1959634" y="6519310"/>
                    <a:pt x="1988389" y="6543032"/>
                  </a:cubicBezTo>
                  <a:lnTo>
                    <a:pt x="1988389" y="6670272"/>
                  </a:lnTo>
                  <a:close/>
                  <a:moveTo>
                    <a:pt x="2140789" y="6696870"/>
                  </a:moveTo>
                  <a:cubicBezTo>
                    <a:pt x="2140789" y="6679617"/>
                    <a:pt x="2140070" y="6661646"/>
                    <a:pt x="2140070" y="6644393"/>
                  </a:cubicBezTo>
                  <a:cubicBezTo>
                    <a:pt x="2140789" y="6643674"/>
                    <a:pt x="2141508" y="6642236"/>
                    <a:pt x="2142946" y="6641517"/>
                  </a:cubicBezTo>
                  <a:cubicBezTo>
                    <a:pt x="2144383" y="6660208"/>
                    <a:pt x="2146540" y="6678179"/>
                    <a:pt x="2147978" y="6696870"/>
                  </a:cubicBezTo>
                  <a:cubicBezTo>
                    <a:pt x="2145821" y="6696870"/>
                    <a:pt x="2143665" y="6696870"/>
                    <a:pt x="2140789" y="6696870"/>
                  </a:cubicBezTo>
                  <a:close/>
                  <a:moveTo>
                    <a:pt x="2132882" y="6025448"/>
                  </a:moveTo>
                  <a:cubicBezTo>
                    <a:pt x="2139351" y="6025448"/>
                    <a:pt x="2145102" y="6025448"/>
                    <a:pt x="2151572" y="6025448"/>
                  </a:cubicBezTo>
                  <a:cubicBezTo>
                    <a:pt x="2161636" y="6028323"/>
                    <a:pt x="2171700" y="6030480"/>
                    <a:pt x="2181765" y="6031917"/>
                  </a:cubicBezTo>
                  <a:lnTo>
                    <a:pt x="2181765" y="6036231"/>
                  </a:lnTo>
                  <a:cubicBezTo>
                    <a:pt x="2165949" y="6033355"/>
                    <a:pt x="2149415" y="6029761"/>
                    <a:pt x="2132882" y="6025448"/>
                  </a:cubicBezTo>
                  <a:close/>
                  <a:moveTo>
                    <a:pt x="2274498" y="6048451"/>
                  </a:moveTo>
                  <a:cubicBezTo>
                    <a:pt x="2276655" y="6049170"/>
                    <a:pt x="2278812" y="6049170"/>
                    <a:pt x="2280968" y="6049889"/>
                  </a:cubicBezTo>
                  <a:cubicBezTo>
                    <a:pt x="2284563" y="6051327"/>
                    <a:pt x="2288876" y="6052046"/>
                    <a:pt x="2292470" y="6053484"/>
                  </a:cubicBezTo>
                  <a:lnTo>
                    <a:pt x="2292470" y="6055640"/>
                  </a:lnTo>
                  <a:cubicBezTo>
                    <a:pt x="2286719" y="6054921"/>
                    <a:pt x="2280250" y="6054202"/>
                    <a:pt x="2274498" y="6053484"/>
                  </a:cubicBezTo>
                  <a:cubicBezTo>
                    <a:pt x="2275217" y="6051327"/>
                    <a:pt x="2275217" y="6049889"/>
                    <a:pt x="2274498" y="6048451"/>
                  </a:cubicBezTo>
                  <a:close/>
                  <a:moveTo>
                    <a:pt x="2276655" y="6062829"/>
                  </a:moveTo>
                  <a:cubicBezTo>
                    <a:pt x="2282406" y="6063547"/>
                    <a:pt x="2288157" y="6064267"/>
                    <a:pt x="2294627" y="6064985"/>
                  </a:cubicBezTo>
                  <a:cubicBezTo>
                    <a:pt x="2296783" y="6085113"/>
                    <a:pt x="2298221" y="6105961"/>
                    <a:pt x="2300378" y="6126089"/>
                  </a:cubicBezTo>
                  <a:cubicBezTo>
                    <a:pt x="2295346" y="6126089"/>
                    <a:pt x="2290314" y="6126089"/>
                    <a:pt x="2285281" y="6126089"/>
                  </a:cubicBezTo>
                  <a:cubicBezTo>
                    <a:pt x="2281687" y="6105242"/>
                    <a:pt x="2279531" y="6083676"/>
                    <a:pt x="2276655" y="6062829"/>
                  </a:cubicBezTo>
                  <a:close/>
                  <a:moveTo>
                    <a:pt x="2475063" y="6642236"/>
                  </a:moveTo>
                  <a:cubicBezTo>
                    <a:pt x="2475063" y="6650144"/>
                    <a:pt x="2475063" y="6658770"/>
                    <a:pt x="2474344" y="6666678"/>
                  </a:cubicBezTo>
                  <a:cubicBezTo>
                    <a:pt x="2474344" y="6670272"/>
                    <a:pt x="2474344" y="6673866"/>
                    <a:pt x="2473625" y="6678179"/>
                  </a:cubicBezTo>
                  <a:cubicBezTo>
                    <a:pt x="2483689" y="6699027"/>
                    <a:pt x="2480814" y="6724906"/>
                    <a:pt x="2463561" y="6742159"/>
                  </a:cubicBezTo>
                  <a:cubicBezTo>
                    <a:pt x="2454934" y="6750785"/>
                    <a:pt x="2446308" y="6759411"/>
                    <a:pt x="2436244" y="6766600"/>
                  </a:cubicBezTo>
                  <a:lnTo>
                    <a:pt x="2355731" y="6766600"/>
                  </a:lnTo>
                  <a:cubicBezTo>
                    <a:pt x="2351417" y="6763006"/>
                    <a:pt x="2347823" y="6759411"/>
                    <a:pt x="2343510" y="6752942"/>
                  </a:cubicBezTo>
                  <a:cubicBezTo>
                    <a:pt x="2333446" y="6748628"/>
                    <a:pt x="2324819" y="6740002"/>
                    <a:pt x="2322663" y="6726344"/>
                  </a:cubicBezTo>
                  <a:cubicBezTo>
                    <a:pt x="2319787" y="6709091"/>
                    <a:pt x="2316912" y="6691119"/>
                    <a:pt x="2314755" y="6673866"/>
                  </a:cubicBezTo>
                  <a:cubicBezTo>
                    <a:pt x="2311161" y="6668116"/>
                    <a:pt x="2309004" y="6661646"/>
                    <a:pt x="2309004" y="6653738"/>
                  </a:cubicBezTo>
                  <a:cubicBezTo>
                    <a:pt x="2309004" y="6641517"/>
                    <a:pt x="2309004" y="6629297"/>
                    <a:pt x="2308285" y="6617076"/>
                  </a:cubicBezTo>
                  <a:cubicBezTo>
                    <a:pt x="2304691" y="6575381"/>
                    <a:pt x="2302534" y="6532968"/>
                    <a:pt x="2302534" y="6491274"/>
                  </a:cubicBezTo>
                  <a:cubicBezTo>
                    <a:pt x="2302534" y="6486961"/>
                    <a:pt x="2301816" y="6482647"/>
                    <a:pt x="2301816" y="6478334"/>
                  </a:cubicBezTo>
                  <a:cubicBezTo>
                    <a:pt x="2298221" y="6472583"/>
                    <a:pt x="2296064" y="6465395"/>
                    <a:pt x="2296064" y="6457487"/>
                  </a:cubicBezTo>
                  <a:cubicBezTo>
                    <a:pt x="2296064" y="6436640"/>
                    <a:pt x="2296064" y="6415074"/>
                    <a:pt x="2298221" y="6394227"/>
                  </a:cubicBezTo>
                  <a:cubicBezTo>
                    <a:pt x="2297502" y="6351095"/>
                    <a:pt x="2298221" y="6307963"/>
                    <a:pt x="2302534" y="6264830"/>
                  </a:cubicBezTo>
                  <a:cubicBezTo>
                    <a:pt x="2301097" y="6256923"/>
                    <a:pt x="2300378" y="6249734"/>
                    <a:pt x="2298940" y="6241827"/>
                  </a:cubicBezTo>
                  <a:lnTo>
                    <a:pt x="2304691" y="6241827"/>
                  </a:lnTo>
                  <a:cubicBezTo>
                    <a:pt x="2306129" y="6232481"/>
                    <a:pt x="2307566" y="6222417"/>
                    <a:pt x="2309004" y="6213072"/>
                  </a:cubicBezTo>
                  <a:cubicBezTo>
                    <a:pt x="2316193" y="6172097"/>
                    <a:pt x="2380172" y="6174972"/>
                    <a:pt x="2389517" y="6213072"/>
                  </a:cubicBezTo>
                  <a:cubicBezTo>
                    <a:pt x="2390955" y="6220261"/>
                    <a:pt x="2392393" y="6226731"/>
                    <a:pt x="2393831" y="6233919"/>
                  </a:cubicBezTo>
                  <a:cubicBezTo>
                    <a:pt x="2401019" y="6235357"/>
                    <a:pt x="2407489" y="6238951"/>
                    <a:pt x="2412521" y="6243264"/>
                  </a:cubicBezTo>
                  <a:cubicBezTo>
                    <a:pt x="2431930" y="6243264"/>
                    <a:pt x="2450621" y="6243984"/>
                    <a:pt x="2470031" y="6243264"/>
                  </a:cubicBezTo>
                  <a:cubicBezTo>
                    <a:pt x="2467874" y="6268425"/>
                    <a:pt x="2470031" y="6295023"/>
                    <a:pt x="2470031" y="6318746"/>
                  </a:cubicBezTo>
                  <a:cubicBezTo>
                    <a:pt x="2470031" y="6369066"/>
                    <a:pt x="2470750" y="6418668"/>
                    <a:pt x="2472906" y="6468989"/>
                  </a:cubicBezTo>
                  <a:cubicBezTo>
                    <a:pt x="2474344" y="6471864"/>
                    <a:pt x="2476500" y="6474740"/>
                    <a:pt x="2477938" y="6477616"/>
                  </a:cubicBezTo>
                  <a:cubicBezTo>
                    <a:pt x="2477938" y="6496306"/>
                    <a:pt x="2477219" y="6514996"/>
                    <a:pt x="2477219" y="6533687"/>
                  </a:cubicBezTo>
                  <a:cubicBezTo>
                    <a:pt x="2476500" y="6534406"/>
                    <a:pt x="2475063" y="6535125"/>
                    <a:pt x="2473625" y="6536562"/>
                  </a:cubicBezTo>
                  <a:cubicBezTo>
                    <a:pt x="2473625" y="6539438"/>
                    <a:pt x="2473625" y="6543032"/>
                    <a:pt x="2473625" y="6545908"/>
                  </a:cubicBezTo>
                  <a:cubicBezTo>
                    <a:pt x="2469312" y="6548065"/>
                    <a:pt x="2465717" y="6552378"/>
                    <a:pt x="2466436" y="6558848"/>
                  </a:cubicBezTo>
                  <a:cubicBezTo>
                    <a:pt x="2472187" y="6585446"/>
                    <a:pt x="2473625" y="6613481"/>
                    <a:pt x="2475063" y="6642236"/>
                  </a:cubicBezTo>
                  <a:close/>
                  <a:moveTo>
                    <a:pt x="2564921" y="6108117"/>
                  </a:moveTo>
                  <a:cubicBezTo>
                    <a:pt x="2559889" y="6108117"/>
                    <a:pt x="2555576" y="6110993"/>
                    <a:pt x="2552700" y="6116025"/>
                  </a:cubicBezTo>
                  <a:cubicBezTo>
                    <a:pt x="2541199" y="6116744"/>
                    <a:pt x="2529697" y="6123932"/>
                    <a:pt x="2526821" y="6136872"/>
                  </a:cubicBezTo>
                  <a:cubicBezTo>
                    <a:pt x="2495910" y="6138310"/>
                    <a:pt x="2464998" y="6133996"/>
                    <a:pt x="2433368" y="6125370"/>
                  </a:cubicBezTo>
                  <a:cubicBezTo>
                    <a:pt x="2411083" y="6125370"/>
                    <a:pt x="2389517" y="6126089"/>
                    <a:pt x="2367951" y="6126089"/>
                  </a:cubicBezTo>
                  <a:lnTo>
                    <a:pt x="2362919" y="6126089"/>
                  </a:lnTo>
                  <a:cubicBezTo>
                    <a:pt x="2362200" y="6116744"/>
                    <a:pt x="2360763" y="6107399"/>
                    <a:pt x="2360044" y="6097334"/>
                  </a:cubicBezTo>
                  <a:cubicBezTo>
                    <a:pt x="2357168" y="6095896"/>
                    <a:pt x="2355012" y="6095178"/>
                    <a:pt x="2352136" y="6093740"/>
                  </a:cubicBezTo>
                  <a:cubicBezTo>
                    <a:pt x="2339915" y="6087989"/>
                    <a:pt x="2329132" y="6078644"/>
                    <a:pt x="2320506" y="6068580"/>
                  </a:cubicBezTo>
                  <a:cubicBezTo>
                    <a:pt x="2326257" y="6069298"/>
                    <a:pt x="2331289" y="6070017"/>
                    <a:pt x="2337040" y="6070736"/>
                  </a:cubicBezTo>
                  <a:cubicBezTo>
                    <a:pt x="2346385" y="6071455"/>
                    <a:pt x="2356449" y="6072893"/>
                    <a:pt x="2366514" y="6073612"/>
                  </a:cubicBezTo>
                  <a:cubicBezTo>
                    <a:pt x="2379453" y="6078644"/>
                    <a:pt x="2393112" y="6082238"/>
                    <a:pt x="2407489" y="6085833"/>
                  </a:cubicBezTo>
                  <a:cubicBezTo>
                    <a:pt x="2454215" y="6096616"/>
                    <a:pt x="2502380" y="6102366"/>
                    <a:pt x="2549825" y="6105242"/>
                  </a:cubicBezTo>
                  <a:cubicBezTo>
                    <a:pt x="2554857" y="6105242"/>
                    <a:pt x="2559889" y="6105961"/>
                    <a:pt x="2564921" y="6105961"/>
                  </a:cubicBezTo>
                  <a:cubicBezTo>
                    <a:pt x="2564921" y="6105961"/>
                    <a:pt x="2564921" y="6107399"/>
                    <a:pt x="2564921" y="6108117"/>
                  </a:cubicBezTo>
                  <a:close/>
                  <a:moveTo>
                    <a:pt x="2467155" y="6062829"/>
                  </a:moveTo>
                  <a:cubicBezTo>
                    <a:pt x="2467155" y="6062829"/>
                    <a:pt x="2467155" y="6062110"/>
                    <a:pt x="2467155" y="6062110"/>
                  </a:cubicBezTo>
                  <a:cubicBezTo>
                    <a:pt x="2458529" y="6047014"/>
                    <a:pt x="2447746" y="6033355"/>
                    <a:pt x="2436963" y="6019697"/>
                  </a:cubicBezTo>
                  <a:cubicBezTo>
                    <a:pt x="2443432" y="6020415"/>
                    <a:pt x="2450621" y="6021134"/>
                    <a:pt x="2457091" y="6021134"/>
                  </a:cubicBezTo>
                  <a:cubicBezTo>
                    <a:pt x="2476500" y="6040544"/>
                    <a:pt x="2498785" y="6055640"/>
                    <a:pt x="2521789" y="6059234"/>
                  </a:cubicBezTo>
                  <a:cubicBezTo>
                    <a:pt x="2527540" y="6059953"/>
                    <a:pt x="2531853" y="6054921"/>
                    <a:pt x="2528978" y="6049889"/>
                  </a:cubicBezTo>
                  <a:cubicBezTo>
                    <a:pt x="2523946" y="6040544"/>
                    <a:pt x="2517476" y="6031198"/>
                    <a:pt x="2509568" y="6022572"/>
                  </a:cubicBezTo>
                  <a:cubicBezTo>
                    <a:pt x="2511006" y="6022572"/>
                    <a:pt x="2511725" y="6022572"/>
                    <a:pt x="2513163" y="6022572"/>
                  </a:cubicBezTo>
                  <a:cubicBezTo>
                    <a:pt x="2527540" y="6037668"/>
                    <a:pt x="2543355" y="6050608"/>
                    <a:pt x="2559889" y="6062829"/>
                  </a:cubicBezTo>
                  <a:cubicBezTo>
                    <a:pt x="2528978" y="6063547"/>
                    <a:pt x="2498066" y="6064267"/>
                    <a:pt x="2467155" y="6062829"/>
                  </a:cubicBezTo>
                  <a:close/>
                  <a:moveTo>
                    <a:pt x="2549106" y="5999568"/>
                  </a:moveTo>
                  <a:cubicBezTo>
                    <a:pt x="2549106" y="6000287"/>
                    <a:pt x="2549106" y="6000287"/>
                    <a:pt x="2549825" y="6001006"/>
                  </a:cubicBezTo>
                  <a:cubicBezTo>
                    <a:pt x="2550544" y="6006038"/>
                    <a:pt x="2551263" y="6011070"/>
                    <a:pt x="2551982" y="6016102"/>
                  </a:cubicBezTo>
                  <a:cubicBezTo>
                    <a:pt x="2545512" y="6010351"/>
                    <a:pt x="2539761" y="6005319"/>
                    <a:pt x="2534010" y="5998849"/>
                  </a:cubicBezTo>
                  <a:cubicBezTo>
                    <a:pt x="2539042" y="5998131"/>
                    <a:pt x="2544074" y="5998849"/>
                    <a:pt x="2549106" y="5999568"/>
                  </a:cubicBezTo>
                  <a:close/>
                  <a:moveTo>
                    <a:pt x="2532572" y="5974408"/>
                  </a:moveTo>
                  <a:cubicBezTo>
                    <a:pt x="2536885" y="5975127"/>
                    <a:pt x="2540480" y="5975845"/>
                    <a:pt x="2544793" y="5977283"/>
                  </a:cubicBezTo>
                  <a:cubicBezTo>
                    <a:pt x="2544793" y="5980878"/>
                    <a:pt x="2545512" y="5983753"/>
                    <a:pt x="2546231" y="5987348"/>
                  </a:cubicBezTo>
                  <a:cubicBezTo>
                    <a:pt x="2538323" y="5986628"/>
                    <a:pt x="2531134" y="5986628"/>
                    <a:pt x="2523227" y="5986628"/>
                  </a:cubicBezTo>
                  <a:cubicBezTo>
                    <a:pt x="2518195" y="5980878"/>
                    <a:pt x="2513882" y="5975127"/>
                    <a:pt x="2508849" y="5969376"/>
                  </a:cubicBezTo>
                  <a:cubicBezTo>
                    <a:pt x="2516757" y="5971532"/>
                    <a:pt x="2524665" y="5972970"/>
                    <a:pt x="2532572" y="5974408"/>
                  </a:cubicBezTo>
                  <a:close/>
                  <a:moveTo>
                    <a:pt x="2494472" y="6001725"/>
                  </a:moveTo>
                  <a:cubicBezTo>
                    <a:pt x="2497348" y="6005319"/>
                    <a:pt x="2500223" y="6008194"/>
                    <a:pt x="2503099" y="6011789"/>
                  </a:cubicBezTo>
                  <a:cubicBezTo>
                    <a:pt x="2501661" y="6011070"/>
                    <a:pt x="2499504" y="6010351"/>
                    <a:pt x="2497348" y="6010351"/>
                  </a:cubicBezTo>
                  <a:cubicBezTo>
                    <a:pt x="2494472" y="6007476"/>
                    <a:pt x="2491597" y="6005319"/>
                    <a:pt x="2489440" y="6002444"/>
                  </a:cubicBezTo>
                  <a:cubicBezTo>
                    <a:pt x="2491597" y="6001725"/>
                    <a:pt x="2493034" y="6001725"/>
                    <a:pt x="2494472" y="6001725"/>
                  </a:cubicBezTo>
                  <a:close/>
                  <a:moveTo>
                    <a:pt x="2465717" y="5960031"/>
                  </a:moveTo>
                  <a:cubicBezTo>
                    <a:pt x="2471468" y="5970814"/>
                    <a:pt x="2478657" y="5980878"/>
                    <a:pt x="2485846" y="5990942"/>
                  </a:cubicBezTo>
                  <a:cubicBezTo>
                    <a:pt x="2482970" y="5991661"/>
                    <a:pt x="2480814" y="5991661"/>
                    <a:pt x="2477938" y="5992380"/>
                  </a:cubicBezTo>
                  <a:cubicBezTo>
                    <a:pt x="2470750" y="5985910"/>
                    <a:pt x="2462842" y="5979440"/>
                    <a:pt x="2456372" y="5972970"/>
                  </a:cubicBezTo>
                  <a:cubicBezTo>
                    <a:pt x="2453497" y="5967219"/>
                    <a:pt x="2449902" y="5961468"/>
                    <a:pt x="2447027" y="5955717"/>
                  </a:cubicBezTo>
                  <a:cubicBezTo>
                    <a:pt x="2452778" y="5957155"/>
                    <a:pt x="2459248" y="5958593"/>
                    <a:pt x="2465717" y="5960031"/>
                  </a:cubicBezTo>
                  <a:close/>
                  <a:moveTo>
                    <a:pt x="2393112" y="5940621"/>
                  </a:moveTo>
                  <a:cubicBezTo>
                    <a:pt x="2398144" y="5947810"/>
                    <a:pt x="2403895" y="5954999"/>
                    <a:pt x="2408208" y="5961468"/>
                  </a:cubicBezTo>
                  <a:cubicBezTo>
                    <a:pt x="2416834" y="5972970"/>
                    <a:pt x="2427617" y="5987348"/>
                    <a:pt x="2439838" y="6001006"/>
                  </a:cubicBezTo>
                  <a:cubicBezTo>
                    <a:pt x="2435525" y="6002444"/>
                    <a:pt x="2430493" y="6003881"/>
                    <a:pt x="2426180" y="6005319"/>
                  </a:cubicBezTo>
                  <a:cubicBezTo>
                    <a:pt x="2416116" y="5993098"/>
                    <a:pt x="2405332" y="5980878"/>
                    <a:pt x="2395987" y="5967938"/>
                  </a:cubicBezTo>
                  <a:cubicBezTo>
                    <a:pt x="2388798" y="5957155"/>
                    <a:pt x="2381610" y="5946372"/>
                    <a:pt x="2375140" y="5935589"/>
                  </a:cubicBezTo>
                  <a:cubicBezTo>
                    <a:pt x="2380891" y="5937027"/>
                    <a:pt x="2386642" y="5939183"/>
                    <a:pt x="2393112" y="5940621"/>
                  </a:cubicBezTo>
                  <a:close/>
                  <a:moveTo>
                    <a:pt x="2341353" y="5924806"/>
                  </a:moveTo>
                  <a:cubicBezTo>
                    <a:pt x="2345666" y="5934870"/>
                    <a:pt x="2349980" y="5945653"/>
                    <a:pt x="2355731" y="5955717"/>
                  </a:cubicBezTo>
                  <a:cubicBezTo>
                    <a:pt x="2354293" y="5954279"/>
                    <a:pt x="2352855" y="5952123"/>
                    <a:pt x="2351417" y="5950685"/>
                  </a:cubicBezTo>
                  <a:cubicBezTo>
                    <a:pt x="2344948" y="5941340"/>
                    <a:pt x="2339197" y="5931995"/>
                    <a:pt x="2333446" y="5922649"/>
                  </a:cubicBezTo>
                  <a:cubicBezTo>
                    <a:pt x="2335602" y="5923368"/>
                    <a:pt x="2338478" y="5924087"/>
                    <a:pt x="2341353" y="5924806"/>
                  </a:cubicBezTo>
                  <a:close/>
                  <a:moveTo>
                    <a:pt x="2273061" y="5128300"/>
                  </a:moveTo>
                  <a:cubicBezTo>
                    <a:pt x="2278812" y="5129738"/>
                    <a:pt x="2284563" y="5130457"/>
                    <a:pt x="2290314" y="5131895"/>
                  </a:cubicBezTo>
                  <a:cubicBezTo>
                    <a:pt x="2284563" y="5144834"/>
                    <a:pt x="2278093" y="5157774"/>
                    <a:pt x="2272342" y="5169995"/>
                  </a:cubicBezTo>
                  <a:cubicBezTo>
                    <a:pt x="2270185" y="5174308"/>
                    <a:pt x="2268029" y="5178621"/>
                    <a:pt x="2265872" y="5182934"/>
                  </a:cubicBezTo>
                  <a:cubicBezTo>
                    <a:pt x="2264434" y="5167119"/>
                    <a:pt x="2262278" y="5151304"/>
                    <a:pt x="2260840" y="5135489"/>
                  </a:cubicBezTo>
                  <a:cubicBezTo>
                    <a:pt x="2265153" y="5132613"/>
                    <a:pt x="2269466" y="5130457"/>
                    <a:pt x="2273061" y="5128300"/>
                  </a:cubicBezTo>
                  <a:close/>
                  <a:moveTo>
                    <a:pt x="2270185" y="5811944"/>
                  </a:moveTo>
                  <a:lnTo>
                    <a:pt x="2270904" y="5816976"/>
                  </a:lnTo>
                  <a:cubicBezTo>
                    <a:pt x="2265872" y="5815538"/>
                    <a:pt x="2260840" y="5814100"/>
                    <a:pt x="2255808" y="5811944"/>
                  </a:cubicBezTo>
                  <a:cubicBezTo>
                    <a:pt x="2253651" y="5811225"/>
                    <a:pt x="2250776" y="5810506"/>
                    <a:pt x="2248619" y="5809068"/>
                  </a:cubicBezTo>
                  <a:cubicBezTo>
                    <a:pt x="2248619" y="5806911"/>
                    <a:pt x="2247900" y="5804036"/>
                    <a:pt x="2247900" y="5801880"/>
                  </a:cubicBezTo>
                  <a:cubicBezTo>
                    <a:pt x="2247900" y="5799004"/>
                    <a:pt x="2247182" y="5796128"/>
                    <a:pt x="2247182" y="5793972"/>
                  </a:cubicBezTo>
                  <a:cubicBezTo>
                    <a:pt x="2254370" y="5793972"/>
                    <a:pt x="2262278" y="5793253"/>
                    <a:pt x="2269466" y="5793253"/>
                  </a:cubicBezTo>
                  <a:lnTo>
                    <a:pt x="2270904" y="5807631"/>
                  </a:lnTo>
                  <a:cubicBezTo>
                    <a:pt x="2270904" y="5808349"/>
                    <a:pt x="2270904" y="5808349"/>
                    <a:pt x="2270904" y="5809068"/>
                  </a:cubicBezTo>
                  <a:cubicBezTo>
                    <a:pt x="2269466" y="5809787"/>
                    <a:pt x="2270185" y="5811225"/>
                    <a:pt x="2270185" y="5811944"/>
                  </a:cubicBezTo>
                  <a:close/>
                  <a:moveTo>
                    <a:pt x="2278812" y="5903240"/>
                  </a:moveTo>
                  <a:lnTo>
                    <a:pt x="2281687" y="5935589"/>
                  </a:lnTo>
                  <a:cubicBezTo>
                    <a:pt x="2279531" y="5935589"/>
                    <a:pt x="2276655" y="5935589"/>
                    <a:pt x="2274498" y="5935589"/>
                  </a:cubicBezTo>
                  <a:cubicBezTo>
                    <a:pt x="2273061" y="5934151"/>
                    <a:pt x="2271623" y="5932713"/>
                    <a:pt x="2270904" y="5931276"/>
                  </a:cubicBezTo>
                  <a:cubicBezTo>
                    <a:pt x="2266591" y="5926244"/>
                    <a:pt x="2262997" y="5921930"/>
                    <a:pt x="2258683" y="5916899"/>
                  </a:cubicBezTo>
                  <a:cubicBezTo>
                    <a:pt x="2257965" y="5909710"/>
                    <a:pt x="2257246" y="5902521"/>
                    <a:pt x="2256527" y="5894613"/>
                  </a:cubicBezTo>
                  <a:cubicBezTo>
                    <a:pt x="2263715" y="5897489"/>
                    <a:pt x="2271623" y="5900364"/>
                    <a:pt x="2278812" y="5903240"/>
                  </a:cubicBezTo>
                  <a:close/>
                  <a:moveTo>
                    <a:pt x="2240712" y="5689017"/>
                  </a:moveTo>
                  <a:cubicBezTo>
                    <a:pt x="2242149" y="5640134"/>
                    <a:pt x="2242868" y="5591251"/>
                    <a:pt x="2244306" y="5542368"/>
                  </a:cubicBezTo>
                  <a:cubicBezTo>
                    <a:pt x="2245025" y="5547400"/>
                    <a:pt x="2245025" y="5552432"/>
                    <a:pt x="2245744" y="5556746"/>
                  </a:cubicBezTo>
                  <a:cubicBezTo>
                    <a:pt x="2250776" y="5612098"/>
                    <a:pt x="2256527" y="5666732"/>
                    <a:pt x="2261559" y="5722085"/>
                  </a:cubicBezTo>
                  <a:cubicBezTo>
                    <a:pt x="2254370" y="5722085"/>
                    <a:pt x="2247182" y="5721366"/>
                    <a:pt x="2239993" y="5721366"/>
                  </a:cubicBezTo>
                  <a:cubicBezTo>
                    <a:pt x="2239993" y="5710583"/>
                    <a:pt x="2239993" y="5699800"/>
                    <a:pt x="2240712" y="5689017"/>
                  </a:cubicBezTo>
                  <a:close/>
                  <a:moveTo>
                    <a:pt x="2176732" y="5878080"/>
                  </a:moveTo>
                  <a:cubicBezTo>
                    <a:pt x="2160198" y="5863702"/>
                    <a:pt x="2143665" y="5850044"/>
                    <a:pt x="2127849" y="5836385"/>
                  </a:cubicBezTo>
                  <a:cubicBezTo>
                    <a:pt x="2140789" y="5842855"/>
                    <a:pt x="2154448" y="5849325"/>
                    <a:pt x="2167387" y="5855795"/>
                  </a:cubicBezTo>
                  <a:cubicBezTo>
                    <a:pt x="2170263" y="5857232"/>
                    <a:pt x="2173138" y="5858670"/>
                    <a:pt x="2176014" y="5860108"/>
                  </a:cubicBezTo>
                  <a:lnTo>
                    <a:pt x="2176732" y="5878080"/>
                  </a:lnTo>
                  <a:close/>
                  <a:moveTo>
                    <a:pt x="2154448" y="5371996"/>
                  </a:moveTo>
                  <a:cubicBezTo>
                    <a:pt x="2150853" y="5368402"/>
                    <a:pt x="2147259" y="5365527"/>
                    <a:pt x="2142946" y="5361932"/>
                  </a:cubicBezTo>
                  <a:cubicBezTo>
                    <a:pt x="2146540" y="5363370"/>
                    <a:pt x="2150134" y="5364808"/>
                    <a:pt x="2153729" y="5366246"/>
                  </a:cubicBezTo>
                  <a:cubicBezTo>
                    <a:pt x="2153729" y="5368402"/>
                    <a:pt x="2153729" y="5370559"/>
                    <a:pt x="2154448" y="5371996"/>
                  </a:cubicBezTo>
                  <a:close/>
                  <a:moveTo>
                    <a:pt x="2131444" y="5144834"/>
                  </a:moveTo>
                  <a:cubicBezTo>
                    <a:pt x="2132882" y="5146272"/>
                    <a:pt x="2134319" y="5147710"/>
                    <a:pt x="2135038" y="5148429"/>
                  </a:cubicBezTo>
                  <a:cubicBezTo>
                    <a:pt x="2136476" y="5155617"/>
                    <a:pt x="2137195" y="5162806"/>
                    <a:pt x="2138632" y="5169276"/>
                  </a:cubicBezTo>
                  <a:cubicBezTo>
                    <a:pt x="2135757" y="5166400"/>
                    <a:pt x="2132882" y="5164244"/>
                    <a:pt x="2129287" y="5161368"/>
                  </a:cubicBezTo>
                  <a:cubicBezTo>
                    <a:pt x="2130006" y="5155617"/>
                    <a:pt x="2130725" y="5150585"/>
                    <a:pt x="2131444" y="5144834"/>
                  </a:cubicBezTo>
                  <a:close/>
                  <a:moveTo>
                    <a:pt x="2124255" y="5213845"/>
                  </a:moveTo>
                  <a:cubicBezTo>
                    <a:pt x="2132163" y="5220315"/>
                    <a:pt x="2140789" y="5226785"/>
                    <a:pt x="2149415" y="5232536"/>
                  </a:cubicBezTo>
                  <a:cubicBezTo>
                    <a:pt x="2149415" y="5242600"/>
                    <a:pt x="2150134" y="5252664"/>
                    <a:pt x="2150134" y="5262729"/>
                  </a:cubicBezTo>
                  <a:cubicBezTo>
                    <a:pt x="2138632" y="5251946"/>
                    <a:pt x="2126412" y="5241163"/>
                    <a:pt x="2114910" y="5230380"/>
                  </a:cubicBezTo>
                  <a:cubicBezTo>
                    <a:pt x="2119223" y="5226785"/>
                    <a:pt x="2122099" y="5221034"/>
                    <a:pt x="2124255" y="5213845"/>
                  </a:cubicBezTo>
                  <a:close/>
                  <a:moveTo>
                    <a:pt x="2142946" y="5415128"/>
                  </a:moveTo>
                  <a:cubicBezTo>
                    <a:pt x="2142227" y="5420161"/>
                    <a:pt x="2142227" y="5425193"/>
                    <a:pt x="2142227" y="5430225"/>
                  </a:cubicBezTo>
                  <a:cubicBezTo>
                    <a:pt x="2142946" y="5438851"/>
                    <a:pt x="2149415" y="5445321"/>
                    <a:pt x="2157323" y="5444602"/>
                  </a:cubicBezTo>
                  <a:cubicBezTo>
                    <a:pt x="2158042" y="5451791"/>
                    <a:pt x="2158042" y="5458980"/>
                    <a:pt x="2158761" y="5466168"/>
                  </a:cubicBezTo>
                  <a:cubicBezTo>
                    <a:pt x="2142946" y="5452510"/>
                    <a:pt x="2127130" y="5439570"/>
                    <a:pt x="2112753" y="5426631"/>
                  </a:cubicBezTo>
                  <a:cubicBezTo>
                    <a:pt x="2084717" y="5402189"/>
                    <a:pt x="2056681" y="5371278"/>
                    <a:pt x="2025770" y="5346117"/>
                  </a:cubicBezTo>
                  <a:cubicBezTo>
                    <a:pt x="2037991" y="5348993"/>
                    <a:pt x="2050212" y="5351868"/>
                    <a:pt x="2062432" y="5353306"/>
                  </a:cubicBezTo>
                  <a:cubicBezTo>
                    <a:pt x="2069621" y="5354025"/>
                    <a:pt x="2076810" y="5355463"/>
                    <a:pt x="2084717" y="5356182"/>
                  </a:cubicBezTo>
                  <a:cubicBezTo>
                    <a:pt x="2104127" y="5374872"/>
                    <a:pt x="2122817" y="5395719"/>
                    <a:pt x="2142946" y="5415128"/>
                  </a:cubicBezTo>
                  <a:close/>
                  <a:moveTo>
                    <a:pt x="2022895" y="4951459"/>
                  </a:moveTo>
                  <a:cubicBezTo>
                    <a:pt x="2025051" y="4947146"/>
                    <a:pt x="2027208" y="4942833"/>
                    <a:pt x="2030083" y="4939238"/>
                  </a:cubicBezTo>
                  <a:cubicBezTo>
                    <a:pt x="2037991" y="4944989"/>
                    <a:pt x="2045180" y="4950740"/>
                    <a:pt x="2053087" y="4956491"/>
                  </a:cubicBezTo>
                  <a:cubicBezTo>
                    <a:pt x="2043023" y="4955053"/>
                    <a:pt x="2032959" y="4952896"/>
                    <a:pt x="2022895" y="4951459"/>
                  </a:cubicBezTo>
                  <a:close/>
                  <a:moveTo>
                    <a:pt x="2064589" y="5093076"/>
                  </a:moveTo>
                  <a:cubicBezTo>
                    <a:pt x="2066746" y="5093795"/>
                    <a:pt x="2068183" y="5094514"/>
                    <a:pt x="2070340" y="5095232"/>
                  </a:cubicBezTo>
                  <a:cubicBezTo>
                    <a:pt x="2070340" y="5098108"/>
                    <a:pt x="2069621" y="5100984"/>
                    <a:pt x="2069621" y="5103859"/>
                  </a:cubicBezTo>
                  <a:cubicBezTo>
                    <a:pt x="2067464" y="5099546"/>
                    <a:pt x="2066027" y="5095951"/>
                    <a:pt x="2064589" y="5093076"/>
                  </a:cubicBezTo>
                  <a:close/>
                  <a:moveTo>
                    <a:pt x="2100533" y="4893231"/>
                  </a:moveTo>
                  <a:cubicBezTo>
                    <a:pt x="2102689" y="4911202"/>
                    <a:pt x="2104846" y="4929893"/>
                    <a:pt x="2107002" y="4947864"/>
                  </a:cubicBezTo>
                  <a:cubicBezTo>
                    <a:pt x="2094781" y="4938519"/>
                    <a:pt x="2082561" y="4929174"/>
                    <a:pt x="2070340" y="4919110"/>
                  </a:cubicBezTo>
                  <a:cubicBezTo>
                    <a:pt x="2037272" y="4893949"/>
                    <a:pt x="2001329" y="4857287"/>
                    <a:pt x="1961072" y="4841472"/>
                  </a:cubicBezTo>
                  <a:cubicBezTo>
                    <a:pt x="1960353" y="4823500"/>
                    <a:pt x="1958915" y="4805529"/>
                    <a:pt x="1958196" y="4787557"/>
                  </a:cubicBezTo>
                  <a:cubicBezTo>
                    <a:pt x="1971855" y="4796902"/>
                    <a:pt x="1985514" y="4806248"/>
                    <a:pt x="1997734" y="4815593"/>
                  </a:cubicBezTo>
                  <a:cubicBezTo>
                    <a:pt x="2030083" y="4842191"/>
                    <a:pt x="2063870" y="4870946"/>
                    <a:pt x="2100533" y="4893231"/>
                  </a:cubicBezTo>
                  <a:close/>
                  <a:moveTo>
                    <a:pt x="2007080" y="5134770"/>
                  </a:moveTo>
                  <a:cubicBezTo>
                    <a:pt x="1997015" y="5126144"/>
                    <a:pt x="1986951" y="5118236"/>
                    <a:pt x="1976887" y="5111047"/>
                  </a:cubicBezTo>
                  <a:cubicBezTo>
                    <a:pt x="1976168" y="5100264"/>
                    <a:pt x="1975449" y="5088763"/>
                    <a:pt x="1974731" y="5077980"/>
                  </a:cubicBezTo>
                  <a:cubicBezTo>
                    <a:pt x="1981200" y="5084449"/>
                    <a:pt x="1987670" y="5090919"/>
                    <a:pt x="1994859" y="5097389"/>
                  </a:cubicBezTo>
                  <a:cubicBezTo>
                    <a:pt x="1997015" y="5102421"/>
                    <a:pt x="1999172" y="5107453"/>
                    <a:pt x="2001329" y="5112485"/>
                  </a:cubicBezTo>
                  <a:cubicBezTo>
                    <a:pt x="2002766" y="5119674"/>
                    <a:pt x="2004923" y="5126863"/>
                    <a:pt x="2007080" y="5134770"/>
                  </a:cubicBezTo>
                  <a:close/>
                  <a:moveTo>
                    <a:pt x="2096219" y="4857287"/>
                  </a:moveTo>
                  <a:cubicBezTo>
                    <a:pt x="2071778" y="4837878"/>
                    <a:pt x="2045898" y="4819906"/>
                    <a:pt x="2021457" y="4802653"/>
                  </a:cubicBezTo>
                  <a:cubicBezTo>
                    <a:pt x="2000610" y="4787557"/>
                    <a:pt x="1978325" y="4768147"/>
                    <a:pt x="1955321" y="4751613"/>
                  </a:cubicBezTo>
                  <a:cubicBezTo>
                    <a:pt x="1955321" y="4749457"/>
                    <a:pt x="1955321" y="4747300"/>
                    <a:pt x="1955321" y="4745144"/>
                  </a:cubicBezTo>
                  <a:lnTo>
                    <a:pt x="1952446" y="4696980"/>
                  </a:lnTo>
                  <a:cubicBezTo>
                    <a:pt x="1977606" y="4716389"/>
                    <a:pt x="2003485" y="4735080"/>
                    <a:pt x="2027927" y="4753770"/>
                  </a:cubicBezTo>
                  <a:cubicBezTo>
                    <a:pt x="2048774" y="4769585"/>
                    <a:pt x="2069621" y="4787557"/>
                    <a:pt x="2090468" y="4804810"/>
                  </a:cubicBezTo>
                  <a:cubicBezTo>
                    <a:pt x="2092625" y="4822782"/>
                    <a:pt x="2094781" y="4840034"/>
                    <a:pt x="2096219" y="4857287"/>
                  </a:cubicBezTo>
                  <a:close/>
                  <a:moveTo>
                    <a:pt x="2083279" y="4721421"/>
                  </a:moveTo>
                  <a:cubicBezTo>
                    <a:pt x="2084717" y="4733642"/>
                    <a:pt x="2085436" y="4746581"/>
                    <a:pt x="2086874" y="4758802"/>
                  </a:cubicBezTo>
                  <a:cubicBezTo>
                    <a:pt x="2076091" y="4750895"/>
                    <a:pt x="2065308" y="4743706"/>
                    <a:pt x="2055244" y="4735798"/>
                  </a:cubicBezTo>
                  <a:cubicBezTo>
                    <a:pt x="2021457" y="4709919"/>
                    <a:pt x="1986951" y="4681164"/>
                    <a:pt x="1950289" y="4656004"/>
                  </a:cubicBezTo>
                  <a:lnTo>
                    <a:pt x="1945976" y="4576929"/>
                  </a:lnTo>
                  <a:cubicBezTo>
                    <a:pt x="1974012" y="4604246"/>
                    <a:pt x="2006361" y="4628687"/>
                    <a:pt x="2034397" y="4652410"/>
                  </a:cubicBezTo>
                  <a:cubicBezTo>
                    <a:pt x="2049493" y="4665349"/>
                    <a:pt x="2064589" y="4679008"/>
                    <a:pt x="2080404" y="4691948"/>
                  </a:cubicBezTo>
                  <a:cubicBezTo>
                    <a:pt x="2081123" y="4702012"/>
                    <a:pt x="2081842" y="4712076"/>
                    <a:pt x="2083279" y="4721421"/>
                  </a:cubicBezTo>
                  <a:close/>
                  <a:moveTo>
                    <a:pt x="2073215" y="4607840"/>
                  </a:moveTo>
                  <a:cubicBezTo>
                    <a:pt x="2074653" y="4622217"/>
                    <a:pt x="2075372" y="4637314"/>
                    <a:pt x="2076810" y="4651691"/>
                  </a:cubicBezTo>
                  <a:cubicBezTo>
                    <a:pt x="2069621" y="4645221"/>
                    <a:pt x="2061713" y="4638751"/>
                    <a:pt x="2054525" y="4633000"/>
                  </a:cubicBezTo>
                  <a:cubicBezTo>
                    <a:pt x="2020738" y="4603527"/>
                    <a:pt x="1983357" y="4567583"/>
                    <a:pt x="1944538" y="4542423"/>
                  </a:cubicBezTo>
                  <a:lnTo>
                    <a:pt x="1943819" y="4528764"/>
                  </a:lnTo>
                  <a:cubicBezTo>
                    <a:pt x="1946695" y="4530202"/>
                    <a:pt x="1949570" y="4530921"/>
                    <a:pt x="1952446" y="4532359"/>
                  </a:cubicBezTo>
                  <a:cubicBezTo>
                    <a:pt x="1971136" y="4539547"/>
                    <a:pt x="1991983" y="4551050"/>
                    <a:pt x="2012830" y="4556800"/>
                  </a:cubicBezTo>
                  <a:cubicBezTo>
                    <a:pt x="2015706" y="4558957"/>
                    <a:pt x="2018581" y="4561113"/>
                    <a:pt x="2020738" y="4563270"/>
                  </a:cubicBezTo>
                  <a:cubicBezTo>
                    <a:pt x="2038710" y="4577647"/>
                    <a:pt x="2055963" y="4592744"/>
                    <a:pt x="2073215" y="4607840"/>
                  </a:cubicBezTo>
                  <a:close/>
                  <a:moveTo>
                    <a:pt x="1769853" y="5117517"/>
                  </a:moveTo>
                  <a:cubicBezTo>
                    <a:pt x="1779198" y="5153461"/>
                    <a:pt x="1795732" y="5189404"/>
                    <a:pt x="1812266" y="5222472"/>
                  </a:cubicBezTo>
                  <a:cubicBezTo>
                    <a:pt x="1819455" y="5237568"/>
                    <a:pt x="1830957" y="5259853"/>
                    <a:pt x="1844615" y="5282857"/>
                  </a:cubicBezTo>
                  <a:cubicBezTo>
                    <a:pt x="1843178" y="5282857"/>
                    <a:pt x="1841740" y="5282857"/>
                    <a:pt x="1840302" y="5282857"/>
                  </a:cubicBezTo>
                  <a:cubicBezTo>
                    <a:pt x="1823768" y="5254102"/>
                    <a:pt x="1796451" y="5226066"/>
                    <a:pt x="1782074" y="5203062"/>
                  </a:cubicBezTo>
                  <a:cubicBezTo>
                    <a:pt x="1757632" y="5163525"/>
                    <a:pt x="1739661" y="5120393"/>
                    <a:pt x="1715938" y="5080855"/>
                  </a:cubicBezTo>
                  <a:cubicBezTo>
                    <a:pt x="1731034" y="5076542"/>
                    <a:pt x="1745412" y="5072229"/>
                    <a:pt x="1760508" y="5066478"/>
                  </a:cubicBezTo>
                  <a:cubicBezTo>
                    <a:pt x="1760508" y="5068634"/>
                    <a:pt x="1760508" y="5070072"/>
                    <a:pt x="1760508" y="5072229"/>
                  </a:cubicBezTo>
                  <a:cubicBezTo>
                    <a:pt x="1761946" y="5088044"/>
                    <a:pt x="1766259" y="5103140"/>
                    <a:pt x="1769853" y="5117517"/>
                  </a:cubicBezTo>
                  <a:close/>
                  <a:moveTo>
                    <a:pt x="1825206" y="5108172"/>
                  </a:moveTo>
                  <a:cubicBezTo>
                    <a:pt x="1818017" y="5092357"/>
                    <a:pt x="1811547" y="5076542"/>
                    <a:pt x="1803640" y="5060727"/>
                  </a:cubicBezTo>
                  <a:cubicBezTo>
                    <a:pt x="1802202" y="5057132"/>
                    <a:pt x="1800045" y="5054257"/>
                    <a:pt x="1797170" y="5051381"/>
                  </a:cubicBezTo>
                  <a:cubicBezTo>
                    <a:pt x="1809391" y="5045631"/>
                    <a:pt x="1820893" y="5039880"/>
                    <a:pt x="1833113" y="5033410"/>
                  </a:cubicBezTo>
                  <a:cubicBezTo>
                    <a:pt x="1835989" y="5031972"/>
                    <a:pt x="1839583" y="5029815"/>
                    <a:pt x="1842459" y="5028378"/>
                  </a:cubicBezTo>
                  <a:cubicBezTo>
                    <a:pt x="1843178" y="5039161"/>
                    <a:pt x="1843896" y="5049225"/>
                    <a:pt x="1846053" y="5060727"/>
                  </a:cubicBezTo>
                  <a:cubicBezTo>
                    <a:pt x="1851085" y="5093076"/>
                    <a:pt x="1860430" y="5123987"/>
                    <a:pt x="1871932" y="5154899"/>
                  </a:cubicBezTo>
                  <a:cubicBezTo>
                    <a:pt x="1884153" y="5187966"/>
                    <a:pt x="1902125" y="5239006"/>
                    <a:pt x="1930880" y="5268480"/>
                  </a:cubicBezTo>
                  <a:cubicBezTo>
                    <a:pt x="1931598" y="5273512"/>
                    <a:pt x="1932317" y="5278544"/>
                    <a:pt x="1932317" y="5284295"/>
                  </a:cubicBezTo>
                  <a:cubicBezTo>
                    <a:pt x="1932317" y="5285014"/>
                    <a:pt x="1931598" y="5285732"/>
                    <a:pt x="1931598" y="5285732"/>
                  </a:cubicBezTo>
                  <a:cubicBezTo>
                    <a:pt x="1931598" y="5285732"/>
                    <a:pt x="1931598" y="5285732"/>
                    <a:pt x="1931598" y="5285732"/>
                  </a:cubicBezTo>
                  <a:cubicBezTo>
                    <a:pt x="1911470" y="5259134"/>
                    <a:pt x="1891342" y="5231098"/>
                    <a:pt x="1874089" y="5202344"/>
                  </a:cubicBezTo>
                  <a:cubicBezTo>
                    <a:pt x="1855398" y="5172151"/>
                    <a:pt x="1839583" y="5140521"/>
                    <a:pt x="1825206" y="5108172"/>
                  </a:cubicBezTo>
                  <a:close/>
                  <a:moveTo>
                    <a:pt x="1930880" y="4293694"/>
                  </a:moveTo>
                  <a:cubicBezTo>
                    <a:pt x="1943100" y="4305197"/>
                    <a:pt x="1956040" y="4316698"/>
                    <a:pt x="1968979" y="4327481"/>
                  </a:cubicBezTo>
                  <a:cubicBezTo>
                    <a:pt x="1970417" y="4331076"/>
                    <a:pt x="1971136" y="4333951"/>
                    <a:pt x="1972574" y="4337546"/>
                  </a:cubicBezTo>
                  <a:cubicBezTo>
                    <a:pt x="1970417" y="4352642"/>
                    <a:pt x="1965385" y="4367019"/>
                    <a:pt x="1958196" y="4379959"/>
                  </a:cubicBezTo>
                  <a:cubicBezTo>
                    <a:pt x="1950289" y="4369176"/>
                    <a:pt x="1941663" y="4358393"/>
                    <a:pt x="1933755" y="4346891"/>
                  </a:cubicBezTo>
                  <a:lnTo>
                    <a:pt x="1930880" y="4293694"/>
                  </a:lnTo>
                  <a:close/>
                  <a:moveTo>
                    <a:pt x="1939506" y="4123323"/>
                  </a:moveTo>
                  <a:cubicBezTo>
                    <a:pt x="1935193" y="4122604"/>
                    <a:pt x="1928004" y="4121166"/>
                    <a:pt x="1921534" y="4120447"/>
                  </a:cubicBezTo>
                  <a:cubicBezTo>
                    <a:pt x="1920815" y="4106070"/>
                    <a:pt x="1920097" y="4092411"/>
                    <a:pt x="1919378" y="4078034"/>
                  </a:cubicBezTo>
                  <a:cubicBezTo>
                    <a:pt x="1930161" y="4088098"/>
                    <a:pt x="1940944" y="4098163"/>
                    <a:pt x="1951008" y="4107508"/>
                  </a:cubicBezTo>
                  <a:cubicBezTo>
                    <a:pt x="1957478" y="4113977"/>
                    <a:pt x="1964666" y="4121166"/>
                    <a:pt x="1971136" y="4129074"/>
                  </a:cubicBezTo>
                  <a:cubicBezTo>
                    <a:pt x="1971136" y="4129074"/>
                    <a:pt x="1971136" y="4129074"/>
                    <a:pt x="1971136" y="4129074"/>
                  </a:cubicBezTo>
                  <a:cubicBezTo>
                    <a:pt x="1960353" y="4127636"/>
                    <a:pt x="1950289" y="4125480"/>
                    <a:pt x="1939506" y="4123323"/>
                  </a:cubicBezTo>
                  <a:close/>
                  <a:moveTo>
                    <a:pt x="1954602" y="4276442"/>
                  </a:moveTo>
                  <a:cubicBezTo>
                    <a:pt x="1948851" y="4270691"/>
                    <a:pt x="1943100" y="4264940"/>
                    <a:pt x="1937349" y="4259189"/>
                  </a:cubicBezTo>
                  <a:cubicBezTo>
                    <a:pt x="1942381" y="4262783"/>
                    <a:pt x="1948132" y="4266378"/>
                    <a:pt x="1953883" y="4269972"/>
                  </a:cubicBezTo>
                  <a:cubicBezTo>
                    <a:pt x="1953165" y="4272128"/>
                    <a:pt x="1953883" y="4274285"/>
                    <a:pt x="1954602" y="4276442"/>
                  </a:cubicBezTo>
                  <a:close/>
                  <a:moveTo>
                    <a:pt x="1998453" y="4461910"/>
                  </a:moveTo>
                  <a:cubicBezTo>
                    <a:pt x="1989827" y="4456878"/>
                    <a:pt x="1981200" y="4451845"/>
                    <a:pt x="1972574" y="4446814"/>
                  </a:cubicBezTo>
                  <a:cubicBezTo>
                    <a:pt x="1974012" y="4445376"/>
                    <a:pt x="1975449" y="4443938"/>
                    <a:pt x="1976887" y="4442500"/>
                  </a:cubicBezTo>
                  <a:cubicBezTo>
                    <a:pt x="1984076" y="4448970"/>
                    <a:pt x="1990546" y="4455440"/>
                    <a:pt x="1998453" y="4461910"/>
                  </a:cubicBezTo>
                  <a:close/>
                  <a:moveTo>
                    <a:pt x="1989108" y="4410870"/>
                  </a:moveTo>
                  <a:cubicBezTo>
                    <a:pt x="1991264" y="4403682"/>
                    <a:pt x="1992702" y="4396493"/>
                    <a:pt x="1994140" y="4389304"/>
                  </a:cubicBezTo>
                  <a:cubicBezTo>
                    <a:pt x="1999891" y="4403682"/>
                    <a:pt x="2006361" y="4417340"/>
                    <a:pt x="2012112" y="4431717"/>
                  </a:cubicBezTo>
                  <a:cubicBezTo>
                    <a:pt x="2007798" y="4428123"/>
                    <a:pt x="2003485" y="4423810"/>
                    <a:pt x="1998453" y="4420216"/>
                  </a:cubicBezTo>
                  <a:cubicBezTo>
                    <a:pt x="1994859" y="4417340"/>
                    <a:pt x="1991983" y="4413746"/>
                    <a:pt x="1989108" y="4410870"/>
                  </a:cubicBezTo>
                  <a:close/>
                  <a:moveTo>
                    <a:pt x="2054525" y="4334670"/>
                  </a:moveTo>
                  <a:cubicBezTo>
                    <a:pt x="2055244" y="4349767"/>
                    <a:pt x="2056681" y="4364863"/>
                    <a:pt x="2057400" y="4380678"/>
                  </a:cubicBezTo>
                  <a:cubicBezTo>
                    <a:pt x="2048055" y="4358393"/>
                    <a:pt x="2038710" y="4336108"/>
                    <a:pt x="2028646" y="4314542"/>
                  </a:cubicBezTo>
                  <a:cubicBezTo>
                    <a:pt x="2037272" y="4321012"/>
                    <a:pt x="2045898" y="4327481"/>
                    <a:pt x="2054525" y="4334670"/>
                  </a:cubicBezTo>
                  <a:close/>
                  <a:moveTo>
                    <a:pt x="2035115" y="4031308"/>
                  </a:moveTo>
                  <a:cubicBezTo>
                    <a:pt x="2035115" y="4034902"/>
                    <a:pt x="2035834" y="4039215"/>
                    <a:pt x="2035834" y="4042810"/>
                  </a:cubicBezTo>
                  <a:cubicBezTo>
                    <a:pt x="2037991" y="4077315"/>
                    <a:pt x="2040147" y="4111102"/>
                    <a:pt x="2042304" y="4145608"/>
                  </a:cubicBezTo>
                  <a:cubicBezTo>
                    <a:pt x="2020738" y="4123323"/>
                    <a:pt x="1996297" y="4102476"/>
                    <a:pt x="1975449" y="4082347"/>
                  </a:cubicBezTo>
                  <a:cubicBezTo>
                    <a:pt x="1956759" y="4063657"/>
                    <a:pt x="1936630" y="4040653"/>
                    <a:pt x="1915783" y="4019806"/>
                  </a:cubicBezTo>
                  <a:lnTo>
                    <a:pt x="1912908" y="3968766"/>
                  </a:lnTo>
                  <a:cubicBezTo>
                    <a:pt x="1912189" y="3960140"/>
                    <a:pt x="1912189" y="3951513"/>
                    <a:pt x="1911470" y="3943606"/>
                  </a:cubicBezTo>
                  <a:cubicBezTo>
                    <a:pt x="1917221" y="3947919"/>
                    <a:pt x="1922253" y="3951513"/>
                    <a:pt x="1928004" y="3955826"/>
                  </a:cubicBezTo>
                  <a:cubicBezTo>
                    <a:pt x="1963229" y="3981706"/>
                    <a:pt x="1998453" y="4007585"/>
                    <a:pt x="2035115" y="4031308"/>
                  </a:cubicBezTo>
                  <a:close/>
                  <a:moveTo>
                    <a:pt x="2033678" y="4006147"/>
                  </a:moveTo>
                  <a:cubicBezTo>
                    <a:pt x="2007798" y="3983144"/>
                    <a:pt x="1981200" y="3962296"/>
                    <a:pt x="1953165" y="3941449"/>
                  </a:cubicBezTo>
                  <a:cubicBezTo>
                    <a:pt x="1938787" y="3930666"/>
                    <a:pt x="1924410" y="3919164"/>
                    <a:pt x="1910032" y="3907663"/>
                  </a:cubicBezTo>
                  <a:cubicBezTo>
                    <a:pt x="1908595" y="3881064"/>
                    <a:pt x="1907157" y="3854466"/>
                    <a:pt x="1905719" y="3827868"/>
                  </a:cubicBezTo>
                  <a:cubicBezTo>
                    <a:pt x="1944538" y="3863811"/>
                    <a:pt x="1985514" y="3896880"/>
                    <a:pt x="2028646" y="3927791"/>
                  </a:cubicBezTo>
                  <a:cubicBezTo>
                    <a:pt x="2030083" y="3953670"/>
                    <a:pt x="2032240" y="3979549"/>
                    <a:pt x="2033678" y="4006147"/>
                  </a:cubicBezTo>
                  <a:close/>
                  <a:moveTo>
                    <a:pt x="2027208" y="3900474"/>
                  </a:moveTo>
                  <a:cubicBezTo>
                    <a:pt x="1984795" y="3865968"/>
                    <a:pt x="1943819" y="3830025"/>
                    <a:pt x="1904281" y="3792644"/>
                  </a:cubicBezTo>
                  <a:cubicBezTo>
                    <a:pt x="1903562" y="3773234"/>
                    <a:pt x="1902125" y="3753825"/>
                    <a:pt x="1901406" y="3735134"/>
                  </a:cubicBezTo>
                  <a:cubicBezTo>
                    <a:pt x="1917221" y="3744480"/>
                    <a:pt x="1934474" y="3750949"/>
                    <a:pt x="1953165" y="3755263"/>
                  </a:cubicBezTo>
                  <a:cubicBezTo>
                    <a:pt x="1975449" y="3777547"/>
                    <a:pt x="1998453" y="3799832"/>
                    <a:pt x="2022176" y="3820679"/>
                  </a:cubicBezTo>
                  <a:cubicBezTo>
                    <a:pt x="2023613" y="3847278"/>
                    <a:pt x="2025051" y="3873876"/>
                    <a:pt x="2027208" y="3900474"/>
                  </a:cubicBezTo>
                  <a:close/>
                  <a:moveTo>
                    <a:pt x="1856836" y="4156391"/>
                  </a:moveTo>
                  <a:cubicBezTo>
                    <a:pt x="1849647" y="4157829"/>
                    <a:pt x="1842459" y="4160704"/>
                    <a:pt x="1835989" y="4163579"/>
                  </a:cubicBezTo>
                  <a:cubicBezTo>
                    <a:pt x="1715938" y="4281474"/>
                    <a:pt x="1470804" y="4298008"/>
                    <a:pt x="1342846" y="4185864"/>
                  </a:cubicBezTo>
                  <a:cubicBezTo>
                    <a:pt x="1332062" y="4176519"/>
                    <a:pt x="1331344" y="4165017"/>
                    <a:pt x="1335657" y="4154953"/>
                  </a:cubicBezTo>
                  <a:cubicBezTo>
                    <a:pt x="1334938" y="4154953"/>
                    <a:pt x="1334219" y="4154953"/>
                    <a:pt x="1333500" y="4154953"/>
                  </a:cubicBezTo>
                  <a:cubicBezTo>
                    <a:pt x="1332062" y="4151359"/>
                    <a:pt x="1330625" y="4147046"/>
                    <a:pt x="1329187" y="4142732"/>
                  </a:cubicBezTo>
                  <a:cubicBezTo>
                    <a:pt x="1400355" y="4144889"/>
                    <a:pt x="1471523" y="4145608"/>
                    <a:pt x="1542691" y="4147764"/>
                  </a:cubicBezTo>
                  <a:cubicBezTo>
                    <a:pt x="1555630" y="4148483"/>
                    <a:pt x="1568570" y="4148483"/>
                    <a:pt x="1582229" y="4149202"/>
                  </a:cubicBezTo>
                  <a:cubicBezTo>
                    <a:pt x="1582947" y="4149921"/>
                    <a:pt x="1584385" y="4150640"/>
                    <a:pt x="1585104" y="4151359"/>
                  </a:cubicBezTo>
                  <a:cubicBezTo>
                    <a:pt x="1590855" y="4154953"/>
                    <a:pt x="1598044" y="4154234"/>
                    <a:pt x="1603076" y="4149921"/>
                  </a:cubicBezTo>
                  <a:cubicBezTo>
                    <a:pt x="1686464" y="4152796"/>
                    <a:pt x="1772010" y="4154234"/>
                    <a:pt x="1853242" y="4139138"/>
                  </a:cubicBezTo>
                  <a:cubicBezTo>
                    <a:pt x="1866900" y="4136981"/>
                    <a:pt x="1866900" y="4113977"/>
                    <a:pt x="1853242" y="4111821"/>
                  </a:cubicBezTo>
                  <a:cubicBezTo>
                    <a:pt x="1775604" y="4097444"/>
                    <a:pt x="1695091" y="4099600"/>
                    <a:pt x="1616015" y="4101757"/>
                  </a:cubicBezTo>
                  <a:cubicBezTo>
                    <a:pt x="1614578" y="4067970"/>
                    <a:pt x="1601638" y="4029870"/>
                    <a:pt x="1599481" y="4001834"/>
                  </a:cubicBezTo>
                  <a:cubicBezTo>
                    <a:pt x="1598044" y="3985300"/>
                    <a:pt x="1597325" y="3968047"/>
                    <a:pt x="1596606" y="3951513"/>
                  </a:cubicBezTo>
                  <a:cubicBezTo>
                    <a:pt x="1600919" y="3919883"/>
                    <a:pt x="1605951" y="3887534"/>
                    <a:pt x="1608827" y="3855904"/>
                  </a:cubicBezTo>
                  <a:cubicBezTo>
                    <a:pt x="1609545" y="3846559"/>
                    <a:pt x="1605232" y="3839370"/>
                    <a:pt x="1598762" y="3834338"/>
                  </a:cubicBezTo>
                  <a:cubicBezTo>
                    <a:pt x="1598762" y="3829306"/>
                    <a:pt x="1599481" y="3824274"/>
                    <a:pt x="1599481" y="3818523"/>
                  </a:cubicBezTo>
                  <a:cubicBezTo>
                    <a:pt x="1600919" y="3793362"/>
                    <a:pt x="1562819" y="3789049"/>
                    <a:pt x="1555630" y="3812772"/>
                  </a:cubicBezTo>
                  <a:cubicBezTo>
                    <a:pt x="1553474" y="3821398"/>
                    <a:pt x="1551317" y="3830025"/>
                    <a:pt x="1549161" y="3838651"/>
                  </a:cubicBezTo>
                  <a:cubicBezTo>
                    <a:pt x="1546285" y="3833619"/>
                    <a:pt x="1537659" y="3834338"/>
                    <a:pt x="1535502" y="3839370"/>
                  </a:cubicBezTo>
                  <a:cubicBezTo>
                    <a:pt x="1521125" y="3867406"/>
                    <a:pt x="1521844" y="3904068"/>
                    <a:pt x="1523281" y="3938574"/>
                  </a:cubicBezTo>
                  <a:cubicBezTo>
                    <a:pt x="1519687" y="3955826"/>
                    <a:pt x="1517530" y="3973798"/>
                    <a:pt x="1515374" y="3991051"/>
                  </a:cubicBezTo>
                  <a:cubicBezTo>
                    <a:pt x="1511779" y="4023400"/>
                    <a:pt x="1504591" y="4069408"/>
                    <a:pt x="1516812" y="4103194"/>
                  </a:cubicBezTo>
                  <a:cubicBezTo>
                    <a:pt x="1449957" y="4103914"/>
                    <a:pt x="1383102" y="4105351"/>
                    <a:pt x="1316247" y="4108227"/>
                  </a:cubicBezTo>
                  <a:cubicBezTo>
                    <a:pt x="1314810" y="4105351"/>
                    <a:pt x="1313372" y="4103194"/>
                    <a:pt x="1311215" y="4101757"/>
                  </a:cubicBezTo>
                  <a:cubicBezTo>
                    <a:pt x="1313372" y="4049279"/>
                    <a:pt x="1314810" y="3996802"/>
                    <a:pt x="1316966" y="3943606"/>
                  </a:cubicBezTo>
                  <a:cubicBezTo>
                    <a:pt x="1319842" y="3870281"/>
                    <a:pt x="1322717" y="3796957"/>
                    <a:pt x="1324874" y="3724351"/>
                  </a:cubicBezTo>
                  <a:cubicBezTo>
                    <a:pt x="1373757" y="3731540"/>
                    <a:pt x="1422640" y="3731540"/>
                    <a:pt x="1471523" y="3728664"/>
                  </a:cubicBezTo>
                  <a:cubicBezTo>
                    <a:pt x="1484462" y="3731540"/>
                    <a:pt x="1498121" y="3732977"/>
                    <a:pt x="1511779" y="3735134"/>
                  </a:cubicBezTo>
                  <a:cubicBezTo>
                    <a:pt x="1566413" y="3740885"/>
                    <a:pt x="1627517" y="3745198"/>
                    <a:pt x="1683589" y="3732977"/>
                  </a:cubicBezTo>
                  <a:cubicBezTo>
                    <a:pt x="1728159" y="3732977"/>
                    <a:pt x="1772010" y="3731540"/>
                    <a:pt x="1815861" y="3728664"/>
                  </a:cubicBezTo>
                  <a:cubicBezTo>
                    <a:pt x="1828800" y="3740885"/>
                    <a:pt x="1846053" y="3735853"/>
                    <a:pt x="1854680" y="3720038"/>
                  </a:cubicBezTo>
                  <a:cubicBezTo>
                    <a:pt x="1861868" y="3867406"/>
                    <a:pt x="1869057" y="4014055"/>
                    <a:pt x="1875527" y="4161423"/>
                  </a:cubicBezTo>
                  <a:cubicBezTo>
                    <a:pt x="1870495" y="4157109"/>
                    <a:pt x="1863306" y="4154953"/>
                    <a:pt x="1856836" y="4156391"/>
                  </a:cubicBezTo>
                  <a:close/>
                  <a:moveTo>
                    <a:pt x="1868338" y="4377802"/>
                  </a:moveTo>
                  <a:cubicBezTo>
                    <a:pt x="1866181" y="4378521"/>
                    <a:pt x="1864744" y="4379240"/>
                    <a:pt x="1862587" y="4379959"/>
                  </a:cubicBezTo>
                  <a:cubicBezTo>
                    <a:pt x="1858274" y="4373489"/>
                    <a:pt x="1853961" y="4367019"/>
                    <a:pt x="1850366" y="4360550"/>
                  </a:cubicBezTo>
                  <a:cubicBezTo>
                    <a:pt x="1838864" y="4339702"/>
                    <a:pt x="1830238" y="4315980"/>
                    <a:pt x="1824487" y="4292257"/>
                  </a:cubicBezTo>
                  <a:cubicBezTo>
                    <a:pt x="1830238" y="4289381"/>
                    <a:pt x="1835989" y="4286506"/>
                    <a:pt x="1841740" y="4283631"/>
                  </a:cubicBezTo>
                  <a:cubicBezTo>
                    <a:pt x="1848210" y="4308072"/>
                    <a:pt x="1856836" y="4331795"/>
                    <a:pt x="1867619" y="4354798"/>
                  </a:cubicBezTo>
                  <a:cubicBezTo>
                    <a:pt x="1867619" y="4363425"/>
                    <a:pt x="1868338" y="4370613"/>
                    <a:pt x="1868338" y="4377802"/>
                  </a:cubicBezTo>
                  <a:close/>
                  <a:moveTo>
                    <a:pt x="1668493" y="4331795"/>
                  </a:moveTo>
                  <a:cubicBezTo>
                    <a:pt x="1679276" y="4331076"/>
                    <a:pt x="1689340" y="4329638"/>
                    <a:pt x="1700123" y="4328201"/>
                  </a:cubicBezTo>
                  <a:cubicBezTo>
                    <a:pt x="1715938" y="4354080"/>
                    <a:pt x="1731753" y="4380678"/>
                    <a:pt x="1749006" y="4405838"/>
                  </a:cubicBezTo>
                  <a:cubicBezTo>
                    <a:pt x="1754757" y="4414465"/>
                    <a:pt x="1760508" y="4423091"/>
                    <a:pt x="1766259" y="4431717"/>
                  </a:cubicBezTo>
                  <a:cubicBezTo>
                    <a:pt x="1764102" y="4432436"/>
                    <a:pt x="1761227" y="4432436"/>
                    <a:pt x="1758351" y="4433155"/>
                  </a:cubicBezTo>
                  <a:cubicBezTo>
                    <a:pt x="1751163" y="4415183"/>
                    <a:pt x="1735347" y="4400087"/>
                    <a:pt x="1722408" y="4384991"/>
                  </a:cubicBezTo>
                  <a:cubicBezTo>
                    <a:pt x="1705155" y="4366300"/>
                    <a:pt x="1687902" y="4346891"/>
                    <a:pt x="1668493" y="4331795"/>
                  </a:cubicBezTo>
                  <a:close/>
                  <a:moveTo>
                    <a:pt x="1697966" y="4438906"/>
                  </a:moveTo>
                  <a:cubicBezTo>
                    <a:pt x="1687902" y="4439625"/>
                    <a:pt x="1677838" y="4441062"/>
                    <a:pt x="1668493" y="4441782"/>
                  </a:cubicBezTo>
                  <a:cubicBezTo>
                    <a:pt x="1659147" y="4441782"/>
                    <a:pt x="1649802" y="4441782"/>
                    <a:pt x="1641176" y="4441782"/>
                  </a:cubicBezTo>
                  <a:cubicBezTo>
                    <a:pt x="1628955" y="4431717"/>
                    <a:pt x="1617453" y="4421653"/>
                    <a:pt x="1607389" y="4410870"/>
                  </a:cubicBezTo>
                  <a:cubicBezTo>
                    <a:pt x="1585104" y="4386429"/>
                    <a:pt x="1574321" y="4356236"/>
                    <a:pt x="1561381" y="4328201"/>
                  </a:cubicBezTo>
                  <a:cubicBezTo>
                    <a:pt x="1585104" y="4331795"/>
                    <a:pt x="1608108" y="4333951"/>
                    <a:pt x="1631830" y="4333951"/>
                  </a:cubicBezTo>
                  <a:cubicBezTo>
                    <a:pt x="1641176" y="4365581"/>
                    <a:pt x="1662742" y="4390742"/>
                    <a:pt x="1681432" y="4416621"/>
                  </a:cubicBezTo>
                  <a:cubicBezTo>
                    <a:pt x="1686464" y="4423810"/>
                    <a:pt x="1691496" y="4431717"/>
                    <a:pt x="1697966" y="4438906"/>
                  </a:cubicBezTo>
                  <a:close/>
                  <a:moveTo>
                    <a:pt x="1757632" y="4315980"/>
                  </a:moveTo>
                  <a:cubicBezTo>
                    <a:pt x="1762664" y="4314542"/>
                    <a:pt x="1768415" y="4313104"/>
                    <a:pt x="1774166" y="4311666"/>
                  </a:cubicBezTo>
                  <a:cubicBezTo>
                    <a:pt x="1775604" y="4324606"/>
                    <a:pt x="1778479" y="4337546"/>
                    <a:pt x="1782074" y="4350485"/>
                  </a:cubicBezTo>
                  <a:cubicBezTo>
                    <a:pt x="1774166" y="4338984"/>
                    <a:pt x="1765540" y="4327481"/>
                    <a:pt x="1757632" y="4315980"/>
                  </a:cubicBezTo>
                  <a:close/>
                  <a:moveTo>
                    <a:pt x="1396761" y="4407276"/>
                  </a:moveTo>
                  <a:cubicBezTo>
                    <a:pt x="1397479" y="4407276"/>
                    <a:pt x="1397479" y="4407276"/>
                    <a:pt x="1398198" y="4407276"/>
                  </a:cubicBezTo>
                  <a:cubicBezTo>
                    <a:pt x="1400355" y="4410151"/>
                    <a:pt x="1403230" y="4413746"/>
                    <a:pt x="1405387" y="4416621"/>
                  </a:cubicBezTo>
                  <a:cubicBezTo>
                    <a:pt x="1393166" y="4413746"/>
                    <a:pt x="1380946" y="4410870"/>
                    <a:pt x="1368725" y="4407276"/>
                  </a:cubicBezTo>
                  <a:lnTo>
                    <a:pt x="1396761" y="4407276"/>
                  </a:lnTo>
                  <a:close/>
                  <a:moveTo>
                    <a:pt x="1339970" y="4390023"/>
                  </a:moveTo>
                  <a:cubicBezTo>
                    <a:pt x="1327030" y="4378521"/>
                    <a:pt x="1313372" y="4367019"/>
                    <a:pt x="1301151" y="4354798"/>
                  </a:cubicBezTo>
                  <a:cubicBezTo>
                    <a:pt x="1301870" y="4328201"/>
                    <a:pt x="1303308" y="4300883"/>
                    <a:pt x="1304027" y="4274285"/>
                  </a:cubicBezTo>
                  <a:cubicBezTo>
                    <a:pt x="1321998" y="4301602"/>
                    <a:pt x="1339970" y="4328201"/>
                    <a:pt x="1359379" y="4354080"/>
                  </a:cubicBezTo>
                  <a:cubicBezTo>
                    <a:pt x="1368725" y="4366300"/>
                    <a:pt x="1377351" y="4378521"/>
                    <a:pt x="1385978" y="4391461"/>
                  </a:cubicBezTo>
                  <a:lnTo>
                    <a:pt x="1339970" y="4390023"/>
                  </a:lnTo>
                  <a:close/>
                  <a:moveTo>
                    <a:pt x="1404668" y="4338984"/>
                  </a:moveTo>
                  <a:cubicBezTo>
                    <a:pt x="1397479" y="4329638"/>
                    <a:pt x="1390291" y="4321012"/>
                    <a:pt x="1382383" y="4312385"/>
                  </a:cubicBezTo>
                  <a:cubicBezTo>
                    <a:pt x="1383102" y="4312385"/>
                    <a:pt x="1383821" y="4313104"/>
                    <a:pt x="1383821" y="4313104"/>
                  </a:cubicBezTo>
                  <a:cubicBezTo>
                    <a:pt x="1387415" y="4315261"/>
                    <a:pt x="1391729" y="4317417"/>
                    <a:pt x="1395323" y="4318855"/>
                  </a:cubicBezTo>
                  <a:cubicBezTo>
                    <a:pt x="1413295" y="4340421"/>
                    <a:pt x="1433423" y="4361268"/>
                    <a:pt x="1452832" y="4381396"/>
                  </a:cubicBezTo>
                  <a:cubicBezTo>
                    <a:pt x="1466491" y="4395774"/>
                    <a:pt x="1480868" y="4416621"/>
                    <a:pt x="1498121" y="4432436"/>
                  </a:cubicBezTo>
                  <a:cubicBezTo>
                    <a:pt x="1488057" y="4430999"/>
                    <a:pt x="1477274" y="4429561"/>
                    <a:pt x="1467210" y="4427404"/>
                  </a:cubicBezTo>
                  <a:cubicBezTo>
                    <a:pt x="1452113" y="4395774"/>
                    <a:pt x="1427672" y="4368457"/>
                    <a:pt x="1404668" y="4338984"/>
                  </a:cubicBezTo>
                  <a:close/>
                  <a:moveTo>
                    <a:pt x="1488057" y="4347610"/>
                  </a:moveTo>
                  <a:cubicBezTo>
                    <a:pt x="1484462" y="4344015"/>
                    <a:pt x="1481587" y="4341140"/>
                    <a:pt x="1477993" y="4337546"/>
                  </a:cubicBezTo>
                  <a:cubicBezTo>
                    <a:pt x="1490213" y="4337546"/>
                    <a:pt x="1502434" y="4336827"/>
                    <a:pt x="1513936" y="4334670"/>
                  </a:cubicBezTo>
                  <a:cubicBezTo>
                    <a:pt x="1515374" y="4349047"/>
                    <a:pt x="1519687" y="4364863"/>
                    <a:pt x="1525438" y="4381396"/>
                  </a:cubicBezTo>
                  <a:cubicBezTo>
                    <a:pt x="1512498" y="4368457"/>
                    <a:pt x="1498840" y="4357674"/>
                    <a:pt x="1488057" y="4347610"/>
                  </a:cubicBezTo>
                  <a:close/>
                  <a:moveTo>
                    <a:pt x="1288211" y="2696370"/>
                  </a:moveTo>
                  <a:cubicBezTo>
                    <a:pt x="1280304" y="2694213"/>
                    <a:pt x="1270959" y="2692057"/>
                    <a:pt x="1262332" y="2689181"/>
                  </a:cubicBezTo>
                  <a:cubicBezTo>
                    <a:pt x="1257300" y="2692057"/>
                    <a:pt x="1252268" y="2694213"/>
                    <a:pt x="1247236" y="2696370"/>
                  </a:cubicBezTo>
                  <a:cubicBezTo>
                    <a:pt x="1241485" y="2689181"/>
                    <a:pt x="1235015" y="2681993"/>
                    <a:pt x="1228545" y="2675523"/>
                  </a:cubicBezTo>
                  <a:cubicBezTo>
                    <a:pt x="1247236" y="2667615"/>
                    <a:pt x="1266645" y="2658989"/>
                    <a:pt x="1283898" y="2648206"/>
                  </a:cubicBezTo>
                  <a:cubicBezTo>
                    <a:pt x="1293962" y="2652519"/>
                    <a:pt x="1305464" y="2653238"/>
                    <a:pt x="1316247" y="2654676"/>
                  </a:cubicBezTo>
                  <a:cubicBezTo>
                    <a:pt x="1319123" y="2655395"/>
                    <a:pt x="1322717" y="2655395"/>
                    <a:pt x="1325593" y="2656113"/>
                  </a:cubicBezTo>
                  <a:cubicBezTo>
                    <a:pt x="1327749" y="2665459"/>
                    <a:pt x="1326312" y="2675523"/>
                    <a:pt x="1321279" y="2683430"/>
                  </a:cubicBezTo>
                  <a:cubicBezTo>
                    <a:pt x="1320561" y="2694213"/>
                    <a:pt x="1320561" y="2704996"/>
                    <a:pt x="1319842" y="2715779"/>
                  </a:cubicBezTo>
                  <a:cubicBezTo>
                    <a:pt x="1316247" y="2708591"/>
                    <a:pt x="1312653" y="2701402"/>
                    <a:pt x="1309059" y="2694213"/>
                  </a:cubicBezTo>
                  <a:cubicBezTo>
                    <a:pt x="1303308" y="2697089"/>
                    <a:pt x="1296119" y="2698527"/>
                    <a:pt x="1288211" y="2696370"/>
                  </a:cubicBezTo>
                  <a:close/>
                  <a:moveTo>
                    <a:pt x="1290368" y="2756036"/>
                  </a:moveTo>
                  <a:cubicBezTo>
                    <a:pt x="1279585" y="2740940"/>
                    <a:pt x="1268802" y="2725125"/>
                    <a:pt x="1258019" y="2710028"/>
                  </a:cubicBezTo>
                  <a:cubicBezTo>
                    <a:pt x="1261613" y="2708591"/>
                    <a:pt x="1264489" y="2707153"/>
                    <a:pt x="1268083" y="2705715"/>
                  </a:cubicBezTo>
                  <a:cubicBezTo>
                    <a:pt x="1274553" y="2723687"/>
                    <a:pt x="1282461" y="2740221"/>
                    <a:pt x="1290368" y="2756036"/>
                  </a:cubicBezTo>
                  <a:close/>
                  <a:moveTo>
                    <a:pt x="1790700" y="2627359"/>
                  </a:moveTo>
                  <a:cubicBezTo>
                    <a:pt x="1797170" y="2624483"/>
                    <a:pt x="1802921" y="2620889"/>
                    <a:pt x="1808672" y="2617295"/>
                  </a:cubicBezTo>
                  <a:cubicBezTo>
                    <a:pt x="1808672" y="2619451"/>
                    <a:pt x="1808672" y="2621608"/>
                    <a:pt x="1808672" y="2623764"/>
                  </a:cubicBezTo>
                  <a:cubicBezTo>
                    <a:pt x="1805078" y="2623764"/>
                    <a:pt x="1800764" y="2625921"/>
                    <a:pt x="1800764" y="2630953"/>
                  </a:cubicBezTo>
                  <a:cubicBezTo>
                    <a:pt x="1802202" y="2651081"/>
                    <a:pt x="1805078" y="2669772"/>
                    <a:pt x="1810110" y="2687025"/>
                  </a:cubicBezTo>
                  <a:cubicBezTo>
                    <a:pt x="1810110" y="2698527"/>
                    <a:pt x="1810829" y="2710028"/>
                    <a:pt x="1810829" y="2721530"/>
                  </a:cubicBezTo>
                  <a:cubicBezTo>
                    <a:pt x="1810829" y="2721530"/>
                    <a:pt x="1810829" y="2720811"/>
                    <a:pt x="1810829" y="2720811"/>
                  </a:cubicBezTo>
                  <a:cubicBezTo>
                    <a:pt x="1802202" y="2708591"/>
                    <a:pt x="1792857" y="2697089"/>
                    <a:pt x="1784230" y="2684868"/>
                  </a:cubicBezTo>
                  <a:cubicBezTo>
                    <a:pt x="1777761" y="2676242"/>
                    <a:pt x="1772010" y="2666896"/>
                    <a:pt x="1765540" y="2657551"/>
                  </a:cubicBezTo>
                  <a:cubicBezTo>
                    <a:pt x="1764102" y="2655395"/>
                    <a:pt x="1761946" y="2653238"/>
                    <a:pt x="1759789" y="2652519"/>
                  </a:cubicBezTo>
                  <a:cubicBezTo>
                    <a:pt x="1754757" y="2657551"/>
                    <a:pt x="1747568" y="2661145"/>
                    <a:pt x="1738223" y="2661145"/>
                  </a:cubicBezTo>
                  <a:lnTo>
                    <a:pt x="1733191" y="2661145"/>
                  </a:lnTo>
                  <a:cubicBezTo>
                    <a:pt x="1732472" y="2662583"/>
                    <a:pt x="1732472" y="2664740"/>
                    <a:pt x="1732472" y="2666178"/>
                  </a:cubicBezTo>
                  <a:cubicBezTo>
                    <a:pt x="1732472" y="2669053"/>
                    <a:pt x="1733191" y="2671929"/>
                    <a:pt x="1733910" y="2674804"/>
                  </a:cubicBezTo>
                  <a:cubicBezTo>
                    <a:pt x="1731034" y="2671210"/>
                    <a:pt x="1728878" y="2666896"/>
                    <a:pt x="1726002" y="2663302"/>
                  </a:cubicBezTo>
                  <a:cubicBezTo>
                    <a:pt x="1728159" y="2662583"/>
                    <a:pt x="1730315" y="2661864"/>
                    <a:pt x="1733191" y="2660427"/>
                  </a:cubicBezTo>
                  <a:lnTo>
                    <a:pt x="1708749" y="2660427"/>
                  </a:lnTo>
                  <a:cubicBezTo>
                    <a:pt x="1699404" y="2667615"/>
                    <a:pt x="1688621" y="2673366"/>
                    <a:pt x="1677838" y="2677679"/>
                  </a:cubicBezTo>
                  <a:cubicBezTo>
                    <a:pt x="1678557" y="2677679"/>
                    <a:pt x="1679995" y="2676961"/>
                    <a:pt x="1680713" y="2676961"/>
                  </a:cubicBezTo>
                  <a:cubicBezTo>
                    <a:pt x="1695091" y="2703559"/>
                    <a:pt x="1708749" y="2729438"/>
                    <a:pt x="1723127" y="2756036"/>
                  </a:cubicBezTo>
                  <a:cubicBezTo>
                    <a:pt x="1704436" y="2731594"/>
                    <a:pt x="1686464" y="2705715"/>
                    <a:pt x="1667055" y="2681993"/>
                  </a:cubicBezTo>
                  <a:cubicBezTo>
                    <a:pt x="1650521" y="2687744"/>
                    <a:pt x="1633268" y="2691338"/>
                    <a:pt x="1614578" y="2692776"/>
                  </a:cubicBezTo>
                  <a:cubicBezTo>
                    <a:pt x="1635425" y="2728719"/>
                    <a:pt x="1660585" y="2762506"/>
                    <a:pt x="1684308" y="2797011"/>
                  </a:cubicBezTo>
                  <a:cubicBezTo>
                    <a:pt x="1698685" y="2817140"/>
                    <a:pt x="1712344" y="2840144"/>
                    <a:pt x="1728878" y="2858834"/>
                  </a:cubicBezTo>
                  <a:cubicBezTo>
                    <a:pt x="1726721" y="2858834"/>
                    <a:pt x="1724564" y="2858834"/>
                    <a:pt x="1722408" y="2858834"/>
                  </a:cubicBezTo>
                  <a:cubicBezTo>
                    <a:pt x="1721689" y="2858834"/>
                    <a:pt x="1720970" y="2858834"/>
                    <a:pt x="1720251" y="2858834"/>
                  </a:cubicBezTo>
                  <a:cubicBezTo>
                    <a:pt x="1707312" y="2825047"/>
                    <a:pt x="1678557" y="2797011"/>
                    <a:pt x="1657710" y="2767538"/>
                  </a:cubicBezTo>
                  <a:cubicBezTo>
                    <a:pt x="1640457" y="2743096"/>
                    <a:pt x="1623923" y="2717936"/>
                    <a:pt x="1608108" y="2692776"/>
                  </a:cubicBezTo>
                  <a:cubicBezTo>
                    <a:pt x="1588698" y="2694213"/>
                    <a:pt x="1569289" y="2692776"/>
                    <a:pt x="1549161" y="2690619"/>
                  </a:cubicBezTo>
                  <a:cubicBezTo>
                    <a:pt x="1564257" y="2722968"/>
                    <a:pt x="1580791" y="2753879"/>
                    <a:pt x="1600200" y="2784072"/>
                  </a:cubicBezTo>
                  <a:cubicBezTo>
                    <a:pt x="1615296" y="2807795"/>
                    <a:pt x="1632549" y="2837987"/>
                    <a:pt x="1654115" y="2860991"/>
                  </a:cubicBezTo>
                  <a:cubicBezTo>
                    <a:pt x="1646927" y="2860991"/>
                    <a:pt x="1639738" y="2861710"/>
                    <a:pt x="1633268" y="2861710"/>
                  </a:cubicBezTo>
                  <a:cubicBezTo>
                    <a:pt x="1621766" y="2830798"/>
                    <a:pt x="1593730" y="2803481"/>
                    <a:pt x="1574321" y="2779040"/>
                  </a:cubicBezTo>
                  <a:cubicBezTo>
                    <a:pt x="1547723" y="2745253"/>
                    <a:pt x="1521125" y="2710028"/>
                    <a:pt x="1491651" y="2678398"/>
                  </a:cubicBezTo>
                  <a:cubicBezTo>
                    <a:pt x="1496683" y="2679836"/>
                    <a:pt x="1501715" y="2680555"/>
                    <a:pt x="1506747" y="2681274"/>
                  </a:cubicBezTo>
                  <a:cubicBezTo>
                    <a:pt x="1500278" y="2679836"/>
                    <a:pt x="1494527" y="2677679"/>
                    <a:pt x="1488057" y="2676242"/>
                  </a:cubicBezTo>
                  <a:cubicBezTo>
                    <a:pt x="1473679" y="2677679"/>
                    <a:pt x="1458583" y="2677679"/>
                    <a:pt x="1444925" y="2677679"/>
                  </a:cubicBezTo>
                  <a:cubicBezTo>
                    <a:pt x="1466491" y="2720811"/>
                    <a:pt x="1495964" y="2758912"/>
                    <a:pt x="1523281" y="2798449"/>
                  </a:cubicBezTo>
                  <a:cubicBezTo>
                    <a:pt x="1536940" y="2817859"/>
                    <a:pt x="1551317" y="2843738"/>
                    <a:pt x="1569289" y="2865304"/>
                  </a:cubicBezTo>
                  <a:cubicBezTo>
                    <a:pt x="1551317" y="2866023"/>
                    <a:pt x="1533346" y="2866742"/>
                    <a:pt x="1514655" y="2868179"/>
                  </a:cubicBezTo>
                  <a:cubicBezTo>
                    <a:pt x="1493808" y="2840862"/>
                    <a:pt x="1467928" y="2814983"/>
                    <a:pt x="1451395" y="2787666"/>
                  </a:cubicBezTo>
                  <a:cubicBezTo>
                    <a:pt x="1427672" y="2750285"/>
                    <a:pt x="1408262" y="2710747"/>
                    <a:pt x="1391010" y="2669772"/>
                  </a:cubicBezTo>
                  <a:cubicBezTo>
                    <a:pt x="1380227" y="2666178"/>
                    <a:pt x="1370163" y="2661145"/>
                    <a:pt x="1361536" y="2655395"/>
                  </a:cubicBezTo>
                  <a:cubicBezTo>
                    <a:pt x="1362255" y="2653238"/>
                    <a:pt x="1360817" y="2650362"/>
                    <a:pt x="1357942" y="2649644"/>
                  </a:cubicBezTo>
                  <a:cubicBezTo>
                    <a:pt x="1356504" y="2649644"/>
                    <a:pt x="1355066" y="2649644"/>
                    <a:pt x="1354347" y="2648925"/>
                  </a:cubicBezTo>
                  <a:cubicBezTo>
                    <a:pt x="1347878" y="2643174"/>
                    <a:pt x="1342127" y="2635985"/>
                    <a:pt x="1337095" y="2628078"/>
                  </a:cubicBezTo>
                  <a:cubicBezTo>
                    <a:pt x="1335657" y="2629515"/>
                    <a:pt x="1333500" y="2630953"/>
                    <a:pt x="1331344" y="2632391"/>
                  </a:cubicBezTo>
                  <a:cubicBezTo>
                    <a:pt x="1329187" y="2633829"/>
                    <a:pt x="1326312" y="2635266"/>
                    <a:pt x="1324155" y="2635985"/>
                  </a:cubicBezTo>
                  <a:cubicBezTo>
                    <a:pt x="1323436" y="2638861"/>
                    <a:pt x="1322717" y="2641736"/>
                    <a:pt x="1320561" y="2643893"/>
                  </a:cubicBezTo>
                  <a:cubicBezTo>
                    <a:pt x="1319842" y="2643893"/>
                    <a:pt x="1319123" y="2643893"/>
                    <a:pt x="1318404" y="2643893"/>
                  </a:cubicBezTo>
                  <a:cubicBezTo>
                    <a:pt x="1310496" y="2642455"/>
                    <a:pt x="1301870" y="2641017"/>
                    <a:pt x="1293244" y="2640298"/>
                  </a:cubicBezTo>
                  <a:cubicBezTo>
                    <a:pt x="1303308" y="2633110"/>
                    <a:pt x="1312653" y="2625921"/>
                    <a:pt x="1319842" y="2617295"/>
                  </a:cubicBezTo>
                  <a:cubicBezTo>
                    <a:pt x="1367287" y="2623764"/>
                    <a:pt x="1415451" y="2626640"/>
                    <a:pt x="1463615" y="2627359"/>
                  </a:cubicBezTo>
                  <a:cubicBezTo>
                    <a:pt x="1466491" y="2631672"/>
                    <a:pt x="1472242" y="2634547"/>
                    <a:pt x="1479430" y="2634547"/>
                  </a:cubicBezTo>
                  <a:cubicBezTo>
                    <a:pt x="1553474" y="2629515"/>
                    <a:pt x="1627517" y="2625202"/>
                    <a:pt x="1702280" y="2620170"/>
                  </a:cubicBezTo>
                  <a:cubicBezTo>
                    <a:pt x="1723127" y="2618732"/>
                    <a:pt x="1744693" y="2618013"/>
                    <a:pt x="1765540" y="2616576"/>
                  </a:cubicBezTo>
                  <a:cubicBezTo>
                    <a:pt x="1769134" y="2625921"/>
                    <a:pt x="1768415" y="2636704"/>
                    <a:pt x="1763383" y="2645330"/>
                  </a:cubicBezTo>
                  <a:cubicBezTo>
                    <a:pt x="1773447" y="2641017"/>
                    <a:pt x="1782793" y="2634547"/>
                    <a:pt x="1790700" y="2627359"/>
                  </a:cubicBezTo>
                  <a:close/>
                  <a:moveTo>
                    <a:pt x="1393885" y="2903404"/>
                  </a:moveTo>
                  <a:cubicBezTo>
                    <a:pt x="1402512" y="2906279"/>
                    <a:pt x="1411138" y="2908436"/>
                    <a:pt x="1419764" y="2911311"/>
                  </a:cubicBezTo>
                  <a:cubicBezTo>
                    <a:pt x="1398917" y="2912030"/>
                    <a:pt x="1377351" y="2913468"/>
                    <a:pt x="1356504" y="2914187"/>
                  </a:cubicBezTo>
                  <a:cubicBezTo>
                    <a:pt x="1356504" y="2909874"/>
                    <a:pt x="1356504" y="2906279"/>
                    <a:pt x="1357223" y="2901966"/>
                  </a:cubicBezTo>
                  <a:cubicBezTo>
                    <a:pt x="1368725" y="2902685"/>
                    <a:pt x="1380946" y="2903404"/>
                    <a:pt x="1393885" y="2903404"/>
                  </a:cubicBezTo>
                  <a:close/>
                  <a:moveTo>
                    <a:pt x="1357942" y="2866023"/>
                  </a:moveTo>
                  <a:cubicBezTo>
                    <a:pt x="1357942" y="2863147"/>
                    <a:pt x="1357942" y="2860991"/>
                    <a:pt x="1357942" y="2858115"/>
                  </a:cubicBezTo>
                  <a:cubicBezTo>
                    <a:pt x="1360817" y="2860991"/>
                    <a:pt x="1363693" y="2863866"/>
                    <a:pt x="1366568" y="2867461"/>
                  </a:cubicBezTo>
                  <a:cubicBezTo>
                    <a:pt x="1363693" y="2866742"/>
                    <a:pt x="1360817" y="2866023"/>
                    <a:pt x="1357942" y="2866023"/>
                  </a:cubicBezTo>
                  <a:close/>
                  <a:moveTo>
                    <a:pt x="1360817" y="2780478"/>
                  </a:moveTo>
                  <a:cubicBezTo>
                    <a:pt x="1361536" y="2757474"/>
                    <a:pt x="1362255" y="2734470"/>
                    <a:pt x="1363693" y="2711466"/>
                  </a:cubicBezTo>
                  <a:cubicBezTo>
                    <a:pt x="1375913" y="2745972"/>
                    <a:pt x="1391729" y="2779759"/>
                    <a:pt x="1411138" y="2812108"/>
                  </a:cubicBezTo>
                  <a:cubicBezTo>
                    <a:pt x="1421921" y="2830079"/>
                    <a:pt x="1435579" y="2852364"/>
                    <a:pt x="1450676" y="2872493"/>
                  </a:cubicBezTo>
                  <a:cubicBezTo>
                    <a:pt x="1447800" y="2872493"/>
                    <a:pt x="1444925" y="2872493"/>
                    <a:pt x="1442049" y="2873212"/>
                  </a:cubicBezTo>
                  <a:cubicBezTo>
                    <a:pt x="1420483" y="2839425"/>
                    <a:pt x="1385259" y="2812108"/>
                    <a:pt x="1360817" y="2780478"/>
                  </a:cubicBezTo>
                  <a:close/>
                  <a:moveTo>
                    <a:pt x="1339970" y="3327536"/>
                  </a:moveTo>
                  <a:cubicBezTo>
                    <a:pt x="1339970" y="3325379"/>
                    <a:pt x="1339970" y="3323223"/>
                    <a:pt x="1339970" y="3320347"/>
                  </a:cubicBezTo>
                  <a:cubicBezTo>
                    <a:pt x="1340689" y="3321066"/>
                    <a:pt x="1342127" y="3322504"/>
                    <a:pt x="1343564" y="3322504"/>
                  </a:cubicBezTo>
                  <a:cubicBezTo>
                    <a:pt x="1418327" y="3336162"/>
                    <a:pt x="1494527" y="3336162"/>
                    <a:pt x="1570727" y="3336881"/>
                  </a:cubicBezTo>
                  <a:cubicBezTo>
                    <a:pt x="1649083" y="3337600"/>
                    <a:pt x="1738942" y="3350540"/>
                    <a:pt x="1815142" y="3327536"/>
                  </a:cubicBezTo>
                  <a:cubicBezTo>
                    <a:pt x="1826644" y="3323942"/>
                    <a:pt x="1826644" y="3307408"/>
                    <a:pt x="1815142" y="3303813"/>
                  </a:cubicBezTo>
                  <a:cubicBezTo>
                    <a:pt x="1746849" y="3282966"/>
                    <a:pt x="1668493" y="3293030"/>
                    <a:pt x="1596606" y="3294468"/>
                  </a:cubicBezTo>
                  <a:cubicBezTo>
                    <a:pt x="1617453" y="3259244"/>
                    <a:pt x="1609545" y="3204610"/>
                    <a:pt x="1610983" y="3165791"/>
                  </a:cubicBezTo>
                  <a:cubicBezTo>
                    <a:pt x="1612421" y="3124096"/>
                    <a:pt x="1613859" y="3080964"/>
                    <a:pt x="1610264" y="3039270"/>
                  </a:cubicBezTo>
                  <a:cubicBezTo>
                    <a:pt x="1615296" y="3042864"/>
                    <a:pt x="1620328" y="3047178"/>
                    <a:pt x="1625361" y="3050772"/>
                  </a:cubicBezTo>
                  <a:cubicBezTo>
                    <a:pt x="1630393" y="3054366"/>
                    <a:pt x="1635425" y="3046459"/>
                    <a:pt x="1631830" y="3042864"/>
                  </a:cubicBezTo>
                  <a:cubicBezTo>
                    <a:pt x="1621766" y="3033519"/>
                    <a:pt x="1613140" y="3022017"/>
                    <a:pt x="1606670" y="3009796"/>
                  </a:cubicBezTo>
                  <a:cubicBezTo>
                    <a:pt x="1606670" y="3007640"/>
                    <a:pt x="1605951" y="3006202"/>
                    <a:pt x="1605951" y="3004046"/>
                  </a:cubicBezTo>
                  <a:lnTo>
                    <a:pt x="1605951" y="3004046"/>
                  </a:lnTo>
                  <a:cubicBezTo>
                    <a:pt x="1600200" y="2985355"/>
                    <a:pt x="1570727" y="2981761"/>
                    <a:pt x="1564976" y="3004046"/>
                  </a:cubicBezTo>
                  <a:cubicBezTo>
                    <a:pt x="1559225" y="3025612"/>
                    <a:pt x="1556349" y="3048615"/>
                    <a:pt x="1554193" y="3070900"/>
                  </a:cubicBezTo>
                  <a:cubicBezTo>
                    <a:pt x="1545566" y="3074495"/>
                    <a:pt x="1538378" y="3083121"/>
                    <a:pt x="1538378" y="3095342"/>
                  </a:cubicBezTo>
                  <a:cubicBezTo>
                    <a:pt x="1538378" y="3144225"/>
                    <a:pt x="1528313" y="3209642"/>
                    <a:pt x="1545566" y="3258525"/>
                  </a:cubicBezTo>
                  <a:cubicBezTo>
                    <a:pt x="1547004" y="3271464"/>
                    <a:pt x="1550598" y="3284404"/>
                    <a:pt x="1556349" y="3295187"/>
                  </a:cubicBezTo>
                  <a:cubicBezTo>
                    <a:pt x="1485181" y="3295906"/>
                    <a:pt x="1414013" y="3296625"/>
                    <a:pt x="1343564" y="3309564"/>
                  </a:cubicBezTo>
                  <a:cubicBezTo>
                    <a:pt x="1342127" y="3309564"/>
                    <a:pt x="1341408" y="3310283"/>
                    <a:pt x="1340689" y="3311002"/>
                  </a:cubicBezTo>
                  <a:cubicBezTo>
                    <a:pt x="1345721" y="3182325"/>
                    <a:pt x="1350753" y="3053647"/>
                    <a:pt x="1355785" y="2925689"/>
                  </a:cubicBezTo>
                  <a:cubicBezTo>
                    <a:pt x="1411138" y="2930721"/>
                    <a:pt x="1466491" y="2936472"/>
                    <a:pt x="1521844" y="2940066"/>
                  </a:cubicBezTo>
                  <a:cubicBezTo>
                    <a:pt x="1585104" y="2943660"/>
                    <a:pt x="1654115" y="2952287"/>
                    <a:pt x="1716657" y="2937910"/>
                  </a:cubicBezTo>
                  <a:cubicBezTo>
                    <a:pt x="1725283" y="2935753"/>
                    <a:pt x="1724564" y="2922813"/>
                    <a:pt x="1716657" y="2920657"/>
                  </a:cubicBezTo>
                  <a:cubicBezTo>
                    <a:pt x="1711625" y="2919219"/>
                    <a:pt x="1705874" y="2917781"/>
                    <a:pt x="1700842" y="2916344"/>
                  </a:cubicBezTo>
                  <a:cubicBezTo>
                    <a:pt x="1720251" y="2910593"/>
                    <a:pt x="1738223" y="2901966"/>
                    <a:pt x="1754757" y="2891183"/>
                  </a:cubicBezTo>
                  <a:cubicBezTo>
                    <a:pt x="1756195" y="2890464"/>
                    <a:pt x="1756913" y="2889027"/>
                    <a:pt x="1757632" y="2887589"/>
                  </a:cubicBezTo>
                  <a:cubicBezTo>
                    <a:pt x="1760508" y="2887589"/>
                    <a:pt x="1762664" y="2887589"/>
                    <a:pt x="1765540" y="2887589"/>
                  </a:cubicBezTo>
                  <a:cubicBezTo>
                    <a:pt x="1767696" y="2888308"/>
                    <a:pt x="1769134" y="2889027"/>
                    <a:pt x="1771291" y="2890464"/>
                  </a:cubicBezTo>
                  <a:cubicBezTo>
                    <a:pt x="1776323" y="2892621"/>
                    <a:pt x="1782074" y="2890464"/>
                    <a:pt x="1785668" y="2886870"/>
                  </a:cubicBezTo>
                  <a:cubicBezTo>
                    <a:pt x="1790700" y="2886151"/>
                    <a:pt x="1795013" y="2886151"/>
                    <a:pt x="1800045" y="2885432"/>
                  </a:cubicBezTo>
                  <a:cubicBezTo>
                    <a:pt x="1805796" y="2891183"/>
                    <a:pt x="1811547" y="2895496"/>
                    <a:pt x="1817298" y="2899091"/>
                  </a:cubicBezTo>
                  <a:cubicBezTo>
                    <a:pt x="1822330" y="3042864"/>
                    <a:pt x="1828800" y="3186638"/>
                    <a:pt x="1835270" y="3329693"/>
                  </a:cubicBezTo>
                  <a:cubicBezTo>
                    <a:pt x="1859712" y="3327536"/>
                    <a:pt x="1882715" y="3359166"/>
                    <a:pt x="1859712" y="3378576"/>
                  </a:cubicBezTo>
                  <a:cubicBezTo>
                    <a:pt x="1845334" y="3380013"/>
                    <a:pt x="1831676" y="3392953"/>
                    <a:pt x="1836708" y="3409487"/>
                  </a:cubicBezTo>
                  <a:cubicBezTo>
                    <a:pt x="1836708" y="3409487"/>
                    <a:pt x="1836708" y="3409487"/>
                    <a:pt x="1836708" y="3409487"/>
                  </a:cubicBezTo>
                  <a:cubicBezTo>
                    <a:pt x="1836708" y="3409487"/>
                    <a:pt x="1836708" y="3409487"/>
                    <a:pt x="1836708" y="3409487"/>
                  </a:cubicBezTo>
                  <a:cubicBezTo>
                    <a:pt x="1836708" y="3410206"/>
                    <a:pt x="1836708" y="3410206"/>
                    <a:pt x="1837427" y="3410925"/>
                  </a:cubicBezTo>
                  <a:cubicBezTo>
                    <a:pt x="1838146" y="3413081"/>
                    <a:pt x="1838864" y="3414519"/>
                    <a:pt x="1839583" y="3416676"/>
                  </a:cubicBezTo>
                  <a:cubicBezTo>
                    <a:pt x="1839583" y="3420270"/>
                    <a:pt x="1839583" y="3423864"/>
                    <a:pt x="1840302" y="3427459"/>
                  </a:cubicBezTo>
                  <a:cubicBezTo>
                    <a:pt x="1838146" y="3428896"/>
                    <a:pt x="1836708" y="3431053"/>
                    <a:pt x="1835989" y="3433210"/>
                  </a:cubicBezTo>
                  <a:cubicBezTo>
                    <a:pt x="1832395" y="3420989"/>
                    <a:pt x="1829519" y="3408049"/>
                    <a:pt x="1826644" y="3395110"/>
                  </a:cubicBezTo>
                  <a:cubicBezTo>
                    <a:pt x="1822330" y="3373544"/>
                    <a:pt x="1801483" y="3371387"/>
                    <a:pt x="1787106" y="3381451"/>
                  </a:cubicBezTo>
                  <a:cubicBezTo>
                    <a:pt x="1787106" y="3381451"/>
                    <a:pt x="1787106" y="3381451"/>
                    <a:pt x="1786387" y="3381451"/>
                  </a:cubicBezTo>
                  <a:cubicBezTo>
                    <a:pt x="1775604" y="3386483"/>
                    <a:pt x="1765540" y="3392953"/>
                    <a:pt x="1755476" y="3400142"/>
                  </a:cubicBezTo>
                  <a:cubicBezTo>
                    <a:pt x="1754038" y="3399423"/>
                    <a:pt x="1751881" y="3399423"/>
                    <a:pt x="1750444" y="3399423"/>
                  </a:cubicBezTo>
                  <a:cubicBezTo>
                    <a:pt x="1738942" y="3401579"/>
                    <a:pt x="1728159" y="3405174"/>
                    <a:pt x="1717376" y="3410206"/>
                  </a:cubicBezTo>
                  <a:cubicBezTo>
                    <a:pt x="1709468" y="3400142"/>
                    <a:pt x="1698685" y="3399423"/>
                    <a:pt x="1688621" y="3403736"/>
                  </a:cubicBezTo>
                  <a:cubicBezTo>
                    <a:pt x="1688621" y="3400142"/>
                    <a:pt x="1688621" y="3397266"/>
                    <a:pt x="1687902" y="3393672"/>
                  </a:cubicBezTo>
                  <a:cubicBezTo>
                    <a:pt x="1682870" y="3393672"/>
                    <a:pt x="1677119" y="3393672"/>
                    <a:pt x="1672087" y="3393672"/>
                  </a:cubicBezTo>
                  <a:cubicBezTo>
                    <a:pt x="1633987" y="3410925"/>
                    <a:pt x="1593012" y="3423145"/>
                    <a:pt x="1553474" y="3431772"/>
                  </a:cubicBezTo>
                  <a:cubicBezTo>
                    <a:pt x="1591574" y="3438961"/>
                    <a:pt x="1632549" y="3433929"/>
                    <a:pt x="1672087" y="3420270"/>
                  </a:cubicBezTo>
                  <a:cubicBezTo>
                    <a:pt x="1670649" y="3424583"/>
                    <a:pt x="1669930" y="3429615"/>
                    <a:pt x="1670649" y="3433929"/>
                  </a:cubicBezTo>
                  <a:cubicBezTo>
                    <a:pt x="1668493" y="3434647"/>
                    <a:pt x="1666336" y="3436085"/>
                    <a:pt x="1664179" y="3436804"/>
                  </a:cubicBezTo>
                  <a:cubicBezTo>
                    <a:pt x="1658429" y="3439679"/>
                    <a:pt x="1653396" y="3441836"/>
                    <a:pt x="1647645" y="3443993"/>
                  </a:cubicBezTo>
                  <a:cubicBezTo>
                    <a:pt x="1618891" y="3446149"/>
                    <a:pt x="1590136" y="3446149"/>
                    <a:pt x="1560663" y="3443993"/>
                  </a:cubicBezTo>
                  <a:cubicBezTo>
                    <a:pt x="1549161" y="3443274"/>
                    <a:pt x="1538378" y="3441836"/>
                    <a:pt x="1526876" y="3441117"/>
                  </a:cubicBezTo>
                  <a:cubicBezTo>
                    <a:pt x="1513936" y="3435366"/>
                    <a:pt x="1500996" y="3428178"/>
                    <a:pt x="1488776" y="3420270"/>
                  </a:cubicBezTo>
                  <a:cubicBezTo>
                    <a:pt x="1480868" y="3415238"/>
                    <a:pt x="1472961" y="3426021"/>
                    <a:pt x="1477993" y="3432491"/>
                  </a:cubicBezTo>
                  <a:cubicBezTo>
                    <a:pt x="1470804" y="3431053"/>
                    <a:pt x="1463615" y="3429615"/>
                    <a:pt x="1457145" y="3428178"/>
                  </a:cubicBezTo>
                  <a:cubicBezTo>
                    <a:pt x="1443487" y="3425302"/>
                    <a:pt x="1430547" y="3420989"/>
                    <a:pt x="1417608" y="3417395"/>
                  </a:cubicBezTo>
                  <a:cubicBezTo>
                    <a:pt x="1410419" y="3415238"/>
                    <a:pt x="1379508" y="3410925"/>
                    <a:pt x="1375913" y="3405893"/>
                  </a:cubicBezTo>
                  <a:cubicBezTo>
                    <a:pt x="1378070" y="3408768"/>
                    <a:pt x="1383102" y="3405893"/>
                    <a:pt x="1382383" y="3402298"/>
                  </a:cubicBezTo>
                  <a:cubicBezTo>
                    <a:pt x="1377351" y="3387202"/>
                    <a:pt x="1362974" y="3392234"/>
                    <a:pt x="1352910" y="3400142"/>
                  </a:cubicBezTo>
                  <a:cubicBezTo>
                    <a:pt x="1347878" y="3403736"/>
                    <a:pt x="1346440" y="3408049"/>
                    <a:pt x="1347159" y="3412362"/>
                  </a:cubicBezTo>
                  <a:cubicBezTo>
                    <a:pt x="1343564" y="3415238"/>
                    <a:pt x="1342127" y="3420270"/>
                    <a:pt x="1345002" y="3425302"/>
                  </a:cubicBezTo>
                  <a:cubicBezTo>
                    <a:pt x="1324874" y="3411644"/>
                    <a:pt x="1311215" y="3390078"/>
                    <a:pt x="1309778" y="3357010"/>
                  </a:cubicBezTo>
                  <a:cubicBezTo>
                    <a:pt x="1310496" y="3336881"/>
                    <a:pt x="1324874" y="3327536"/>
                    <a:pt x="1339970" y="3327536"/>
                  </a:cubicBezTo>
                  <a:close/>
                  <a:moveTo>
                    <a:pt x="1931598" y="2486461"/>
                  </a:moveTo>
                  <a:cubicBezTo>
                    <a:pt x="1920097" y="2478553"/>
                    <a:pt x="1909314" y="2469927"/>
                    <a:pt x="1898530" y="2462019"/>
                  </a:cubicBezTo>
                  <a:cubicBezTo>
                    <a:pt x="1866181" y="2437578"/>
                    <a:pt x="1833832" y="2411698"/>
                    <a:pt x="1798608" y="2392289"/>
                  </a:cubicBezTo>
                  <a:cubicBezTo>
                    <a:pt x="1795013" y="2347000"/>
                    <a:pt x="1792138" y="2302430"/>
                    <a:pt x="1789262" y="2257142"/>
                  </a:cubicBezTo>
                  <a:cubicBezTo>
                    <a:pt x="1824487" y="2288772"/>
                    <a:pt x="1859712" y="2319683"/>
                    <a:pt x="1895655" y="2350594"/>
                  </a:cubicBezTo>
                  <a:cubicBezTo>
                    <a:pt x="1910032" y="2362815"/>
                    <a:pt x="1924410" y="2376474"/>
                    <a:pt x="1939506" y="2390132"/>
                  </a:cubicBezTo>
                  <a:cubicBezTo>
                    <a:pt x="1940944" y="2399478"/>
                    <a:pt x="1942381" y="2408823"/>
                    <a:pt x="1943819" y="2418168"/>
                  </a:cubicBezTo>
                  <a:cubicBezTo>
                    <a:pt x="1946695" y="2434702"/>
                    <a:pt x="1940944" y="2451236"/>
                    <a:pt x="1930880" y="2463457"/>
                  </a:cubicBezTo>
                  <a:cubicBezTo>
                    <a:pt x="1930880" y="2471364"/>
                    <a:pt x="1930880" y="2478553"/>
                    <a:pt x="1931598" y="2486461"/>
                  </a:cubicBezTo>
                  <a:close/>
                  <a:moveTo>
                    <a:pt x="1870495" y="2480710"/>
                  </a:moveTo>
                  <a:cubicBezTo>
                    <a:pt x="1891342" y="2496525"/>
                    <a:pt x="1912189" y="2515215"/>
                    <a:pt x="1934474" y="2531030"/>
                  </a:cubicBezTo>
                  <a:cubicBezTo>
                    <a:pt x="1935911" y="2553315"/>
                    <a:pt x="1937349" y="2576319"/>
                    <a:pt x="1939506" y="2598604"/>
                  </a:cubicBezTo>
                  <a:lnTo>
                    <a:pt x="1939506" y="2598604"/>
                  </a:lnTo>
                  <a:cubicBezTo>
                    <a:pt x="1932317" y="2596447"/>
                    <a:pt x="1925847" y="2593572"/>
                    <a:pt x="1919378" y="2589978"/>
                  </a:cubicBezTo>
                  <a:cubicBezTo>
                    <a:pt x="1918659" y="2589259"/>
                    <a:pt x="1917940" y="2588540"/>
                    <a:pt x="1917221" y="2588540"/>
                  </a:cubicBezTo>
                  <a:cubicBezTo>
                    <a:pt x="1917221" y="2584945"/>
                    <a:pt x="1915783" y="2582070"/>
                    <a:pt x="1911470" y="2581351"/>
                  </a:cubicBezTo>
                  <a:cubicBezTo>
                    <a:pt x="1910751" y="2581351"/>
                    <a:pt x="1909314" y="2581351"/>
                    <a:pt x="1908595" y="2580632"/>
                  </a:cubicBezTo>
                  <a:cubicBezTo>
                    <a:pt x="1888466" y="2562660"/>
                    <a:pt x="1869057" y="2543970"/>
                    <a:pt x="1848210" y="2526717"/>
                  </a:cubicBezTo>
                  <a:cubicBezTo>
                    <a:pt x="1847491" y="2525998"/>
                    <a:pt x="1847491" y="2525998"/>
                    <a:pt x="1846772" y="2525279"/>
                  </a:cubicBezTo>
                  <a:cubicBezTo>
                    <a:pt x="1846053" y="2523842"/>
                    <a:pt x="1845334" y="2523123"/>
                    <a:pt x="1844615" y="2521685"/>
                  </a:cubicBezTo>
                  <a:cubicBezTo>
                    <a:pt x="1838864" y="2513778"/>
                    <a:pt x="1833113" y="2505870"/>
                    <a:pt x="1828081" y="2497244"/>
                  </a:cubicBezTo>
                  <a:cubicBezTo>
                    <a:pt x="1822330" y="2487898"/>
                    <a:pt x="1812985" y="2487179"/>
                    <a:pt x="1806515" y="2491493"/>
                  </a:cubicBezTo>
                  <a:cubicBezTo>
                    <a:pt x="1806515" y="2491493"/>
                    <a:pt x="1805796" y="2490774"/>
                    <a:pt x="1805796" y="2490774"/>
                  </a:cubicBezTo>
                  <a:cubicBezTo>
                    <a:pt x="1803640" y="2468489"/>
                    <a:pt x="1801483" y="2446923"/>
                    <a:pt x="1800045" y="2424638"/>
                  </a:cubicBezTo>
                  <a:cubicBezTo>
                    <a:pt x="1823049" y="2444766"/>
                    <a:pt x="1846772" y="2462738"/>
                    <a:pt x="1870495" y="2480710"/>
                  </a:cubicBezTo>
                  <a:close/>
                  <a:moveTo>
                    <a:pt x="1790700" y="3551823"/>
                  </a:moveTo>
                  <a:cubicBezTo>
                    <a:pt x="1778479" y="3527381"/>
                    <a:pt x="1766259" y="3502940"/>
                    <a:pt x="1754038" y="3478498"/>
                  </a:cubicBezTo>
                  <a:cubicBezTo>
                    <a:pt x="1764821" y="3472747"/>
                    <a:pt x="1774885" y="3465559"/>
                    <a:pt x="1783512" y="3457651"/>
                  </a:cubicBezTo>
                  <a:cubicBezTo>
                    <a:pt x="1792138" y="3504377"/>
                    <a:pt x="1805078" y="3551823"/>
                    <a:pt x="1825206" y="3594236"/>
                  </a:cubicBezTo>
                  <a:cubicBezTo>
                    <a:pt x="1825206" y="3599268"/>
                    <a:pt x="1825206" y="3604300"/>
                    <a:pt x="1824487" y="3610051"/>
                  </a:cubicBezTo>
                  <a:cubicBezTo>
                    <a:pt x="1823768" y="3629461"/>
                    <a:pt x="1835989" y="3639525"/>
                    <a:pt x="1850366" y="3640962"/>
                  </a:cubicBezTo>
                  <a:cubicBezTo>
                    <a:pt x="1851085" y="3658215"/>
                    <a:pt x="1851804" y="3675468"/>
                    <a:pt x="1853242" y="3692721"/>
                  </a:cubicBezTo>
                  <a:cubicBezTo>
                    <a:pt x="1849647" y="3688408"/>
                    <a:pt x="1844615" y="3685532"/>
                    <a:pt x="1838864" y="3686251"/>
                  </a:cubicBezTo>
                  <a:cubicBezTo>
                    <a:pt x="1801483" y="3688408"/>
                    <a:pt x="1764821" y="3689127"/>
                    <a:pt x="1727440" y="3689845"/>
                  </a:cubicBezTo>
                  <a:cubicBezTo>
                    <a:pt x="1751163" y="3684094"/>
                    <a:pt x="1775604" y="3676906"/>
                    <a:pt x="1795732" y="3663966"/>
                  </a:cubicBezTo>
                  <a:cubicBezTo>
                    <a:pt x="1797170" y="3664685"/>
                    <a:pt x="1798608" y="3665404"/>
                    <a:pt x="1800764" y="3666123"/>
                  </a:cubicBezTo>
                  <a:cubicBezTo>
                    <a:pt x="1809391" y="3669717"/>
                    <a:pt x="1818736" y="3662528"/>
                    <a:pt x="1820893" y="3654621"/>
                  </a:cubicBezTo>
                  <a:cubicBezTo>
                    <a:pt x="1831676" y="3619396"/>
                    <a:pt x="1805796" y="3583453"/>
                    <a:pt x="1790700" y="3551823"/>
                  </a:cubicBezTo>
                  <a:close/>
                  <a:moveTo>
                    <a:pt x="1600919" y="3539602"/>
                  </a:moveTo>
                  <a:cubicBezTo>
                    <a:pt x="1615296" y="3536727"/>
                    <a:pt x="1630393" y="3532414"/>
                    <a:pt x="1646208" y="3527381"/>
                  </a:cubicBezTo>
                  <a:cubicBezTo>
                    <a:pt x="1656991" y="3546791"/>
                    <a:pt x="1669212" y="3565481"/>
                    <a:pt x="1679276" y="3583453"/>
                  </a:cubicBezTo>
                  <a:cubicBezTo>
                    <a:pt x="1692215" y="3605738"/>
                    <a:pt x="1704436" y="3634493"/>
                    <a:pt x="1723127" y="3654621"/>
                  </a:cubicBezTo>
                  <a:cubicBezTo>
                    <a:pt x="1711625" y="3657496"/>
                    <a:pt x="1699404" y="3660372"/>
                    <a:pt x="1687902" y="3662528"/>
                  </a:cubicBezTo>
                  <a:cubicBezTo>
                    <a:pt x="1685027" y="3663247"/>
                    <a:pt x="1682151" y="3663966"/>
                    <a:pt x="1679276" y="3663966"/>
                  </a:cubicBezTo>
                  <a:cubicBezTo>
                    <a:pt x="1669212" y="3637368"/>
                    <a:pt x="1648364" y="3612927"/>
                    <a:pt x="1633268" y="3589923"/>
                  </a:cubicBezTo>
                  <a:cubicBezTo>
                    <a:pt x="1623204" y="3573389"/>
                    <a:pt x="1611702" y="3556136"/>
                    <a:pt x="1600919" y="3539602"/>
                  </a:cubicBezTo>
                  <a:close/>
                  <a:moveTo>
                    <a:pt x="1623923" y="3674749"/>
                  </a:moveTo>
                  <a:cubicBezTo>
                    <a:pt x="1617453" y="3676187"/>
                    <a:pt x="1610983" y="3676906"/>
                    <a:pt x="1603795" y="3678344"/>
                  </a:cubicBezTo>
                  <a:cubicBezTo>
                    <a:pt x="1593730" y="3646713"/>
                    <a:pt x="1566413" y="3620115"/>
                    <a:pt x="1549880" y="3592079"/>
                  </a:cubicBezTo>
                  <a:cubicBezTo>
                    <a:pt x="1540534" y="3576983"/>
                    <a:pt x="1532627" y="3561887"/>
                    <a:pt x="1524719" y="3546072"/>
                  </a:cubicBezTo>
                  <a:cubicBezTo>
                    <a:pt x="1532627" y="3546072"/>
                    <a:pt x="1541253" y="3546072"/>
                    <a:pt x="1549161" y="3545353"/>
                  </a:cubicBezTo>
                  <a:cubicBezTo>
                    <a:pt x="1562819" y="3569076"/>
                    <a:pt x="1576478" y="3592079"/>
                    <a:pt x="1590136" y="3615083"/>
                  </a:cubicBezTo>
                  <a:cubicBezTo>
                    <a:pt x="1600919" y="3633774"/>
                    <a:pt x="1610983" y="3656059"/>
                    <a:pt x="1623923" y="3674749"/>
                  </a:cubicBezTo>
                  <a:close/>
                  <a:moveTo>
                    <a:pt x="1698685" y="3505815"/>
                  </a:moveTo>
                  <a:cubicBezTo>
                    <a:pt x="1699404" y="3505096"/>
                    <a:pt x="1700842" y="3504377"/>
                    <a:pt x="1701561" y="3504377"/>
                  </a:cubicBezTo>
                  <a:cubicBezTo>
                    <a:pt x="1705874" y="3513723"/>
                    <a:pt x="1710187" y="3523068"/>
                    <a:pt x="1714500" y="3532414"/>
                  </a:cubicBezTo>
                  <a:cubicBezTo>
                    <a:pt x="1710187" y="3523068"/>
                    <a:pt x="1704436" y="3514442"/>
                    <a:pt x="1698685" y="3505815"/>
                  </a:cubicBezTo>
                  <a:close/>
                  <a:moveTo>
                    <a:pt x="1395323" y="3580578"/>
                  </a:moveTo>
                  <a:cubicBezTo>
                    <a:pt x="1377351" y="3553261"/>
                    <a:pt x="1359379" y="3525944"/>
                    <a:pt x="1342127" y="3497908"/>
                  </a:cubicBezTo>
                  <a:cubicBezTo>
                    <a:pt x="1353629" y="3504377"/>
                    <a:pt x="1365849" y="3510847"/>
                    <a:pt x="1377351" y="3515879"/>
                  </a:cubicBezTo>
                  <a:cubicBezTo>
                    <a:pt x="1396761" y="3548947"/>
                    <a:pt x="1419045" y="3579859"/>
                    <a:pt x="1439174" y="3612208"/>
                  </a:cubicBezTo>
                  <a:cubicBezTo>
                    <a:pt x="1453551" y="3634493"/>
                    <a:pt x="1467928" y="3662528"/>
                    <a:pt x="1485181" y="3686251"/>
                  </a:cubicBezTo>
                  <a:cubicBezTo>
                    <a:pt x="1477993" y="3686251"/>
                    <a:pt x="1471523" y="3685532"/>
                    <a:pt x="1464334" y="3685532"/>
                  </a:cubicBezTo>
                  <a:cubicBezTo>
                    <a:pt x="1449957" y="3646713"/>
                    <a:pt x="1416889" y="3612927"/>
                    <a:pt x="1395323" y="3580578"/>
                  </a:cubicBezTo>
                  <a:close/>
                  <a:moveTo>
                    <a:pt x="1397479" y="3681219"/>
                  </a:moveTo>
                  <a:cubicBezTo>
                    <a:pt x="1396042" y="3681219"/>
                    <a:pt x="1393885" y="3681219"/>
                    <a:pt x="1392447" y="3681219"/>
                  </a:cubicBezTo>
                  <a:cubicBezTo>
                    <a:pt x="1389572" y="3680500"/>
                    <a:pt x="1386696" y="3679781"/>
                    <a:pt x="1383821" y="3679063"/>
                  </a:cubicBezTo>
                  <a:cubicBezTo>
                    <a:pt x="1384540" y="3676906"/>
                    <a:pt x="1385978" y="3674749"/>
                    <a:pt x="1385978" y="3672593"/>
                  </a:cubicBezTo>
                  <a:cubicBezTo>
                    <a:pt x="1385978" y="3670436"/>
                    <a:pt x="1385978" y="3668998"/>
                    <a:pt x="1385978" y="3666842"/>
                  </a:cubicBezTo>
                  <a:cubicBezTo>
                    <a:pt x="1389572" y="3671874"/>
                    <a:pt x="1393166" y="3676906"/>
                    <a:pt x="1397479" y="3681219"/>
                  </a:cubicBezTo>
                  <a:close/>
                  <a:moveTo>
                    <a:pt x="1353629" y="3469872"/>
                  </a:moveTo>
                  <a:cubicBezTo>
                    <a:pt x="1347159" y="3466996"/>
                    <a:pt x="1341408" y="3463402"/>
                    <a:pt x="1334938" y="3459808"/>
                  </a:cubicBezTo>
                  <a:cubicBezTo>
                    <a:pt x="1334938" y="3459089"/>
                    <a:pt x="1334938" y="3458370"/>
                    <a:pt x="1334938" y="3458370"/>
                  </a:cubicBezTo>
                  <a:cubicBezTo>
                    <a:pt x="1341408" y="3458370"/>
                    <a:pt x="1347159" y="3458370"/>
                    <a:pt x="1353629" y="3458370"/>
                  </a:cubicBezTo>
                  <a:cubicBezTo>
                    <a:pt x="1352191" y="3461964"/>
                    <a:pt x="1352191" y="3466278"/>
                    <a:pt x="1353629" y="3469872"/>
                  </a:cubicBezTo>
                  <a:close/>
                  <a:moveTo>
                    <a:pt x="1339970" y="3666842"/>
                  </a:moveTo>
                  <a:cubicBezTo>
                    <a:pt x="1337095" y="3666123"/>
                    <a:pt x="1334219" y="3665404"/>
                    <a:pt x="1331344" y="3663966"/>
                  </a:cubicBezTo>
                  <a:cubicBezTo>
                    <a:pt x="1330625" y="3663966"/>
                    <a:pt x="1329906" y="3663966"/>
                    <a:pt x="1329187" y="3663966"/>
                  </a:cubicBezTo>
                  <a:cubicBezTo>
                    <a:pt x="1328468" y="3662528"/>
                    <a:pt x="1328468" y="3661091"/>
                    <a:pt x="1327749" y="3659653"/>
                  </a:cubicBezTo>
                  <a:cubicBezTo>
                    <a:pt x="1327749" y="3656778"/>
                    <a:pt x="1327749" y="3653902"/>
                    <a:pt x="1327749" y="3650308"/>
                  </a:cubicBezTo>
                  <a:cubicBezTo>
                    <a:pt x="1331344" y="3656059"/>
                    <a:pt x="1335657" y="3661810"/>
                    <a:pt x="1339970" y="3666842"/>
                  </a:cubicBezTo>
                  <a:close/>
                  <a:moveTo>
                    <a:pt x="1365130" y="3712130"/>
                  </a:moveTo>
                  <a:cubicBezTo>
                    <a:pt x="1351472" y="3714287"/>
                    <a:pt x="1337813" y="3716444"/>
                    <a:pt x="1324874" y="3719319"/>
                  </a:cubicBezTo>
                  <a:cubicBezTo>
                    <a:pt x="1324874" y="3715006"/>
                    <a:pt x="1324874" y="3710693"/>
                    <a:pt x="1325593" y="3706380"/>
                  </a:cubicBezTo>
                  <a:cubicBezTo>
                    <a:pt x="1338532" y="3707817"/>
                    <a:pt x="1352191" y="3709974"/>
                    <a:pt x="1365130" y="3712130"/>
                  </a:cubicBezTo>
                  <a:close/>
                  <a:moveTo>
                    <a:pt x="1401074" y="3472028"/>
                  </a:moveTo>
                  <a:cubicBezTo>
                    <a:pt x="1418327" y="3482093"/>
                    <a:pt x="1436298" y="3490000"/>
                    <a:pt x="1454989" y="3495751"/>
                  </a:cubicBezTo>
                  <a:cubicBezTo>
                    <a:pt x="1455708" y="3497189"/>
                    <a:pt x="1455708" y="3498627"/>
                    <a:pt x="1456427" y="3500783"/>
                  </a:cubicBezTo>
                  <a:cubicBezTo>
                    <a:pt x="1443487" y="3499346"/>
                    <a:pt x="1429828" y="3496470"/>
                    <a:pt x="1416889" y="3493594"/>
                  </a:cubicBezTo>
                  <a:cubicBezTo>
                    <a:pt x="1411857" y="3486406"/>
                    <a:pt x="1406825" y="3479217"/>
                    <a:pt x="1401074" y="3472028"/>
                  </a:cubicBezTo>
                  <a:close/>
                  <a:moveTo>
                    <a:pt x="1480868" y="3587047"/>
                  </a:moveTo>
                  <a:cubicBezTo>
                    <a:pt x="1470085" y="3571232"/>
                    <a:pt x="1459302" y="3554698"/>
                    <a:pt x="1448519" y="3538883"/>
                  </a:cubicBezTo>
                  <a:cubicBezTo>
                    <a:pt x="1455708" y="3540321"/>
                    <a:pt x="1462178" y="3541759"/>
                    <a:pt x="1469366" y="3542478"/>
                  </a:cubicBezTo>
                  <a:cubicBezTo>
                    <a:pt x="1477274" y="3564044"/>
                    <a:pt x="1486619" y="3585610"/>
                    <a:pt x="1497402" y="3607176"/>
                  </a:cubicBezTo>
                  <a:cubicBezTo>
                    <a:pt x="1498840" y="3610051"/>
                    <a:pt x="1500278" y="3612208"/>
                    <a:pt x="1501715" y="3615083"/>
                  </a:cubicBezTo>
                  <a:cubicBezTo>
                    <a:pt x="1494527" y="3605019"/>
                    <a:pt x="1487338" y="3595674"/>
                    <a:pt x="1480868" y="3587047"/>
                  </a:cubicBezTo>
                  <a:close/>
                  <a:moveTo>
                    <a:pt x="1876246" y="4195210"/>
                  </a:moveTo>
                  <a:cubicBezTo>
                    <a:pt x="1876246" y="4197366"/>
                    <a:pt x="1875527" y="4200242"/>
                    <a:pt x="1874808" y="4202399"/>
                  </a:cubicBezTo>
                  <a:cubicBezTo>
                    <a:pt x="1873370" y="4202399"/>
                    <a:pt x="1871213" y="4202399"/>
                    <a:pt x="1869776" y="4203117"/>
                  </a:cubicBezTo>
                  <a:cubicBezTo>
                    <a:pt x="1872651" y="4200242"/>
                    <a:pt x="1874808" y="4197366"/>
                    <a:pt x="1876246" y="4195210"/>
                  </a:cubicBezTo>
                  <a:close/>
                  <a:moveTo>
                    <a:pt x="1873370" y="3252055"/>
                  </a:moveTo>
                  <a:cubicBezTo>
                    <a:pt x="1872651" y="3234083"/>
                    <a:pt x="1871213" y="3216112"/>
                    <a:pt x="1870495" y="3198140"/>
                  </a:cubicBezTo>
                  <a:cubicBezTo>
                    <a:pt x="1884872" y="3213955"/>
                    <a:pt x="1899249" y="3229770"/>
                    <a:pt x="1913627" y="3244866"/>
                  </a:cubicBezTo>
                  <a:cubicBezTo>
                    <a:pt x="1905719" y="3242710"/>
                    <a:pt x="1897812" y="3251336"/>
                    <a:pt x="1902844" y="3259244"/>
                  </a:cubicBezTo>
                  <a:cubicBezTo>
                    <a:pt x="1907876" y="3266432"/>
                    <a:pt x="1912908" y="3272902"/>
                    <a:pt x="1917940" y="3279372"/>
                  </a:cubicBezTo>
                  <a:cubicBezTo>
                    <a:pt x="1912189" y="3278653"/>
                    <a:pt x="1906438" y="3277934"/>
                    <a:pt x="1900687" y="3277934"/>
                  </a:cubicBezTo>
                  <a:cubicBezTo>
                    <a:pt x="1892061" y="3268589"/>
                    <a:pt x="1882715" y="3259962"/>
                    <a:pt x="1873370" y="3252055"/>
                  </a:cubicBezTo>
                  <a:close/>
                  <a:moveTo>
                    <a:pt x="1892779" y="3329693"/>
                  </a:moveTo>
                  <a:cubicBezTo>
                    <a:pt x="1903562" y="3340476"/>
                    <a:pt x="1914345" y="3351259"/>
                    <a:pt x="1924410" y="3362042"/>
                  </a:cubicBezTo>
                  <a:cubicBezTo>
                    <a:pt x="1935911" y="3374981"/>
                    <a:pt x="1948132" y="3389359"/>
                    <a:pt x="1960353" y="3403736"/>
                  </a:cubicBezTo>
                  <a:cubicBezTo>
                    <a:pt x="1958915" y="3403736"/>
                    <a:pt x="1957478" y="3403736"/>
                    <a:pt x="1956040" y="3403736"/>
                  </a:cubicBezTo>
                  <a:cubicBezTo>
                    <a:pt x="1947413" y="3396547"/>
                    <a:pt x="1935911" y="3393672"/>
                    <a:pt x="1925847" y="3396547"/>
                  </a:cubicBezTo>
                  <a:cubicBezTo>
                    <a:pt x="1910751" y="3380732"/>
                    <a:pt x="1894936" y="3364917"/>
                    <a:pt x="1879840" y="3349102"/>
                  </a:cubicBezTo>
                  <a:cubicBezTo>
                    <a:pt x="1879121" y="3342632"/>
                    <a:pt x="1879121" y="3335444"/>
                    <a:pt x="1878402" y="3328974"/>
                  </a:cubicBezTo>
                  <a:lnTo>
                    <a:pt x="1892779" y="3329693"/>
                  </a:lnTo>
                  <a:close/>
                  <a:moveTo>
                    <a:pt x="1961072" y="3687689"/>
                  </a:moveTo>
                  <a:cubicBezTo>
                    <a:pt x="1962510" y="3686251"/>
                    <a:pt x="1963948" y="3685532"/>
                    <a:pt x="1965385" y="3684094"/>
                  </a:cubicBezTo>
                  <a:lnTo>
                    <a:pt x="1988389" y="3699910"/>
                  </a:lnTo>
                  <a:cubicBezTo>
                    <a:pt x="1989108" y="3700628"/>
                    <a:pt x="1990546" y="3701347"/>
                    <a:pt x="1991264" y="3701347"/>
                  </a:cubicBezTo>
                  <a:cubicBezTo>
                    <a:pt x="1991264" y="3701347"/>
                    <a:pt x="1991983" y="3702066"/>
                    <a:pt x="1991983" y="3702066"/>
                  </a:cubicBezTo>
                  <a:cubicBezTo>
                    <a:pt x="1985514" y="3702785"/>
                    <a:pt x="1978325" y="3703504"/>
                    <a:pt x="1972574" y="3702785"/>
                  </a:cubicBezTo>
                  <a:cubicBezTo>
                    <a:pt x="1961072" y="3702066"/>
                    <a:pt x="1949570" y="3699910"/>
                    <a:pt x="1938068" y="3696315"/>
                  </a:cubicBezTo>
                  <a:cubicBezTo>
                    <a:pt x="1935193" y="3693440"/>
                    <a:pt x="1933036" y="3690564"/>
                    <a:pt x="1930161" y="3687689"/>
                  </a:cubicBezTo>
                  <a:cubicBezTo>
                    <a:pt x="1930161" y="3687689"/>
                    <a:pt x="1930880" y="3687689"/>
                    <a:pt x="1930880" y="3687689"/>
                  </a:cubicBezTo>
                  <a:cubicBezTo>
                    <a:pt x="1940944" y="3694159"/>
                    <a:pt x="1952446" y="3694159"/>
                    <a:pt x="1961072" y="3687689"/>
                  </a:cubicBezTo>
                  <a:close/>
                  <a:moveTo>
                    <a:pt x="2017144" y="3756700"/>
                  </a:moveTo>
                  <a:cubicBezTo>
                    <a:pt x="2017863" y="3768202"/>
                    <a:pt x="2018581" y="3778985"/>
                    <a:pt x="2019300" y="3790487"/>
                  </a:cubicBezTo>
                  <a:cubicBezTo>
                    <a:pt x="2010674" y="3780423"/>
                    <a:pt x="2002766" y="3769640"/>
                    <a:pt x="1994140" y="3759576"/>
                  </a:cubicBezTo>
                  <a:cubicBezTo>
                    <a:pt x="2002047" y="3758857"/>
                    <a:pt x="2009955" y="3758138"/>
                    <a:pt x="2017144" y="3756700"/>
                  </a:cubicBezTo>
                  <a:close/>
                  <a:moveTo>
                    <a:pt x="2007080" y="3648870"/>
                  </a:moveTo>
                  <a:cubicBezTo>
                    <a:pt x="2007798" y="3650308"/>
                    <a:pt x="2009236" y="3651027"/>
                    <a:pt x="2010674" y="3651745"/>
                  </a:cubicBezTo>
                  <a:cubicBezTo>
                    <a:pt x="2011393" y="3659653"/>
                    <a:pt x="2011393" y="3667561"/>
                    <a:pt x="2012112" y="3675468"/>
                  </a:cubicBezTo>
                  <a:cubicBezTo>
                    <a:pt x="2010674" y="3673311"/>
                    <a:pt x="2009236" y="3671155"/>
                    <a:pt x="2006361" y="3668998"/>
                  </a:cubicBezTo>
                  <a:cubicBezTo>
                    <a:pt x="2006361" y="3668998"/>
                    <a:pt x="2005642" y="3668998"/>
                    <a:pt x="2005642" y="3668279"/>
                  </a:cubicBezTo>
                  <a:cubicBezTo>
                    <a:pt x="2002766" y="3664685"/>
                    <a:pt x="1999172" y="3661091"/>
                    <a:pt x="1996297" y="3658215"/>
                  </a:cubicBezTo>
                  <a:cubicBezTo>
                    <a:pt x="1999891" y="3655340"/>
                    <a:pt x="2003485" y="3651745"/>
                    <a:pt x="2007080" y="3648870"/>
                  </a:cubicBezTo>
                  <a:close/>
                  <a:moveTo>
                    <a:pt x="2002766" y="3535289"/>
                  </a:moveTo>
                  <a:cubicBezTo>
                    <a:pt x="2002047" y="3535289"/>
                    <a:pt x="2001329" y="3535289"/>
                    <a:pt x="2000610" y="3534570"/>
                  </a:cubicBezTo>
                  <a:cubicBezTo>
                    <a:pt x="1995578" y="3528819"/>
                    <a:pt x="1990546" y="3523787"/>
                    <a:pt x="1985514" y="3518036"/>
                  </a:cubicBezTo>
                  <a:cubicBezTo>
                    <a:pt x="1985514" y="3518036"/>
                    <a:pt x="1985514" y="3517317"/>
                    <a:pt x="1985514" y="3517317"/>
                  </a:cubicBezTo>
                  <a:cubicBezTo>
                    <a:pt x="1989108" y="3518755"/>
                    <a:pt x="1991983" y="3520193"/>
                    <a:pt x="1995578" y="3521630"/>
                  </a:cubicBezTo>
                  <a:cubicBezTo>
                    <a:pt x="1997734" y="3523787"/>
                    <a:pt x="1999891" y="3525944"/>
                    <a:pt x="2002047" y="3528100"/>
                  </a:cubicBezTo>
                  <a:cubicBezTo>
                    <a:pt x="2002766" y="3530257"/>
                    <a:pt x="2002766" y="3532414"/>
                    <a:pt x="2002766" y="3535289"/>
                  </a:cubicBezTo>
                  <a:close/>
                  <a:moveTo>
                    <a:pt x="1997015" y="3446868"/>
                  </a:moveTo>
                  <a:cubicBezTo>
                    <a:pt x="1997734" y="3455495"/>
                    <a:pt x="1998453" y="3464121"/>
                    <a:pt x="1998453" y="3472747"/>
                  </a:cubicBezTo>
                  <a:cubicBezTo>
                    <a:pt x="1991264" y="3464840"/>
                    <a:pt x="1983357" y="3456213"/>
                    <a:pt x="1975449" y="3448306"/>
                  </a:cubicBezTo>
                  <a:cubicBezTo>
                    <a:pt x="1982638" y="3447587"/>
                    <a:pt x="1989827" y="3447587"/>
                    <a:pt x="1997015" y="3446868"/>
                  </a:cubicBezTo>
                  <a:close/>
                  <a:moveTo>
                    <a:pt x="1989108" y="3331130"/>
                  </a:moveTo>
                  <a:cubicBezTo>
                    <a:pt x="1989827" y="3344070"/>
                    <a:pt x="1990546" y="3357728"/>
                    <a:pt x="1991983" y="3370668"/>
                  </a:cubicBezTo>
                  <a:cubicBezTo>
                    <a:pt x="1979044" y="3358447"/>
                    <a:pt x="1966823" y="3346945"/>
                    <a:pt x="1955321" y="3336162"/>
                  </a:cubicBezTo>
                  <a:cubicBezTo>
                    <a:pt x="1966823" y="3336881"/>
                    <a:pt x="1979044" y="3336881"/>
                    <a:pt x="1988389" y="3331130"/>
                  </a:cubicBezTo>
                  <a:cubicBezTo>
                    <a:pt x="1989108" y="3330412"/>
                    <a:pt x="1989108" y="3330412"/>
                    <a:pt x="1989108" y="3331130"/>
                  </a:cubicBezTo>
                  <a:close/>
                  <a:moveTo>
                    <a:pt x="1984795" y="3267151"/>
                  </a:moveTo>
                  <a:cubicBezTo>
                    <a:pt x="1969698" y="3252055"/>
                    <a:pt x="1954602" y="3236959"/>
                    <a:pt x="1940225" y="3221862"/>
                  </a:cubicBezTo>
                  <a:cubicBezTo>
                    <a:pt x="1916502" y="3196702"/>
                    <a:pt x="1892061" y="3171542"/>
                    <a:pt x="1867619" y="3146381"/>
                  </a:cubicBezTo>
                  <a:cubicBezTo>
                    <a:pt x="1866900" y="3128410"/>
                    <a:pt x="1865463" y="3111157"/>
                    <a:pt x="1864744" y="3093185"/>
                  </a:cubicBezTo>
                  <a:cubicBezTo>
                    <a:pt x="1871213" y="3101093"/>
                    <a:pt x="1878402" y="3108281"/>
                    <a:pt x="1884872" y="3116189"/>
                  </a:cubicBezTo>
                  <a:cubicBezTo>
                    <a:pt x="1915783" y="3150695"/>
                    <a:pt x="1945257" y="3189513"/>
                    <a:pt x="1981919" y="3218268"/>
                  </a:cubicBezTo>
                  <a:cubicBezTo>
                    <a:pt x="1982638" y="3234802"/>
                    <a:pt x="1984076" y="3251336"/>
                    <a:pt x="1984795" y="3267151"/>
                  </a:cubicBezTo>
                  <a:close/>
                  <a:moveTo>
                    <a:pt x="1976168" y="3134879"/>
                  </a:moveTo>
                  <a:cubicBezTo>
                    <a:pt x="1976887" y="3148538"/>
                    <a:pt x="1978325" y="3162915"/>
                    <a:pt x="1979044" y="3176574"/>
                  </a:cubicBezTo>
                  <a:cubicBezTo>
                    <a:pt x="1958915" y="3152132"/>
                    <a:pt x="1935911" y="3129847"/>
                    <a:pt x="1914345" y="3106844"/>
                  </a:cubicBezTo>
                  <a:cubicBezTo>
                    <a:pt x="1897093" y="3088153"/>
                    <a:pt x="1879840" y="3070181"/>
                    <a:pt x="1861868" y="3052210"/>
                  </a:cubicBezTo>
                  <a:cubicBezTo>
                    <a:pt x="1861149" y="3043583"/>
                    <a:pt x="1861149" y="3035676"/>
                    <a:pt x="1860430" y="3027049"/>
                  </a:cubicBezTo>
                  <a:cubicBezTo>
                    <a:pt x="1872651" y="3041427"/>
                    <a:pt x="1885591" y="3055085"/>
                    <a:pt x="1899249" y="3068025"/>
                  </a:cubicBezTo>
                  <a:cubicBezTo>
                    <a:pt x="1921534" y="3090310"/>
                    <a:pt x="1945257" y="3110438"/>
                    <a:pt x="1970417" y="3129847"/>
                  </a:cubicBezTo>
                  <a:cubicBezTo>
                    <a:pt x="1972574" y="3132004"/>
                    <a:pt x="1974012" y="3133442"/>
                    <a:pt x="1976168" y="3134879"/>
                  </a:cubicBezTo>
                  <a:close/>
                  <a:moveTo>
                    <a:pt x="1973293" y="3088153"/>
                  </a:moveTo>
                  <a:cubicBezTo>
                    <a:pt x="1956040" y="3074495"/>
                    <a:pt x="1938787" y="3059398"/>
                    <a:pt x="1921534" y="3045021"/>
                  </a:cubicBezTo>
                  <a:cubicBezTo>
                    <a:pt x="1899968" y="3026330"/>
                    <a:pt x="1878402" y="3006202"/>
                    <a:pt x="1858274" y="2985355"/>
                  </a:cubicBezTo>
                  <a:cubicBezTo>
                    <a:pt x="1856836" y="2958757"/>
                    <a:pt x="1855398" y="2932159"/>
                    <a:pt x="1853961" y="2905561"/>
                  </a:cubicBezTo>
                  <a:cubicBezTo>
                    <a:pt x="1879840" y="2942223"/>
                    <a:pt x="1907876" y="2976010"/>
                    <a:pt x="1939506" y="3007640"/>
                  </a:cubicBezTo>
                  <a:cubicBezTo>
                    <a:pt x="1949570" y="3017704"/>
                    <a:pt x="1959634" y="3027049"/>
                    <a:pt x="1969698" y="3035676"/>
                  </a:cubicBezTo>
                  <a:cubicBezTo>
                    <a:pt x="1970417" y="3053647"/>
                    <a:pt x="1971855" y="3070900"/>
                    <a:pt x="1973293" y="3088153"/>
                  </a:cubicBezTo>
                  <a:close/>
                  <a:moveTo>
                    <a:pt x="1953165" y="2886151"/>
                  </a:moveTo>
                  <a:cubicBezTo>
                    <a:pt x="1947413" y="2901247"/>
                    <a:pt x="1943819" y="2916344"/>
                    <a:pt x="1945976" y="2931440"/>
                  </a:cubicBezTo>
                  <a:cubicBezTo>
                    <a:pt x="1947413" y="2940785"/>
                    <a:pt x="1953883" y="2950130"/>
                    <a:pt x="1963229" y="2950130"/>
                  </a:cubicBezTo>
                  <a:cubicBezTo>
                    <a:pt x="1963948" y="2958757"/>
                    <a:pt x="1964666" y="2968102"/>
                    <a:pt x="1965385" y="2976728"/>
                  </a:cubicBezTo>
                  <a:cubicBezTo>
                    <a:pt x="1930161" y="2944379"/>
                    <a:pt x="1897812" y="2908436"/>
                    <a:pt x="1868338" y="2870336"/>
                  </a:cubicBezTo>
                  <a:cubicBezTo>
                    <a:pt x="1878402" y="2873212"/>
                    <a:pt x="1888466" y="2874649"/>
                    <a:pt x="1898530" y="2875368"/>
                  </a:cubicBezTo>
                  <a:cubicBezTo>
                    <a:pt x="1898530" y="2875368"/>
                    <a:pt x="1898530" y="2875368"/>
                    <a:pt x="1898530" y="2875368"/>
                  </a:cubicBezTo>
                  <a:cubicBezTo>
                    <a:pt x="1913627" y="2878962"/>
                    <a:pt x="1930161" y="2880400"/>
                    <a:pt x="1946695" y="2880400"/>
                  </a:cubicBezTo>
                  <a:cubicBezTo>
                    <a:pt x="1949570" y="2882557"/>
                    <a:pt x="1951008" y="2884713"/>
                    <a:pt x="1953165" y="2886151"/>
                  </a:cubicBezTo>
                  <a:close/>
                  <a:moveTo>
                    <a:pt x="1889904" y="2669772"/>
                  </a:moveTo>
                  <a:cubicBezTo>
                    <a:pt x="1898530" y="2681993"/>
                    <a:pt x="1906438" y="2694213"/>
                    <a:pt x="1915064" y="2706434"/>
                  </a:cubicBezTo>
                  <a:cubicBezTo>
                    <a:pt x="1913627" y="2705715"/>
                    <a:pt x="1912908" y="2705715"/>
                    <a:pt x="1911470" y="2704996"/>
                  </a:cubicBezTo>
                  <a:cubicBezTo>
                    <a:pt x="1906438" y="2700683"/>
                    <a:pt x="1901406" y="2695651"/>
                    <a:pt x="1896374" y="2690619"/>
                  </a:cubicBezTo>
                  <a:cubicBezTo>
                    <a:pt x="1894217" y="2684149"/>
                    <a:pt x="1892061" y="2676961"/>
                    <a:pt x="1889904" y="2669772"/>
                  </a:cubicBezTo>
                  <a:close/>
                  <a:moveTo>
                    <a:pt x="1947413" y="2714342"/>
                  </a:moveTo>
                  <a:cubicBezTo>
                    <a:pt x="1943819" y="2713623"/>
                    <a:pt x="1939506" y="2712904"/>
                    <a:pt x="1935911" y="2712185"/>
                  </a:cubicBezTo>
                  <a:cubicBezTo>
                    <a:pt x="1922253" y="2695651"/>
                    <a:pt x="1908595" y="2679117"/>
                    <a:pt x="1895655" y="2662583"/>
                  </a:cubicBezTo>
                  <a:cubicBezTo>
                    <a:pt x="1896374" y="2662583"/>
                    <a:pt x="1897093" y="2662583"/>
                    <a:pt x="1897093" y="2662583"/>
                  </a:cubicBezTo>
                  <a:cubicBezTo>
                    <a:pt x="1912189" y="2672647"/>
                    <a:pt x="1928723" y="2681274"/>
                    <a:pt x="1945257" y="2689181"/>
                  </a:cubicBezTo>
                  <a:lnTo>
                    <a:pt x="1947413" y="2714342"/>
                  </a:lnTo>
                  <a:close/>
                  <a:moveTo>
                    <a:pt x="1943819" y="2288772"/>
                  </a:moveTo>
                  <a:cubicBezTo>
                    <a:pt x="1944538" y="2305306"/>
                    <a:pt x="1944538" y="2321121"/>
                    <a:pt x="1944538" y="2337655"/>
                  </a:cubicBezTo>
                  <a:cubicBezTo>
                    <a:pt x="1944538" y="2342687"/>
                    <a:pt x="1943819" y="2347000"/>
                    <a:pt x="1943100" y="2351313"/>
                  </a:cubicBezTo>
                  <a:cubicBezTo>
                    <a:pt x="1938068" y="2347000"/>
                    <a:pt x="1933036" y="2342687"/>
                    <a:pt x="1927285" y="2338374"/>
                  </a:cubicBezTo>
                  <a:cubicBezTo>
                    <a:pt x="1880559" y="2298117"/>
                    <a:pt x="1833832" y="2258579"/>
                    <a:pt x="1786387" y="2219761"/>
                  </a:cubicBezTo>
                  <a:cubicBezTo>
                    <a:pt x="1784949" y="2191725"/>
                    <a:pt x="1783512" y="2164408"/>
                    <a:pt x="1782074" y="2136372"/>
                  </a:cubicBezTo>
                  <a:cubicBezTo>
                    <a:pt x="1805078" y="2159376"/>
                    <a:pt x="1828800" y="2182379"/>
                    <a:pt x="1853242" y="2205383"/>
                  </a:cubicBezTo>
                  <a:cubicBezTo>
                    <a:pt x="1882715" y="2232700"/>
                    <a:pt x="1911470" y="2263612"/>
                    <a:pt x="1943819" y="2288772"/>
                  </a:cubicBezTo>
                  <a:close/>
                  <a:moveTo>
                    <a:pt x="1942381" y="2234857"/>
                  </a:moveTo>
                  <a:cubicBezTo>
                    <a:pt x="1922253" y="2215447"/>
                    <a:pt x="1899968" y="2196757"/>
                    <a:pt x="1879840" y="2177347"/>
                  </a:cubicBezTo>
                  <a:cubicBezTo>
                    <a:pt x="1847491" y="2147155"/>
                    <a:pt x="1814423" y="2116962"/>
                    <a:pt x="1779917" y="2088208"/>
                  </a:cubicBezTo>
                  <a:cubicBezTo>
                    <a:pt x="1779917" y="2086770"/>
                    <a:pt x="1779917" y="2085332"/>
                    <a:pt x="1779917" y="2083176"/>
                  </a:cubicBezTo>
                  <a:cubicBezTo>
                    <a:pt x="1787106" y="2087489"/>
                    <a:pt x="1793576" y="2091083"/>
                    <a:pt x="1800764" y="2094678"/>
                  </a:cubicBezTo>
                  <a:cubicBezTo>
                    <a:pt x="1828081" y="2108336"/>
                    <a:pt x="1861868" y="2126308"/>
                    <a:pt x="1893498" y="2129902"/>
                  </a:cubicBezTo>
                  <a:cubicBezTo>
                    <a:pt x="1907876" y="2142842"/>
                    <a:pt x="1922253" y="2155063"/>
                    <a:pt x="1937349" y="2165846"/>
                  </a:cubicBezTo>
                  <a:cubicBezTo>
                    <a:pt x="1939506" y="2188849"/>
                    <a:pt x="1940944" y="2211853"/>
                    <a:pt x="1942381" y="2234857"/>
                  </a:cubicBezTo>
                  <a:close/>
                  <a:moveTo>
                    <a:pt x="1603795" y="2347000"/>
                  </a:moveTo>
                  <a:cubicBezTo>
                    <a:pt x="1603795" y="2332623"/>
                    <a:pt x="1597325" y="2321840"/>
                    <a:pt x="1587261" y="2316089"/>
                  </a:cubicBezTo>
                  <a:cubicBezTo>
                    <a:pt x="1585104" y="2295961"/>
                    <a:pt x="1580791" y="2276551"/>
                    <a:pt x="1570727" y="2260017"/>
                  </a:cubicBezTo>
                  <a:cubicBezTo>
                    <a:pt x="1569289" y="2248515"/>
                    <a:pt x="1565695" y="2237013"/>
                    <a:pt x="1561381" y="2226230"/>
                  </a:cubicBezTo>
                  <a:cubicBezTo>
                    <a:pt x="1554912" y="2210415"/>
                    <a:pt x="1534783" y="2214728"/>
                    <a:pt x="1527595" y="2226230"/>
                  </a:cubicBezTo>
                  <a:cubicBezTo>
                    <a:pt x="1527595" y="2226230"/>
                    <a:pt x="1527595" y="2226230"/>
                    <a:pt x="1526876" y="2226230"/>
                  </a:cubicBezTo>
                  <a:cubicBezTo>
                    <a:pt x="1506029" y="2265768"/>
                    <a:pt x="1511779" y="2318964"/>
                    <a:pt x="1509623" y="2363534"/>
                  </a:cubicBezTo>
                  <a:cubicBezTo>
                    <a:pt x="1507466" y="2413855"/>
                    <a:pt x="1503153" y="2462738"/>
                    <a:pt x="1523281" y="2508745"/>
                  </a:cubicBezTo>
                  <a:cubicBezTo>
                    <a:pt x="1503153" y="2509464"/>
                    <a:pt x="1483025" y="2510183"/>
                    <a:pt x="1462896" y="2510902"/>
                  </a:cubicBezTo>
                  <a:cubicBezTo>
                    <a:pt x="1433423" y="2511621"/>
                    <a:pt x="1401074" y="2511621"/>
                    <a:pt x="1370881" y="2515934"/>
                  </a:cubicBezTo>
                  <a:cubicBezTo>
                    <a:pt x="1370881" y="2515215"/>
                    <a:pt x="1370881" y="2515215"/>
                    <a:pt x="1370881" y="2514496"/>
                  </a:cubicBezTo>
                  <a:cubicBezTo>
                    <a:pt x="1373757" y="2510183"/>
                    <a:pt x="1373757" y="2504432"/>
                    <a:pt x="1371600" y="2499400"/>
                  </a:cubicBezTo>
                  <a:cubicBezTo>
                    <a:pt x="1373038" y="2462019"/>
                    <a:pt x="1374476" y="2424638"/>
                    <a:pt x="1375913" y="2387976"/>
                  </a:cubicBezTo>
                  <a:cubicBezTo>
                    <a:pt x="1379508" y="2277989"/>
                    <a:pt x="1383821" y="2168721"/>
                    <a:pt x="1388134" y="2058734"/>
                  </a:cubicBezTo>
                  <a:cubicBezTo>
                    <a:pt x="1403230" y="2060172"/>
                    <a:pt x="1419045" y="2060891"/>
                    <a:pt x="1434861" y="2061610"/>
                  </a:cubicBezTo>
                  <a:cubicBezTo>
                    <a:pt x="1441330" y="2063047"/>
                    <a:pt x="1447800" y="2064485"/>
                    <a:pt x="1454270" y="2065923"/>
                  </a:cubicBezTo>
                  <a:cubicBezTo>
                    <a:pt x="1483744" y="2071674"/>
                    <a:pt x="1513217" y="2074549"/>
                    <a:pt x="1543410" y="2076706"/>
                  </a:cubicBezTo>
                  <a:cubicBezTo>
                    <a:pt x="1598044" y="2081019"/>
                    <a:pt x="1682870" y="2083895"/>
                    <a:pt x="1731034" y="2052264"/>
                  </a:cubicBezTo>
                  <a:cubicBezTo>
                    <a:pt x="1731753" y="2052264"/>
                    <a:pt x="1731753" y="2051546"/>
                    <a:pt x="1731753" y="2051546"/>
                  </a:cubicBezTo>
                  <a:cubicBezTo>
                    <a:pt x="1739661" y="2058015"/>
                    <a:pt x="1748287" y="2063766"/>
                    <a:pt x="1756913" y="2068798"/>
                  </a:cubicBezTo>
                  <a:cubicBezTo>
                    <a:pt x="1756913" y="2082457"/>
                    <a:pt x="1757632" y="2096115"/>
                    <a:pt x="1757632" y="2109774"/>
                  </a:cubicBezTo>
                  <a:cubicBezTo>
                    <a:pt x="1757632" y="2109774"/>
                    <a:pt x="1758351" y="2110493"/>
                    <a:pt x="1758351" y="2110493"/>
                  </a:cubicBezTo>
                  <a:cubicBezTo>
                    <a:pt x="1759789" y="2139966"/>
                    <a:pt x="1761227" y="2170159"/>
                    <a:pt x="1762664" y="2199632"/>
                  </a:cubicBezTo>
                  <a:cubicBezTo>
                    <a:pt x="1761227" y="2198914"/>
                    <a:pt x="1760508" y="2198914"/>
                    <a:pt x="1759070" y="2198914"/>
                  </a:cubicBezTo>
                  <a:cubicBezTo>
                    <a:pt x="1759070" y="2208978"/>
                    <a:pt x="1759789" y="2219042"/>
                    <a:pt x="1759789" y="2229825"/>
                  </a:cubicBezTo>
                  <a:cubicBezTo>
                    <a:pt x="1761227" y="2231263"/>
                    <a:pt x="1762664" y="2232700"/>
                    <a:pt x="1764102" y="2234138"/>
                  </a:cubicBezTo>
                  <a:cubicBezTo>
                    <a:pt x="1766259" y="2282302"/>
                    <a:pt x="1769134" y="2330466"/>
                    <a:pt x="1771291" y="2378630"/>
                  </a:cubicBezTo>
                  <a:cubicBezTo>
                    <a:pt x="1769134" y="2378630"/>
                    <a:pt x="1768415" y="2379349"/>
                    <a:pt x="1766978" y="2380787"/>
                  </a:cubicBezTo>
                  <a:cubicBezTo>
                    <a:pt x="1766978" y="2382944"/>
                    <a:pt x="1766978" y="2385819"/>
                    <a:pt x="1766978" y="2387976"/>
                  </a:cubicBezTo>
                  <a:cubicBezTo>
                    <a:pt x="1766978" y="2387976"/>
                    <a:pt x="1766978" y="2387976"/>
                    <a:pt x="1766978" y="2388695"/>
                  </a:cubicBezTo>
                  <a:cubicBezTo>
                    <a:pt x="1768415" y="2390132"/>
                    <a:pt x="1769853" y="2392289"/>
                    <a:pt x="1771291" y="2393727"/>
                  </a:cubicBezTo>
                  <a:cubicBezTo>
                    <a:pt x="1772729" y="2421763"/>
                    <a:pt x="1774166" y="2449798"/>
                    <a:pt x="1775604" y="2477115"/>
                  </a:cubicBezTo>
                  <a:cubicBezTo>
                    <a:pt x="1769134" y="2482147"/>
                    <a:pt x="1765540" y="2492212"/>
                    <a:pt x="1772729" y="2499400"/>
                  </a:cubicBezTo>
                  <a:cubicBezTo>
                    <a:pt x="1774166" y="2500838"/>
                    <a:pt x="1774885" y="2501557"/>
                    <a:pt x="1776323" y="2502995"/>
                  </a:cubicBezTo>
                  <a:cubicBezTo>
                    <a:pt x="1776323" y="2503713"/>
                    <a:pt x="1776323" y="2503713"/>
                    <a:pt x="1776323" y="2504432"/>
                  </a:cubicBezTo>
                  <a:cubicBezTo>
                    <a:pt x="1715938" y="2497962"/>
                    <a:pt x="1649802" y="2506589"/>
                    <a:pt x="1592293" y="2507308"/>
                  </a:cubicBezTo>
                  <a:cubicBezTo>
                    <a:pt x="1591574" y="2507308"/>
                    <a:pt x="1591574" y="2507308"/>
                    <a:pt x="1590855" y="2507308"/>
                  </a:cubicBezTo>
                  <a:cubicBezTo>
                    <a:pt x="1600200" y="2487898"/>
                    <a:pt x="1600200" y="2466332"/>
                    <a:pt x="1602357" y="2444766"/>
                  </a:cubicBezTo>
                  <a:cubicBezTo>
                    <a:pt x="1605232" y="2412417"/>
                    <a:pt x="1603795" y="2379349"/>
                    <a:pt x="1603795" y="2347000"/>
                  </a:cubicBezTo>
                  <a:close/>
                  <a:moveTo>
                    <a:pt x="1379508" y="1396657"/>
                  </a:moveTo>
                  <a:cubicBezTo>
                    <a:pt x="1371600" y="1371496"/>
                    <a:pt x="1351472" y="1349930"/>
                    <a:pt x="1337095" y="1327645"/>
                  </a:cubicBezTo>
                  <a:cubicBezTo>
                    <a:pt x="1329187" y="1315425"/>
                    <a:pt x="1321998" y="1303204"/>
                    <a:pt x="1314810" y="1290264"/>
                  </a:cubicBezTo>
                  <a:cubicBezTo>
                    <a:pt x="1321998" y="1287389"/>
                    <a:pt x="1329187" y="1283794"/>
                    <a:pt x="1336376" y="1280200"/>
                  </a:cubicBezTo>
                  <a:cubicBezTo>
                    <a:pt x="1348596" y="1305360"/>
                    <a:pt x="1365849" y="1328364"/>
                    <a:pt x="1380946" y="1351368"/>
                  </a:cubicBezTo>
                  <a:cubicBezTo>
                    <a:pt x="1380946" y="1366464"/>
                    <a:pt x="1380227" y="1381561"/>
                    <a:pt x="1379508" y="1396657"/>
                  </a:cubicBezTo>
                  <a:close/>
                  <a:moveTo>
                    <a:pt x="1634706" y="1933651"/>
                  </a:moveTo>
                  <a:cubicBezTo>
                    <a:pt x="1638300" y="1929338"/>
                    <a:pt x="1641895" y="1925025"/>
                    <a:pt x="1645489" y="1920711"/>
                  </a:cubicBezTo>
                  <a:cubicBezTo>
                    <a:pt x="1658429" y="1949466"/>
                    <a:pt x="1677838" y="1975345"/>
                    <a:pt x="1701561" y="1994755"/>
                  </a:cubicBezTo>
                  <a:cubicBezTo>
                    <a:pt x="1698685" y="1995474"/>
                    <a:pt x="1696529" y="1996193"/>
                    <a:pt x="1694372" y="1998349"/>
                  </a:cubicBezTo>
                  <a:cubicBezTo>
                    <a:pt x="1686464" y="1988285"/>
                    <a:pt x="1677119" y="1979659"/>
                    <a:pt x="1669212" y="1971032"/>
                  </a:cubicBezTo>
                  <a:cubicBezTo>
                    <a:pt x="1658429" y="1958093"/>
                    <a:pt x="1646208" y="1945872"/>
                    <a:pt x="1634706" y="1933651"/>
                  </a:cubicBezTo>
                  <a:close/>
                  <a:moveTo>
                    <a:pt x="1638300" y="2018478"/>
                  </a:moveTo>
                  <a:cubicBezTo>
                    <a:pt x="1635425" y="2018478"/>
                    <a:pt x="1632549" y="2018478"/>
                    <a:pt x="1629674" y="2018478"/>
                  </a:cubicBezTo>
                  <a:cubicBezTo>
                    <a:pt x="1619610" y="2018478"/>
                    <a:pt x="1608827" y="2018478"/>
                    <a:pt x="1598762" y="2018478"/>
                  </a:cubicBezTo>
                  <a:cubicBezTo>
                    <a:pt x="1590136" y="1991160"/>
                    <a:pt x="1566413" y="1968157"/>
                    <a:pt x="1546285" y="1946591"/>
                  </a:cubicBezTo>
                  <a:cubicBezTo>
                    <a:pt x="1554193" y="1945153"/>
                    <a:pt x="1561381" y="1942996"/>
                    <a:pt x="1569289" y="1940121"/>
                  </a:cubicBezTo>
                  <a:cubicBezTo>
                    <a:pt x="1590855" y="1967438"/>
                    <a:pt x="1615296" y="1992598"/>
                    <a:pt x="1638300" y="2018478"/>
                  </a:cubicBezTo>
                  <a:close/>
                  <a:moveTo>
                    <a:pt x="1690059" y="1898427"/>
                  </a:moveTo>
                  <a:cubicBezTo>
                    <a:pt x="1694372" y="1896989"/>
                    <a:pt x="1698685" y="1896270"/>
                    <a:pt x="1702280" y="1894832"/>
                  </a:cubicBezTo>
                  <a:cubicBezTo>
                    <a:pt x="1710906" y="1901302"/>
                    <a:pt x="1720251" y="1906334"/>
                    <a:pt x="1730315" y="1910647"/>
                  </a:cubicBezTo>
                  <a:cubicBezTo>
                    <a:pt x="1735347" y="1927181"/>
                    <a:pt x="1742536" y="1942996"/>
                    <a:pt x="1751881" y="1958093"/>
                  </a:cubicBezTo>
                  <a:cubicBezTo>
                    <a:pt x="1751881" y="1960249"/>
                    <a:pt x="1751881" y="1962406"/>
                    <a:pt x="1751881" y="1964562"/>
                  </a:cubicBezTo>
                  <a:cubicBezTo>
                    <a:pt x="1727440" y="1945872"/>
                    <a:pt x="1705874" y="1925025"/>
                    <a:pt x="1690059" y="1898427"/>
                  </a:cubicBezTo>
                  <a:close/>
                  <a:moveTo>
                    <a:pt x="1720251" y="1828696"/>
                  </a:moveTo>
                  <a:cubicBezTo>
                    <a:pt x="1719532" y="1827978"/>
                    <a:pt x="1718813" y="1827978"/>
                    <a:pt x="1718095" y="1827978"/>
                  </a:cubicBezTo>
                  <a:cubicBezTo>
                    <a:pt x="1723127" y="1815757"/>
                    <a:pt x="1726002" y="1802817"/>
                    <a:pt x="1727440" y="1789159"/>
                  </a:cubicBezTo>
                  <a:cubicBezTo>
                    <a:pt x="1728159" y="1779095"/>
                    <a:pt x="1713781" y="1772625"/>
                    <a:pt x="1707312" y="1780532"/>
                  </a:cubicBezTo>
                  <a:cubicBezTo>
                    <a:pt x="1690778" y="1801379"/>
                    <a:pt x="1674244" y="1823664"/>
                    <a:pt x="1659147" y="1846668"/>
                  </a:cubicBezTo>
                  <a:cubicBezTo>
                    <a:pt x="1649083" y="1844511"/>
                    <a:pt x="1638300" y="1848825"/>
                    <a:pt x="1632549" y="1858170"/>
                  </a:cubicBezTo>
                  <a:cubicBezTo>
                    <a:pt x="1619610" y="1860327"/>
                    <a:pt x="1607389" y="1862483"/>
                    <a:pt x="1594449" y="1863921"/>
                  </a:cubicBezTo>
                  <a:cubicBezTo>
                    <a:pt x="1593730" y="1863921"/>
                    <a:pt x="1593012" y="1863921"/>
                    <a:pt x="1591574" y="1863921"/>
                  </a:cubicBezTo>
                  <a:cubicBezTo>
                    <a:pt x="1590136" y="1862483"/>
                    <a:pt x="1587979" y="1861764"/>
                    <a:pt x="1586542" y="1861046"/>
                  </a:cubicBezTo>
                  <a:cubicBezTo>
                    <a:pt x="1586542" y="1856732"/>
                    <a:pt x="1586542" y="1852419"/>
                    <a:pt x="1586542" y="1848106"/>
                  </a:cubicBezTo>
                  <a:cubicBezTo>
                    <a:pt x="1564257" y="1848106"/>
                    <a:pt x="1541972" y="1848106"/>
                    <a:pt x="1519687" y="1847387"/>
                  </a:cubicBezTo>
                  <a:cubicBezTo>
                    <a:pt x="1499559" y="1847387"/>
                    <a:pt x="1479430" y="1846668"/>
                    <a:pt x="1459302" y="1846668"/>
                  </a:cubicBezTo>
                  <a:cubicBezTo>
                    <a:pt x="1456427" y="1845949"/>
                    <a:pt x="1452832" y="1844511"/>
                    <a:pt x="1449957" y="1843074"/>
                  </a:cubicBezTo>
                  <a:cubicBezTo>
                    <a:pt x="1447081" y="1840198"/>
                    <a:pt x="1443487" y="1837323"/>
                    <a:pt x="1440611" y="1833728"/>
                  </a:cubicBezTo>
                  <a:cubicBezTo>
                    <a:pt x="1434861" y="1827978"/>
                    <a:pt x="1426953" y="1828696"/>
                    <a:pt x="1421202" y="1832291"/>
                  </a:cubicBezTo>
                  <a:cubicBezTo>
                    <a:pt x="1414732" y="1829415"/>
                    <a:pt x="1408262" y="1826540"/>
                    <a:pt x="1401793" y="1823664"/>
                  </a:cubicBezTo>
                  <a:cubicBezTo>
                    <a:pt x="1411857" y="1815038"/>
                    <a:pt x="1418327" y="1804255"/>
                    <a:pt x="1420483" y="1792034"/>
                  </a:cubicBezTo>
                  <a:cubicBezTo>
                    <a:pt x="1421921" y="1784127"/>
                    <a:pt x="1416889" y="1778376"/>
                    <a:pt x="1409700" y="1776938"/>
                  </a:cubicBezTo>
                  <a:cubicBezTo>
                    <a:pt x="1408262" y="1776938"/>
                    <a:pt x="1406825" y="1776938"/>
                    <a:pt x="1406106" y="1776938"/>
                  </a:cubicBezTo>
                  <a:cubicBezTo>
                    <a:pt x="1405387" y="1771187"/>
                    <a:pt x="1402512" y="1766155"/>
                    <a:pt x="1399636" y="1761842"/>
                  </a:cubicBezTo>
                  <a:cubicBezTo>
                    <a:pt x="1399636" y="1761123"/>
                    <a:pt x="1399636" y="1760404"/>
                    <a:pt x="1399636" y="1759685"/>
                  </a:cubicBezTo>
                  <a:cubicBezTo>
                    <a:pt x="1400355" y="1763279"/>
                    <a:pt x="1403230" y="1766155"/>
                    <a:pt x="1407544" y="1766155"/>
                  </a:cubicBezTo>
                  <a:cubicBezTo>
                    <a:pt x="1452113" y="1766874"/>
                    <a:pt x="1495964" y="1768311"/>
                    <a:pt x="1540534" y="1770468"/>
                  </a:cubicBezTo>
                  <a:cubicBezTo>
                    <a:pt x="1545566" y="1773344"/>
                    <a:pt x="1550598" y="1774062"/>
                    <a:pt x="1555630" y="1771187"/>
                  </a:cubicBezTo>
                  <a:cubicBezTo>
                    <a:pt x="1620328" y="1773344"/>
                    <a:pt x="1684308" y="1776219"/>
                    <a:pt x="1748287" y="1775500"/>
                  </a:cubicBezTo>
                  <a:cubicBezTo>
                    <a:pt x="1748287" y="1781970"/>
                    <a:pt x="1749006" y="1787721"/>
                    <a:pt x="1749006" y="1794191"/>
                  </a:cubicBezTo>
                  <a:cubicBezTo>
                    <a:pt x="1754757" y="1799942"/>
                    <a:pt x="1760508" y="1805693"/>
                    <a:pt x="1766259" y="1810725"/>
                  </a:cubicBezTo>
                  <a:cubicBezTo>
                    <a:pt x="1750444" y="1814319"/>
                    <a:pt x="1735347" y="1821508"/>
                    <a:pt x="1720251" y="1828696"/>
                  </a:cubicBezTo>
                  <a:close/>
                  <a:moveTo>
                    <a:pt x="1544129" y="2019196"/>
                  </a:moveTo>
                  <a:cubicBezTo>
                    <a:pt x="1540534" y="2019196"/>
                    <a:pt x="1536221" y="2019196"/>
                    <a:pt x="1532627" y="2019196"/>
                  </a:cubicBezTo>
                  <a:cubicBezTo>
                    <a:pt x="1532627" y="2019196"/>
                    <a:pt x="1532627" y="2018478"/>
                    <a:pt x="1532627" y="2018478"/>
                  </a:cubicBezTo>
                  <a:cubicBezTo>
                    <a:pt x="1524719" y="2002662"/>
                    <a:pt x="1513936" y="1997630"/>
                    <a:pt x="1500278" y="1988285"/>
                  </a:cubicBezTo>
                  <a:cubicBezTo>
                    <a:pt x="1479430" y="1973908"/>
                    <a:pt x="1461459" y="1955936"/>
                    <a:pt x="1444925" y="1937964"/>
                  </a:cubicBezTo>
                  <a:cubicBezTo>
                    <a:pt x="1439174" y="1931494"/>
                    <a:pt x="1433423" y="1924306"/>
                    <a:pt x="1428391" y="1916398"/>
                  </a:cubicBezTo>
                  <a:cubicBezTo>
                    <a:pt x="1439893" y="1926462"/>
                    <a:pt x="1453551" y="1934370"/>
                    <a:pt x="1468647" y="1939402"/>
                  </a:cubicBezTo>
                  <a:cubicBezTo>
                    <a:pt x="1473679" y="1940840"/>
                    <a:pt x="1478712" y="1942278"/>
                    <a:pt x="1483744" y="1943715"/>
                  </a:cubicBezTo>
                  <a:cubicBezTo>
                    <a:pt x="1488057" y="1949466"/>
                    <a:pt x="1492370" y="1954498"/>
                    <a:pt x="1496683" y="1960249"/>
                  </a:cubicBezTo>
                  <a:cubicBezTo>
                    <a:pt x="1511779" y="1978221"/>
                    <a:pt x="1526157" y="2001225"/>
                    <a:pt x="1544129" y="2019196"/>
                  </a:cubicBezTo>
                  <a:close/>
                  <a:moveTo>
                    <a:pt x="1450676" y="2018478"/>
                  </a:moveTo>
                  <a:cubicBezTo>
                    <a:pt x="1440611" y="2018478"/>
                    <a:pt x="1429828" y="2018478"/>
                    <a:pt x="1419764" y="2019196"/>
                  </a:cubicBezTo>
                  <a:cubicBezTo>
                    <a:pt x="1414732" y="2004100"/>
                    <a:pt x="1403230" y="1991160"/>
                    <a:pt x="1391010" y="1979659"/>
                  </a:cubicBezTo>
                  <a:cubicBezTo>
                    <a:pt x="1391010" y="1971032"/>
                    <a:pt x="1391729" y="1962406"/>
                    <a:pt x="1391729" y="1953779"/>
                  </a:cubicBezTo>
                  <a:cubicBezTo>
                    <a:pt x="1393166" y="1955936"/>
                    <a:pt x="1394604" y="1958093"/>
                    <a:pt x="1396042" y="1960249"/>
                  </a:cubicBezTo>
                  <a:cubicBezTo>
                    <a:pt x="1408981" y="1977502"/>
                    <a:pt x="1428391" y="2001225"/>
                    <a:pt x="1450676" y="2018478"/>
                  </a:cubicBezTo>
                  <a:close/>
                  <a:moveTo>
                    <a:pt x="1888466" y="1850262"/>
                  </a:moveTo>
                  <a:cubicBezTo>
                    <a:pt x="1877683" y="1850262"/>
                    <a:pt x="1867619" y="1850262"/>
                    <a:pt x="1856836" y="1849544"/>
                  </a:cubicBezTo>
                  <a:cubicBezTo>
                    <a:pt x="1829519" y="1823664"/>
                    <a:pt x="1800764" y="1799223"/>
                    <a:pt x="1772010" y="1774781"/>
                  </a:cubicBezTo>
                  <a:cubicBezTo>
                    <a:pt x="1785668" y="1774781"/>
                    <a:pt x="1799327" y="1774062"/>
                    <a:pt x="1812266" y="1773344"/>
                  </a:cubicBezTo>
                  <a:cubicBezTo>
                    <a:pt x="1818736" y="1779813"/>
                    <a:pt x="1825206" y="1786283"/>
                    <a:pt x="1831676" y="1792753"/>
                  </a:cubicBezTo>
                  <a:cubicBezTo>
                    <a:pt x="1849647" y="1810725"/>
                    <a:pt x="1868338" y="1832291"/>
                    <a:pt x="1888466" y="1850262"/>
                  </a:cubicBezTo>
                  <a:close/>
                  <a:moveTo>
                    <a:pt x="1851804" y="1771906"/>
                  </a:moveTo>
                  <a:cubicBezTo>
                    <a:pt x="1866900" y="1771187"/>
                    <a:pt x="1881996" y="1769749"/>
                    <a:pt x="1897093" y="1768311"/>
                  </a:cubicBezTo>
                  <a:cubicBezTo>
                    <a:pt x="1900687" y="1785564"/>
                    <a:pt x="1903562" y="1802098"/>
                    <a:pt x="1906438" y="1819351"/>
                  </a:cubicBezTo>
                  <a:cubicBezTo>
                    <a:pt x="1888466" y="1802817"/>
                    <a:pt x="1869057" y="1787721"/>
                    <a:pt x="1851804" y="1771906"/>
                  </a:cubicBezTo>
                  <a:cubicBezTo>
                    <a:pt x="1852523" y="1771906"/>
                    <a:pt x="1851804" y="1771906"/>
                    <a:pt x="1851804" y="1771906"/>
                  </a:cubicBezTo>
                  <a:close/>
                  <a:moveTo>
                    <a:pt x="1791419" y="1835166"/>
                  </a:moveTo>
                  <a:cubicBezTo>
                    <a:pt x="1787106" y="1838761"/>
                    <a:pt x="1783512" y="1843793"/>
                    <a:pt x="1782074" y="1848825"/>
                  </a:cubicBezTo>
                  <a:cubicBezTo>
                    <a:pt x="1780636" y="1848825"/>
                    <a:pt x="1779917" y="1848825"/>
                    <a:pt x="1778479" y="1848825"/>
                  </a:cubicBezTo>
                  <a:cubicBezTo>
                    <a:pt x="1778479" y="1848825"/>
                    <a:pt x="1777761" y="1848825"/>
                    <a:pt x="1777761" y="1848106"/>
                  </a:cubicBezTo>
                  <a:cubicBezTo>
                    <a:pt x="1782074" y="1843074"/>
                    <a:pt x="1785668" y="1837323"/>
                    <a:pt x="1788544" y="1831572"/>
                  </a:cubicBezTo>
                  <a:cubicBezTo>
                    <a:pt x="1789981" y="1833010"/>
                    <a:pt x="1790700" y="1834447"/>
                    <a:pt x="1791419" y="1835166"/>
                  </a:cubicBezTo>
                  <a:close/>
                  <a:moveTo>
                    <a:pt x="1773447" y="2036449"/>
                  </a:moveTo>
                  <a:cubicBezTo>
                    <a:pt x="1772729" y="2033574"/>
                    <a:pt x="1772729" y="2030698"/>
                    <a:pt x="1772010" y="2027823"/>
                  </a:cubicBezTo>
                  <a:cubicBezTo>
                    <a:pt x="1774166" y="2027823"/>
                    <a:pt x="1777042" y="2027823"/>
                    <a:pt x="1779198" y="2027104"/>
                  </a:cubicBezTo>
                  <a:cubicBezTo>
                    <a:pt x="1787825" y="2036449"/>
                    <a:pt x="1797170" y="2045794"/>
                    <a:pt x="1807234" y="2055140"/>
                  </a:cubicBezTo>
                  <a:cubicBezTo>
                    <a:pt x="1796451" y="2049389"/>
                    <a:pt x="1784949" y="2042919"/>
                    <a:pt x="1773447" y="2036449"/>
                  </a:cubicBezTo>
                  <a:close/>
                  <a:moveTo>
                    <a:pt x="1933755" y="2103304"/>
                  </a:moveTo>
                  <a:cubicBezTo>
                    <a:pt x="1933755" y="2107617"/>
                    <a:pt x="1934474" y="2111930"/>
                    <a:pt x="1934474" y="2115525"/>
                  </a:cubicBezTo>
                  <a:cubicBezTo>
                    <a:pt x="1931598" y="2113368"/>
                    <a:pt x="1929442" y="2111212"/>
                    <a:pt x="1926566" y="2108336"/>
                  </a:cubicBezTo>
                  <a:cubicBezTo>
                    <a:pt x="1926566" y="2108336"/>
                    <a:pt x="1926566" y="2107617"/>
                    <a:pt x="1925847" y="2107617"/>
                  </a:cubicBezTo>
                  <a:cubicBezTo>
                    <a:pt x="1925128" y="2107617"/>
                    <a:pt x="1925128" y="2106898"/>
                    <a:pt x="1924410" y="2106898"/>
                  </a:cubicBezTo>
                  <a:cubicBezTo>
                    <a:pt x="1916502" y="2099710"/>
                    <a:pt x="1908595" y="2093240"/>
                    <a:pt x="1900687" y="2086051"/>
                  </a:cubicBezTo>
                  <a:cubicBezTo>
                    <a:pt x="1912189" y="2091802"/>
                    <a:pt x="1922972" y="2098272"/>
                    <a:pt x="1933755" y="2103304"/>
                  </a:cubicBezTo>
                  <a:close/>
                  <a:moveTo>
                    <a:pt x="1920815" y="1998349"/>
                  </a:moveTo>
                  <a:cubicBezTo>
                    <a:pt x="1920097" y="2000506"/>
                    <a:pt x="1919378" y="2002662"/>
                    <a:pt x="1918659" y="2004819"/>
                  </a:cubicBezTo>
                  <a:cubicBezTo>
                    <a:pt x="1915783" y="2001225"/>
                    <a:pt x="1912908" y="1997630"/>
                    <a:pt x="1910032" y="1994755"/>
                  </a:cubicBezTo>
                  <a:cubicBezTo>
                    <a:pt x="1913627" y="1996193"/>
                    <a:pt x="1917221" y="1997630"/>
                    <a:pt x="1920815" y="1998349"/>
                  </a:cubicBezTo>
                  <a:close/>
                  <a:moveTo>
                    <a:pt x="1915064" y="1877579"/>
                  </a:moveTo>
                  <a:cubicBezTo>
                    <a:pt x="1908595" y="1880455"/>
                    <a:pt x="1903562" y="1885487"/>
                    <a:pt x="1900687" y="1891957"/>
                  </a:cubicBezTo>
                  <a:cubicBezTo>
                    <a:pt x="1899968" y="1891957"/>
                    <a:pt x="1899249" y="1891957"/>
                    <a:pt x="1898530" y="1891957"/>
                  </a:cubicBezTo>
                  <a:cubicBezTo>
                    <a:pt x="1892061" y="1884768"/>
                    <a:pt x="1885591" y="1878298"/>
                    <a:pt x="1878402" y="1871110"/>
                  </a:cubicBezTo>
                  <a:cubicBezTo>
                    <a:pt x="1878402" y="1869672"/>
                    <a:pt x="1878402" y="1868234"/>
                    <a:pt x="1878402" y="1866796"/>
                  </a:cubicBezTo>
                  <a:cubicBezTo>
                    <a:pt x="1878402" y="1866077"/>
                    <a:pt x="1878402" y="1865359"/>
                    <a:pt x="1878402" y="1864640"/>
                  </a:cubicBezTo>
                  <a:cubicBezTo>
                    <a:pt x="1887747" y="1864640"/>
                    <a:pt x="1897093" y="1864640"/>
                    <a:pt x="1906438" y="1863921"/>
                  </a:cubicBezTo>
                  <a:cubicBezTo>
                    <a:pt x="1909314" y="1866077"/>
                    <a:pt x="1911470" y="1867515"/>
                    <a:pt x="1914345" y="1868953"/>
                  </a:cubicBezTo>
                  <a:cubicBezTo>
                    <a:pt x="1914345" y="1872547"/>
                    <a:pt x="1915064" y="1874704"/>
                    <a:pt x="1915064" y="1877579"/>
                  </a:cubicBezTo>
                  <a:close/>
                  <a:moveTo>
                    <a:pt x="1911470" y="929393"/>
                  </a:moveTo>
                  <a:cubicBezTo>
                    <a:pt x="1910751" y="932987"/>
                    <a:pt x="1910032" y="937300"/>
                    <a:pt x="1909314" y="940894"/>
                  </a:cubicBezTo>
                  <a:cubicBezTo>
                    <a:pt x="1907876" y="934425"/>
                    <a:pt x="1902844" y="930111"/>
                    <a:pt x="1897812" y="927955"/>
                  </a:cubicBezTo>
                  <a:cubicBezTo>
                    <a:pt x="1897812" y="927236"/>
                    <a:pt x="1897812" y="926517"/>
                    <a:pt x="1897093" y="925798"/>
                  </a:cubicBezTo>
                  <a:cubicBezTo>
                    <a:pt x="1897093" y="925079"/>
                    <a:pt x="1896374" y="923642"/>
                    <a:pt x="1896374" y="922923"/>
                  </a:cubicBezTo>
                  <a:cubicBezTo>
                    <a:pt x="1901406" y="925079"/>
                    <a:pt x="1906438" y="927236"/>
                    <a:pt x="1911470" y="929393"/>
                  </a:cubicBezTo>
                  <a:close/>
                  <a:moveTo>
                    <a:pt x="1892779" y="1747464"/>
                  </a:moveTo>
                  <a:cubicBezTo>
                    <a:pt x="1867619" y="1745308"/>
                    <a:pt x="1843178" y="1743151"/>
                    <a:pt x="1818017" y="1742432"/>
                  </a:cubicBezTo>
                  <a:cubicBezTo>
                    <a:pt x="1793576" y="1721585"/>
                    <a:pt x="1769134" y="1701457"/>
                    <a:pt x="1743974" y="1681328"/>
                  </a:cubicBezTo>
                  <a:cubicBezTo>
                    <a:pt x="1743974" y="1688517"/>
                    <a:pt x="1744693" y="1695706"/>
                    <a:pt x="1744693" y="1702894"/>
                  </a:cubicBezTo>
                  <a:cubicBezTo>
                    <a:pt x="1756195" y="1715834"/>
                    <a:pt x="1768415" y="1728055"/>
                    <a:pt x="1779917" y="1740994"/>
                  </a:cubicBezTo>
                  <a:cubicBezTo>
                    <a:pt x="1710906" y="1739557"/>
                    <a:pt x="1641895" y="1741713"/>
                    <a:pt x="1572883" y="1743870"/>
                  </a:cubicBezTo>
                  <a:cubicBezTo>
                    <a:pt x="1578634" y="1723023"/>
                    <a:pt x="1575040" y="1697862"/>
                    <a:pt x="1574321" y="1678453"/>
                  </a:cubicBezTo>
                  <a:cubicBezTo>
                    <a:pt x="1574321" y="1669108"/>
                    <a:pt x="1573602" y="1660481"/>
                    <a:pt x="1573602" y="1651136"/>
                  </a:cubicBezTo>
                  <a:cubicBezTo>
                    <a:pt x="1578634" y="1634602"/>
                    <a:pt x="1581510" y="1617349"/>
                    <a:pt x="1582947" y="1598659"/>
                  </a:cubicBezTo>
                  <a:cubicBezTo>
                    <a:pt x="1584385" y="1581406"/>
                    <a:pt x="1569289" y="1571342"/>
                    <a:pt x="1554193" y="1571342"/>
                  </a:cubicBezTo>
                  <a:cubicBezTo>
                    <a:pt x="1546285" y="1566310"/>
                    <a:pt x="1533346" y="1572779"/>
                    <a:pt x="1529751" y="1581406"/>
                  </a:cubicBezTo>
                  <a:cubicBezTo>
                    <a:pt x="1516812" y="1611598"/>
                    <a:pt x="1518249" y="1646104"/>
                    <a:pt x="1517530" y="1678453"/>
                  </a:cubicBezTo>
                  <a:cubicBezTo>
                    <a:pt x="1517530" y="1698581"/>
                    <a:pt x="1513936" y="1725179"/>
                    <a:pt x="1520406" y="1746027"/>
                  </a:cubicBezTo>
                  <a:cubicBezTo>
                    <a:pt x="1482306" y="1747464"/>
                    <a:pt x="1444206" y="1748902"/>
                    <a:pt x="1405387" y="1749621"/>
                  </a:cubicBezTo>
                  <a:cubicBezTo>
                    <a:pt x="1401074" y="1749621"/>
                    <a:pt x="1398917" y="1751778"/>
                    <a:pt x="1397479" y="1754653"/>
                  </a:cubicBezTo>
                  <a:cubicBezTo>
                    <a:pt x="1401074" y="1659762"/>
                    <a:pt x="1404668" y="1564153"/>
                    <a:pt x="1408262" y="1469262"/>
                  </a:cubicBezTo>
                  <a:cubicBezTo>
                    <a:pt x="1424078" y="1470700"/>
                    <a:pt x="1439893" y="1471419"/>
                    <a:pt x="1455708" y="1472857"/>
                  </a:cubicBezTo>
                  <a:cubicBezTo>
                    <a:pt x="1498840" y="1475732"/>
                    <a:pt x="1547004" y="1483640"/>
                    <a:pt x="1589417" y="1470700"/>
                  </a:cubicBezTo>
                  <a:cubicBezTo>
                    <a:pt x="1603076" y="1469262"/>
                    <a:pt x="1616015" y="1467106"/>
                    <a:pt x="1628955" y="1463511"/>
                  </a:cubicBezTo>
                  <a:cubicBezTo>
                    <a:pt x="1632549" y="1463511"/>
                    <a:pt x="1636862" y="1464230"/>
                    <a:pt x="1640457" y="1464230"/>
                  </a:cubicBezTo>
                  <a:cubicBezTo>
                    <a:pt x="1669212" y="1467106"/>
                    <a:pt x="1697966" y="1475732"/>
                    <a:pt x="1726721" y="1479327"/>
                  </a:cubicBezTo>
                  <a:cubicBezTo>
                    <a:pt x="1727440" y="1492985"/>
                    <a:pt x="1727440" y="1506643"/>
                    <a:pt x="1728159" y="1519583"/>
                  </a:cubicBezTo>
                  <a:cubicBezTo>
                    <a:pt x="1726002" y="1517427"/>
                    <a:pt x="1723846" y="1514551"/>
                    <a:pt x="1722408" y="1512394"/>
                  </a:cubicBezTo>
                  <a:cubicBezTo>
                    <a:pt x="1723127" y="1522459"/>
                    <a:pt x="1723846" y="1532523"/>
                    <a:pt x="1723846" y="1542587"/>
                  </a:cubicBezTo>
                  <a:cubicBezTo>
                    <a:pt x="1731753" y="1550494"/>
                    <a:pt x="1737504" y="1560559"/>
                    <a:pt x="1738942" y="1573498"/>
                  </a:cubicBezTo>
                  <a:cubicBezTo>
                    <a:pt x="1779917" y="1628851"/>
                    <a:pt x="1827362" y="1679891"/>
                    <a:pt x="1883434" y="1710802"/>
                  </a:cubicBezTo>
                  <a:cubicBezTo>
                    <a:pt x="1887747" y="1723023"/>
                    <a:pt x="1890623" y="1735244"/>
                    <a:pt x="1892779" y="1747464"/>
                  </a:cubicBezTo>
                  <a:close/>
                  <a:moveTo>
                    <a:pt x="1412576" y="1416785"/>
                  </a:moveTo>
                  <a:cubicBezTo>
                    <a:pt x="1412576" y="1410315"/>
                    <a:pt x="1413295" y="1403845"/>
                    <a:pt x="1413295" y="1397376"/>
                  </a:cubicBezTo>
                  <a:cubicBezTo>
                    <a:pt x="1418327" y="1403127"/>
                    <a:pt x="1423359" y="1408878"/>
                    <a:pt x="1429110" y="1413910"/>
                  </a:cubicBezTo>
                  <a:cubicBezTo>
                    <a:pt x="1423359" y="1414628"/>
                    <a:pt x="1417608" y="1416066"/>
                    <a:pt x="1412576" y="1416785"/>
                  </a:cubicBezTo>
                  <a:close/>
                  <a:moveTo>
                    <a:pt x="1458583" y="1279481"/>
                  </a:moveTo>
                  <a:cubicBezTo>
                    <a:pt x="1463615" y="1279481"/>
                    <a:pt x="1469366" y="1279481"/>
                    <a:pt x="1474398" y="1280200"/>
                  </a:cubicBezTo>
                  <a:cubicBezTo>
                    <a:pt x="1474398" y="1285232"/>
                    <a:pt x="1474398" y="1290264"/>
                    <a:pt x="1475836" y="1296734"/>
                  </a:cubicBezTo>
                  <a:cubicBezTo>
                    <a:pt x="1477274" y="1306798"/>
                    <a:pt x="1480149" y="1316862"/>
                    <a:pt x="1483025" y="1326208"/>
                  </a:cubicBezTo>
                  <a:cubicBezTo>
                    <a:pt x="1474398" y="1310393"/>
                    <a:pt x="1466491" y="1294577"/>
                    <a:pt x="1458583" y="1279481"/>
                  </a:cubicBezTo>
                  <a:close/>
                  <a:moveTo>
                    <a:pt x="1517530" y="1280919"/>
                  </a:moveTo>
                  <a:cubicBezTo>
                    <a:pt x="1531908" y="1280919"/>
                    <a:pt x="1546285" y="1281638"/>
                    <a:pt x="1561381" y="1281638"/>
                  </a:cubicBezTo>
                  <a:cubicBezTo>
                    <a:pt x="1561381" y="1281638"/>
                    <a:pt x="1561381" y="1281638"/>
                    <a:pt x="1561381" y="1281638"/>
                  </a:cubicBezTo>
                  <a:cubicBezTo>
                    <a:pt x="1565695" y="1301766"/>
                    <a:pt x="1572883" y="1321894"/>
                    <a:pt x="1581510" y="1339147"/>
                  </a:cubicBezTo>
                  <a:cubicBezTo>
                    <a:pt x="1587979" y="1352806"/>
                    <a:pt x="1596606" y="1370059"/>
                    <a:pt x="1608108" y="1385874"/>
                  </a:cubicBezTo>
                  <a:cubicBezTo>
                    <a:pt x="1601638" y="1386593"/>
                    <a:pt x="1595887" y="1386593"/>
                    <a:pt x="1590136" y="1387311"/>
                  </a:cubicBezTo>
                  <a:cubicBezTo>
                    <a:pt x="1587261" y="1387311"/>
                    <a:pt x="1584385" y="1388030"/>
                    <a:pt x="1581510" y="1388030"/>
                  </a:cubicBezTo>
                  <a:cubicBezTo>
                    <a:pt x="1574321" y="1379404"/>
                    <a:pt x="1566413" y="1371496"/>
                    <a:pt x="1560663" y="1362870"/>
                  </a:cubicBezTo>
                  <a:cubicBezTo>
                    <a:pt x="1543410" y="1338428"/>
                    <a:pt x="1529032" y="1309674"/>
                    <a:pt x="1517530" y="1280919"/>
                  </a:cubicBezTo>
                  <a:close/>
                  <a:moveTo>
                    <a:pt x="1718813" y="1442664"/>
                  </a:moveTo>
                  <a:cubicBezTo>
                    <a:pt x="1708030" y="1437632"/>
                    <a:pt x="1695810" y="1434038"/>
                    <a:pt x="1683589" y="1431162"/>
                  </a:cubicBezTo>
                  <a:cubicBezTo>
                    <a:pt x="1695091" y="1431881"/>
                    <a:pt x="1706593" y="1431162"/>
                    <a:pt x="1718095" y="1429725"/>
                  </a:cubicBezTo>
                  <a:cubicBezTo>
                    <a:pt x="1718095" y="1434038"/>
                    <a:pt x="1718813" y="1438351"/>
                    <a:pt x="1718813" y="1442664"/>
                  </a:cubicBezTo>
                  <a:close/>
                  <a:moveTo>
                    <a:pt x="1718095" y="1429725"/>
                  </a:moveTo>
                  <a:cubicBezTo>
                    <a:pt x="1719532" y="1429725"/>
                    <a:pt x="1720251" y="1429006"/>
                    <a:pt x="1721689" y="1429006"/>
                  </a:cubicBezTo>
                  <a:cubicBezTo>
                    <a:pt x="1723127" y="1429006"/>
                    <a:pt x="1724564" y="1429006"/>
                    <a:pt x="1726002" y="1429006"/>
                  </a:cubicBezTo>
                  <a:cubicBezTo>
                    <a:pt x="1726002" y="1431881"/>
                    <a:pt x="1726002" y="1434757"/>
                    <a:pt x="1726002" y="1437632"/>
                  </a:cubicBezTo>
                  <a:cubicBezTo>
                    <a:pt x="1723846" y="1435476"/>
                    <a:pt x="1720970" y="1432600"/>
                    <a:pt x="1718095" y="1429725"/>
                  </a:cubicBezTo>
                  <a:close/>
                  <a:moveTo>
                    <a:pt x="1876964" y="1669827"/>
                  </a:moveTo>
                  <a:cubicBezTo>
                    <a:pt x="1851804" y="1643947"/>
                    <a:pt x="1823768" y="1620944"/>
                    <a:pt x="1799327" y="1595783"/>
                  </a:cubicBezTo>
                  <a:cubicBezTo>
                    <a:pt x="1776323" y="1572061"/>
                    <a:pt x="1753319" y="1547619"/>
                    <a:pt x="1731753" y="1522459"/>
                  </a:cubicBezTo>
                  <a:cubicBezTo>
                    <a:pt x="1731753" y="1508800"/>
                    <a:pt x="1731034" y="1494423"/>
                    <a:pt x="1731034" y="1480764"/>
                  </a:cubicBezTo>
                  <a:cubicBezTo>
                    <a:pt x="1732472" y="1480764"/>
                    <a:pt x="1733910" y="1481483"/>
                    <a:pt x="1735347" y="1481483"/>
                  </a:cubicBezTo>
                  <a:cubicBezTo>
                    <a:pt x="1779198" y="1528928"/>
                    <a:pt x="1824487" y="1575655"/>
                    <a:pt x="1873370" y="1616630"/>
                  </a:cubicBezTo>
                  <a:cubicBezTo>
                    <a:pt x="1874089" y="1633883"/>
                    <a:pt x="1875527" y="1651855"/>
                    <a:pt x="1876964" y="1669827"/>
                  </a:cubicBezTo>
                  <a:close/>
                  <a:moveTo>
                    <a:pt x="1871213" y="1586438"/>
                  </a:moveTo>
                  <a:cubicBezTo>
                    <a:pt x="1835989" y="1544744"/>
                    <a:pt x="1796451" y="1505206"/>
                    <a:pt x="1756913" y="1467106"/>
                  </a:cubicBezTo>
                  <a:cubicBezTo>
                    <a:pt x="1756195" y="1464949"/>
                    <a:pt x="1754757" y="1463511"/>
                    <a:pt x="1753319" y="1462074"/>
                  </a:cubicBezTo>
                  <a:cubicBezTo>
                    <a:pt x="1751881" y="1460636"/>
                    <a:pt x="1749725" y="1459917"/>
                    <a:pt x="1748287" y="1458479"/>
                  </a:cubicBezTo>
                  <a:cubicBezTo>
                    <a:pt x="1742536" y="1452728"/>
                    <a:pt x="1736785" y="1446978"/>
                    <a:pt x="1730315" y="1441945"/>
                  </a:cubicBezTo>
                  <a:cubicBezTo>
                    <a:pt x="1730315" y="1436913"/>
                    <a:pt x="1730315" y="1432600"/>
                    <a:pt x="1730315" y="1427568"/>
                  </a:cubicBezTo>
                  <a:cubicBezTo>
                    <a:pt x="1733191" y="1426130"/>
                    <a:pt x="1735347" y="1423255"/>
                    <a:pt x="1736785" y="1419661"/>
                  </a:cubicBezTo>
                  <a:cubicBezTo>
                    <a:pt x="1740380" y="1408878"/>
                    <a:pt x="1740380" y="1398813"/>
                    <a:pt x="1738223" y="1388749"/>
                  </a:cubicBezTo>
                  <a:cubicBezTo>
                    <a:pt x="1744693" y="1398095"/>
                    <a:pt x="1752600" y="1406721"/>
                    <a:pt x="1761227" y="1412472"/>
                  </a:cubicBezTo>
                  <a:cubicBezTo>
                    <a:pt x="1753319" y="1418942"/>
                    <a:pt x="1750444" y="1434038"/>
                    <a:pt x="1761227" y="1439789"/>
                  </a:cubicBezTo>
                  <a:cubicBezTo>
                    <a:pt x="1763383" y="1441227"/>
                    <a:pt x="1764821" y="1443383"/>
                    <a:pt x="1766978" y="1444821"/>
                  </a:cubicBezTo>
                  <a:cubicBezTo>
                    <a:pt x="1765540" y="1449853"/>
                    <a:pt x="1766259" y="1455604"/>
                    <a:pt x="1771291" y="1459917"/>
                  </a:cubicBezTo>
                  <a:cubicBezTo>
                    <a:pt x="1792857" y="1479327"/>
                    <a:pt x="1813704" y="1499455"/>
                    <a:pt x="1835270" y="1518145"/>
                  </a:cubicBezTo>
                  <a:cubicBezTo>
                    <a:pt x="1846053" y="1527491"/>
                    <a:pt x="1856836" y="1538274"/>
                    <a:pt x="1869057" y="1546900"/>
                  </a:cubicBezTo>
                  <a:cubicBezTo>
                    <a:pt x="1869776" y="1559840"/>
                    <a:pt x="1870495" y="1573498"/>
                    <a:pt x="1871213" y="1586438"/>
                  </a:cubicBezTo>
                  <a:close/>
                  <a:moveTo>
                    <a:pt x="1751163" y="1188185"/>
                  </a:moveTo>
                  <a:cubicBezTo>
                    <a:pt x="1756195" y="1187466"/>
                    <a:pt x="1761227" y="1186028"/>
                    <a:pt x="1766259" y="1185310"/>
                  </a:cubicBezTo>
                  <a:cubicBezTo>
                    <a:pt x="1772729" y="1194655"/>
                    <a:pt x="1779917" y="1204000"/>
                    <a:pt x="1787825" y="1213345"/>
                  </a:cubicBezTo>
                  <a:cubicBezTo>
                    <a:pt x="1776323" y="1213345"/>
                    <a:pt x="1764821" y="1213345"/>
                    <a:pt x="1752600" y="1214064"/>
                  </a:cubicBezTo>
                  <a:lnTo>
                    <a:pt x="1743974" y="1205438"/>
                  </a:lnTo>
                  <a:cubicBezTo>
                    <a:pt x="1746130" y="1202562"/>
                    <a:pt x="1748287" y="1200406"/>
                    <a:pt x="1751163" y="1198249"/>
                  </a:cubicBezTo>
                  <a:cubicBezTo>
                    <a:pt x="1751163" y="1197530"/>
                    <a:pt x="1751163" y="1196811"/>
                    <a:pt x="1751163" y="1195374"/>
                  </a:cubicBezTo>
                  <a:cubicBezTo>
                    <a:pt x="1751163" y="1192498"/>
                    <a:pt x="1751163" y="1190342"/>
                    <a:pt x="1751163" y="1188185"/>
                  </a:cubicBezTo>
                  <a:close/>
                  <a:moveTo>
                    <a:pt x="1759789" y="1284513"/>
                  </a:moveTo>
                  <a:cubicBezTo>
                    <a:pt x="1759070" y="1291702"/>
                    <a:pt x="1758351" y="1298172"/>
                    <a:pt x="1758351" y="1305360"/>
                  </a:cubicBezTo>
                  <a:cubicBezTo>
                    <a:pt x="1755476" y="1298891"/>
                    <a:pt x="1753319" y="1291702"/>
                    <a:pt x="1751881" y="1284513"/>
                  </a:cubicBezTo>
                  <a:cubicBezTo>
                    <a:pt x="1754038" y="1283794"/>
                    <a:pt x="1756913" y="1284513"/>
                    <a:pt x="1759789" y="1284513"/>
                  </a:cubicBezTo>
                  <a:close/>
                  <a:moveTo>
                    <a:pt x="1806515" y="1306079"/>
                  </a:moveTo>
                  <a:cubicBezTo>
                    <a:pt x="1817298" y="1316862"/>
                    <a:pt x="1828081" y="1326927"/>
                    <a:pt x="1839583" y="1335553"/>
                  </a:cubicBezTo>
                  <a:cubicBezTo>
                    <a:pt x="1841021" y="1343460"/>
                    <a:pt x="1842459" y="1350649"/>
                    <a:pt x="1843178" y="1358557"/>
                  </a:cubicBezTo>
                  <a:cubicBezTo>
                    <a:pt x="1835989" y="1357838"/>
                    <a:pt x="1825925" y="1349930"/>
                    <a:pt x="1823049" y="1347055"/>
                  </a:cubicBezTo>
                  <a:cubicBezTo>
                    <a:pt x="1812266" y="1338428"/>
                    <a:pt x="1808672" y="1321894"/>
                    <a:pt x="1806515" y="1306079"/>
                  </a:cubicBezTo>
                  <a:close/>
                  <a:moveTo>
                    <a:pt x="1861868" y="1438351"/>
                  </a:moveTo>
                  <a:lnTo>
                    <a:pt x="1862587" y="1444821"/>
                  </a:lnTo>
                  <a:cubicBezTo>
                    <a:pt x="1855398" y="1439070"/>
                    <a:pt x="1848929" y="1433319"/>
                    <a:pt x="1843178" y="1426849"/>
                  </a:cubicBezTo>
                  <a:cubicBezTo>
                    <a:pt x="1839583" y="1423255"/>
                    <a:pt x="1836708" y="1419661"/>
                    <a:pt x="1833113" y="1416066"/>
                  </a:cubicBezTo>
                  <a:cubicBezTo>
                    <a:pt x="1836708" y="1416785"/>
                    <a:pt x="1841021" y="1417504"/>
                    <a:pt x="1844615" y="1417504"/>
                  </a:cubicBezTo>
                  <a:cubicBezTo>
                    <a:pt x="1847491" y="1417504"/>
                    <a:pt x="1850366" y="1417504"/>
                    <a:pt x="1852523" y="1417504"/>
                  </a:cubicBezTo>
                  <a:cubicBezTo>
                    <a:pt x="1852523" y="1418942"/>
                    <a:pt x="1853242" y="1421098"/>
                    <a:pt x="1853242" y="1422536"/>
                  </a:cubicBezTo>
                  <a:cubicBezTo>
                    <a:pt x="1853961" y="1429725"/>
                    <a:pt x="1856836" y="1434757"/>
                    <a:pt x="1861868" y="1438351"/>
                  </a:cubicBezTo>
                  <a:close/>
                  <a:moveTo>
                    <a:pt x="1852523" y="1297453"/>
                  </a:moveTo>
                  <a:cubicBezTo>
                    <a:pt x="1850366" y="1298891"/>
                    <a:pt x="1848929" y="1300328"/>
                    <a:pt x="1847491" y="1302485"/>
                  </a:cubicBezTo>
                  <a:cubicBezTo>
                    <a:pt x="1841740" y="1296734"/>
                    <a:pt x="1835989" y="1290983"/>
                    <a:pt x="1830238" y="1285232"/>
                  </a:cubicBezTo>
                  <a:cubicBezTo>
                    <a:pt x="1837427" y="1285232"/>
                    <a:pt x="1844615" y="1285951"/>
                    <a:pt x="1851804" y="1285951"/>
                  </a:cubicBezTo>
                  <a:cubicBezTo>
                    <a:pt x="1851804" y="1290264"/>
                    <a:pt x="1852523" y="1293859"/>
                    <a:pt x="1852523" y="1297453"/>
                  </a:cubicBezTo>
                  <a:close/>
                  <a:moveTo>
                    <a:pt x="1846772" y="1209032"/>
                  </a:moveTo>
                  <a:cubicBezTo>
                    <a:pt x="1841740" y="1205438"/>
                    <a:pt x="1836708" y="1201125"/>
                    <a:pt x="1832395" y="1196811"/>
                  </a:cubicBezTo>
                  <a:cubicBezTo>
                    <a:pt x="1799327" y="1165181"/>
                    <a:pt x="1772729" y="1127800"/>
                    <a:pt x="1752600" y="1086825"/>
                  </a:cubicBezTo>
                  <a:cubicBezTo>
                    <a:pt x="1750444" y="1081793"/>
                    <a:pt x="1746130" y="1079636"/>
                    <a:pt x="1741817" y="1078917"/>
                  </a:cubicBezTo>
                  <a:cubicBezTo>
                    <a:pt x="1740380" y="1062383"/>
                    <a:pt x="1739661" y="1046568"/>
                    <a:pt x="1738223" y="1030034"/>
                  </a:cubicBezTo>
                  <a:cubicBezTo>
                    <a:pt x="1739661" y="1033628"/>
                    <a:pt x="1741098" y="1037223"/>
                    <a:pt x="1743255" y="1040817"/>
                  </a:cubicBezTo>
                  <a:cubicBezTo>
                    <a:pt x="1744693" y="1042974"/>
                    <a:pt x="1746130" y="1043693"/>
                    <a:pt x="1748287" y="1042974"/>
                  </a:cubicBezTo>
                  <a:cubicBezTo>
                    <a:pt x="1774885" y="1087544"/>
                    <a:pt x="1807234" y="1128519"/>
                    <a:pt x="1844615" y="1163744"/>
                  </a:cubicBezTo>
                  <a:cubicBezTo>
                    <a:pt x="1845334" y="1178840"/>
                    <a:pt x="1846053" y="1193936"/>
                    <a:pt x="1846772" y="1209032"/>
                  </a:cubicBezTo>
                  <a:close/>
                  <a:moveTo>
                    <a:pt x="1838864" y="1067415"/>
                  </a:moveTo>
                  <a:cubicBezTo>
                    <a:pt x="1839583" y="1078198"/>
                    <a:pt x="1840302" y="1088981"/>
                    <a:pt x="1841021" y="1099045"/>
                  </a:cubicBezTo>
                  <a:cubicBezTo>
                    <a:pt x="1811547" y="1067415"/>
                    <a:pt x="1783512" y="1033628"/>
                    <a:pt x="1757632" y="996966"/>
                  </a:cubicBezTo>
                  <a:cubicBezTo>
                    <a:pt x="1753319" y="990496"/>
                    <a:pt x="1746130" y="989059"/>
                    <a:pt x="1740380" y="990496"/>
                  </a:cubicBezTo>
                  <a:cubicBezTo>
                    <a:pt x="1738223" y="982589"/>
                    <a:pt x="1735347" y="973962"/>
                    <a:pt x="1733191" y="966055"/>
                  </a:cubicBezTo>
                  <a:cubicBezTo>
                    <a:pt x="1767696" y="1001279"/>
                    <a:pt x="1802202" y="1035066"/>
                    <a:pt x="1838864" y="1067415"/>
                  </a:cubicBezTo>
                  <a:close/>
                  <a:moveTo>
                    <a:pt x="1589417" y="140076"/>
                  </a:moveTo>
                  <a:cubicBezTo>
                    <a:pt x="1600200" y="175300"/>
                    <a:pt x="1611702" y="209806"/>
                    <a:pt x="1623204" y="245030"/>
                  </a:cubicBezTo>
                  <a:cubicBezTo>
                    <a:pt x="1646927" y="316198"/>
                    <a:pt x="1672087" y="386647"/>
                    <a:pt x="1697966" y="457096"/>
                  </a:cubicBezTo>
                  <a:cubicBezTo>
                    <a:pt x="1733191" y="551987"/>
                    <a:pt x="1770572" y="646877"/>
                    <a:pt x="1811547" y="739611"/>
                  </a:cubicBezTo>
                  <a:cubicBezTo>
                    <a:pt x="1793576" y="738893"/>
                    <a:pt x="1775604" y="741049"/>
                    <a:pt x="1757632" y="741049"/>
                  </a:cubicBezTo>
                  <a:cubicBezTo>
                    <a:pt x="1713063" y="648315"/>
                    <a:pt x="1674963" y="553425"/>
                    <a:pt x="1646208" y="454221"/>
                  </a:cubicBezTo>
                  <a:cubicBezTo>
                    <a:pt x="1618172" y="356455"/>
                    <a:pt x="1599481" y="256532"/>
                    <a:pt x="1589417" y="155891"/>
                  </a:cubicBezTo>
                  <a:lnTo>
                    <a:pt x="1589417" y="140076"/>
                  </a:lnTo>
                  <a:close/>
                  <a:moveTo>
                    <a:pt x="1589417" y="181770"/>
                  </a:moveTo>
                  <a:cubicBezTo>
                    <a:pt x="1610264" y="375145"/>
                    <a:pt x="1664179" y="568521"/>
                    <a:pt x="1751881" y="741768"/>
                  </a:cubicBezTo>
                  <a:cubicBezTo>
                    <a:pt x="1738942" y="741768"/>
                    <a:pt x="1726002" y="741768"/>
                    <a:pt x="1713063" y="739611"/>
                  </a:cubicBezTo>
                  <a:cubicBezTo>
                    <a:pt x="1669212" y="697917"/>
                    <a:pt x="1634706" y="646877"/>
                    <a:pt x="1603076" y="595119"/>
                  </a:cubicBezTo>
                  <a:cubicBezTo>
                    <a:pt x="1604513" y="559176"/>
                    <a:pt x="1603795" y="523232"/>
                    <a:pt x="1600200" y="486570"/>
                  </a:cubicBezTo>
                  <a:cubicBezTo>
                    <a:pt x="1599481" y="479381"/>
                    <a:pt x="1596606" y="474349"/>
                    <a:pt x="1592293" y="470036"/>
                  </a:cubicBezTo>
                  <a:cubicBezTo>
                    <a:pt x="1593012" y="459253"/>
                    <a:pt x="1594449" y="448470"/>
                    <a:pt x="1595168" y="437687"/>
                  </a:cubicBezTo>
                  <a:cubicBezTo>
                    <a:pt x="1596606" y="439843"/>
                    <a:pt x="1599481" y="442000"/>
                    <a:pt x="1601638" y="442719"/>
                  </a:cubicBezTo>
                  <a:lnTo>
                    <a:pt x="1601638" y="429779"/>
                  </a:lnTo>
                  <a:cubicBezTo>
                    <a:pt x="1594449" y="426185"/>
                    <a:pt x="1589417" y="418996"/>
                    <a:pt x="1589417" y="408213"/>
                  </a:cubicBezTo>
                  <a:lnTo>
                    <a:pt x="1589417" y="181770"/>
                  </a:lnTo>
                  <a:close/>
                  <a:moveTo>
                    <a:pt x="1467210" y="824438"/>
                  </a:moveTo>
                  <a:cubicBezTo>
                    <a:pt x="1468647" y="826594"/>
                    <a:pt x="1470804" y="828751"/>
                    <a:pt x="1472961" y="830189"/>
                  </a:cubicBezTo>
                  <a:cubicBezTo>
                    <a:pt x="1469366" y="830908"/>
                    <a:pt x="1465772" y="830908"/>
                    <a:pt x="1462896" y="831627"/>
                  </a:cubicBezTo>
                  <a:cubicBezTo>
                    <a:pt x="1457864" y="831627"/>
                    <a:pt x="1452832" y="831627"/>
                    <a:pt x="1448519" y="831627"/>
                  </a:cubicBezTo>
                  <a:cubicBezTo>
                    <a:pt x="1454270" y="830189"/>
                    <a:pt x="1461459" y="827313"/>
                    <a:pt x="1467210" y="824438"/>
                  </a:cubicBezTo>
                  <a:close/>
                  <a:moveTo>
                    <a:pt x="1246517" y="802153"/>
                  </a:moveTo>
                  <a:cubicBezTo>
                    <a:pt x="1252268" y="804310"/>
                    <a:pt x="1258738" y="806466"/>
                    <a:pt x="1264489" y="807904"/>
                  </a:cubicBezTo>
                  <a:cubicBezTo>
                    <a:pt x="1258738" y="807904"/>
                    <a:pt x="1252268" y="807904"/>
                    <a:pt x="1245798" y="807904"/>
                  </a:cubicBezTo>
                  <a:cubicBezTo>
                    <a:pt x="1246517" y="805747"/>
                    <a:pt x="1246517" y="803591"/>
                    <a:pt x="1246517" y="802153"/>
                  </a:cubicBezTo>
                  <a:close/>
                  <a:moveTo>
                    <a:pt x="1221357" y="986183"/>
                  </a:moveTo>
                  <a:cubicBezTo>
                    <a:pt x="1252268" y="976119"/>
                    <a:pt x="1283179" y="966055"/>
                    <a:pt x="1313372" y="954553"/>
                  </a:cubicBezTo>
                  <a:cubicBezTo>
                    <a:pt x="1342846" y="943770"/>
                    <a:pt x="1380227" y="935143"/>
                    <a:pt x="1409700" y="917891"/>
                  </a:cubicBezTo>
                  <a:cubicBezTo>
                    <a:pt x="1414732" y="919328"/>
                    <a:pt x="1420483" y="919328"/>
                    <a:pt x="1426234" y="916453"/>
                  </a:cubicBezTo>
                  <a:cubicBezTo>
                    <a:pt x="1445644" y="907108"/>
                    <a:pt x="1465053" y="899200"/>
                    <a:pt x="1485181" y="892011"/>
                  </a:cubicBezTo>
                  <a:cubicBezTo>
                    <a:pt x="1518968" y="897043"/>
                    <a:pt x="1554193" y="897762"/>
                    <a:pt x="1587261" y="897043"/>
                  </a:cubicBezTo>
                  <a:cubicBezTo>
                    <a:pt x="1612421" y="896325"/>
                    <a:pt x="1642613" y="894887"/>
                    <a:pt x="1671368" y="889136"/>
                  </a:cubicBezTo>
                  <a:cubicBezTo>
                    <a:pt x="1674244" y="891293"/>
                    <a:pt x="1677838" y="893449"/>
                    <a:pt x="1682870" y="894887"/>
                  </a:cubicBezTo>
                  <a:cubicBezTo>
                    <a:pt x="1685027" y="895606"/>
                    <a:pt x="1687183" y="896325"/>
                    <a:pt x="1688621" y="897043"/>
                  </a:cubicBezTo>
                  <a:cubicBezTo>
                    <a:pt x="1695091" y="901357"/>
                    <a:pt x="1702280" y="904951"/>
                    <a:pt x="1709468" y="908545"/>
                  </a:cubicBezTo>
                  <a:cubicBezTo>
                    <a:pt x="1700123" y="915734"/>
                    <a:pt x="1695810" y="929393"/>
                    <a:pt x="1706593" y="940176"/>
                  </a:cubicBezTo>
                  <a:cubicBezTo>
                    <a:pt x="1712344" y="945926"/>
                    <a:pt x="1718813" y="952396"/>
                    <a:pt x="1724564" y="958147"/>
                  </a:cubicBezTo>
                  <a:cubicBezTo>
                    <a:pt x="1718813" y="956710"/>
                    <a:pt x="1712344" y="960304"/>
                    <a:pt x="1712344" y="968211"/>
                  </a:cubicBezTo>
                  <a:cubicBezTo>
                    <a:pt x="1713063" y="1027877"/>
                    <a:pt x="1715219" y="1086825"/>
                    <a:pt x="1716657" y="1146491"/>
                  </a:cubicBezTo>
                  <a:cubicBezTo>
                    <a:pt x="1712344" y="1146491"/>
                    <a:pt x="1708749" y="1146491"/>
                    <a:pt x="1704436" y="1146491"/>
                  </a:cubicBezTo>
                  <a:cubicBezTo>
                    <a:pt x="1708749" y="1159430"/>
                    <a:pt x="1705874" y="1174527"/>
                    <a:pt x="1692215" y="1183872"/>
                  </a:cubicBezTo>
                  <a:cubicBezTo>
                    <a:pt x="1688621" y="1186747"/>
                    <a:pt x="1685027" y="1189623"/>
                    <a:pt x="1681432" y="1191779"/>
                  </a:cubicBezTo>
                  <a:cubicBezTo>
                    <a:pt x="1690059" y="1191779"/>
                    <a:pt x="1698685" y="1191779"/>
                    <a:pt x="1707312" y="1191779"/>
                  </a:cubicBezTo>
                  <a:cubicBezTo>
                    <a:pt x="1707312" y="1196811"/>
                    <a:pt x="1707312" y="1201125"/>
                    <a:pt x="1707312" y="1206157"/>
                  </a:cubicBezTo>
                  <a:cubicBezTo>
                    <a:pt x="1709468" y="1208313"/>
                    <a:pt x="1712344" y="1211189"/>
                    <a:pt x="1714500" y="1213345"/>
                  </a:cubicBezTo>
                  <a:lnTo>
                    <a:pt x="1707312" y="1213345"/>
                  </a:lnTo>
                  <a:cubicBezTo>
                    <a:pt x="1707312" y="1222691"/>
                    <a:pt x="1707312" y="1232036"/>
                    <a:pt x="1708030" y="1241381"/>
                  </a:cubicBezTo>
                  <a:cubicBezTo>
                    <a:pt x="1706593" y="1243538"/>
                    <a:pt x="1705874" y="1245695"/>
                    <a:pt x="1705155" y="1248570"/>
                  </a:cubicBezTo>
                  <a:cubicBezTo>
                    <a:pt x="1702280" y="1268698"/>
                    <a:pt x="1701561" y="1288108"/>
                    <a:pt x="1704436" y="1307517"/>
                  </a:cubicBezTo>
                  <a:cubicBezTo>
                    <a:pt x="1690778" y="1277325"/>
                    <a:pt x="1674963" y="1246413"/>
                    <a:pt x="1655553" y="1220534"/>
                  </a:cubicBezTo>
                  <a:cubicBezTo>
                    <a:pt x="1652678" y="1216940"/>
                    <a:pt x="1649083" y="1214064"/>
                    <a:pt x="1645489" y="1212627"/>
                  </a:cubicBezTo>
                  <a:cubicBezTo>
                    <a:pt x="1637581" y="1216221"/>
                    <a:pt x="1629674" y="1219815"/>
                    <a:pt x="1621766" y="1222691"/>
                  </a:cubicBezTo>
                  <a:cubicBezTo>
                    <a:pt x="1620328" y="1226285"/>
                    <a:pt x="1619610" y="1229879"/>
                    <a:pt x="1621047" y="1234912"/>
                  </a:cubicBezTo>
                  <a:cubicBezTo>
                    <a:pt x="1628236" y="1270136"/>
                    <a:pt x="1644051" y="1303204"/>
                    <a:pt x="1657710" y="1336272"/>
                  </a:cubicBezTo>
                  <a:cubicBezTo>
                    <a:pt x="1664179" y="1352087"/>
                    <a:pt x="1670649" y="1370778"/>
                    <a:pt x="1678557" y="1386593"/>
                  </a:cubicBezTo>
                  <a:cubicBezTo>
                    <a:pt x="1677119" y="1386593"/>
                    <a:pt x="1674963" y="1385874"/>
                    <a:pt x="1672806" y="1385874"/>
                  </a:cubicBezTo>
                  <a:cubicBezTo>
                    <a:pt x="1664898" y="1362870"/>
                    <a:pt x="1643332" y="1340585"/>
                    <a:pt x="1631830" y="1320457"/>
                  </a:cubicBezTo>
                  <a:cubicBezTo>
                    <a:pt x="1615296" y="1291702"/>
                    <a:pt x="1611702" y="1259353"/>
                    <a:pt x="1600200" y="1229161"/>
                  </a:cubicBezTo>
                  <a:lnTo>
                    <a:pt x="1600200" y="1229161"/>
                  </a:lnTo>
                  <a:cubicBezTo>
                    <a:pt x="1598044" y="1229879"/>
                    <a:pt x="1596606" y="1229879"/>
                    <a:pt x="1594449" y="1230598"/>
                  </a:cubicBezTo>
                  <a:cubicBezTo>
                    <a:pt x="1596606" y="1227004"/>
                    <a:pt x="1598044" y="1222691"/>
                    <a:pt x="1598762" y="1217659"/>
                  </a:cubicBezTo>
                  <a:cubicBezTo>
                    <a:pt x="1600200" y="1202562"/>
                    <a:pt x="1600919" y="1186747"/>
                    <a:pt x="1600919" y="1170932"/>
                  </a:cubicBezTo>
                  <a:cubicBezTo>
                    <a:pt x="1608108" y="1149366"/>
                    <a:pt x="1605232" y="1123487"/>
                    <a:pt x="1606670" y="1101202"/>
                  </a:cubicBezTo>
                  <a:cubicBezTo>
                    <a:pt x="1608827" y="1067415"/>
                    <a:pt x="1616734" y="1032191"/>
                    <a:pt x="1603076" y="1000560"/>
                  </a:cubicBezTo>
                  <a:cubicBezTo>
                    <a:pt x="1598044" y="988340"/>
                    <a:pt x="1580791" y="991215"/>
                    <a:pt x="1575040" y="1000560"/>
                  </a:cubicBezTo>
                  <a:cubicBezTo>
                    <a:pt x="1574321" y="1001998"/>
                    <a:pt x="1573602" y="1003436"/>
                    <a:pt x="1572883" y="1004874"/>
                  </a:cubicBezTo>
                  <a:cubicBezTo>
                    <a:pt x="1558506" y="986183"/>
                    <a:pt x="1526876" y="995528"/>
                    <a:pt x="1525438" y="1021408"/>
                  </a:cubicBezTo>
                  <a:cubicBezTo>
                    <a:pt x="1521844" y="1065978"/>
                    <a:pt x="1522563" y="1134989"/>
                    <a:pt x="1545566" y="1175245"/>
                  </a:cubicBezTo>
                  <a:cubicBezTo>
                    <a:pt x="1546285" y="1189623"/>
                    <a:pt x="1547723" y="1204000"/>
                    <a:pt x="1549880" y="1218378"/>
                  </a:cubicBezTo>
                  <a:cubicBezTo>
                    <a:pt x="1550598" y="1225566"/>
                    <a:pt x="1554193" y="1231317"/>
                    <a:pt x="1557787" y="1235630"/>
                  </a:cubicBezTo>
                  <a:cubicBezTo>
                    <a:pt x="1541253" y="1235630"/>
                    <a:pt x="1525438" y="1232036"/>
                    <a:pt x="1511061" y="1224847"/>
                  </a:cubicBezTo>
                  <a:cubicBezTo>
                    <a:pt x="1508904" y="1224847"/>
                    <a:pt x="1506747" y="1224847"/>
                    <a:pt x="1505310" y="1224847"/>
                  </a:cubicBezTo>
                  <a:cubicBezTo>
                    <a:pt x="1498121" y="1224847"/>
                    <a:pt x="1491651" y="1221972"/>
                    <a:pt x="1485900" y="1217659"/>
                  </a:cubicBezTo>
                  <a:cubicBezTo>
                    <a:pt x="1465053" y="1218378"/>
                    <a:pt x="1444206" y="1218378"/>
                    <a:pt x="1424078" y="1219096"/>
                  </a:cubicBezTo>
                  <a:cubicBezTo>
                    <a:pt x="1423359" y="1217659"/>
                    <a:pt x="1421921" y="1216940"/>
                    <a:pt x="1420483" y="1215502"/>
                  </a:cubicBezTo>
                  <a:cubicBezTo>
                    <a:pt x="1421202" y="1204000"/>
                    <a:pt x="1421202" y="1192498"/>
                    <a:pt x="1421921" y="1181715"/>
                  </a:cubicBezTo>
                  <a:cubicBezTo>
                    <a:pt x="1427672" y="1183153"/>
                    <a:pt x="1434142" y="1183872"/>
                    <a:pt x="1439893" y="1184591"/>
                  </a:cubicBezTo>
                  <a:cubicBezTo>
                    <a:pt x="1434142" y="1174527"/>
                    <a:pt x="1436298" y="1162306"/>
                    <a:pt x="1443487" y="1152960"/>
                  </a:cubicBezTo>
                  <a:cubicBezTo>
                    <a:pt x="1437736" y="1153679"/>
                    <a:pt x="1431985" y="1154398"/>
                    <a:pt x="1426234" y="1155117"/>
                  </a:cubicBezTo>
                  <a:cubicBezTo>
                    <a:pt x="1426953" y="1163025"/>
                    <a:pt x="1424796" y="1171651"/>
                    <a:pt x="1416889" y="1178840"/>
                  </a:cubicBezTo>
                  <a:cubicBezTo>
                    <a:pt x="1404668" y="1190342"/>
                    <a:pt x="1391010" y="1202562"/>
                    <a:pt x="1375195" y="1212627"/>
                  </a:cubicBezTo>
                  <a:cubicBezTo>
                    <a:pt x="1378789" y="1227723"/>
                    <a:pt x="1372319" y="1243538"/>
                    <a:pt x="1353629" y="1248570"/>
                  </a:cubicBezTo>
                  <a:cubicBezTo>
                    <a:pt x="1324155" y="1255759"/>
                    <a:pt x="1284617" y="1264385"/>
                    <a:pt x="1255144" y="1254321"/>
                  </a:cubicBezTo>
                  <a:cubicBezTo>
                    <a:pt x="1223513" y="1243538"/>
                    <a:pt x="1214887" y="1213345"/>
                    <a:pt x="1234296" y="1188185"/>
                  </a:cubicBezTo>
                  <a:cubicBezTo>
                    <a:pt x="1230702" y="1178840"/>
                    <a:pt x="1228545" y="1168057"/>
                    <a:pt x="1228545" y="1157274"/>
                  </a:cubicBezTo>
                  <a:cubicBezTo>
                    <a:pt x="1228545" y="1157274"/>
                    <a:pt x="1228545" y="1157274"/>
                    <a:pt x="1228545" y="1157274"/>
                  </a:cubicBezTo>
                  <a:cubicBezTo>
                    <a:pt x="1223513" y="1159430"/>
                    <a:pt x="1219200" y="1162306"/>
                    <a:pt x="1214168" y="1165181"/>
                  </a:cubicBezTo>
                  <a:cubicBezTo>
                    <a:pt x="1213449" y="1165181"/>
                    <a:pt x="1213449" y="1165900"/>
                    <a:pt x="1212730" y="1165900"/>
                  </a:cubicBezTo>
                  <a:cubicBezTo>
                    <a:pt x="1215606" y="1105515"/>
                    <a:pt x="1219200" y="1045849"/>
                    <a:pt x="1221357" y="986183"/>
                  </a:cubicBezTo>
                  <a:close/>
                  <a:moveTo>
                    <a:pt x="1309059" y="1376528"/>
                  </a:moveTo>
                  <a:cubicBezTo>
                    <a:pt x="1305464" y="1372934"/>
                    <a:pt x="1301870" y="1370059"/>
                    <a:pt x="1299713" y="1367902"/>
                  </a:cubicBezTo>
                  <a:cubicBezTo>
                    <a:pt x="1281742" y="1349930"/>
                    <a:pt x="1268802" y="1328364"/>
                    <a:pt x="1258019" y="1305360"/>
                  </a:cubicBezTo>
                  <a:cubicBezTo>
                    <a:pt x="1262332" y="1304642"/>
                    <a:pt x="1266645" y="1303923"/>
                    <a:pt x="1271678" y="1303204"/>
                  </a:cubicBezTo>
                  <a:cubicBezTo>
                    <a:pt x="1276710" y="1316143"/>
                    <a:pt x="1282461" y="1328364"/>
                    <a:pt x="1288930" y="1341304"/>
                  </a:cubicBezTo>
                  <a:cubicBezTo>
                    <a:pt x="1294681" y="1352087"/>
                    <a:pt x="1301151" y="1364308"/>
                    <a:pt x="1309059" y="1376528"/>
                  </a:cubicBezTo>
                  <a:close/>
                  <a:moveTo>
                    <a:pt x="1212012" y="1188904"/>
                  </a:moveTo>
                  <a:cubicBezTo>
                    <a:pt x="1213449" y="1189623"/>
                    <a:pt x="1215606" y="1190342"/>
                    <a:pt x="1217762" y="1191061"/>
                  </a:cubicBezTo>
                  <a:cubicBezTo>
                    <a:pt x="1219919" y="1191779"/>
                    <a:pt x="1222076" y="1191779"/>
                    <a:pt x="1224232" y="1191779"/>
                  </a:cubicBezTo>
                  <a:cubicBezTo>
                    <a:pt x="1219919" y="1193217"/>
                    <a:pt x="1215606" y="1195374"/>
                    <a:pt x="1212012" y="1196811"/>
                  </a:cubicBezTo>
                  <a:cubicBezTo>
                    <a:pt x="1211293" y="1193936"/>
                    <a:pt x="1212012" y="1191779"/>
                    <a:pt x="1212012" y="1188904"/>
                  </a:cubicBezTo>
                  <a:close/>
                  <a:moveTo>
                    <a:pt x="1207698" y="1308955"/>
                  </a:moveTo>
                  <a:cubicBezTo>
                    <a:pt x="1210574" y="1308955"/>
                    <a:pt x="1212730" y="1308955"/>
                    <a:pt x="1214887" y="1308955"/>
                  </a:cubicBezTo>
                  <a:cubicBezTo>
                    <a:pt x="1227827" y="1357119"/>
                    <a:pt x="1258738" y="1399532"/>
                    <a:pt x="1301870" y="1426849"/>
                  </a:cubicBezTo>
                  <a:cubicBezTo>
                    <a:pt x="1307621" y="1430444"/>
                    <a:pt x="1316247" y="1430444"/>
                    <a:pt x="1321998" y="1426849"/>
                  </a:cubicBezTo>
                  <a:cubicBezTo>
                    <a:pt x="1332062" y="1420379"/>
                    <a:pt x="1333500" y="1412472"/>
                    <a:pt x="1330625" y="1404564"/>
                  </a:cubicBezTo>
                  <a:cubicBezTo>
                    <a:pt x="1340689" y="1414628"/>
                    <a:pt x="1352910" y="1422536"/>
                    <a:pt x="1366568" y="1425412"/>
                  </a:cubicBezTo>
                  <a:cubicBezTo>
                    <a:pt x="1370163" y="1426130"/>
                    <a:pt x="1374476" y="1425412"/>
                    <a:pt x="1378070" y="1422536"/>
                  </a:cubicBezTo>
                  <a:cubicBezTo>
                    <a:pt x="1378070" y="1424693"/>
                    <a:pt x="1378070" y="1426849"/>
                    <a:pt x="1378070" y="1428287"/>
                  </a:cubicBezTo>
                  <a:cubicBezTo>
                    <a:pt x="1375195" y="1428287"/>
                    <a:pt x="1372319" y="1428287"/>
                    <a:pt x="1369444" y="1428287"/>
                  </a:cubicBezTo>
                  <a:cubicBezTo>
                    <a:pt x="1368006" y="1426130"/>
                    <a:pt x="1365849" y="1425412"/>
                    <a:pt x="1362974" y="1425412"/>
                  </a:cubicBezTo>
                  <a:cubicBezTo>
                    <a:pt x="1332062" y="1424693"/>
                    <a:pt x="1298995" y="1430444"/>
                    <a:pt x="1267364" y="1438351"/>
                  </a:cubicBezTo>
                  <a:cubicBezTo>
                    <a:pt x="1267364" y="1438351"/>
                    <a:pt x="1267364" y="1437632"/>
                    <a:pt x="1267364" y="1437632"/>
                  </a:cubicBezTo>
                  <a:cubicBezTo>
                    <a:pt x="1267364" y="1436913"/>
                    <a:pt x="1268083" y="1436195"/>
                    <a:pt x="1268083" y="1435476"/>
                  </a:cubicBezTo>
                  <a:cubicBezTo>
                    <a:pt x="1270959" y="1434038"/>
                    <a:pt x="1273834" y="1431881"/>
                    <a:pt x="1275991" y="1430444"/>
                  </a:cubicBezTo>
                  <a:cubicBezTo>
                    <a:pt x="1283179" y="1425412"/>
                    <a:pt x="1278866" y="1415347"/>
                    <a:pt x="1270240" y="1416785"/>
                  </a:cubicBezTo>
                  <a:cubicBezTo>
                    <a:pt x="1265927" y="1417504"/>
                    <a:pt x="1260894" y="1418223"/>
                    <a:pt x="1256581" y="1419661"/>
                  </a:cubicBezTo>
                  <a:cubicBezTo>
                    <a:pt x="1245079" y="1402408"/>
                    <a:pt x="1229983" y="1386593"/>
                    <a:pt x="1218481" y="1370059"/>
                  </a:cubicBezTo>
                  <a:cubicBezTo>
                    <a:pt x="1214887" y="1364308"/>
                    <a:pt x="1211293" y="1359276"/>
                    <a:pt x="1207698" y="1353525"/>
                  </a:cubicBezTo>
                  <a:cubicBezTo>
                    <a:pt x="1207698" y="1339147"/>
                    <a:pt x="1207698" y="1324051"/>
                    <a:pt x="1207698" y="1308955"/>
                  </a:cubicBezTo>
                  <a:close/>
                  <a:moveTo>
                    <a:pt x="1171036" y="1411753"/>
                  </a:moveTo>
                  <a:cubicBezTo>
                    <a:pt x="1172474" y="1407440"/>
                    <a:pt x="1173193" y="1403845"/>
                    <a:pt x="1173912" y="1399532"/>
                  </a:cubicBezTo>
                  <a:cubicBezTo>
                    <a:pt x="1173912" y="1399532"/>
                    <a:pt x="1174630" y="1400251"/>
                    <a:pt x="1174630" y="1400251"/>
                  </a:cubicBezTo>
                  <a:cubicBezTo>
                    <a:pt x="1174630" y="1406721"/>
                    <a:pt x="1173912" y="1412472"/>
                    <a:pt x="1173912" y="1418942"/>
                  </a:cubicBezTo>
                  <a:cubicBezTo>
                    <a:pt x="1173193" y="1416785"/>
                    <a:pt x="1172474" y="1414628"/>
                    <a:pt x="1171036" y="1411753"/>
                  </a:cubicBezTo>
                  <a:close/>
                  <a:moveTo>
                    <a:pt x="1039483" y="1937964"/>
                  </a:moveTo>
                  <a:cubicBezTo>
                    <a:pt x="1044515" y="1937245"/>
                    <a:pt x="1049547" y="1936527"/>
                    <a:pt x="1053861" y="1935808"/>
                  </a:cubicBezTo>
                  <a:cubicBezTo>
                    <a:pt x="1049547" y="1937964"/>
                    <a:pt x="1044515" y="1939402"/>
                    <a:pt x="1040202" y="1940840"/>
                  </a:cubicBezTo>
                  <a:cubicBezTo>
                    <a:pt x="1040202" y="1940121"/>
                    <a:pt x="1039483" y="1939402"/>
                    <a:pt x="1039483" y="1937964"/>
                  </a:cubicBezTo>
                  <a:close/>
                  <a:moveTo>
                    <a:pt x="1122153" y="2064485"/>
                  </a:moveTo>
                  <a:cubicBezTo>
                    <a:pt x="1121434" y="2063766"/>
                    <a:pt x="1120715" y="2063047"/>
                    <a:pt x="1119996" y="2061610"/>
                  </a:cubicBezTo>
                  <a:cubicBezTo>
                    <a:pt x="1108494" y="2040762"/>
                    <a:pt x="1092679" y="2020634"/>
                    <a:pt x="1080459" y="2002662"/>
                  </a:cubicBezTo>
                  <a:cubicBezTo>
                    <a:pt x="1071113" y="1988285"/>
                    <a:pt x="1061768" y="1970313"/>
                    <a:pt x="1050266" y="1954498"/>
                  </a:cubicBezTo>
                  <a:cubicBezTo>
                    <a:pt x="1058893" y="1950185"/>
                    <a:pt x="1067519" y="1945153"/>
                    <a:pt x="1075427" y="1940121"/>
                  </a:cubicBezTo>
                  <a:cubicBezTo>
                    <a:pt x="1085491" y="1960968"/>
                    <a:pt x="1098430" y="1979659"/>
                    <a:pt x="1110651" y="1999787"/>
                  </a:cubicBezTo>
                  <a:cubicBezTo>
                    <a:pt x="1123591" y="2019915"/>
                    <a:pt x="1135093" y="2043638"/>
                    <a:pt x="1154502" y="2058015"/>
                  </a:cubicBezTo>
                  <a:cubicBezTo>
                    <a:pt x="1143719" y="2060172"/>
                    <a:pt x="1132936" y="2062329"/>
                    <a:pt x="1122153" y="2064485"/>
                  </a:cubicBezTo>
                  <a:close/>
                  <a:moveTo>
                    <a:pt x="1208417" y="2048670"/>
                  </a:moveTo>
                  <a:cubicBezTo>
                    <a:pt x="1204104" y="2049389"/>
                    <a:pt x="1200510" y="2050827"/>
                    <a:pt x="1196196" y="2051546"/>
                  </a:cubicBezTo>
                  <a:cubicBezTo>
                    <a:pt x="1193321" y="2051546"/>
                    <a:pt x="1189727" y="2052264"/>
                    <a:pt x="1186851" y="2052983"/>
                  </a:cubicBezTo>
                  <a:cubicBezTo>
                    <a:pt x="1186851" y="2024228"/>
                    <a:pt x="1164566" y="2000506"/>
                    <a:pt x="1148032" y="1978221"/>
                  </a:cubicBezTo>
                  <a:cubicBezTo>
                    <a:pt x="1133655" y="1958093"/>
                    <a:pt x="1119996" y="1937964"/>
                    <a:pt x="1103462" y="1919993"/>
                  </a:cubicBezTo>
                  <a:cubicBezTo>
                    <a:pt x="1108494" y="1917117"/>
                    <a:pt x="1113527" y="1914242"/>
                    <a:pt x="1119278" y="1911366"/>
                  </a:cubicBezTo>
                  <a:cubicBezTo>
                    <a:pt x="1130779" y="1932213"/>
                    <a:pt x="1144438" y="1952342"/>
                    <a:pt x="1157378" y="1971751"/>
                  </a:cubicBezTo>
                  <a:cubicBezTo>
                    <a:pt x="1174630" y="1997630"/>
                    <a:pt x="1194759" y="2026385"/>
                    <a:pt x="1219919" y="2046513"/>
                  </a:cubicBezTo>
                  <a:cubicBezTo>
                    <a:pt x="1216325" y="2046513"/>
                    <a:pt x="1212012" y="2047232"/>
                    <a:pt x="1208417" y="2048670"/>
                  </a:cubicBezTo>
                  <a:close/>
                  <a:moveTo>
                    <a:pt x="1259457" y="2035011"/>
                  </a:moveTo>
                  <a:cubicBezTo>
                    <a:pt x="1244361" y="2006257"/>
                    <a:pt x="1219200" y="1981815"/>
                    <a:pt x="1198353" y="1957374"/>
                  </a:cubicBezTo>
                  <a:cubicBezTo>
                    <a:pt x="1192602" y="1950904"/>
                    <a:pt x="1187570" y="1943715"/>
                    <a:pt x="1181819" y="1936527"/>
                  </a:cubicBezTo>
                  <a:cubicBezTo>
                    <a:pt x="1196196" y="1935089"/>
                    <a:pt x="1209855" y="1930776"/>
                    <a:pt x="1224232" y="1925025"/>
                  </a:cubicBezTo>
                  <a:cubicBezTo>
                    <a:pt x="1229983" y="1932932"/>
                    <a:pt x="1235734" y="1941559"/>
                    <a:pt x="1240766" y="1949466"/>
                  </a:cubicBezTo>
                  <a:cubicBezTo>
                    <a:pt x="1257300" y="1973908"/>
                    <a:pt x="1272396" y="2004819"/>
                    <a:pt x="1293962" y="2027104"/>
                  </a:cubicBezTo>
                  <a:cubicBezTo>
                    <a:pt x="1282461" y="2029261"/>
                    <a:pt x="1270959" y="2032136"/>
                    <a:pt x="1259457" y="2035011"/>
                  </a:cubicBezTo>
                  <a:close/>
                  <a:moveTo>
                    <a:pt x="1288930" y="1812881"/>
                  </a:moveTo>
                  <a:cubicBezTo>
                    <a:pt x="1287493" y="1812162"/>
                    <a:pt x="1286774" y="1811444"/>
                    <a:pt x="1285336" y="1811444"/>
                  </a:cubicBezTo>
                  <a:cubicBezTo>
                    <a:pt x="1285336" y="1812162"/>
                    <a:pt x="1284617" y="1813600"/>
                    <a:pt x="1284617" y="1814319"/>
                  </a:cubicBezTo>
                  <a:cubicBezTo>
                    <a:pt x="1278866" y="1832291"/>
                    <a:pt x="1258738" y="1836604"/>
                    <a:pt x="1245079" y="1828696"/>
                  </a:cubicBezTo>
                  <a:cubicBezTo>
                    <a:pt x="1240766" y="1829415"/>
                    <a:pt x="1237172" y="1829415"/>
                    <a:pt x="1232859" y="1829415"/>
                  </a:cubicBezTo>
                  <a:cubicBezTo>
                    <a:pt x="1216325" y="1835885"/>
                    <a:pt x="1196196" y="1825102"/>
                    <a:pt x="1196196" y="1807849"/>
                  </a:cubicBezTo>
                  <a:cubicBezTo>
                    <a:pt x="1194040" y="1805693"/>
                    <a:pt x="1191164" y="1804974"/>
                    <a:pt x="1188289" y="1804255"/>
                  </a:cubicBezTo>
                  <a:cubicBezTo>
                    <a:pt x="1186851" y="1799942"/>
                    <a:pt x="1184695" y="1795628"/>
                    <a:pt x="1181819" y="1792753"/>
                  </a:cubicBezTo>
                  <a:cubicBezTo>
                    <a:pt x="1189008" y="1791315"/>
                    <a:pt x="1196915" y="1790596"/>
                    <a:pt x="1204104" y="1788440"/>
                  </a:cubicBezTo>
                  <a:cubicBezTo>
                    <a:pt x="1214168" y="1771906"/>
                    <a:pt x="1222076" y="1754653"/>
                    <a:pt x="1229264" y="1737400"/>
                  </a:cubicBezTo>
                  <a:cubicBezTo>
                    <a:pt x="1212730" y="1745308"/>
                    <a:pt x="1196196" y="1753215"/>
                    <a:pt x="1180381" y="1763279"/>
                  </a:cubicBezTo>
                  <a:cubicBezTo>
                    <a:pt x="1191164" y="1669827"/>
                    <a:pt x="1201229" y="1576374"/>
                    <a:pt x="1209136" y="1482202"/>
                  </a:cubicBezTo>
                  <a:cubicBezTo>
                    <a:pt x="1219200" y="1482921"/>
                    <a:pt x="1229264" y="1482921"/>
                    <a:pt x="1239328" y="1482921"/>
                  </a:cubicBezTo>
                  <a:cubicBezTo>
                    <a:pt x="1274553" y="1482202"/>
                    <a:pt x="1317685" y="1480045"/>
                    <a:pt x="1350034" y="1462793"/>
                  </a:cubicBezTo>
                  <a:cubicBezTo>
                    <a:pt x="1359379" y="1464230"/>
                    <a:pt x="1368725" y="1464949"/>
                    <a:pt x="1377351" y="1466387"/>
                  </a:cubicBezTo>
                  <a:cubicBezTo>
                    <a:pt x="1374476" y="1530366"/>
                    <a:pt x="1371600" y="1595064"/>
                    <a:pt x="1368725" y="1659044"/>
                  </a:cubicBezTo>
                  <a:cubicBezTo>
                    <a:pt x="1370881" y="1662638"/>
                    <a:pt x="1372319" y="1666951"/>
                    <a:pt x="1372319" y="1671983"/>
                  </a:cubicBezTo>
                  <a:cubicBezTo>
                    <a:pt x="1372319" y="1707927"/>
                    <a:pt x="1370881" y="1742432"/>
                    <a:pt x="1362255" y="1776938"/>
                  </a:cubicBezTo>
                  <a:cubicBezTo>
                    <a:pt x="1362255" y="1776938"/>
                    <a:pt x="1362974" y="1777657"/>
                    <a:pt x="1362974" y="1777657"/>
                  </a:cubicBezTo>
                  <a:cubicBezTo>
                    <a:pt x="1362974" y="1781251"/>
                    <a:pt x="1362255" y="1785564"/>
                    <a:pt x="1362255" y="1789159"/>
                  </a:cubicBezTo>
                  <a:cubicBezTo>
                    <a:pt x="1360817" y="1789159"/>
                    <a:pt x="1360098" y="1789878"/>
                    <a:pt x="1358661" y="1789878"/>
                  </a:cubicBezTo>
                  <a:cubicBezTo>
                    <a:pt x="1354347" y="1803536"/>
                    <a:pt x="1342127" y="1808568"/>
                    <a:pt x="1330625" y="1807130"/>
                  </a:cubicBezTo>
                  <a:cubicBezTo>
                    <a:pt x="1319842" y="1811444"/>
                    <a:pt x="1309059" y="1815038"/>
                    <a:pt x="1298276" y="1817913"/>
                  </a:cubicBezTo>
                  <a:cubicBezTo>
                    <a:pt x="1294681" y="1816476"/>
                    <a:pt x="1291806" y="1814319"/>
                    <a:pt x="1288930" y="1812881"/>
                  </a:cubicBezTo>
                  <a:close/>
                  <a:moveTo>
                    <a:pt x="1345721" y="1879017"/>
                  </a:moveTo>
                  <a:cubicBezTo>
                    <a:pt x="1347159" y="1877579"/>
                    <a:pt x="1348596" y="1876142"/>
                    <a:pt x="1349315" y="1874704"/>
                  </a:cubicBezTo>
                  <a:lnTo>
                    <a:pt x="1354347" y="1872547"/>
                  </a:lnTo>
                  <a:cubicBezTo>
                    <a:pt x="1355066" y="1876142"/>
                    <a:pt x="1356504" y="1880455"/>
                    <a:pt x="1357942" y="1884049"/>
                  </a:cubicBezTo>
                  <a:cubicBezTo>
                    <a:pt x="1357223" y="1904178"/>
                    <a:pt x="1355785" y="1925025"/>
                    <a:pt x="1355066" y="1945153"/>
                  </a:cubicBezTo>
                  <a:cubicBezTo>
                    <a:pt x="1340689" y="1929338"/>
                    <a:pt x="1329906" y="1912085"/>
                    <a:pt x="1319123" y="1894113"/>
                  </a:cubicBezTo>
                  <a:cubicBezTo>
                    <a:pt x="1328468" y="1890519"/>
                    <a:pt x="1337813" y="1885487"/>
                    <a:pt x="1345721" y="1879017"/>
                  </a:cubicBezTo>
                  <a:close/>
                  <a:moveTo>
                    <a:pt x="1345002" y="2026385"/>
                  </a:moveTo>
                  <a:cubicBezTo>
                    <a:pt x="1344283" y="2022072"/>
                    <a:pt x="1342846" y="2017040"/>
                    <a:pt x="1341408" y="2012726"/>
                  </a:cubicBezTo>
                  <a:cubicBezTo>
                    <a:pt x="1344283" y="2015602"/>
                    <a:pt x="1347878" y="2019196"/>
                    <a:pt x="1351472" y="2022072"/>
                  </a:cubicBezTo>
                  <a:cubicBezTo>
                    <a:pt x="1351472" y="2023509"/>
                    <a:pt x="1351472" y="2024228"/>
                    <a:pt x="1351472" y="2025666"/>
                  </a:cubicBezTo>
                  <a:cubicBezTo>
                    <a:pt x="1351472" y="2025666"/>
                    <a:pt x="1350753" y="2025666"/>
                    <a:pt x="1350753" y="2025666"/>
                  </a:cubicBezTo>
                  <a:cubicBezTo>
                    <a:pt x="1348596" y="2025666"/>
                    <a:pt x="1347159" y="2025666"/>
                    <a:pt x="1345002" y="2026385"/>
                  </a:cubicBezTo>
                  <a:close/>
                  <a:moveTo>
                    <a:pt x="1164566" y="2653238"/>
                  </a:moveTo>
                  <a:cubicBezTo>
                    <a:pt x="1166004" y="2651800"/>
                    <a:pt x="1168161" y="2650362"/>
                    <a:pt x="1169598" y="2648925"/>
                  </a:cubicBezTo>
                  <a:cubicBezTo>
                    <a:pt x="1181819" y="2637423"/>
                    <a:pt x="1180381" y="2620889"/>
                    <a:pt x="1171755" y="2610106"/>
                  </a:cubicBezTo>
                  <a:cubicBezTo>
                    <a:pt x="1186132" y="2604355"/>
                    <a:pt x="1201947" y="2599323"/>
                    <a:pt x="1217762" y="2594291"/>
                  </a:cubicBezTo>
                  <a:cubicBezTo>
                    <a:pt x="1218481" y="2592853"/>
                    <a:pt x="1219919" y="2590697"/>
                    <a:pt x="1220638" y="2589259"/>
                  </a:cubicBezTo>
                  <a:cubicBezTo>
                    <a:pt x="1229264" y="2575600"/>
                    <a:pt x="1245798" y="2569849"/>
                    <a:pt x="1260176" y="2576319"/>
                  </a:cubicBezTo>
                  <a:cubicBezTo>
                    <a:pt x="1269521" y="2571287"/>
                    <a:pt x="1278866" y="2565536"/>
                    <a:pt x="1286774" y="2559066"/>
                  </a:cubicBezTo>
                  <a:cubicBezTo>
                    <a:pt x="1301151" y="2555472"/>
                    <a:pt x="1314810" y="2550440"/>
                    <a:pt x="1328468" y="2544689"/>
                  </a:cubicBezTo>
                  <a:cubicBezTo>
                    <a:pt x="1327749" y="2554753"/>
                    <a:pt x="1327749" y="2564817"/>
                    <a:pt x="1327030" y="2574162"/>
                  </a:cubicBezTo>
                  <a:cubicBezTo>
                    <a:pt x="1325593" y="2575600"/>
                    <a:pt x="1324155" y="2577038"/>
                    <a:pt x="1323436" y="2579195"/>
                  </a:cubicBezTo>
                  <a:cubicBezTo>
                    <a:pt x="1325593" y="2579914"/>
                    <a:pt x="1327749" y="2580632"/>
                    <a:pt x="1329906" y="2582070"/>
                  </a:cubicBezTo>
                  <a:cubicBezTo>
                    <a:pt x="1336376" y="2566974"/>
                    <a:pt x="1355066" y="2559066"/>
                    <a:pt x="1370163" y="2563379"/>
                  </a:cubicBezTo>
                  <a:cubicBezTo>
                    <a:pt x="1370163" y="2557629"/>
                    <a:pt x="1370881" y="2551877"/>
                    <a:pt x="1370881" y="2546846"/>
                  </a:cubicBezTo>
                  <a:cubicBezTo>
                    <a:pt x="1396042" y="2550440"/>
                    <a:pt x="1422640" y="2550440"/>
                    <a:pt x="1447800" y="2551159"/>
                  </a:cubicBezTo>
                  <a:cubicBezTo>
                    <a:pt x="1490932" y="2552596"/>
                    <a:pt x="1534064" y="2554753"/>
                    <a:pt x="1577915" y="2554753"/>
                  </a:cubicBezTo>
                  <a:lnTo>
                    <a:pt x="1708030" y="2556191"/>
                  </a:lnTo>
                  <a:cubicBezTo>
                    <a:pt x="1708749" y="2556191"/>
                    <a:pt x="1710187" y="2556191"/>
                    <a:pt x="1710906" y="2556191"/>
                  </a:cubicBezTo>
                  <a:cubicBezTo>
                    <a:pt x="1718813" y="2539657"/>
                    <a:pt x="1737504" y="2535344"/>
                    <a:pt x="1751881" y="2540376"/>
                  </a:cubicBezTo>
                  <a:cubicBezTo>
                    <a:pt x="1755476" y="2536063"/>
                    <a:pt x="1759070" y="2531749"/>
                    <a:pt x="1761946" y="2528155"/>
                  </a:cubicBezTo>
                  <a:cubicBezTo>
                    <a:pt x="1784230" y="2495087"/>
                    <a:pt x="1837427" y="2525279"/>
                    <a:pt x="1817298" y="2558347"/>
                  </a:cubicBezTo>
                  <a:cubicBezTo>
                    <a:pt x="1818736" y="2560504"/>
                    <a:pt x="1819455" y="2562660"/>
                    <a:pt x="1820893" y="2564098"/>
                  </a:cubicBezTo>
                  <a:cubicBezTo>
                    <a:pt x="1816579" y="2566974"/>
                    <a:pt x="1812266" y="2569130"/>
                    <a:pt x="1807953" y="2572006"/>
                  </a:cubicBezTo>
                  <a:cubicBezTo>
                    <a:pt x="1806515" y="2573444"/>
                    <a:pt x="1805078" y="2574881"/>
                    <a:pt x="1804359" y="2576319"/>
                  </a:cubicBezTo>
                  <a:cubicBezTo>
                    <a:pt x="1771291" y="2577757"/>
                    <a:pt x="1738223" y="2580632"/>
                    <a:pt x="1705874" y="2582070"/>
                  </a:cubicBezTo>
                  <a:cubicBezTo>
                    <a:pt x="1679276" y="2583508"/>
                    <a:pt x="1653396" y="2584945"/>
                    <a:pt x="1626798" y="2586383"/>
                  </a:cubicBezTo>
                  <a:cubicBezTo>
                    <a:pt x="1526876" y="2579914"/>
                    <a:pt x="1425515" y="2577038"/>
                    <a:pt x="1327030" y="2589978"/>
                  </a:cubicBezTo>
                  <a:cubicBezTo>
                    <a:pt x="1324155" y="2588540"/>
                    <a:pt x="1321279" y="2587821"/>
                    <a:pt x="1317685" y="2588540"/>
                  </a:cubicBezTo>
                  <a:cubicBezTo>
                    <a:pt x="1309778" y="2589978"/>
                    <a:pt x="1301151" y="2592134"/>
                    <a:pt x="1293244" y="2595010"/>
                  </a:cubicBezTo>
                  <a:cubicBezTo>
                    <a:pt x="1290368" y="2595728"/>
                    <a:pt x="1287493" y="2595728"/>
                    <a:pt x="1284617" y="2596447"/>
                  </a:cubicBezTo>
                  <a:cubicBezTo>
                    <a:pt x="1282461" y="2597166"/>
                    <a:pt x="1280304" y="2598604"/>
                    <a:pt x="1279585" y="2600761"/>
                  </a:cubicBezTo>
                  <a:cubicBezTo>
                    <a:pt x="1246517" y="2615857"/>
                    <a:pt x="1214887" y="2638861"/>
                    <a:pt x="1183976" y="2653957"/>
                  </a:cubicBezTo>
                  <a:cubicBezTo>
                    <a:pt x="1178225" y="2656832"/>
                    <a:pt x="1172474" y="2658989"/>
                    <a:pt x="1166723" y="2661864"/>
                  </a:cubicBezTo>
                  <a:cubicBezTo>
                    <a:pt x="1164566" y="2658989"/>
                    <a:pt x="1164566" y="2656113"/>
                    <a:pt x="1164566" y="2653238"/>
                  </a:cubicBezTo>
                  <a:close/>
                  <a:moveTo>
                    <a:pt x="1125028" y="2574881"/>
                  </a:moveTo>
                  <a:cubicBezTo>
                    <a:pt x="1128623" y="2575600"/>
                    <a:pt x="1132217" y="2575600"/>
                    <a:pt x="1135812" y="2576319"/>
                  </a:cubicBezTo>
                  <a:cubicBezTo>
                    <a:pt x="1132217" y="2577757"/>
                    <a:pt x="1128623" y="2579195"/>
                    <a:pt x="1125028" y="2580632"/>
                  </a:cubicBezTo>
                  <a:cubicBezTo>
                    <a:pt x="1124310" y="2579195"/>
                    <a:pt x="1125028" y="2577038"/>
                    <a:pt x="1125028" y="2574881"/>
                  </a:cubicBezTo>
                  <a:close/>
                  <a:moveTo>
                    <a:pt x="1117121" y="2734470"/>
                  </a:moveTo>
                  <a:cubicBezTo>
                    <a:pt x="1117121" y="2729438"/>
                    <a:pt x="1117121" y="2725125"/>
                    <a:pt x="1117840" y="2720093"/>
                  </a:cubicBezTo>
                  <a:cubicBezTo>
                    <a:pt x="1142281" y="2711466"/>
                    <a:pt x="1166004" y="2701402"/>
                    <a:pt x="1187570" y="2692057"/>
                  </a:cubicBezTo>
                  <a:cubicBezTo>
                    <a:pt x="1191164" y="2690619"/>
                    <a:pt x="1195478" y="2689181"/>
                    <a:pt x="1199072" y="2687025"/>
                  </a:cubicBezTo>
                  <a:cubicBezTo>
                    <a:pt x="1201947" y="2694213"/>
                    <a:pt x="1204823" y="2701402"/>
                    <a:pt x="1208417" y="2707872"/>
                  </a:cubicBezTo>
                  <a:cubicBezTo>
                    <a:pt x="1196196" y="2710028"/>
                    <a:pt x="1183976" y="2710028"/>
                    <a:pt x="1171036" y="2707872"/>
                  </a:cubicBezTo>
                  <a:cubicBezTo>
                    <a:pt x="1160253" y="2713623"/>
                    <a:pt x="1148751" y="2719374"/>
                    <a:pt x="1137249" y="2725125"/>
                  </a:cubicBezTo>
                  <a:cubicBezTo>
                    <a:pt x="1153064" y="2753160"/>
                    <a:pt x="1172474" y="2779040"/>
                    <a:pt x="1190446" y="2805638"/>
                  </a:cubicBezTo>
                  <a:cubicBezTo>
                    <a:pt x="1205542" y="2827204"/>
                    <a:pt x="1220638" y="2854521"/>
                    <a:pt x="1239328" y="2876087"/>
                  </a:cubicBezTo>
                  <a:cubicBezTo>
                    <a:pt x="1233578" y="2877525"/>
                    <a:pt x="1227827" y="2879681"/>
                    <a:pt x="1222076" y="2882557"/>
                  </a:cubicBezTo>
                  <a:cubicBezTo>
                    <a:pt x="1210574" y="2849489"/>
                    <a:pt x="1186851" y="2819296"/>
                    <a:pt x="1168161" y="2790542"/>
                  </a:cubicBezTo>
                  <a:cubicBezTo>
                    <a:pt x="1154502" y="2770414"/>
                    <a:pt x="1140844" y="2749566"/>
                    <a:pt x="1126466" y="2730157"/>
                  </a:cubicBezTo>
                  <a:cubicBezTo>
                    <a:pt x="1123591" y="2731594"/>
                    <a:pt x="1120715" y="2733032"/>
                    <a:pt x="1117121" y="2734470"/>
                  </a:cubicBezTo>
                  <a:close/>
                  <a:moveTo>
                    <a:pt x="1102025" y="3702785"/>
                  </a:moveTo>
                  <a:cubicBezTo>
                    <a:pt x="1101306" y="3702785"/>
                    <a:pt x="1100587" y="3702785"/>
                    <a:pt x="1099868" y="3703504"/>
                  </a:cubicBezTo>
                  <a:cubicBezTo>
                    <a:pt x="1099149" y="3703504"/>
                    <a:pt x="1099149" y="3704223"/>
                    <a:pt x="1098430" y="3704223"/>
                  </a:cubicBezTo>
                  <a:cubicBezTo>
                    <a:pt x="1087647" y="3707817"/>
                    <a:pt x="1077583" y="3712130"/>
                    <a:pt x="1068238" y="3717881"/>
                  </a:cubicBezTo>
                  <a:cubicBezTo>
                    <a:pt x="1069676" y="3694877"/>
                    <a:pt x="1071113" y="3672593"/>
                    <a:pt x="1072551" y="3649589"/>
                  </a:cubicBezTo>
                  <a:cubicBezTo>
                    <a:pt x="1079021" y="3657496"/>
                    <a:pt x="1085491" y="3664685"/>
                    <a:pt x="1094117" y="3670436"/>
                  </a:cubicBezTo>
                  <a:cubicBezTo>
                    <a:pt x="1099868" y="3674749"/>
                    <a:pt x="1107776" y="3671874"/>
                    <a:pt x="1111370" y="3666123"/>
                  </a:cubicBezTo>
                  <a:cubicBezTo>
                    <a:pt x="1118559" y="3676906"/>
                    <a:pt x="1125747" y="3686970"/>
                    <a:pt x="1135812" y="3695597"/>
                  </a:cubicBezTo>
                  <a:cubicBezTo>
                    <a:pt x="1124310" y="3697034"/>
                    <a:pt x="1112808" y="3699191"/>
                    <a:pt x="1102025" y="3702785"/>
                  </a:cubicBezTo>
                  <a:close/>
                  <a:moveTo>
                    <a:pt x="1107057" y="3450462"/>
                  </a:moveTo>
                  <a:cubicBezTo>
                    <a:pt x="1109932" y="3450462"/>
                    <a:pt x="1112089" y="3450462"/>
                    <a:pt x="1114964" y="3450462"/>
                  </a:cubicBezTo>
                  <a:cubicBezTo>
                    <a:pt x="1116402" y="3465559"/>
                    <a:pt x="1118559" y="3480655"/>
                    <a:pt x="1122153" y="3495032"/>
                  </a:cubicBezTo>
                  <a:cubicBezTo>
                    <a:pt x="1116402" y="3480655"/>
                    <a:pt x="1111370" y="3465559"/>
                    <a:pt x="1107057" y="3450462"/>
                  </a:cubicBezTo>
                  <a:close/>
                  <a:moveTo>
                    <a:pt x="1118559" y="3403017"/>
                  </a:moveTo>
                  <a:cubicBezTo>
                    <a:pt x="1109932" y="3403736"/>
                    <a:pt x="1102025" y="3403736"/>
                    <a:pt x="1093398" y="3404455"/>
                  </a:cubicBezTo>
                  <a:cubicBezTo>
                    <a:pt x="1094836" y="3386483"/>
                    <a:pt x="1096993" y="3369230"/>
                    <a:pt x="1099149" y="3351259"/>
                  </a:cubicBezTo>
                  <a:cubicBezTo>
                    <a:pt x="1126466" y="3351259"/>
                    <a:pt x="1153783" y="3351259"/>
                    <a:pt x="1181819" y="3351978"/>
                  </a:cubicBezTo>
                  <a:cubicBezTo>
                    <a:pt x="1214168" y="3352697"/>
                    <a:pt x="1247236" y="3356291"/>
                    <a:pt x="1276710" y="3341914"/>
                  </a:cubicBezTo>
                  <a:cubicBezTo>
                    <a:pt x="1283898" y="3338319"/>
                    <a:pt x="1281023" y="3328974"/>
                    <a:pt x="1274553" y="3326817"/>
                  </a:cubicBezTo>
                  <a:cubicBezTo>
                    <a:pt x="1245079" y="3315315"/>
                    <a:pt x="1212730" y="3321785"/>
                    <a:pt x="1181819" y="3325379"/>
                  </a:cubicBezTo>
                  <a:cubicBezTo>
                    <a:pt x="1155221" y="3328255"/>
                    <a:pt x="1127904" y="3330412"/>
                    <a:pt x="1101306" y="3332568"/>
                  </a:cubicBezTo>
                  <a:cubicBezTo>
                    <a:pt x="1112808" y="3225457"/>
                    <a:pt x="1125028" y="3118346"/>
                    <a:pt x="1136530" y="3011234"/>
                  </a:cubicBezTo>
                  <a:cubicBezTo>
                    <a:pt x="1135093" y="3001170"/>
                    <a:pt x="1133655" y="2990387"/>
                    <a:pt x="1132217" y="2980323"/>
                  </a:cubicBezTo>
                  <a:cubicBezTo>
                    <a:pt x="1144438" y="2974572"/>
                    <a:pt x="1155940" y="2968821"/>
                    <a:pt x="1167442" y="2963070"/>
                  </a:cubicBezTo>
                  <a:cubicBezTo>
                    <a:pt x="1176787" y="2959476"/>
                    <a:pt x="1185413" y="2955881"/>
                    <a:pt x="1194759" y="2952287"/>
                  </a:cubicBezTo>
                  <a:cubicBezTo>
                    <a:pt x="1221357" y="2941504"/>
                    <a:pt x="1250830" y="2933596"/>
                    <a:pt x="1270959" y="2911311"/>
                  </a:cubicBezTo>
                  <a:cubicBezTo>
                    <a:pt x="1272396" y="2909155"/>
                    <a:pt x="1273834" y="2906998"/>
                    <a:pt x="1273834" y="2904842"/>
                  </a:cubicBezTo>
                  <a:cubicBezTo>
                    <a:pt x="1275991" y="2905561"/>
                    <a:pt x="1277428" y="2906998"/>
                    <a:pt x="1279585" y="2907717"/>
                  </a:cubicBezTo>
                  <a:cubicBezTo>
                    <a:pt x="1286055" y="2910593"/>
                    <a:pt x="1295400" y="2907717"/>
                    <a:pt x="1294681" y="2899091"/>
                  </a:cubicBezTo>
                  <a:cubicBezTo>
                    <a:pt x="1290368" y="2858834"/>
                    <a:pt x="1261613" y="2828642"/>
                    <a:pt x="1237891" y="2797730"/>
                  </a:cubicBezTo>
                  <a:cubicBezTo>
                    <a:pt x="1219200" y="2772570"/>
                    <a:pt x="1201229" y="2745972"/>
                    <a:pt x="1180381" y="2721530"/>
                  </a:cubicBezTo>
                  <a:cubicBezTo>
                    <a:pt x="1185413" y="2720811"/>
                    <a:pt x="1189727" y="2719374"/>
                    <a:pt x="1194759" y="2717217"/>
                  </a:cubicBezTo>
                  <a:cubicBezTo>
                    <a:pt x="1201229" y="2717936"/>
                    <a:pt x="1207698" y="2718655"/>
                    <a:pt x="1214168" y="2718655"/>
                  </a:cubicBezTo>
                  <a:cubicBezTo>
                    <a:pt x="1225670" y="2740221"/>
                    <a:pt x="1239328" y="2761068"/>
                    <a:pt x="1252268" y="2781915"/>
                  </a:cubicBezTo>
                  <a:cubicBezTo>
                    <a:pt x="1269521" y="2809232"/>
                    <a:pt x="1287493" y="2845176"/>
                    <a:pt x="1313372" y="2866742"/>
                  </a:cubicBezTo>
                  <a:cubicBezTo>
                    <a:pt x="1305464" y="3043583"/>
                    <a:pt x="1297557" y="3220425"/>
                    <a:pt x="1288930" y="3397266"/>
                  </a:cubicBezTo>
                  <a:cubicBezTo>
                    <a:pt x="1262332" y="3397985"/>
                    <a:pt x="1235734" y="3398704"/>
                    <a:pt x="1208417" y="3399423"/>
                  </a:cubicBezTo>
                  <a:cubicBezTo>
                    <a:pt x="1207698" y="3394391"/>
                    <a:pt x="1206261" y="3389359"/>
                    <a:pt x="1205542" y="3384327"/>
                  </a:cubicBezTo>
                  <a:cubicBezTo>
                    <a:pt x="1201229" y="3359885"/>
                    <a:pt x="1163847" y="3366355"/>
                    <a:pt x="1163129" y="3390078"/>
                  </a:cubicBezTo>
                  <a:cubicBezTo>
                    <a:pt x="1163129" y="3393672"/>
                    <a:pt x="1163129" y="3397266"/>
                    <a:pt x="1163129" y="3400861"/>
                  </a:cubicBezTo>
                  <a:cubicBezTo>
                    <a:pt x="1153783" y="3401579"/>
                    <a:pt x="1144438" y="3401579"/>
                    <a:pt x="1135812" y="3402298"/>
                  </a:cubicBezTo>
                  <a:cubicBezTo>
                    <a:pt x="1130779" y="3398704"/>
                    <a:pt x="1123591" y="3399423"/>
                    <a:pt x="1118559" y="3403017"/>
                  </a:cubicBezTo>
                  <a:close/>
                  <a:moveTo>
                    <a:pt x="1250111" y="3671155"/>
                  </a:moveTo>
                  <a:cubicBezTo>
                    <a:pt x="1245798" y="3654621"/>
                    <a:pt x="1235734" y="3642400"/>
                    <a:pt x="1225670" y="3627304"/>
                  </a:cubicBezTo>
                  <a:cubicBezTo>
                    <a:pt x="1211293" y="3605019"/>
                    <a:pt x="1199072" y="3581296"/>
                    <a:pt x="1187570" y="3556855"/>
                  </a:cubicBezTo>
                  <a:cubicBezTo>
                    <a:pt x="1172474" y="3523787"/>
                    <a:pt x="1160253" y="3487844"/>
                    <a:pt x="1150908" y="3451900"/>
                  </a:cubicBezTo>
                  <a:cubicBezTo>
                    <a:pt x="1155940" y="3451900"/>
                    <a:pt x="1161691" y="3452619"/>
                    <a:pt x="1166723" y="3452619"/>
                  </a:cubicBezTo>
                  <a:cubicBezTo>
                    <a:pt x="1172474" y="3492876"/>
                    <a:pt x="1184695" y="3531695"/>
                    <a:pt x="1201947" y="3569795"/>
                  </a:cubicBezTo>
                  <a:cubicBezTo>
                    <a:pt x="1215606" y="3599987"/>
                    <a:pt x="1237172" y="3643838"/>
                    <a:pt x="1265927" y="3671874"/>
                  </a:cubicBezTo>
                  <a:cubicBezTo>
                    <a:pt x="1261613" y="3672593"/>
                    <a:pt x="1255862" y="3671874"/>
                    <a:pt x="1250111" y="3671155"/>
                  </a:cubicBezTo>
                  <a:close/>
                  <a:moveTo>
                    <a:pt x="1260176" y="3552542"/>
                  </a:moveTo>
                  <a:cubicBezTo>
                    <a:pt x="1244361" y="3521630"/>
                    <a:pt x="1232140" y="3488563"/>
                    <a:pt x="1222076" y="3455495"/>
                  </a:cubicBezTo>
                  <a:cubicBezTo>
                    <a:pt x="1227108" y="3455495"/>
                    <a:pt x="1232859" y="3455495"/>
                    <a:pt x="1237891" y="3456213"/>
                  </a:cubicBezTo>
                  <a:cubicBezTo>
                    <a:pt x="1249393" y="3490719"/>
                    <a:pt x="1265208" y="3523787"/>
                    <a:pt x="1281023" y="3556136"/>
                  </a:cubicBezTo>
                  <a:cubicBezTo>
                    <a:pt x="1280304" y="3565481"/>
                    <a:pt x="1280304" y="3574827"/>
                    <a:pt x="1279585" y="3584891"/>
                  </a:cubicBezTo>
                  <a:cubicBezTo>
                    <a:pt x="1272396" y="3574108"/>
                    <a:pt x="1265208" y="3563325"/>
                    <a:pt x="1260176" y="3552542"/>
                  </a:cubicBezTo>
                  <a:close/>
                  <a:moveTo>
                    <a:pt x="1272396" y="5224628"/>
                  </a:moveTo>
                  <a:cubicBezTo>
                    <a:pt x="1273115" y="5205219"/>
                    <a:pt x="1273834" y="5185810"/>
                    <a:pt x="1274553" y="5166400"/>
                  </a:cubicBezTo>
                  <a:cubicBezTo>
                    <a:pt x="1287493" y="5184372"/>
                    <a:pt x="1302589" y="5203782"/>
                    <a:pt x="1319842" y="5217440"/>
                  </a:cubicBezTo>
                  <a:cubicBezTo>
                    <a:pt x="1304027" y="5219597"/>
                    <a:pt x="1288211" y="5221753"/>
                    <a:pt x="1272396" y="5224628"/>
                  </a:cubicBezTo>
                  <a:close/>
                  <a:moveTo>
                    <a:pt x="1401793" y="5211689"/>
                  </a:moveTo>
                  <a:cubicBezTo>
                    <a:pt x="1396042" y="5211689"/>
                    <a:pt x="1391010" y="5211689"/>
                    <a:pt x="1385259" y="5211689"/>
                  </a:cubicBezTo>
                  <a:cubicBezTo>
                    <a:pt x="1383102" y="5195155"/>
                    <a:pt x="1373038" y="5185091"/>
                    <a:pt x="1360098" y="5172151"/>
                  </a:cubicBezTo>
                  <a:cubicBezTo>
                    <a:pt x="1337813" y="5149147"/>
                    <a:pt x="1316247" y="5123987"/>
                    <a:pt x="1297557" y="5098108"/>
                  </a:cubicBezTo>
                  <a:cubicBezTo>
                    <a:pt x="1290368" y="5088763"/>
                    <a:pt x="1283898" y="5078698"/>
                    <a:pt x="1277428" y="5068634"/>
                  </a:cubicBezTo>
                  <a:cubicBezTo>
                    <a:pt x="1277428" y="5060727"/>
                    <a:pt x="1278147" y="5053538"/>
                    <a:pt x="1278147" y="5045631"/>
                  </a:cubicBezTo>
                  <a:cubicBezTo>
                    <a:pt x="1283898" y="5047787"/>
                    <a:pt x="1288930" y="5049944"/>
                    <a:pt x="1294681" y="5052100"/>
                  </a:cubicBezTo>
                  <a:cubicBezTo>
                    <a:pt x="1310496" y="5083012"/>
                    <a:pt x="1328468" y="5112485"/>
                    <a:pt x="1348596" y="5140521"/>
                  </a:cubicBezTo>
                  <a:cubicBezTo>
                    <a:pt x="1363693" y="5162087"/>
                    <a:pt x="1380946" y="5188685"/>
                    <a:pt x="1401793" y="5211689"/>
                  </a:cubicBezTo>
                  <a:close/>
                  <a:moveTo>
                    <a:pt x="1429110" y="5022627"/>
                  </a:moveTo>
                  <a:cubicBezTo>
                    <a:pt x="1421202" y="5014719"/>
                    <a:pt x="1410419" y="5015438"/>
                    <a:pt x="1403230" y="5020470"/>
                  </a:cubicBezTo>
                  <a:cubicBezTo>
                    <a:pt x="1377351" y="5011844"/>
                    <a:pt x="1355066" y="4996748"/>
                    <a:pt x="1339970" y="4973744"/>
                  </a:cubicBezTo>
                  <a:cubicBezTo>
                    <a:pt x="1337095" y="4973744"/>
                    <a:pt x="1334219" y="4973744"/>
                    <a:pt x="1332062" y="4973744"/>
                  </a:cubicBezTo>
                  <a:cubicBezTo>
                    <a:pt x="1321998" y="4970149"/>
                    <a:pt x="1312653" y="4966555"/>
                    <a:pt x="1302589" y="4962242"/>
                  </a:cubicBezTo>
                  <a:cubicBezTo>
                    <a:pt x="1302589" y="4962242"/>
                    <a:pt x="1301870" y="4961523"/>
                    <a:pt x="1301870" y="4961523"/>
                  </a:cubicBezTo>
                  <a:cubicBezTo>
                    <a:pt x="1297557" y="4952178"/>
                    <a:pt x="1288211" y="4950021"/>
                    <a:pt x="1280304" y="4951459"/>
                  </a:cubicBezTo>
                  <a:cubicBezTo>
                    <a:pt x="1281023" y="4926298"/>
                    <a:pt x="1281742" y="4901857"/>
                    <a:pt x="1282461" y="4876697"/>
                  </a:cubicBezTo>
                  <a:cubicBezTo>
                    <a:pt x="1282461" y="4876697"/>
                    <a:pt x="1282461" y="4876697"/>
                    <a:pt x="1282461" y="4876697"/>
                  </a:cubicBezTo>
                  <a:cubicBezTo>
                    <a:pt x="1362974" y="4889636"/>
                    <a:pt x="1444925" y="4885323"/>
                    <a:pt x="1526876" y="4889636"/>
                  </a:cubicBezTo>
                  <a:cubicBezTo>
                    <a:pt x="1534064" y="4890355"/>
                    <a:pt x="1541253" y="4890355"/>
                    <a:pt x="1548442" y="4891074"/>
                  </a:cubicBezTo>
                  <a:cubicBezTo>
                    <a:pt x="1550598" y="4894668"/>
                    <a:pt x="1553474" y="4898263"/>
                    <a:pt x="1556349" y="4901857"/>
                  </a:cubicBezTo>
                  <a:cubicBezTo>
                    <a:pt x="1566413" y="4912640"/>
                    <a:pt x="1582229" y="4908327"/>
                    <a:pt x="1589417" y="4897544"/>
                  </a:cubicBezTo>
                  <a:cubicBezTo>
                    <a:pt x="1590136" y="4896106"/>
                    <a:pt x="1590855" y="4895387"/>
                    <a:pt x="1591574" y="4893949"/>
                  </a:cubicBezTo>
                  <a:cubicBezTo>
                    <a:pt x="1657710" y="4898263"/>
                    <a:pt x="1726002" y="4900419"/>
                    <a:pt x="1789262" y="4885323"/>
                  </a:cubicBezTo>
                  <a:cubicBezTo>
                    <a:pt x="1800764" y="4882448"/>
                    <a:pt x="1800764" y="4864476"/>
                    <a:pt x="1789262" y="4862319"/>
                  </a:cubicBezTo>
                  <a:cubicBezTo>
                    <a:pt x="1729597" y="4848661"/>
                    <a:pt x="1664898" y="4850098"/>
                    <a:pt x="1602357" y="4853693"/>
                  </a:cubicBezTo>
                  <a:cubicBezTo>
                    <a:pt x="1603076" y="4842191"/>
                    <a:pt x="1602357" y="4829970"/>
                    <a:pt x="1601638" y="4817749"/>
                  </a:cubicBezTo>
                  <a:cubicBezTo>
                    <a:pt x="1602357" y="4806248"/>
                    <a:pt x="1602357" y="4794746"/>
                    <a:pt x="1602357" y="4783244"/>
                  </a:cubicBezTo>
                  <a:cubicBezTo>
                    <a:pt x="1603076" y="4735798"/>
                    <a:pt x="1611702" y="4679727"/>
                    <a:pt x="1595168" y="4634438"/>
                  </a:cubicBezTo>
                  <a:cubicBezTo>
                    <a:pt x="1593012" y="4627968"/>
                    <a:pt x="1587979" y="4622936"/>
                    <a:pt x="1582229" y="4619342"/>
                  </a:cubicBezTo>
                  <a:cubicBezTo>
                    <a:pt x="1580791" y="4607840"/>
                    <a:pt x="1578634" y="4596338"/>
                    <a:pt x="1575759" y="4584836"/>
                  </a:cubicBezTo>
                  <a:cubicBezTo>
                    <a:pt x="1567132" y="4547455"/>
                    <a:pt x="1518968" y="4574772"/>
                    <a:pt x="1526876" y="4598495"/>
                  </a:cubicBezTo>
                  <a:cubicBezTo>
                    <a:pt x="1524719" y="4625812"/>
                    <a:pt x="1525438" y="4653128"/>
                    <a:pt x="1526876" y="4681164"/>
                  </a:cubicBezTo>
                  <a:lnTo>
                    <a:pt x="1520406" y="4782525"/>
                  </a:lnTo>
                  <a:cubicBezTo>
                    <a:pt x="1518968" y="4808404"/>
                    <a:pt x="1515374" y="4836440"/>
                    <a:pt x="1531189" y="4857287"/>
                  </a:cubicBezTo>
                  <a:cubicBezTo>
                    <a:pt x="1448519" y="4860881"/>
                    <a:pt x="1365130" y="4857287"/>
                    <a:pt x="1283898" y="4870227"/>
                  </a:cubicBezTo>
                  <a:cubicBezTo>
                    <a:pt x="1283898" y="4870227"/>
                    <a:pt x="1283898" y="4870227"/>
                    <a:pt x="1283898" y="4870227"/>
                  </a:cubicBezTo>
                  <a:cubicBezTo>
                    <a:pt x="1285336" y="4820625"/>
                    <a:pt x="1286774" y="4770304"/>
                    <a:pt x="1288930" y="4720702"/>
                  </a:cubicBezTo>
                  <a:cubicBezTo>
                    <a:pt x="1291806" y="4640189"/>
                    <a:pt x="1294681" y="4559676"/>
                    <a:pt x="1297557" y="4479163"/>
                  </a:cubicBezTo>
                  <a:cubicBezTo>
                    <a:pt x="1332781" y="4487070"/>
                    <a:pt x="1371600" y="4487070"/>
                    <a:pt x="1405387" y="4489946"/>
                  </a:cubicBezTo>
                  <a:cubicBezTo>
                    <a:pt x="1462896" y="4494259"/>
                    <a:pt x="1520406" y="4494978"/>
                    <a:pt x="1578634" y="4494259"/>
                  </a:cubicBezTo>
                  <a:cubicBezTo>
                    <a:pt x="1581510" y="4494259"/>
                    <a:pt x="1584385" y="4494259"/>
                    <a:pt x="1587261" y="4494259"/>
                  </a:cubicBezTo>
                  <a:cubicBezTo>
                    <a:pt x="1593730" y="4494978"/>
                    <a:pt x="1599481" y="4494978"/>
                    <a:pt x="1605951" y="4495697"/>
                  </a:cubicBezTo>
                  <a:cubicBezTo>
                    <a:pt x="1610264" y="4495697"/>
                    <a:pt x="1614578" y="4496415"/>
                    <a:pt x="1618891" y="4496415"/>
                  </a:cubicBezTo>
                  <a:cubicBezTo>
                    <a:pt x="1638300" y="4507198"/>
                    <a:pt x="1659147" y="4512949"/>
                    <a:pt x="1679276" y="4509355"/>
                  </a:cubicBezTo>
                  <a:cubicBezTo>
                    <a:pt x="1685746" y="4508636"/>
                    <a:pt x="1688621" y="4502166"/>
                    <a:pt x="1688621" y="4496415"/>
                  </a:cubicBezTo>
                  <a:cubicBezTo>
                    <a:pt x="1722408" y="4494978"/>
                    <a:pt x="1756913" y="4489946"/>
                    <a:pt x="1788544" y="4479881"/>
                  </a:cubicBezTo>
                  <a:cubicBezTo>
                    <a:pt x="1802202" y="4478444"/>
                    <a:pt x="1815861" y="4477006"/>
                    <a:pt x="1829519" y="4474849"/>
                  </a:cubicBezTo>
                  <a:cubicBezTo>
                    <a:pt x="1844615" y="4482757"/>
                    <a:pt x="1860430" y="4489946"/>
                    <a:pt x="1876246" y="4497134"/>
                  </a:cubicBezTo>
                  <a:cubicBezTo>
                    <a:pt x="1878402" y="4536672"/>
                    <a:pt x="1880559" y="4576210"/>
                    <a:pt x="1881996" y="4615748"/>
                  </a:cubicBezTo>
                  <a:cubicBezTo>
                    <a:pt x="1878402" y="4617185"/>
                    <a:pt x="1875527" y="4622217"/>
                    <a:pt x="1879121" y="4626531"/>
                  </a:cubicBezTo>
                  <a:cubicBezTo>
                    <a:pt x="1879840" y="4627968"/>
                    <a:pt x="1881278" y="4628687"/>
                    <a:pt x="1882715" y="4630125"/>
                  </a:cubicBezTo>
                  <a:cubicBezTo>
                    <a:pt x="1885591" y="4683321"/>
                    <a:pt x="1888466" y="4736517"/>
                    <a:pt x="1890623" y="4789713"/>
                  </a:cubicBezTo>
                  <a:cubicBezTo>
                    <a:pt x="1890623" y="4794027"/>
                    <a:pt x="1891342" y="4798340"/>
                    <a:pt x="1891342" y="4802653"/>
                  </a:cubicBezTo>
                  <a:cubicBezTo>
                    <a:pt x="1892061" y="4809842"/>
                    <a:pt x="1892779" y="4817031"/>
                    <a:pt x="1894217" y="4824938"/>
                  </a:cubicBezTo>
                  <a:cubicBezTo>
                    <a:pt x="1917221" y="4823500"/>
                    <a:pt x="1938787" y="4852974"/>
                    <a:pt x="1919378" y="4873102"/>
                  </a:cubicBezTo>
                  <a:cubicBezTo>
                    <a:pt x="1914345" y="4872383"/>
                    <a:pt x="1910032" y="4871664"/>
                    <a:pt x="1905000" y="4870946"/>
                  </a:cubicBezTo>
                  <a:cubicBezTo>
                    <a:pt x="1892779" y="4869508"/>
                    <a:pt x="1888466" y="4877415"/>
                    <a:pt x="1876964" y="4878853"/>
                  </a:cubicBezTo>
                  <a:cubicBezTo>
                    <a:pt x="1874089" y="4879572"/>
                    <a:pt x="1873370" y="4883166"/>
                    <a:pt x="1875527" y="4884604"/>
                  </a:cubicBezTo>
                  <a:cubicBezTo>
                    <a:pt x="1881996" y="4890355"/>
                    <a:pt x="1883434" y="4898981"/>
                    <a:pt x="1891342" y="4903295"/>
                  </a:cubicBezTo>
                  <a:cubicBezTo>
                    <a:pt x="1892061" y="4903295"/>
                    <a:pt x="1892061" y="4904014"/>
                    <a:pt x="1892779" y="4904014"/>
                  </a:cubicBezTo>
                  <a:cubicBezTo>
                    <a:pt x="1892061" y="4912640"/>
                    <a:pt x="1887747" y="4920547"/>
                    <a:pt x="1878402" y="4925580"/>
                  </a:cubicBezTo>
                  <a:cubicBezTo>
                    <a:pt x="1867619" y="4930612"/>
                    <a:pt x="1856836" y="4936363"/>
                    <a:pt x="1846053" y="4941395"/>
                  </a:cubicBezTo>
                  <a:cubicBezTo>
                    <a:pt x="1843178" y="4943551"/>
                    <a:pt x="1839583" y="4946427"/>
                    <a:pt x="1836708" y="4948583"/>
                  </a:cubicBezTo>
                  <a:cubicBezTo>
                    <a:pt x="1835270" y="4948583"/>
                    <a:pt x="1833832" y="4947864"/>
                    <a:pt x="1831676" y="4947864"/>
                  </a:cubicBezTo>
                  <a:cubicBezTo>
                    <a:pt x="1830957" y="4947864"/>
                    <a:pt x="1830238" y="4948583"/>
                    <a:pt x="1830238" y="4948583"/>
                  </a:cubicBezTo>
                  <a:cubicBezTo>
                    <a:pt x="1795013" y="4973744"/>
                    <a:pt x="1757632" y="4994591"/>
                    <a:pt x="1717376" y="5003936"/>
                  </a:cubicBezTo>
                  <a:cubicBezTo>
                    <a:pt x="1693653" y="5008968"/>
                    <a:pt x="1671368" y="5011125"/>
                    <a:pt x="1649802" y="5008968"/>
                  </a:cubicBezTo>
                  <a:cubicBezTo>
                    <a:pt x="1624642" y="5014719"/>
                    <a:pt x="1599481" y="5019751"/>
                    <a:pt x="1575040" y="5023345"/>
                  </a:cubicBezTo>
                  <a:cubicBezTo>
                    <a:pt x="1534783" y="5029097"/>
                    <a:pt x="1483025" y="5034128"/>
                    <a:pt x="1437017" y="5026221"/>
                  </a:cubicBezTo>
                  <a:cubicBezTo>
                    <a:pt x="1433423" y="5026940"/>
                    <a:pt x="1431266" y="5024783"/>
                    <a:pt x="1429110" y="5022627"/>
                  </a:cubicBezTo>
                  <a:close/>
                  <a:moveTo>
                    <a:pt x="1689340" y="5271355"/>
                  </a:moveTo>
                  <a:cubicBezTo>
                    <a:pt x="1688621" y="5270636"/>
                    <a:pt x="1688621" y="5269917"/>
                    <a:pt x="1687902" y="5268480"/>
                  </a:cubicBezTo>
                  <a:cubicBezTo>
                    <a:pt x="1691496" y="5274231"/>
                    <a:pt x="1695091" y="5279263"/>
                    <a:pt x="1699404" y="5285014"/>
                  </a:cubicBezTo>
                  <a:cubicBezTo>
                    <a:pt x="1695810" y="5285014"/>
                    <a:pt x="1692934" y="5285014"/>
                    <a:pt x="1689340" y="5285014"/>
                  </a:cubicBezTo>
                  <a:cubicBezTo>
                    <a:pt x="1691496" y="5281419"/>
                    <a:pt x="1691496" y="5276387"/>
                    <a:pt x="1689340" y="5271355"/>
                  </a:cubicBezTo>
                  <a:close/>
                  <a:moveTo>
                    <a:pt x="1644051" y="5095232"/>
                  </a:moveTo>
                  <a:cubicBezTo>
                    <a:pt x="1654115" y="5094514"/>
                    <a:pt x="1664179" y="5092357"/>
                    <a:pt x="1674244" y="5090919"/>
                  </a:cubicBezTo>
                  <a:cubicBezTo>
                    <a:pt x="1677838" y="5113923"/>
                    <a:pt x="1685027" y="5136208"/>
                    <a:pt x="1693653" y="5158493"/>
                  </a:cubicBezTo>
                  <a:cubicBezTo>
                    <a:pt x="1677838" y="5136208"/>
                    <a:pt x="1662023" y="5114642"/>
                    <a:pt x="1644051" y="5095232"/>
                  </a:cubicBezTo>
                  <a:close/>
                  <a:moveTo>
                    <a:pt x="1481587" y="5083012"/>
                  </a:moveTo>
                  <a:cubicBezTo>
                    <a:pt x="1485900" y="5083731"/>
                    <a:pt x="1489495" y="5085168"/>
                    <a:pt x="1493808" y="5085887"/>
                  </a:cubicBezTo>
                  <a:cubicBezTo>
                    <a:pt x="1498840" y="5097389"/>
                    <a:pt x="1503872" y="5108172"/>
                    <a:pt x="1509623" y="5119674"/>
                  </a:cubicBezTo>
                  <a:cubicBezTo>
                    <a:pt x="1500278" y="5106734"/>
                    <a:pt x="1490932" y="5094514"/>
                    <a:pt x="1481587" y="5083012"/>
                  </a:cubicBezTo>
                  <a:close/>
                  <a:moveTo>
                    <a:pt x="1548442" y="5094514"/>
                  </a:moveTo>
                  <a:cubicBezTo>
                    <a:pt x="1558506" y="5095232"/>
                    <a:pt x="1569289" y="5095951"/>
                    <a:pt x="1579353" y="5096670"/>
                  </a:cubicBezTo>
                  <a:cubicBezTo>
                    <a:pt x="1597325" y="5140521"/>
                    <a:pt x="1629674" y="5180778"/>
                    <a:pt x="1656272" y="5218878"/>
                  </a:cubicBezTo>
                  <a:cubicBezTo>
                    <a:pt x="1661304" y="5226066"/>
                    <a:pt x="1666336" y="5233974"/>
                    <a:pt x="1671368" y="5241881"/>
                  </a:cubicBezTo>
                  <a:cubicBezTo>
                    <a:pt x="1652678" y="5218159"/>
                    <a:pt x="1627517" y="5198031"/>
                    <a:pt x="1608827" y="5176465"/>
                  </a:cubicBezTo>
                  <a:cubicBezTo>
                    <a:pt x="1585823" y="5151304"/>
                    <a:pt x="1566413" y="5123268"/>
                    <a:pt x="1548442" y="5094514"/>
                  </a:cubicBezTo>
                  <a:close/>
                  <a:moveTo>
                    <a:pt x="1605232" y="5252664"/>
                  </a:moveTo>
                  <a:cubicBezTo>
                    <a:pt x="1619610" y="5266323"/>
                    <a:pt x="1635425" y="5278544"/>
                    <a:pt x="1651959" y="5286451"/>
                  </a:cubicBezTo>
                  <a:cubicBezTo>
                    <a:pt x="1639019" y="5286451"/>
                    <a:pt x="1625361" y="5287170"/>
                    <a:pt x="1612421" y="5287170"/>
                  </a:cubicBezTo>
                  <a:cubicBezTo>
                    <a:pt x="1612421" y="5286451"/>
                    <a:pt x="1612421" y="5285732"/>
                    <a:pt x="1612421" y="5284295"/>
                  </a:cubicBezTo>
                  <a:cubicBezTo>
                    <a:pt x="1612421" y="5273512"/>
                    <a:pt x="1609545" y="5262729"/>
                    <a:pt x="1605232" y="5252664"/>
                  </a:cubicBezTo>
                  <a:close/>
                  <a:moveTo>
                    <a:pt x="1919378" y="5557465"/>
                  </a:moveTo>
                  <a:cubicBezTo>
                    <a:pt x="1913627" y="5554589"/>
                    <a:pt x="1907876" y="5551713"/>
                    <a:pt x="1901406" y="5549557"/>
                  </a:cubicBezTo>
                  <a:cubicBezTo>
                    <a:pt x="1894936" y="5546682"/>
                    <a:pt x="1889185" y="5552432"/>
                    <a:pt x="1887747" y="5558183"/>
                  </a:cubicBezTo>
                  <a:cubicBezTo>
                    <a:pt x="1862587" y="5558902"/>
                    <a:pt x="1837427" y="5559621"/>
                    <a:pt x="1812985" y="5560340"/>
                  </a:cubicBezTo>
                  <a:cubicBezTo>
                    <a:pt x="1742536" y="5560340"/>
                    <a:pt x="1672806" y="5560340"/>
                    <a:pt x="1602357" y="5561059"/>
                  </a:cubicBezTo>
                  <a:cubicBezTo>
                    <a:pt x="1600200" y="5561059"/>
                    <a:pt x="1598762" y="5561059"/>
                    <a:pt x="1596606" y="5561059"/>
                  </a:cubicBezTo>
                  <a:cubicBezTo>
                    <a:pt x="1598044" y="5543806"/>
                    <a:pt x="1598044" y="5527272"/>
                    <a:pt x="1600200" y="5512895"/>
                  </a:cubicBezTo>
                  <a:cubicBezTo>
                    <a:pt x="1601638" y="5499236"/>
                    <a:pt x="1595887" y="5489172"/>
                    <a:pt x="1587261" y="5483421"/>
                  </a:cubicBezTo>
                  <a:cubicBezTo>
                    <a:pt x="1586542" y="5477670"/>
                    <a:pt x="1585104" y="5472638"/>
                    <a:pt x="1584385" y="5466887"/>
                  </a:cubicBezTo>
                  <a:cubicBezTo>
                    <a:pt x="1582229" y="5435257"/>
                    <a:pt x="1580072" y="5402908"/>
                    <a:pt x="1574321" y="5371278"/>
                  </a:cubicBezTo>
                  <a:cubicBezTo>
                    <a:pt x="1569289" y="5342523"/>
                    <a:pt x="1529751" y="5352587"/>
                    <a:pt x="1527595" y="5377748"/>
                  </a:cubicBezTo>
                  <a:cubicBezTo>
                    <a:pt x="1522563" y="5425911"/>
                    <a:pt x="1524719" y="5474795"/>
                    <a:pt x="1525438" y="5522959"/>
                  </a:cubicBezTo>
                  <a:cubicBezTo>
                    <a:pt x="1524000" y="5534461"/>
                    <a:pt x="1522563" y="5547400"/>
                    <a:pt x="1521125" y="5560340"/>
                  </a:cubicBezTo>
                  <a:cubicBezTo>
                    <a:pt x="1477993" y="5560340"/>
                    <a:pt x="1434861" y="5560340"/>
                    <a:pt x="1391729" y="5560340"/>
                  </a:cubicBezTo>
                  <a:cubicBezTo>
                    <a:pt x="1329187" y="5560340"/>
                    <a:pt x="1262332" y="5555308"/>
                    <a:pt x="1201229" y="5570404"/>
                  </a:cubicBezTo>
                  <a:cubicBezTo>
                    <a:pt x="1201947" y="5550276"/>
                    <a:pt x="1202666" y="5530147"/>
                    <a:pt x="1203385" y="5509300"/>
                  </a:cubicBezTo>
                  <a:cubicBezTo>
                    <a:pt x="1205542" y="5449634"/>
                    <a:pt x="1208417" y="5389249"/>
                    <a:pt x="1205542" y="5328864"/>
                  </a:cubicBezTo>
                  <a:cubicBezTo>
                    <a:pt x="1329906" y="5341804"/>
                    <a:pt x="1456427" y="5336053"/>
                    <a:pt x="1580791" y="5336772"/>
                  </a:cubicBezTo>
                  <a:cubicBezTo>
                    <a:pt x="1659147" y="5337491"/>
                    <a:pt x="1738942" y="5341085"/>
                    <a:pt x="1818736" y="5341085"/>
                  </a:cubicBezTo>
                  <a:cubicBezTo>
                    <a:pt x="1823768" y="5343242"/>
                    <a:pt x="1829519" y="5344679"/>
                    <a:pt x="1835270" y="5345399"/>
                  </a:cubicBezTo>
                  <a:cubicBezTo>
                    <a:pt x="1840302" y="5346117"/>
                    <a:pt x="1843896" y="5343961"/>
                    <a:pt x="1847491" y="5341085"/>
                  </a:cubicBezTo>
                  <a:cubicBezTo>
                    <a:pt x="1861868" y="5341085"/>
                    <a:pt x="1875527" y="5340366"/>
                    <a:pt x="1889904" y="5340366"/>
                  </a:cubicBezTo>
                  <a:cubicBezTo>
                    <a:pt x="1906438" y="5354744"/>
                    <a:pt x="1924410" y="5362651"/>
                    <a:pt x="1943819" y="5359057"/>
                  </a:cubicBezTo>
                  <a:cubicBezTo>
                    <a:pt x="1948851" y="5358338"/>
                    <a:pt x="1952446" y="5354025"/>
                    <a:pt x="1953165" y="5349712"/>
                  </a:cubicBezTo>
                  <a:cubicBezTo>
                    <a:pt x="1954602" y="5345399"/>
                    <a:pt x="1955321" y="5341804"/>
                    <a:pt x="1955321" y="5337491"/>
                  </a:cubicBezTo>
                  <a:cubicBezTo>
                    <a:pt x="1960353" y="5337491"/>
                    <a:pt x="1965385" y="5336772"/>
                    <a:pt x="1969698" y="5336772"/>
                  </a:cubicBezTo>
                  <a:cubicBezTo>
                    <a:pt x="1999172" y="5376310"/>
                    <a:pt x="2043742" y="5407940"/>
                    <a:pt x="2078247" y="5439570"/>
                  </a:cubicBezTo>
                  <a:cubicBezTo>
                    <a:pt x="2104846" y="5464012"/>
                    <a:pt x="2132163" y="5493485"/>
                    <a:pt x="2161636" y="5517927"/>
                  </a:cubicBezTo>
                  <a:cubicBezTo>
                    <a:pt x="2162355" y="5527272"/>
                    <a:pt x="2163074" y="5535899"/>
                    <a:pt x="2163074" y="5545244"/>
                  </a:cubicBezTo>
                  <a:cubicBezTo>
                    <a:pt x="2163074" y="5549557"/>
                    <a:pt x="2163074" y="5554589"/>
                    <a:pt x="2163793" y="5558902"/>
                  </a:cubicBezTo>
                  <a:cubicBezTo>
                    <a:pt x="2102689" y="5493485"/>
                    <a:pt x="2034397" y="5433819"/>
                    <a:pt x="1968979" y="5375591"/>
                  </a:cubicBezTo>
                  <a:cubicBezTo>
                    <a:pt x="1960353" y="5367683"/>
                    <a:pt x="1948132" y="5379904"/>
                    <a:pt x="1956040" y="5388531"/>
                  </a:cubicBezTo>
                  <a:cubicBezTo>
                    <a:pt x="2022176" y="5461136"/>
                    <a:pt x="2090468" y="5537336"/>
                    <a:pt x="2165231" y="5602034"/>
                  </a:cubicBezTo>
                  <a:cubicBezTo>
                    <a:pt x="2165231" y="5602753"/>
                    <a:pt x="2165231" y="5602753"/>
                    <a:pt x="2165231" y="5603472"/>
                  </a:cubicBezTo>
                  <a:lnTo>
                    <a:pt x="2167387" y="5659544"/>
                  </a:lnTo>
                  <a:cubicBezTo>
                    <a:pt x="2154448" y="5649480"/>
                    <a:pt x="2141508" y="5638697"/>
                    <a:pt x="2130006" y="5628632"/>
                  </a:cubicBezTo>
                  <a:cubicBezTo>
                    <a:pt x="2075372" y="5581187"/>
                    <a:pt x="2019300" y="5534461"/>
                    <a:pt x="1963229" y="5488453"/>
                  </a:cubicBezTo>
                  <a:cubicBezTo>
                    <a:pt x="1963948" y="5491329"/>
                    <a:pt x="1964666" y="5494923"/>
                    <a:pt x="1964666" y="5497798"/>
                  </a:cubicBezTo>
                  <a:cubicBezTo>
                    <a:pt x="1964666" y="5498517"/>
                    <a:pt x="1964666" y="5499236"/>
                    <a:pt x="1964666" y="5499955"/>
                  </a:cubicBezTo>
                  <a:cubicBezTo>
                    <a:pt x="2011393" y="5544525"/>
                    <a:pt x="2057400" y="5589814"/>
                    <a:pt x="2104846" y="5632946"/>
                  </a:cubicBezTo>
                  <a:cubicBezTo>
                    <a:pt x="2116347" y="5643010"/>
                    <a:pt x="2127130" y="5654512"/>
                    <a:pt x="2138632" y="5665295"/>
                  </a:cubicBezTo>
                  <a:cubicBezTo>
                    <a:pt x="2112034" y="5656668"/>
                    <a:pt x="2085436" y="5646604"/>
                    <a:pt x="2060276" y="5635821"/>
                  </a:cubicBezTo>
                  <a:cubicBezTo>
                    <a:pt x="2040866" y="5619287"/>
                    <a:pt x="2022176" y="5602753"/>
                    <a:pt x="2002766" y="5586219"/>
                  </a:cubicBezTo>
                  <a:cubicBezTo>
                    <a:pt x="2004923" y="5586219"/>
                    <a:pt x="2007798" y="5585500"/>
                    <a:pt x="2009955" y="5585500"/>
                  </a:cubicBezTo>
                  <a:cubicBezTo>
                    <a:pt x="2021457" y="5584062"/>
                    <a:pt x="2021457" y="5563934"/>
                    <a:pt x="2009955" y="5562496"/>
                  </a:cubicBezTo>
                  <a:cubicBezTo>
                    <a:pt x="1997015" y="5560340"/>
                    <a:pt x="1983357" y="5559621"/>
                    <a:pt x="1970417" y="5558902"/>
                  </a:cubicBezTo>
                  <a:cubicBezTo>
                    <a:pt x="1964666" y="5553870"/>
                    <a:pt x="1959634" y="5549557"/>
                    <a:pt x="1953883" y="5544525"/>
                  </a:cubicBezTo>
                  <a:cubicBezTo>
                    <a:pt x="1953165" y="5543806"/>
                    <a:pt x="1953165" y="5543806"/>
                    <a:pt x="1952446" y="5543806"/>
                  </a:cubicBezTo>
                  <a:cubicBezTo>
                    <a:pt x="1951008" y="5545963"/>
                    <a:pt x="1948851" y="5547400"/>
                    <a:pt x="1946695" y="5549557"/>
                  </a:cubicBezTo>
                  <a:cubicBezTo>
                    <a:pt x="1946695" y="5550276"/>
                    <a:pt x="1947413" y="5550276"/>
                    <a:pt x="1948132" y="5550995"/>
                  </a:cubicBezTo>
                  <a:cubicBezTo>
                    <a:pt x="1951008" y="5553151"/>
                    <a:pt x="1953883" y="5556027"/>
                    <a:pt x="1956040" y="5558183"/>
                  </a:cubicBezTo>
                  <a:cubicBezTo>
                    <a:pt x="1944538" y="5557465"/>
                    <a:pt x="1932317" y="5557465"/>
                    <a:pt x="1919378" y="5557465"/>
                  </a:cubicBezTo>
                  <a:close/>
                  <a:moveTo>
                    <a:pt x="1965385" y="5638697"/>
                  </a:moveTo>
                  <a:cubicBezTo>
                    <a:pt x="1964666" y="5638697"/>
                    <a:pt x="1964666" y="5638697"/>
                    <a:pt x="1965385" y="5638697"/>
                  </a:cubicBezTo>
                  <a:cubicBezTo>
                    <a:pt x="1964666" y="5637978"/>
                    <a:pt x="1964666" y="5637259"/>
                    <a:pt x="1964666" y="5637259"/>
                  </a:cubicBezTo>
                  <a:cubicBezTo>
                    <a:pt x="1984076" y="5650198"/>
                    <a:pt x="2004923" y="5661701"/>
                    <a:pt x="2023613" y="5671764"/>
                  </a:cubicBezTo>
                  <a:cubicBezTo>
                    <a:pt x="2051649" y="5686861"/>
                    <a:pt x="2089749" y="5708427"/>
                    <a:pt x="2127130" y="5717772"/>
                  </a:cubicBezTo>
                  <a:cubicBezTo>
                    <a:pt x="2101970" y="5717053"/>
                    <a:pt x="2076810" y="5716334"/>
                    <a:pt x="2051649" y="5716334"/>
                  </a:cubicBezTo>
                  <a:cubicBezTo>
                    <a:pt x="2021457" y="5691893"/>
                    <a:pt x="1992702" y="5666014"/>
                    <a:pt x="1965385" y="5638697"/>
                  </a:cubicBezTo>
                  <a:close/>
                  <a:moveTo>
                    <a:pt x="2024332" y="5709146"/>
                  </a:moveTo>
                  <a:cubicBezTo>
                    <a:pt x="2006361" y="5699081"/>
                    <a:pt x="1987670" y="5690455"/>
                    <a:pt x="1968261" y="5684704"/>
                  </a:cubicBezTo>
                  <a:cubicBezTo>
                    <a:pt x="1968261" y="5684704"/>
                    <a:pt x="1968261" y="5684704"/>
                    <a:pt x="1968261" y="5684704"/>
                  </a:cubicBezTo>
                  <a:cubicBezTo>
                    <a:pt x="1968261" y="5684704"/>
                    <a:pt x="1967542" y="5684704"/>
                    <a:pt x="1967542" y="5684704"/>
                  </a:cubicBezTo>
                  <a:cubicBezTo>
                    <a:pt x="1967542" y="5683985"/>
                    <a:pt x="1967542" y="5683267"/>
                    <a:pt x="1967542" y="5682547"/>
                  </a:cubicBezTo>
                  <a:cubicBezTo>
                    <a:pt x="1966823" y="5670327"/>
                    <a:pt x="1966104" y="5658106"/>
                    <a:pt x="1965385" y="5645885"/>
                  </a:cubicBezTo>
                  <a:cubicBezTo>
                    <a:pt x="1984076" y="5668170"/>
                    <a:pt x="2003485" y="5689017"/>
                    <a:pt x="2024332" y="5709146"/>
                  </a:cubicBezTo>
                  <a:close/>
                  <a:moveTo>
                    <a:pt x="1975449" y="5589095"/>
                  </a:moveTo>
                  <a:cubicBezTo>
                    <a:pt x="1980481" y="5589095"/>
                    <a:pt x="1985514" y="5588376"/>
                    <a:pt x="1990546" y="5587657"/>
                  </a:cubicBezTo>
                  <a:cubicBezTo>
                    <a:pt x="2001329" y="5597002"/>
                    <a:pt x="2011393" y="5607066"/>
                    <a:pt x="2022176" y="5616411"/>
                  </a:cubicBezTo>
                  <a:cubicBezTo>
                    <a:pt x="2006361" y="5607785"/>
                    <a:pt x="1991264" y="5598440"/>
                    <a:pt x="1975449" y="5589095"/>
                  </a:cubicBezTo>
                  <a:close/>
                  <a:moveTo>
                    <a:pt x="1835270" y="5875204"/>
                  </a:moveTo>
                  <a:cubicBezTo>
                    <a:pt x="1838864" y="5852919"/>
                    <a:pt x="1845334" y="5827040"/>
                    <a:pt x="1848210" y="5801161"/>
                  </a:cubicBezTo>
                  <a:cubicBezTo>
                    <a:pt x="1854680" y="5801161"/>
                    <a:pt x="1860430" y="5801161"/>
                    <a:pt x="1866900" y="5801161"/>
                  </a:cubicBezTo>
                  <a:cubicBezTo>
                    <a:pt x="1866900" y="5802598"/>
                    <a:pt x="1866900" y="5804755"/>
                    <a:pt x="1866900" y="5806193"/>
                  </a:cubicBezTo>
                  <a:cubicBezTo>
                    <a:pt x="1864744" y="5834229"/>
                    <a:pt x="1862587" y="5862264"/>
                    <a:pt x="1861149" y="5890300"/>
                  </a:cubicBezTo>
                  <a:cubicBezTo>
                    <a:pt x="1851804" y="5892457"/>
                    <a:pt x="1841740" y="5894613"/>
                    <a:pt x="1832395" y="5896770"/>
                  </a:cubicBezTo>
                  <a:cubicBezTo>
                    <a:pt x="1833113" y="5889581"/>
                    <a:pt x="1834551" y="5882393"/>
                    <a:pt x="1835270" y="5875204"/>
                  </a:cubicBezTo>
                  <a:close/>
                  <a:moveTo>
                    <a:pt x="1830238" y="5912585"/>
                  </a:moveTo>
                  <a:cubicBezTo>
                    <a:pt x="1840302" y="5910429"/>
                    <a:pt x="1850366" y="5908991"/>
                    <a:pt x="1860430" y="5906834"/>
                  </a:cubicBezTo>
                  <a:cubicBezTo>
                    <a:pt x="1860430" y="5910429"/>
                    <a:pt x="1860430" y="5914742"/>
                    <a:pt x="1860430" y="5918336"/>
                  </a:cubicBezTo>
                  <a:cubicBezTo>
                    <a:pt x="1849647" y="5919055"/>
                    <a:pt x="1839583" y="5919774"/>
                    <a:pt x="1828800" y="5920493"/>
                  </a:cubicBezTo>
                  <a:cubicBezTo>
                    <a:pt x="1829519" y="5917617"/>
                    <a:pt x="1829519" y="5914742"/>
                    <a:pt x="1830238" y="5912585"/>
                  </a:cubicBezTo>
                  <a:close/>
                  <a:moveTo>
                    <a:pt x="1827362" y="5927682"/>
                  </a:moveTo>
                  <a:cubicBezTo>
                    <a:pt x="1832395" y="5927682"/>
                    <a:pt x="1838146" y="5926963"/>
                    <a:pt x="1843178" y="5926963"/>
                  </a:cubicBezTo>
                  <a:cubicBezTo>
                    <a:pt x="1840302" y="5927682"/>
                    <a:pt x="1837427" y="5928400"/>
                    <a:pt x="1835270" y="5929119"/>
                  </a:cubicBezTo>
                  <a:cubicBezTo>
                    <a:pt x="1832395" y="5929119"/>
                    <a:pt x="1830238" y="5929838"/>
                    <a:pt x="1827362" y="5929838"/>
                  </a:cubicBezTo>
                  <a:cubicBezTo>
                    <a:pt x="1827362" y="5929119"/>
                    <a:pt x="1827362" y="5928400"/>
                    <a:pt x="1827362" y="5927682"/>
                  </a:cubicBezTo>
                  <a:close/>
                  <a:moveTo>
                    <a:pt x="1779198" y="5846449"/>
                  </a:moveTo>
                  <a:cubicBezTo>
                    <a:pt x="1782793" y="5832791"/>
                    <a:pt x="1787106" y="5816976"/>
                    <a:pt x="1789262" y="5801161"/>
                  </a:cubicBezTo>
                  <a:cubicBezTo>
                    <a:pt x="1791419" y="5801161"/>
                    <a:pt x="1793576" y="5801161"/>
                    <a:pt x="1795013" y="5801161"/>
                  </a:cubicBezTo>
                  <a:cubicBezTo>
                    <a:pt x="1793576" y="5819132"/>
                    <a:pt x="1792857" y="5837104"/>
                    <a:pt x="1792138" y="5853638"/>
                  </a:cubicBezTo>
                  <a:cubicBezTo>
                    <a:pt x="1789981" y="5875923"/>
                    <a:pt x="1787106" y="5899646"/>
                    <a:pt x="1785668" y="5922649"/>
                  </a:cubicBezTo>
                  <a:cubicBezTo>
                    <a:pt x="1782074" y="5922649"/>
                    <a:pt x="1778479" y="5923368"/>
                    <a:pt x="1774885" y="5923368"/>
                  </a:cubicBezTo>
                  <a:cubicBezTo>
                    <a:pt x="1771291" y="5923368"/>
                    <a:pt x="1769853" y="5928400"/>
                    <a:pt x="1772729" y="5929838"/>
                  </a:cubicBezTo>
                  <a:cubicBezTo>
                    <a:pt x="1773447" y="5929838"/>
                    <a:pt x="1774166" y="5930557"/>
                    <a:pt x="1774885" y="5930557"/>
                  </a:cubicBezTo>
                  <a:cubicBezTo>
                    <a:pt x="1773447" y="5931995"/>
                    <a:pt x="1771291" y="5934151"/>
                    <a:pt x="1769853" y="5935589"/>
                  </a:cubicBezTo>
                  <a:lnTo>
                    <a:pt x="1734629" y="5935589"/>
                  </a:lnTo>
                  <a:cubicBezTo>
                    <a:pt x="1754757" y="5910429"/>
                    <a:pt x="1768415" y="5883112"/>
                    <a:pt x="1779198" y="5846449"/>
                  </a:cubicBezTo>
                  <a:close/>
                  <a:moveTo>
                    <a:pt x="1785668" y="5935589"/>
                  </a:moveTo>
                  <a:cubicBezTo>
                    <a:pt x="1785668" y="5935589"/>
                    <a:pt x="1785668" y="5936308"/>
                    <a:pt x="1785668" y="5935589"/>
                  </a:cubicBezTo>
                  <a:cubicBezTo>
                    <a:pt x="1784949" y="5936308"/>
                    <a:pt x="1784949" y="5936308"/>
                    <a:pt x="1784230" y="5936308"/>
                  </a:cubicBezTo>
                  <a:lnTo>
                    <a:pt x="1773447" y="5936308"/>
                  </a:lnTo>
                  <a:cubicBezTo>
                    <a:pt x="1774885" y="5934870"/>
                    <a:pt x="1775604" y="5933432"/>
                    <a:pt x="1777042" y="5931995"/>
                  </a:cubicBezTo>
                  <a:cubicBezTo>
                    <a:pt x="1777042" y="5931995"/>
                    <a:pt x="1777042" y="5931995"/>
                    <a:pt x="1777042" y="5931995"/>
                  </a:cubicBezTo>
                  <a:cubicBezTo>
                    <a:pt x="1779917" y="5933432"/>
                    <a:pt x="1782793" y="5934870"/>
                    <a:pt x="1785668" y="5935589"/>
                  </a:cubicBezTo>
                  <a:close/>
                  <a:moveTo>
                    <a:pt x="1667055" y="5846449"/>
                  </a:moveTo>
                  <a:cubicBezTo>
                    <a:pt x="1670649" y="5831353"/>
                    <a:pt x="1676400" y="5816257"/>
                    <a:pt x="1682870" y="5800442"/>
                  </a:cubicBezTo>
                  <a:cubicBezTo>
                    <a:pt x="1700842" y="5800442"/>
                    <a:pt x="1718095" y="5800442"/>
                    <a:pt x="1736066" y="5800442"/>
                  </a:cubicBezTo>
                  <a:cubicBezTo>
                    <a:pt x="1735347" y="5806911"/>
                    <a:pt x="1734629" y="5813381"/>
                    <a:pt x="1733910" y="5819851"/>
                  </a:cubicBezTo>
                  <a:cubicBezTo>
                    <a:pt x="1727440" y="5857232"/>
                    <a:pt x="1717376" y="5898927"/>
                    <a:pt x="1704436" y="5936308"/>
                  </a:cubicBezTo>
                  <a:lnTo>
                    <a:pt x="1648364" y="5936308"/>
                  </a:lnTo>
                  <a:cubicBezTo>
                    <a:pt x="1657710" y="5908272"/>
                    <a:pt x="1659866" y="5874485"/>
                    <a:pt x="1667055" y="5846449"/>
                  </a:cubicBezTo>
                  <a:close/>
                  <a:moveTo>
                    <a:pt x="1596606" y="5860827"/>
                  </a:moveTo>
                  <a:cubicBezTo>
                    <a:pt x="1602357" y="5840698"/>
                    <a:pt x="1607389" y="5820570"/>
                    <a:pt x="1613140" y="5800442"/>
                  </a:cubicBezTo>
                  <a:cubicBezTo>
                    <a:pt x="1618891" y="5800442"/>
                    <a:pt x="1624642" y="5800442"/>
                    <a:pt x="1630393" y="5800442"/>
                  </a:cubicBezTo>
                  <a:cubicBezTo>
                    <a:pt x="1627517" y="5811944"/>
                    <a:pt x="1624642" y="5823446"/>
                    <a:pt x="1621766" y="5833510"/>
                  </a:cubicBezTo>
                  <a:cubicBezTo>
                    <a:pt x="1613859" y="5864421"/>
                    <a:pt x="1605951" y="5903240"/>
                    <a:pt x="1611702" y="5937027"/>
                  </a:cubicBezTo>
                  <a:lnTo>
                    <a:pt x="1577915" y="5937027"/>
                  </a:lnTo>
                  <a:cubicBezTo>
                    <a:pt x="1585823" y="5910429"/>
                    <a:pt x="1590136" y="5881674"/>
                    <a:pt x="1596606" y="5860827"/>
                  </a:cubicBezTo>
                  <a:close/>
                  <a:moveTo>
                    <a:pt x="1529032" y="5799723"/>
                  </a:moveTo>
                  <a:cubicBezTo>
                    <a:pt x="1537659" y="5799723"/>
                    <a:pt x="1547004" y="5799723"/>
                    <a:pt x="1555630" y="5799723"/>
                  </a:cubicBezTo>
                  <a:cubicBezTo>
                    <a:pt x="1557068" y="5799723"/>
                    <a:pt x="1557787" y="5799723"/>
                    <a:pt x="1559225" y="5799723"/>
                  </a:cubicBezTo>
                  <a:cubicBezTo>
                    <a:pt x="1557068" y="5811225"/>
                    <a:pt x="1554912" y="5822008"/>
                    <a:pt x="1552755" y="5831353"/>
                  </a:cubicBezTo>
                  <a:cubicBezTo>
                    <a:pt x="1544847" y="5862264"/>
                    <a:pt x="1538378" y="5893895"/>
                    <a:pt x="1531908" y="5924806"/>
                  </a:cubicBezTo>
                  <a:cubicBezTo>
                    <a:pt x="1531189" y="5929119"/>
                    <a:pt x="1530470" y="5932713"/>
                    <a:pt x="1529032" y="5937027"/>
                  </a:cubicBezTo>
                  <a:cubicBezTo>
                    <a:pt x="1513217" y="5937027"/>
                    <a:pt x="1497402" y="5937027"/>
                    <a:pt x="1481587" y="5937746"/>
                  </a:cubicBezTo>
                  <a:cubicBezTo>
                    <a:pt x="1493808" y="5909710"/>
                    <a:pt x="1502434" y="5879517"/>
                    <a:pt x="1511061" y="5850044"/>
                  </a:cubicBezTo>
                  <a:cubicBezTo>
                    <a:pt x="1516093" y="5834948"/>
                    <a:pt x="1522563" y="5817694"/>
                    <a:pt x="1529032" y="5799723"/>
                  </a:cubicBezTo>
                  <a:close/>
                  <a:moveTo>
                    <a:pt x="896428" y="6750066"/>
                  </a:moveTo>
                  <a:lnTo>
                    <a:pt x="869111" y="6724906"/>
                  </a:lnTo>
                  <a:cubicBezTo>
                    <a:pt x="853296" y="6709810"/>
                    <a:pt x="829574" y="6733532"/>
                    <a:pt x="845389" y="6748628"/>
                  </a:cubicBezTo>
                  <a:cubicBezTo>
                    <a:pt x="850421" y="6753661"/>
                    <a:pt x="856172" y="6758693"/>
                    <a:pt x="861204" y="6763725"/>
                  </a:cubicBezTo>
                  <a:cubicBezTo>
                    <a:pt x="848264" y="6763725"/>
                    <a:pt x="835325" y="6763006"/>
                    <a:pt x="822385" y="6763006"/>
                  </a:cubicBezTo>
                  <a:cubicBezTo>
                    <a:pt x="819510" y="6762287"/>
                    <a:pt x="815915" y="6761568"/>
                    <a:pt x="813040" y="6760849"/>
                  </a:cubicBezTo>
                  <a:lnTo>
                    <a:pt x="813040" y="6670991"/>
                  </a:lnTo>
                  <a:cubicBezTo>
                    <a:pt x="839638" y="6690400"/>
                    <a:pt x="866955" y="6713404"/>
                    <a:pt x="896428" y="6729938"/>
                  </a:cubicBezTo>
                  <a:lnTo>
                    <a:pt x="896428" y="6750066"/>
                  </a:lnTo>
                  <a:close/>
                  <a:moveTo>
                    <a:pt x="896428" y="6696870"/>
                  </a:moveTo>
                  <a:cubicBezTo>
                    <a:pt x="892115" y="6693995"/>
                    <a:pt x="887802" y="6691119"/>
                    <a:pt x="883489" y="6687525"/>
                  </a:cubicBezTo>
                  <a:cubicBezTo>
                    <a:pt x="860485" y="6671710"/>
                    <a:pt x="837481" y="6655176"/>
                    <a:pt x="814477" y="6639361"/>
                  </a:cubicBezTo>
                  <a:cubicBezTo>
                    <a:pt x="813759" y="6639361"/>
                    <a:pt x="813759" y="6638642"/>
                    <a:pt x="813040" y="6638642"/>
                  </a:cubicBezTo>
                  <a:lnTo>
                    <a:pt x="813040" y="6584008"/>
                  </a:lnTo>
                  <a:cubicBezTo>
                    <a:pt x="837481" y="6591197"/>
                    <a:pt x="860485" y="6600542"/>
                    <a:pt x="883489" y="6612044"/>
                  </a:cubicBezTo>
                  <a:cubicBezTo>
                    <a:pt x="887802" y="6614201"/>
                    <a:pt x="892115" y="6616357"/>
                    <a:pt x="895710" y="6619232"/>
                  </a:cubicBezTo>
                  <a:lnTo>
                    <a:pt x="895710" y="6696870"/>
                  </a:lnTo>
                  <a:close/>
                  <a:moveTo>
                    <a:pt x="896428" y="6517153"/>
                  </a:moveTo>
                  <a:cubicBezTo>
                    <a:pt x="872706" y="6500619"/>
                    <a:pt x="848264" y="6486242"/>
                    <a:pt x="825979" y="6471146"/>
                  </a:cubicBezTo>
                  <a:cubicBezTo>
                    <a:pt x="823104" y="6468989"/>
                    <a:pt x="819510" y="6474021"/>
                    <a:pt x="822385" y="6476178"/>
                  </a:cubicBezTo>
                  <a:cubicBezTo>
                    <a:pt x="846108" y="6498463"/>
                    <a:pt x="870549" y="6524342"/>
                    <a:pt x="897147" y="6546627"/>
                  </a:cubicBezTo>
                  <a:lnTo>
                    <a:pt x="897147" y="6591197"/>
                  </a:lnTo>
                  <a:cubicBezTo>
                    <a:pt x="869830" y="6578257"/>
                    <a:pt x="840357" y="6568911"/>
                    <a:pt x="813759" y="6561723"/>
                  </a:cubicBezTo>
                  <a:lnTo>
                    <a:pt x="813759" y="6415074"/>
                  </a:lnTo>
                  <a:cubicBezTo>
                    <a:pt x="838919" y="6441672"/>
                    <a:pt x="866955" y="6468270"/>
                    <a:pt x="897147" y="6489117"/>
                  </a:cubicBezTo>
                  <a:lnTo>
                    <a:pt x="897147" y="6517153"/>
                  </a:lnTo>
                  <a:close/>
                  <a:moveTo>
                    <a:pt x="964002" y="6029761"/>
                  </a:moveTo>
                  <a:cubicBezTo>
                    <a:pt x="964002" y="6029042"/>
                    <a:pt x="964002" y="6028323"/>
                    <a:pt x="964002" y="6026885"/>
                  </a:cubicBezTo>
                  <a:cubicBezTo>
                    <a:pt x="966159" y="6023291"/>
                    <a:pt x="968315" y="6018978"/>
                    <a:pt x="971191" y="6015383"/>
                  </a:cubicBezTo>
                  <a:cubicBezTo>
                    <a:pt x="981255" y="6019697"/>
                    <a:pt x="991319" y="6024010"/>
                    <a:pt x="1002102" y="6027604"/>
                  </a:cubicBezTo>
                  <a:cubicBezTo>
                    <a:pt x="989162" y="6029042"/>
                    <a:pt x="976223" y="6029761"/>
                    <a:pt x="964002" y="6029761"/>
                  </a:cubicBezTo>
                  <a:close/>
                  <a:moveTo>
                    <a:pt x="887802" y="5941340"/>
                  </a:moveTo>
                  <a:cubicBezTo>
                    <a:pt x="892834" y="5947810"/>
                    <a:pt x="895710" y="5956436"/>
                    <a:pt x="895710" y="5966500"/>
                  </a:cubicBezTo>
                  <a:lnTo>
                    <a:pt x="895710" y="6461800"/>
                  </a:lnTo>
                  <a:cubicBezTo>
                    <a:pt x="870549" y="6435921"/>
                    <a:pt x="840357" y="6412917"/>
                    <a:pt x="812321" y="6392070"/>
                  </a:cubicBezTo>
                  <a:lnTo>
                    <a:pt x="812321" y="5966500"/>
                  </a:lnTo>
                  <a:cubicBezTo>
                    <a:pt x="812321" y="5942059"/>
                    <a:pt x="829574" y="5928400"/>
                    <a:pt x="848264" y="5926244"/>
                  </a:cubicBezTo>
                  <a:cubicBezTo>
                    <a:pt x="846108" y="5925525"/>
                    <a:pt x="844670" y="5924806"/>
                    <a:pt x="842513" y="5924087"/>
                  </a:cubicBezTo>
                  <a:cubicBezTo>
                    <a:pt x="816634" y="5912585"/>
                    <a:pt x="838919" y="5874485"/>
                    <a:pt x="864798" y="5885987"/>
                  </a:cubicBezTo>
                  <a:cubicBezTo>
                    <a:pt x="878457" y="5891738"/>
                    <a:pt x="892115" y="5896770"/>
                    <a:pt x="905774" y="5901802"/>
                  </a:cubicBezTo>
                  <a:cubicBezTo>
                    <a:pt x="912962" y="5891738"/>
                    <a:pt x="920151" y="5880955"/>
                    <a:pt x="926621" y="5870172"/>
                  </a:cubicBezTo>
                  <a:cubicBezTo>
                    <a:pt x="953938" y="5851481"/>
                    <a:pt x="978379" y="5829915"/>
                    <a:pt x="999945" y="5804036"/>
                  </a:cubicBezTo>
                  <a:cubicBezTo>
                    <a:pt x="1002821" y="5801161"/>
                    <a:pt x="1003540" y="5797566"/>
                    <a:pt x="1004259" y="5794691"/>
                  </a:cubicBezTo>
                  <a:cubicBezTo>
                    <a:pt x="1106338" y="5795410"/>
                    <a:pt x="1208417" y="5796848"/>
                    <a:pt x="1311215" y="5797566"/>
                  </a:cubicBezTo>
                  <a:cubicBezTo>
                    <a:pt x="1309059" y="5803317"/>
                    <a:pt x="1306902" y="5809068"/>
                    <a:pt x="1304745" y="5814100"/>
                  </a:cubicBezTo>
                  <a:cubicBezTo>
                    <a:pt x="1298995" y="5828478"/>
                    <a:pt x="1292525" y="5842855"/>
                    <a:pt x="1286774" y="5857232"/>
                  </a:cubicBezTo>
                  <a:cubicBezTo>
                    <a:pt x="1283898" y="5864421"/>
                    <a:pt x="1281023" y="5871610"/>
                    <a:pt x="1278866" y="5878798"/>
                  </a:cubicBezTo>
                  <a:cubicBezTo>
                    <a:pt x="1275991" y="5887425"/>
                    <a:pt x="1252268" y="5880236"/>
                    <a:pt x="1246517" y="5879517"/>
                  </a:cubicBezTo>
                  <a:cubicBezTo>
                    <a:pt x="1240047" y="5878080"/>
                    <a:pt x="1236453" y="5888863"/>
                    <a:pt x="1243642" y="5890300"/>
                  </a:cubicBezTo>
                  <a:cubicBezTo>
                    <a:pt x="1255862" y="5892457"/>
                    <a:pt x="1268083" y="5895333"/>
                    <a:pt x="1279585" y="5898208"/>
                  </a:cubicBezTo>
                  <a:cubicBezTo>
                    <a:pt x="1282461" y="5898927"/>
                    <a:pt x="1285336" y="5897489"/>
                    <a:pt x="1286774" y="5895333"/>
                  </a:cubicBezTo>
                  <a:cubicBezTo>
                    <a:pt x="1304027" y="5869453"/>
                    <a:pt x="1319123" y="5841417"/>
                    <a:pt x="1332781" y="5813381"/>
                  </a:cubicBezTo>
                  <a:cubicBezTo>
                    <a:pt x="1335657" y="5808349"/>
                    <a:pt x="1337813" y="5803317"/>
                    <a:pt x="1340689" y="5797566"/>
                  </a:cubicBezTo>
                  <a:cubicBezTo>
                    <a:pt x="1360098" y="5797566"/>
                    <a:pt x="1380227" y="5797566"/>
                    <a:pt x="1399636" y="5798285"/>
                  </a:cubicBezTo>
                  <a:cubicBezTo>
                    <a:pt x="1391010" y="5821289"/>
                    <a:pt x="1380946" y="5843574"/>
                    <a:pt x="1370881" y="5865140"/>
                  </a:cubicBezTo>
                  <a:cubicBezTo>
                    <a:pt x="1362974" y="5882393"/>
                    <a:pt x="1370881" y="5893895"/>
                    <a:pt x="1364412" y="5909710"/>
                  </a:cubicBezTo>
                  <a:cubicBezTo>
                    <a:pt x="1363693" y="5911147"/>
                    <a:pt x="1365849" y="5911866"/>
                    <a:pt x="1366568" y="5911147"/>
                  </a:cubicBezTo>
                  <a:cubicBezTo>
                    <a:pt x="1378789" y="5898927"/>
                    <a:pt x="1388853" y="5902521"/>
                    <a:pt x="1401074" y="5888863"/>
                  </a:cubicBezTo>
                  <a:cubicBezTo>
                    <a:pt x="1416889" y="5870891"/>
                    <a:pt x="1427672" y="5847168"/>
                    <a:pt x="1438455" y="5825602"/>
                  </a:cubicBezTo>
                  <a:cubicBezTo>
                    <a:pt x="1442768" y="5816976"/>
                    <a:pt x="1447081" y="5808349"/>
                    <a:pt x="1451395" y="5799004"/>
                  </a:cubicBezTo>
                  <a:cubicBezTo>
                    <a:pt x="1462178" y="5799004"/>
                    <a:pt x="1473679" y="5799004"/>
                    <a:pt x="1484462" y="5799004"/>
                  </a:cubicBezTo>
                  <a:cubicBezTo>
                    <a:pt x="1482306" y="5807631"/>
                    <a:pt x="1480149" y="5816257"/>
                    <a:pt x="1477993" y="5824883"/>
                  </a:cubicBezTo>
                  <a:cubicBezTo>
                    <a:pt x="1467928" y="5862264"/>
                    <a:pt x="1456427" y="5899646"/>
                    <a:pt x="1451395" y="5938465"/>
                  </a:cubicBezTo>
                  <a:cubicBezTo>
                    <a:pt x="1379508" y="5939183"/>
                    <a:pt x="1306902" y="5940621"/>
                    <a:pt x="1235015" y="5942059"/>
                  </a:cubicBezTo>
                  <a:cubicBezTo>
                    <a:pt x="1165285" y="5929119"/>
                    <a:pt x="1094836" y="5921212"/>
                    <a:pt x="1024387" y="5919055"/>
                  </a:cubicBezTo>
                  <a:cubicBezTo>
                    <a:pt x="1022949" y="5918336"/>
                    <a:pt x="1021512" y="5917617"/>
                    <a:pt x="1019355" y="5916899"/>
                  </a:cubicBezTo>
                  <a:cubicBezTo>
                    <a:pt x="981974" y="5906116"/>
                    <a:pt x="945311" y="5901083"/>
                    <a:pt x="907930" y="5901802"/>
                  </a:cubicBezTo>
                  <a:cubicBezTo>
                    <a:pt x="1005696" y="5934870"/>
                    <a:pt x="1114245" y="5945653"/>
                    <a:pt x="1214887" y="5955717"/>
                  </a:cubicBezTo>
                  <a:cubicBezTo>
                    <a:pt x="1292525" y="5963625"/>
                    <a:pt x="1370881" y="5969376"/>
                    <a:pt x="1448519" y="5972251"/>
                  </a:cubicBezTo>
                  <a:cubicBezTo>
                    <a:pt x="1448519" y="5975127"/>
                    <a:pt x="1448519" y="5978002"/>
                    <a:pt x="1448519" y="5980878"/>
                  </a:cubicBezTo>
                  <a:cubicBezTo>
                    <a:pt x="1448519" y="5985191"/>
                    <a:pt x="1454270" y="5986628"/>
                    <a:pt x="1457145" y="5983034"/>
                  </a:cubicBezTo>
                  <a:cubicBezTo>
                    <a:pt x="1459302" y="5979440"/>
                    <a:pt x="1461459" y="5976565"/>
                    <a:pt x="1463615" y="5972970"/>
                  </a:cubicBezTo>
                  <a:cubicBezTo>
                    <a:pt x="1484462" y="5973689"/>
                    <a:pt x="1505310" y="5974408"/>
                    <a:pt x="1525438" y="5975127"/>
                  </a:cubicBezTo>
                  <a:cubicBezTo>
                    <a:pt x="1526157" y="5981597"/>
                    <a:pt x="1528313" y="5988066"/>
                    <a:pt x="1531908" y="5995255"/>
                  </a:cubicBezTo>
                  <a:cubicBezTo>
                    <a:pt x="1533346" y="5997411"/>
                    <a:pt x="1536940" y="5998849"/>
                    <a:pt x="1539096" y="5997411"/>
                  </a:cubicBezTo>
                  <a:cubicBezTo>
                    <a:pt x="1547004" y="5992380"/>
                    <a:pt x="1554193" y="5985191"/>
                    <a:pt x="1559225" y="5976565"/>
                  </a:cubicBezTo>
                  <a:cubicBezTo>
                    <a:pt x="1603795" y="5977283"/>
                    <a:pt x="1647645" y="5977283"/>
                    <a:pt x="1692215" y="5975845"/>
                  </a:cubicBezTo>
                  <a:cubicBezTo>
                    <a:pt x="1694372" y="5977283"/>
                    <a:pt x="1696529" y="5978002"/>
                    <a:pt x="1699404" y="5975845"/>
                  </a:cubicBezTo>
                  <a:lnTo>
                    <a:pt x="1699404" y="5975845"/>
                  </a:lnTo>
                  <a:cubicBezTo>
                    <a:pt x="1725283" y="5975127"/>
                    <a:pt x="1750444" y="5973689"/>
                    <a:pt x="1776323" y="5972251"/>
                  </a:cubicBezTo>
                  <a:cubicBezTo>
                    <a:pt x="1776323" y="5972970"/>
                    <a:pt x="1776323" y="5972970"/>
                    <a:pt x="1777042" y="5973689"/>
                  </a:cubicBezTo>
                  <a:cubicBezTo>
                    <a:pt x="1782793" y="5980159"/>
                    <a:pt x="1786387" y="5986628"/>
                    <a:pt x="1789262" y="5994536"/>
                  </a:cubicBezTo>
                  <a:cubicBezTo>
                    <a:pt x="1789262" y="5994536"/>
                    <a:pt x="1789262" y="5995255"/>
                    <a:pt x="1789262" y="5995255"/>
                  </a:cubicBezTo>
                  <a:cubicBezTo>
                    <a:pt x="1789262" y="5995255"/>
                    <a:pt x="1789262" y="5995255"/>
                    <a:pt x="1789262" y="5995255"/>
                  </a:cubicBezTo>
                  <a:cubicBezTo>
                    <a:pt x="1789262" y="5995974"/>
                    <a:pt x="1789981" y="5996693"/>
                    <a:pt x="1789981" y="5997411"/>
                  </a:cubicBezTo>
                  <a:cubicBezTo>
                    <a:pt x="1792857" y="6003881"/>
                    <a:pt x="1803640" y="6003881"/>
                    <a:pt x="1806515" y="5997411"/>
                  </a:cubicBezTo>
                  <a:cubicBezTo>
                    <a:pt x="1810829" y="5988066"/>
                    <a:pt x="1814423" y="5978721"/>
                    <a:pt x="1817298" y="5968657"/>
                  </a:cubicBezTo>
                  <a:cubicBezTo>
                    <a:pt x="1828800" y="5967219"/>
                    <a:pt x="1840302" y="5966500"/>
                    <a:pt x="1852523" y="5965062"/>
                  </a:cubicBezTo>
                  <a:cubicBezTo>
                    <a:pt x="1855398" y="5965062"/>
                    <a:pt x="1857555" y="5964344"/>
                    <a:pt x="1860430" y="5964344"/>
                  </a:cubicBezTo>
                  <a:cubicBezTo>
                    <a:pt x="1860430" y="5965782"/>
                    <a:pt x="1860430" y="5966500"/>
                    <a:pt x="1860430" y="5967938"/>
                  </a:cubicBezTo>
                  <a:cubicBezTo>
                    <a:pt x="1861868" y="5986628"/>
                    <a:pt x="1889904" y="5992380"/>
                    <a:pt x="1894936" y="5972251"/>
                  </a:cubicBezTo>
                  <a:cubicBezTo>
                    <a:pt x="1898530" y="5957155"/>
                    <a:pt x="1901406" y="5941340"/>
                    <a:pt x="1904281" y="5926244"/>
                  </a:cubicBezTo>
                  <a:cubicBezTo>
                    <a:pt x="1904281" y="5926244"/>
                    <a:pt x="1905000" y="5926244"/>
                    <a:pt x="1905000" y="5926244"/>
                  </a:cubicBezTo>
                  <a:cubicBezTo>
                    <a:pt x="1905719" y="5916899"/>
                    <a:pt x="1909314" y="5909710"/>
                    <a:pt x="1914345" y="5903959"/>
                  </a:cubicBezTo>
                  <a:cubicBezTo>
                    <a:pt x="1913627" y="5901083"/>
                    <a:pt x="1912908" y="5898927"/>
                    <a:pt x="1912908" y="5896051"/>
                  </a:cubicBezTo>
                  <a:cubicBezTo>
                    <a:pt x="1915783" y="5896770"/>
                    <a:pt x="1917940" y="5897489"/>
                    <a:pt x="1919378" y="5898927"/>
                  </a:cubicBezTo>
                  <a:cubicBezTo>
                    <a:pt x="1921534" y="5897489"/>
                    <a:pt x="1923691" y="5896051"/>
                    <a:pt x="1926566" y="5894613"/>
                  </a:cubicBezTo>
                  <a:cubicBezTo>
                    <a:pt x="1925128" y="5893176"/>
                    <a:pt x="1922972" y="5891738"/>
                    <a:pt x="1921534" y="5891019"/>
                  </a:cubicBezTo>
                  <a:cubicBezTo>
                    <a:pt x="1923691" y="5888144"/>
                    <a:pt x="1922972" y="5882393"/>
                    <a:pt x="1917940" y="5882393"/>
                  </a:cubicBezTo>
                  <a:cubicBezTo>
                    <a:pt x="1915064" y="5882393"/>
                    <a:pt x="1912908" y="5882393"/>
                    <a:pt x="1910032" y="5883112"/>
                  </a:cubicBezTo>
                  <a:cubicBezTo>
                    <a:pt x="1911470" y="5868734"/>
                    <a:pt x="1913627" y="5853638"/>
                    <a:pt x="1915064" y="5839261"/>
                  </a:cubicBezTo>
                  <a:cubicBezTo>
                    <a:pt x="1916502" y="5827759"/>
                    <a:pt x="1918659" y="5814819"/>
                    <a:pt x="1920815" y="5801880"/>
                  </a:cubicBezTo>
                  <a:cubicBezTo>
                    <a:pt x="1922253" y="5801880"/>
                    <a:pt x="1922972" y="5801880"/>
                    <a:pt x="1924410" y="5801880"/>
                  </a:cubicBezTo>
                  <a:lnTo>
                    <a:pt x="1924410" y="5807631"/>
                  </a:lnTo>
                  <a:cubicBezTo>
                    <a:pt x="1925128" y="5836385"/>
                    <a:pt x="1925847" y="5865140"/>
                    <a:pt x="1928723" y="5893895"/>
                  </a:cubicBezTo>
                  <a:cubicBezTo>
                    <a:pt x="1928723" y="5893895"/>
                    <a:pt x="1929442" y="5893895"/>
                    <a:pt x="1929442" y="5893895"/>
                  </a:cubicBezTo>
                  <a:cubicBezTo>
                    <a:pt x="1928723" y="5898208"/>
                    <a:pt x="1928723" y="5902521"/>
                    <a:pt x="1928004" y="5906834"/>
                  </a:cubicBezTo>
                  <a:cubicBezTo>
                    <a:pt x="1926566" y="5924806"/>
                    <a:pt x="1944538" y="5931276"/>
                    <a:pt x="1958196" y="5925525"/>
                  </a:cubicBezTo>
                  <a:cubicBezTo>
                    <a:pt x="1958915" y="5929838"/>
                    <a:pt x="1959634" y="5934151"/>
                    <a:pt x="1960353" y="5937746"/>
                  </a:cubicBezTo>
                  <a:cubicBezTo>
                    <a:pt x="1965385" y="5967938"/>
                    <a:pt x="2006361" y="5956436"/>
                    <a:pt x="2009236" y="5931276"/>
                  </a:cubicBezTo>
                  <a:cubicBezTo>
                    <a:pt x="2009236" y="5928400"/>
                    <a:pt x="2009955" y="5924806"/>
                    <a:pt x="2009955" y="5921930"/>
                  </a:cubicBezTo>
                  <a:cubicBezTo>
                    <a:pt x="2014268" y="5925525"/>
                    <a:pt x="2018581" y="5929119"/>
                    <a:pt x="2022895" y="5931995"/>
                  </a:cubicBezTo>
                  <a:cubicBezTo>
                    <a:pt x="2024332" y="5931995"/>
                    <a:pt x="2025051" y="5931276"/>
                    <a:pt x="2025770" y="5930557"/>
                  </a:cubicBezTo>
                  <a:cubicBezTo>
                    <a:pt x="2026489" y="5931276"/>
                    <a:pt x="2026489" y="5932713"/>
                    <a:pt x="2027208" y="5933432"/>
                  </a:cubicBezTo>
                  <a:cubicBezTo>
                    <a:pt x="2030083" y="5939902"/>
                    <a:pt x="2040866" y="5936308"/>
                    <a:pt x="2040147" y="5929838"/>
                  </a:cubicBezTo>
                  <a:cubicBezTo>
                    <a:pt x="2040147" y="5928400"/>
                    <a:pt x="2040147" y="5926963"/>
                    <a:pt x="2040147" y="5925525"/>
                  </a:cubicBezTo>
                  <a:cubicBezTo>
                    <a:pt x="2040866" y="5925525"/>
                    <a:pt x="2041585" y="5924806"/>
                    <a:pt x="2043023" y="5924806"/>
                  </a:cubicBezTo>
                  <a:cubicBezTo>
                    <a:pt x="2042304" y="5924087"/>
                    <a:pt x="2041585" y="5924087"/>
                    <a:pt x="2040147" y="5923368"/>
                  </a:cubicBezTo>
                  <a:cubicBezTo>
                    <a:pt x="2040147" y="5911147"/>
                    <a:pt x="2040866" y="5898927"/>
                    <a:pt x="2041585" y="5886706"/>
                  </a:cubicBezTo>
                  <a:cubicBezTo>
                    <a:pt x="2050930" y="5896051"/>
                    <a:pt x="2060276" y="5904678"/>
                    <a:pt x="2069621" y="5914023"/>
                  </a:cubicBezTo>
                  <a:cubicBezTo>
                    <a:pt x="2072496" y="5912585"/>
                    <a:pt x="2075372" y="5911147"/>
                    <a:pt x="2078247" y="5909710"/>
                  </a:cubicBezTo>
                  <a:cubicBezTo>
                    <a:pt x="2072496" y="5903959"/>
                    <a:pt x="2067464" y="5898208"/>
                    <a:pt x="2061713" y="5892457"/>
                  </a:cubicBezTo>
                  <a:cubicBezTo>
                    <a:pt x="2063870" y="5893176"/>
                    <a:pt x="2066746" y="5893895"/>
                    <a:pt x="2069621" y="5893895"/>
                  </a:cubicBezTo>
                  <a:cubicBezTo>
                    <a:pt x="2080404" y="5893895"/>
                    <a:pt x="2088312" y="5887425"/>
                    <a:pt x="2092625" y="5878080"/>
                  </a:cubicBezTo>
                  <a:cubicBezTo>
                    <a:pt x="2103408" y="5888863"/>
                    <a:pt x="2114191" y="5899646"/>
                    <a:pt x="2124974" y="5911147"/>
                  </a:cubicBezTo>
                  <a:cubicBezTo>
                    <a:pt x="2143665" y="5930557"/>
                    <a:pt x="2163074" y="5947810"/>
                    <a:pt x="2184640" y="5963625"/>
                  </a:cubicBezTo>
                  <a:cubicBezTo>
                    <a:pt x="2188953" y="5966500"/>
                    <a:pt x="2194704" y="5960749"/>
                    <a:pt x="2191829" y="5956436"/>
                  </a:cubicBezTo>
                  <a:cubicBezTo>
                    <a:pt x="2165231" y="5919055"/>
                    <a:pt x="2132163" y="5886706"/>
                    <a:pt x="2099814" y="5853638"/>
                  </a:cubicBezTo>
                  <a:cubicBezTo>
                    <a:pt x="2091187" y="5845012"/>
                    <a:pt x="2084717" y="5833510"/>
                    <a:pt x="2071059" y="5836385"/>
                  </a:cubicBezTo>
                  <a:cubicBezTo>
                    <a:pt x="2068902" y="5837104"/>
                    <a:pt x="2067464" y="5837823"/>
                    <a:pt x="2065308" y="5838542"/>
                  </a:cubicBezTo>
                  <a:cubicBezTo>
                    <a:pt x="2055244" y="5830634"/>
                    <a:pt x="2045898" y="5822008"/>
                    <a:pt x="2035834" y="5814100"/>
                  </a:cubicBezTo>
                  <a:cubicBezTo>
                    <a:pt x="2035115" y="5809787"/>
                    <a:pt x="2034397" y="5805474"/>
                    <a:pt x="2033678" y="5800442"/>
                  </a:cubicBezTo>
                  <a:cubicBezTo>
                    <a:pt x="2043023" y="5800442"/>
                    <a:pt x="2051649" y="5800442"/>
                    <a:pt x="2060995" y="5799723"/>
                  </a:cubicBezTo>
                  <a:cubicBezTo>
                    <a:pt x="2060995" y="5799723"/>
                    <a:pt x="2061713" y="5800442"/>
                    <a:pt x="2061713" y="5800442"/>
                  </a:cubicBezTo>
                  <a:cubicBezTo>
                    <a:pt x="2077529" y="5815538"/>
                    <a:pt x="2094062" y="5830634"/>
                    <a:pt x="2110597" y="5845731"/>
                  </a:cubicBezTo>
                  <a:cubicBezTo>
                    <a:pt x="2132882" y="5865859"/>
                    <a:pt x="2154448" y="5887425"/>
                    <a:pt x="2176732" y="5908991"/>
                  </a:cubicBezTo>
                  <a:lnTo>
                    <a:pt x="2176732" y="5913304"/>
                  </a:lnTo>
                  <a:cubicBezTo>
                    <a:pt x="2209800" y="5929838"/>
                    <a:pt x="2243587" y="5952123"/>
                    <a:pt x="2265153" y="5966500"/>
                  </a:cubicBezTo>
                  <a:cubicBezTo>
                    <a:pt x="2286719" y="5993817"/>
                    <a:pt x="2311880" y="6020415"/>
                    <a:pt x="2342791" y="6031198"/>
                  </a:cubicBezTo>
                  <a:cubicBezTo>
                    <a:pt x="2347823" y="6033355"/>
                    <a:pt x="2352136" y="6026885"/>
                    <a:pt x="2349980" y="6021853"/>
                  </a:cubicBezTo>
                  <a:cubicBezTo>
                    <a:pt x="2335602" y="5996693"/>
                    <a:pt x="2313317" y="5976565"/>
                    <a:pt x="2291751" y="5955717"/>
                  </a:cubicBezTo>
                  <a:cubicBezTo>
                    <a:pt x="2292470" y="5952842"/>
                    <a:pt x="2292470" y="5949966"/>
                    <a:pt x="2293908" y="5947091"/>
                  </a:cubicBezTo>
                  <a:cubicBezTo>
                    <a:pt x="2296064" y="5938465"/>
                    <a:pt x="2299659" y="5930557"/>
                    <a:pt x="2303253" y="5922649"/>
                  </a:cubicBezTo>
                  <a:cubicBezTo>
                    <a:pt x="2310442" y="5937027"/>
                    <a:pt x="2318349" y="5951404"/>
                    <a:pt x="2326976" y="5965782"/>
                  </a:cubicBezTo>
                  <a:cubicBezTo>
                    <a:pt x="2349261" y="6001006"/>
                    <a:pt x="2383766" y="6044857"/>
                    <a:pt x="2424742" y="6060672"/>
                  </a:cubicBezTo>
                  <a:cubicBezTo>
                    <a:pt x="2412521" y="6059234"/>
                    <a:pt x="2399581" y="6057078"/>
                    <a:pt x="2387361" y="6054921"/>
                  </a:cubicBezTo>
                  <a:cubicBezTo>
                    <a:pt x="2328414" y="6043419"/>
                    <a:pt x="2275936" y="6025448"/>
                    <a:pt x="2225615" y="5994536"/>
                  </a:cubicBezTo>
                  <a:cubicBezTo>
                    <a:pt x="2224897" y="6006038"/>
                    <a:pt x="2215551" y="6015383"/>
                    <a:pt x="2203331" y="6015383"/>
                  </a:cubicBezTo>
                  <a:lnTo>
                    <a:pt x="2178889" y="6015383"/>
                  </a:lnTo>
                  <a:cubicBezTo>
                    <a:pt x="2166668" y="6015383"/>
                    <a:pt x="2156604" y="6005319"/>
                    <a:pt x="2156604" y="5993098"/>
                  </a:cubicBezTo>
                  <a:cubicBezTo>
                    <a:pt x="2156604" y="5980878"/>
                    <a:pt x="2166668" y="5970814"/>
                    <a:pt x="2178889" y="5970814"/>
                  </a:cubicBezTo>
                  <a:lnTo>
                    <a:pt x="2188953" y="5970814"/>
                  </a:lnTo>
                  <a:cubicBezTo>
                    <a:pt x="2176732" y="5962906"/>
                    <a:pt x="2164512" y="5954999"/>
                    <a:pt x="2151572" y="5948529"/>
                  </a:cubicBezTo>
                  <a:cubicBezTo>
                    <a:pt x="2143665" y="5944216"/>
                    <a:pt x="2135038" y="5939183"/>
                    <a:pt x="2126412" y="5937027"/>
                  </a:cubicBezTo>
                  <a:cubicBezTo>
                    <a:pt x="2127130" y="5938465"/>
                    <a:pt x="2127130" y="5940621"/>
                    <a:pt x="2127849" y="5944216"/>
                  </a:cubicBezTo>
                  <a:cubicBezTo>
                    <a:pt x="2130006" y="5967938"/>
                    <a:pt x="2099814" y="5971532"/>
                    <a:pt x="2088312" y="5955717"/>
                  </a:cubicBezTo>
                  <a:cubicBezTo>
                    <a:pt x="2056681" y="5970095"/>
                    <a:pt x="2022895" y="5980878"/>
                    <a:pt x="1987670" y="5988785"/>
                  </a:cubicBezTo>
                  <a:lnTo>
                    <a:pt x="1987670" y="6026885"/>
                  </a:lnTo>
                  <a:cubicBezTo>
                    <a:pt x="2012830" y="6026885"/>
                    <a:pt x="2037991" y="6026885"/>
                    <a:pt x="2063151" y="6027604"/>
                  </a:cubicBezTo>
                  <a:cubicBezTo>
                    <a:pt x="2074653" y="6027604"/>
                    <a:pt x="2086155" y="6027604"/>
                    <a:pt x="2096938" y="6027604"/>
                  </a:cubicBezTo>
                  <a:cubicBezTo>
                    <a:pt x="2107002" y="6030480"/>
                    <a:pt x="2117785" y="6033355"/>
                    <a:pt x="2127849" y="6035512"/>
                  </a:cubicBezTo>
                  <a:cubicBezTo>
                    <a:pt x="2112753" y="6034074"/>
                    <a:pt x="2097657" y="6032636"/>
                    <a:pt x="2083279" y="6031198"/>
                  </a:cubicBezTo>
                  <a:cubicBezTo>
                    <a:pt x="2051649" y="6029761"/>
                    <a:pt x="2019300" y="6029042"/>
                    <a:pt x="1987670" y="6027604"/>
                  </a:cubicBezTo>
                  <a:lnTo>
                    <a:pt x="1987670" y="6521466"/>
                  </a:lnTo>
                  <a:cubicBezTo>
                    <a:pt x="1960353" y="6497025"/>
                    <a:pt x="1932317" y="6474021"/>
                    <a:pt x="1904281" y="6451017"/>
                  </a:cubicBezTo>
                  <a:lnTo>
                    <a:pt x="1904281" y="6057797"/>
                  </a:lnTo>
                  <a:cubicBezTo>
                    <a:pt x="1902125" y="6058515"/>
                    <a:pt x="1899249" y="6058515"/>
                    <a:pt x="1897093" y="6058515"/>
                  </a:cubicBezTo>
                  <a:cubicBezTo>
                    <a:pt x="1874089" y="6058515"/>
                    <a:pt x="1855398" y="6039825"/>
                    <a:pt x="1855398" y="6016821"/>
                  </a:cubicBezTo>
                  <a:cubicBezTo>
                    <a:pt x="1855398" y="6014664"/>
                    <a:pt x="1855398" y="6011789"/>
                    <a:pt x="1855398" y="6009632"/>
                  </a:cubicBezTo>
                  <a:cubicBezTo>
                    <a:pt x="1743255" y="6022572"/>
                    <a:pt x="1630393" y="6024010"/>
                    <a:pt x="1517530" y="6021134"/>
                  </a:cubicBezTo>
                  <a:cubicBezTo>
                    <a:pt x="1402512" y="6018259"/>
                    <a:pt x="1288211" y="6011070"/>
                    <a:pt x="1174630" y="5997411"/>
                  </a:cubicBezTo>
                  <a:cubicBezTo>
                    <a:pt x="1079740" y="5985191"/>
                    <a:pt x="980536" y="5972970"/>
                    <a:pt x="887802" y="5941340"/>
                  </a:cubicBezTo>
                  <a:close/>
                  <a:moveTo>
                    <a:pt x="2046617" y="5873047"/>
                  </a:moveTo>
                  <a:cubicBezTo>
                    <a:pt x="2045898" y="5872329"/>
                    <a:pt x="2045180" y="5871610"/>
                    <a:pt x="2044461" y="5870891"/>
                  </a:cubicBezTo>
                  <a:cubicBezTo>
                    <a:pt x="2044461" y="5863702"/>
                    <a:pt x="2043742" y="5856514"/>
                    <a:pt x="2043023" y="5849325"/>
                  </a:cubicBezTo>
                  <a:cubicBezTo>
                    <a:pt x="2042304" y="5845012"/>
                    <a:pt x="2041585" y="5840698"/>
                    <a:pt x="2040866" y="5836385"/>
                  </a:cubicBezTo>
                  <a:cubicBezTo>
                    <a:pt x="2044461" y="5840698"/>
                    <a:pt x="2048055" y="5845731"/>
                    <a:pt x="2051649" y="5850044"/>
                  </a:cubicBezTo>
                  <a:cubicBezTo>
                    <a:pt x="2050930" y="5851481"/>
                    <a:pt x="2050212" y="5852919"/>
                    <a:pt x="2049493" y="5854357"/>
                  </a:cubicBezTo>
                  <a:cubicBezTo>
                    <a:pt x="2045898" y="5860108"/>
                    <a:pt x="2045180" y="5867297"/>
                    <a:pt x="2046617" y="5873047"/>
                  </a:cubicBezTo>
                  <a:close/>
                  <a:moveTo>
                    <a:pt x="2039429" y="5828478"/>
                  </a:moveTo>
                  <a:cubicBezTo>
                    <a:pt x="2039429" y="5827759"/>
                    <a:pt x="2039429" y="5827040"/>
                    <a:pt x="2038710" y="5826321"/>
                  </a:cubicBezTo>
                  <a:cubicBezTo>
                    <a:pt x="2045180" y="5831353"/>
                    <a:pt x="2050930" y="5837104"/>
                    <a:pt x="2057400" y="5842136"/>
                  </a:cubicBezTo>
                  <a:cubicBezTo>
                    <a:pt x="2055963" y="5843574"/>
                    <a:pt x="2053806" y="5845012"/>
                    <a:pt x="2053087" y="5847168"/>
                  </a:cubicBezTo>
                  <a:cubicBezTo>
                    <a:pt x="2048055" y="5840698"/>
                    <a:pt x="2043742" y="5834948"/>
                    <a:pt x="2039429" y="5828478"/>
                  </a:cubicBezTo>
                  <a:close/>
                  <a:moveTo>
                    <a:pt x="1329906" y="6744315"/>
                  </a:moveTo>
                  <a:cubicBezTo>
                    <a:pt x="1329906" y="6775946"/>
                    <a:pt x="1280304" y="6775946"/>
                    <a:pt x="1280304" y="6744315"/>
                  </a:cubicBezTo>
                  <a:lnTo>
                    <a:pt x="1280304" y="6691838"/>
                  </a:lnTo>
                  <a:cubicBezTo>
                    <a:pt x="1296119" y="6704778"/>
                    <a:pt x="1311934" y="6716999"/>
                    <a:pt x="1328468" y="6728500"/>
                  </a:cubicBezTo>
                  <a:cubicBezTo>
                    <a:pt x="1329187" y="6729219"/>
                    <a:pt x="1329187" y="6729219"/>
                    <a:pt x="1329906" y="6729938"/>
                  </a:cubicBezTo>
                  <a:lnTo>
                    <a:pt x="1329906" y="6744315"/>
                  </a:lnTo>
                  <a:close/>
                  <a:moveTo>
                    <a:pt x="1329906" y="6667396"/>
                  </a:moveTo>
                  <a:cubicBezTo>
                    <a:pt x="1324155" y="6660208"/>
                    <a:pt x="1319123" y="6653019"/>
                    <a:pt x="1314091" y="6645830"/>
                  </a:cubicBezTo>
                  <a:cubicBezTo>
                    <a:pt x="1319123" y="6650863"/>
                    <a:pt x="1324874" y="6655895"/>
                    <a:pt x="1329906" y="6660927"/>
                  </a:cubicBezTo>
                  <a:lnTo>
                    <a:pt x="1329906" y="6667396"/>
                  </a:lnTo>
                  <a:close/>
                  <a:moveTo>
                    <a:pt x="1329906" y="6599823"/>
                  </a:moveTo>
                  <a:cubicBezTo>
                    <a:pt x="1313372" y="6584008"/>
                    <a:pt x="1296838" y="6568911"/>
                    <a:pt x="1280304" y="6553815"/>
                  </a:cubicBezTo>
                  <a:lnTo>
                    <a:pt x="1280304" y="6517153"/>
                  </a:lnTo>
                  <a:cubicBezTo>
                    <a:pt x="1296119" y="6539438"/>
                    <a:pt x="1310496" y="6561723"/>
                    <a:pt x="1324874" y="6584727"/>
                  </a:cubicBezTo>
                  <a:cubicBezTo>
                    <a:pt x="1326312" y="6587602"/>
                    <a:pt x="1328468" y="6590478"/>
                    <a:pt x="1329906" y="6593353"/>
                  </a:cubicBezTo>
                  <a:lnTo>
                    <a:pt x="1329906" y="6599823"/>
                  </a:lnTo>
                  <a:close/>
                  <a:moveTo>
                    <a:pt x="1333500" y="6211634"/>
                  </a:moveTo>
                  <a:cubicBezTo>
                    <a:pt x="1332062" y="6211634"/>
                    <a:pt x="1331344" y="6211634"/>
                    <a:pt x="1329906" y="6210915"/>
                  </a:cubicBezTo>
                  <a:lnTo>
                    <a:pt x="1329906" y="6492712"/>
                  </a:lnTo>
                  <a:cubicBezTo>
                    <a:pt x="1327749" y="6489836"/>
                    <a:pt x="1325593" y="6486242"/>
                    <a:pt x="1322717" y="6482647"/>
                  </a:cubicBezTo>
                  <a:cubicBezTo>
                    <a:pt x="1310496" y="6465395"/>
                    <a:pt x="1298995" y="6448861"/>
                    <a:pt x="1280304" y="6444547"/>
                  </a:cubicBezTo>
                  <a:lnTo>
                    <a:pt x="1280304" y="6200851"/>
                  </a:lnTo>
                  <a:cubicBezTo>
                    <a:pt x="1280304" y="6182161"/>
                    <a:pt x="1296838" y="6174253"/>
                    <a:pt x="1311215" y="6177848"/>
                  </a:cubicBezTo>
                  <a:cubicBezTo>
                    <a:pt x="1314091" y="6169940"/>
                    <a:pt x="1320561" y="6163470"/>
                    <a:pt x="1331344" y="6162032"/>
                  </a:cubicBezTo>
                  <a:cubicBezTo>
                    <a:pt x="1345002" y="6180004"/>
                    <a:pt x="1359379" y="6196538"/>
                    <a:pt x="1375913" y="6211634"/>
                  </a:cubicBezTo>
                  <a:lnTo>
                    <a:pt x="1333500" y="6211634"/>
                  </a:lnTo>
                  <a:close/>
                  <a:moveTo>
                    <a:pt x="1380946" y="6169221"/>
                  </a:moveTo>
                  <a:cubicBezTo>
                    <a:pt x="1388134" y="6170659"/>
                    <a:pt x="1393166" y="6167065"/>
                    <a:pt x="1395323" y="6162032"/>
                  </a:cubicBezTo>
                  <a:lnTo>
                    <a:pt x="1457145" y="6162032"/>
                  </a:lnTo>
                  <a:cubicBezTo>
                    <a:pt x="1447800" y="6169940"/>
                    <a:pt x="1444925" y="6185036"/>
                    <a:pt x="1459302" y="6192225"/>
                  </a:cubicBezTo>
                  <a:cubicBezTo>
                    <a:pt x="1470804" y="6197976"/>
                    <a:pt x="1481587" y="6204446"/>
                    <a:pt x="1492370" y="6211634"/>
                  </a:cubicBezTo>
                  <a:lnTo>
                    <a:pt x="1437017" y="6211634"/>
                  </a:lnTo>
                  <a:cubicBezTo>
                    <a:pt x="1416889" y="6199414"/>
                    <a:pt x="1398198" y="6185036"/>
                    <a:pt x="1380946" y="6169221"/>
                  </a:cubicBezTo>
                  <a:close/>
                </a:path>
              </a:pathLst>
            </a:custGeom>
            <a:grpFill/>
            <a:ln w="71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a:ea typeface="宋体"/>
                <a:cs typeface="+mn-cs"/>
              </a:endParaRPr>
            </a:p>
          </p:txBody>
        </p:sp>
      </p:grpSp>
      <p:grpSp>
        <p:nvGrpSpPr>
          <p:cNvPr id="114" name="图形 23"/>
          <p:cNvGrpSpPr/>
          <p:nvPr/>
        </p:nvGrpSpPr>
        <p:grpSpPr>
          <a:xfrm>
            <a:off x="7009679" y="5584499"/>
            <a:ext cx="3049442" cy="1200648"/>
            <a:chOff x="-3491733" y="6538119"/>
            <a:chExt cx="8429054" cy="3318748"/>
          </a:xfrm>
          <a:gradFill flip="none" rotWithShape="1">
            <a:gsLst>
              <a:gs pos="76000">
                <a:srgbClr val="F5D6A8">
                  <a:alpha val="0"/>
                </a:srgbClr>
              </a:gs>
              <a:gs pos="0">
                <a:schemeClr val="accent4">
                  <a:lumMod val="20000"/>
                  <a:lumOff val="80000"/>
                  <a:alpha val="39000"/>
                </a:schemeClr>
              </a:gs>
            </a:gsLst>
            <a:lin ang="5700000" scaled="0"/>
            <a:tileRect/>
          </a:gradFill>
        </p:grpSpPr>
        <p:sp>
          <p:nvSpPr>
            <p:cNvPr id="115" name="任意多边形: 形状 114"/>
            <p:cNvSpPr/>
            <p:nvPr/>
          </p:nvSpPr>
          <p:spPr>
            <a:xfrm>
              <a:off x="358891" y="8324057"/>
              <a:ext cx="1428" cy="952"/>
            </a:xfrm>
            <a:custGeom>
              <a:avLst/>
              <a:gdLst>
                <a:gd name="connsiteX0" fmla="*/ 714 w 1428"/>
                <a:gd name="connsiteY0" fmla="*/ 0 h 952"/>
                <a:gd name="connsiteX1" fmla="*/ 714 w 1428"/>
                <a:gd name="connsiteY1" fmla="*/ 952 h 952"/>
                <a:gd name="connsiteX2" fmla="*/ 714 w 1428"/>
                <a:gd name="connsiteY2" fmla="*/ 0 h 952"/>
              </a:gdLst>
              <a:ahLst/>
              <a:cxnLst>
                <a:cxn ang="0">
                  <a:pos x="connsiteX0" y="connsiteY0"/>
                </a:cxn>
                <a:cxn ang="0">
                  <a:pos x="connsiteX1" y="connsiteY1"/>
                </a:cxn>
                <a:cxn ang="0">
                  <a:pos x="connsiteX2" y="connsiteY2"/>
                </a:cxn>
              </a:cxnLst>
              <a:rect l="l" t="t" r="r" b="b"/>
              <a:pathLst>
                <a:path w="1428" h="952">
                  <a:moveTo>
                    <a:pt x="714" y="0"/>
                  </a:moveTo>
                  <a:cubicBezTo>
                    <a:pt x="-238" y="0"/>
                    <a:pt x="-238" y="952"/>
                    <a:pt x="714" y="952"/>
                  </a:cubicBezTo>
                  <a:cubicBezTo>
                    <a:pt x="1667" y="952"/>
                    <a:pt x="1667" y="0"/>
                    <a:pt x="7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16" name="任意多边形: 形状 115"/>
            <p:cNvSpPr/>
            <p:nvPr/>
          </p:nvSpPr>
          <p:spPr>
            <a:xfrm>
              <a:off x="3473292" y="8408356"/>
              <a:ext cx="64806" cy="44288"/>
            </a:xfrm>
            <a:custGeom>
              <a:avLst/>
              <a:gdLst>
                <a:gd name="connsiteX0" fmla="*/ 4799 w 64806"/>
                <a:gd name="connsiteY0" fmla="*/ 44288 h 44288"/>
                <a:gd name="connsiteX1" fmla="*/ 22896 w 64806"/>
                <a:gd name="connsiteY1" fmla="*/ 35716 h 44288"/>
                <a:gd name="connsiteX2" fmla="*/ 34326 w 64806"/>
                <a:gd name="connsiteY2" fmla="*/ 33811 h 44288"/>
                <a:gd name="connsiteX3" fmla="*/ 64807 w 64806"/>
                <a:gd name="connsiteY3" fmla="*/ 9045 h 44288"/>
                <a:gd name="connsiteX4" fmla="*/ 27659 w 64806"/>
                <a:gd name="connsiteY4" fmla="*/ 473 h 44288"/>
                <a:gd name="connsiteX5" fmla="*/ 4799 w 64806"/>
                <a:gd name="connsiteY5" fmla="*/ 44288 h 44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06" h="44288">
                  <a:moveTo>
                    <a:pt x="4799" y="44288"/>
                  </a:moveTo>
                  <a:cubicBezTo>
                    <a:pt x="9561" y="40478"/>
                    <a:pt x="16229" y="37620"/>
                    <a:pt x="22896" y="35716"/>
                  </a:cubicBezTo>
                  <a:cubicBezTo>
                    <a:pt x="26707" y="34763"/>
                    <a:pt x="30516" y="33811"/>
                    <a:pt x="34326" y="33811"/>
                  </a:cubicBezTo>
                  <a:cubicBezTo>
                    <a:pt x="43851" y="25238"/>
                    <a:pt x="54329" y="16666"/>
                    <a:pt x="64807" y="9045"/>
                  </a:cubicBezTo>
                  <a:cubicBezTo>
                    <a:pt x="52424" y="6188"/>
                    <a:pt x="40041" y="3331"/>
                    <a:pt x="27659" y="473"/>
                  </a:cubicBezTo>
                  <a:cubicBezTo>
                    <a:pt x="2894" y="-4289"/>
                    <a:pt x="-6631" y="28095"/>
                    <a:pt x="4799" y="442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17" name="任意多边形: 形状 116"/>
            <p:cNvSpPr/>
            <p:nvPr/>
          </p:nvSpPr>
          <p:spPr>
            <a:xfrm>
              <a:off x="2248651" y="8385969"/>
              <a:ext cx="1428" cy="952"/>
            </a:xfrm>
            <a:custGeom>
              <a:avLst/>
              <a:gdLst>
                <a:gd name="connsiteX0" fmla="*/ 714 w 1428"/>
                <a:gd name="connsiteY0" fmla="*/ 952 h 952"/>
                <a:gd name="connsiteX1" fmla="*/ 714 w 1428"/>
                <a:gd name="connsiteY1" fmla="*/ 0 h 952"/>
                <a:gd name="connsiteX2" fmla="*/ 714 w 1428"/>
                <a:gd name="connsiteY2" fmla="*/ 952 h 952"/>
              </a:gdLst>
              <a:ahLst/>
              <a:cxnLst>
                <a:cxn ang="0">
                  <a:pos x="connsiteX0" y="connsiteY0"/>
                </a:cxn>
                <a:cxn ang="0">
                  <a:pos x="connsiteX1" y="connsiteY1"/>
                </a:cxn>
                <a:cxn ang="0">
                  <a:pos x="connsiteX2" y="connsiteY2"/>
                </a:cxn>
              </a:cxnLst>
              <a:rect l="l" t="t" r="r" b="b"/>
              <a:pathLst>
                <a:path w="1428" h="952">
                  <a:moveTo>
                    <a:pt x="714" y="952"/>
                  </a:moveTo>
                  <a:cubicBezTo>
                    <a:pt x="1667" y="952"/>
                    <a:pt x="1667" y="0"/>
                    <a:pt x="714" y="0"/>
                  </a:cubicBezTo>
                  <a:cubicBezTo>
                    <a:pt x="-238" y="0"/>
                    <a:pt x="-238" y="952"/>
                    <a:pt x="714" y="9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18" name="任意多边形: 形状 117"/>
            <p:cNvSpPr/>
            <p:nvPr/>
          </p:nvSpPr>
          <p:spPr>
            <a:xfrm>
              <a:off x="1693566" y="7661593"/>
              <a:ext cx="32198" cy="659606"/>
            </a:xfrm>
            <a:custGeom>
              <a:avLst/>
              <a:gdLst>
                <a:gd name="connsiteX0" fmla="*/ 11922 w 32198"/>
                <a:gd name="connsiteY0" fmla="*/ 4286 h 659606"/>
                <a:gd name="connsiteX1" fmla="*/ 492 w 32198"/>
                <a:gd name="connsiteY1" fmla="*/ 659606 h 659606"/>
                <a:gd name="connsiteX2" fmla="*/ 31924 w 32198"/>
                <a:gd name="connsiteY2" fmla="*/ 620554 h 659606"/>
                <a:gd name="connsiteX3" fmla="*/ 19542 w 32198"/>
                <a:gd name="connsiteY3" fmla="*/ 4286 h 659606"/>
                <a:gd name="connsiteX4" fmla="*/ 11922 w 32198"/>
                <a:gd name="connsiteY4" fmla="*/ 4286 h 65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98" h="659606">
                  <a:moveTo>
                    <a:pt x="11922" y="4286"/>
                  </a:moveTo>
                  <a:cubicBezTo>
                    <a:pt x="-1413" y="222409"/>
                    <a:pt x="-460" y="441484"/>
                    <a:pt x="492" y="659606"/>
                  </a:cubicBezTo>
                  <a:cubicBezTo>
                    <a:pt x="10017" y="646271"/>
                    <a:pt x="20495" y="632936"/>
                    <a:pt x="31924" y="620554"/>
                  </a:cubicBezTo>
                  <a:cubicBezTo>
                    <a:pt x="32877" y="414814"/>
                    <a:pt x="31924" y="209074"/>
                    <a:pt x="19542" y="4286"/>
                  </a:cubicBezTo>
                  <a:cubicBezTo>
                    <a:pt x="18590" y="-1429"/>
                    <a:pt x="12874" y="-1429"/>
                    <a:pt x="11922"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19" name="任意多边形: 形状 118"/>
            <p:cNvSpPr/>
            <p:nvPr/>
          </p:nvSpPr>
          <p:spPr>
            <a:xfrm>
              <a:off x="2485586" y="8255476"/>
              <a:ext cx="38100" cy="122872"/>
            </a:xfrm>
            <a:custGeom>
              <a:avLst/>
              <a:gdLst>
                <a:gd name="connsiteX0" fmla="*/ 38100 w 38100"/>
                <a:gd name="connsiteY0" fmla="*/ 122873 h 122872"/>
                <a:gd name="connsiteX1" fmla="*/ 37147 w 38100"/>
                <a:gd name="connsiteY1" fmla="*/ 0 h 122872"/>
                <a:gd name="connsiteX2" fmla="*/ 31432 w 38100"/>
                <a:gd name="connsiteY2" fmla="*/ 16193 h 122872"/>
                <a:gd name="connsiteX3" fmla="*/ 952 w 38100"/>
                <a:gd name="connsiteY3" fmla="*/ 39053 h 122872"/>
                <a:gd name="connsiteX4" fmla="*/ 0 w 38100"/>
                <a:gd name="connsiteY4" fmla="*/ 121920 h 122872"/>
                <a:gd name="connsiteX5" fmla="*/ 38100 w 38100"/>
                <a:gd name="connsiteY5" fmla="*/ 122873 h 12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00" h="122872">
                  <a:moveTo>
                    <a:pt x="38100" y="122873"/>
                  </a:moveTo>
                  <a:cubicBezTo>
                    <a:pt x="38100" y="81915"/>
                    <a:pt x="37147" y="40958"/>
                    <a:pt x="37147" y="0"/>
                  </a:cubicBezTo>
                  <a:cubicBezTo>
                    <a:pt x="35242" y="5715"/>
                    <a:pt x="33338" y="11430"/>
                    <a:pt x="31432" y="16193"/>
                  </a:cubicBezTo>
                  <a:cubicBezTo>
                    <a:pt x="24765" y="34290"/>
                    <a:pt x="13335" y="40005"/>
                    <a:pt x="952" y="39053"/>
                  </a:cubicBezTo>
                  <a:cubicBezTo>
                    <a:pt x="952" y="66675"/>
                    <a:pt x="0" y="94298"/>
                    <a:pt x="0" y="121920"/>
                  </a:cubicBezTo>
                  <a:cubicBezTo>
                    <a:pt x="12382" y="114300"/>
                    <a:pt x="26670" y="115253"/>
                    <a:pt x="38100" y="12287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0" name="任意多边形: 形状 119"/>
            <p:cNvSpPr/>
            <p:nvPr/>
          </p:nvSpPr>
          <p:spPr>
            <a:xfrm>
              <a:off x="2483681" y="8456454"/>
              <a:ext cx="40957" cy="97154"/>
            </a:xfrm>
            <a:custGeom>
              <a:avLst/>
              <a:gdLst>
                <a:gd name="connsiteX0" fmla="*/ 0 w 40957"/>
                <a:gd name="connsiteY0" fmla="*/ 97155 h 97154"/>
                <a:gd name="connsiteX1" fmla="*/ 40957 w 40957"/>
                <a:gd name="connsiteY1" fmla="*/ 35242 h 97154"/>
                <a:gd name="connsiteX2" fmla="*/ 40957 w 40957"/>
                <a:gd name="connsiteY2" fmla="*/ 0 h 97154"/>
                <a:gd name="connsiteX3" fmla="*/ 0 w 40957"/>
                <a:gd name="connsiteY3" fmla="*/ 97155 h 97154"/>
              </a:gdLst>
              <a:ahLst/>
              <a:cxnLst>
                <a:cxn ang="0">
                  <a:pos x="connsiteX0" y="connsiteY0"/>
                </a:cxn>
                <a:cxn ang="0">
                  <a:pos x="connsiteX1" y="connsiteY1"/>
                </a:cxn>
                <a:cxn ang="0">
                  <a:pos x="connsiteX2" y="connsiteY2"/>
                </a:cxn>
                <a:cxn ang="0">
                  <a:pos x="connsiteX3" y="connsiteY3"/>
                </a:cxn>
              </a:cxnLst>
              <a:rect l="l" t="t" r="r" b="b"/>
              <a:pathLst>
                <a:path w="40957" h="97154">
                  <a:moveTo>
                    <a:pt x="0" y="97155"/>
                  </a:moveTo>
                  <a:cubicBezTo>
                    <a:pt x="14288" y="77153"/>
                    <a:pt x="27622" y="56197"/>
                    <a:pt x="40957" y="35242"/>
                  </a:cubicBezTo>
                  <a:cubicBezTo>
                    <a:pt x="40957" y="23813"/>
                    <a:pt x="40957" y="12383"/>
                    <a:pt x="40957" y="0"/>
                  </a:cubicBezTo>
                  <a:cubicBezTo>
                    <a:pt x="24765" y="31433"/>
                    <a:pt x="11430" y="63817"/>
                    <a:pt x="0" y="9715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1" name="任意多边形: 形状 120"/>
            <p:cNvSpPr/>
            <p:nvPr/>
          </p:nvSpPr>
          <p:spPr>
            <a:xfrm>
              <a:off x="-3491733" y="6538119"/>
              <a:ext cx="8429054" cy="3318748"/>
            </a:xfrm>
            <a:custGeom>
              <a:avLst/>
              <a:gdLst>
                <a:gd name="connsiteX0" fmla="*/ 7427024 w 8429054"/>
                <a:gd name="connsiteY0" fmla="*/ 3069908 h 3318748"/>
                <a:gd name="connsiteX1" fmla="*/ 7447979 w 8429054"/>
                <a:gd name="connsiteY1" fmla="*/ 3079433 h 3318748"/>
                <a:gd name="connsiteX2" fmla="*/ 7487984 w 8429054"/>
                <a:gd name="connsiteY2" fmla="*/ 3037523 h 3318748"/>
                <a:gd name="connsiteX3" fmla="*/ 7517512 w 8429054"/>
                <a:gd name="connsiteY3" fmla="*/ 3022283 h 3318748"/>
                <a:gd name="connsiteX4" fmla="*/ 7634670 w 8429054"/>
                <a:gd name="connsiteY4" fmla="*/ 2960370 h 3318748"/>
                <a:gd name="connsiteX5" fmla="*/ 7654672 w 8429054"/>
                <a:gd name="connsiteY5" fmla="*/ 2958465 h 3318748"/>
                <a:gd name="connsiteX6" fmla="*/ 7666102 w 8429054"/>
                <a:gd name="connsiteY6" fmla="*/ 2943225 h 3318748"/>
                <a:gd name="connsiteX7" fmla="*/ 7709917 w 8429054"/>
                <a:gd name="connsiteY7" fmla="*/ 2919413 h 3318748"/>
                <a:gd name="connsiteX8" fmla="*/ 7748970 w 8429054"/>
                <a:gd name="connsiteY8" fmla="*/ 2924175 h 3318748"/>
                <a:gd name="connsiteX9" fmla="*/ 7769924 w 8429054"/>
                <a:gd name="connsiteY9" fmla="*/ 2887028 h 3318748"/>
                <a:gd name="connsiteX10" fmla="*/ 7810882 w 8429054"/>
                <a:gd name="connsiteY10" fmla="*/ 2865120 h 3318748"/>
                <a:gd name="connsiteX11" fmla="*/ 7828979 w 8429054"/>
                <a:gd name="connsiteY11" fmla="*/ 2855595 h 3318748"/>
                <a:gd name="connsiteX12" fmla="*/ 7879462 w 8429054"/>
                <a:gd name="connsiteY12" fmla="*/ 2771775 h 3318748"/>
                <a:gd name="connsiteX13" fmla="*/ 7895654 w 8429054"/>
                <a:gd name="connsiteY13" fmla="*/ 2730818 h 3318748"/>
                <a:gd name="connsiteX14" fmla="*/ 7901370 w 8429054"/>
                <a:gd name="connsiteY14" fmla="*/ 2722245 h 3318748"/>
                <a:gd name="connsiteX15" fmla="*/ 7902322 w 8429054"/>
                <a:gd name="connsiteY15" fmla="*/ 2714625 h 3318748"/>
                <a:gd name="connsiteX16" fmla="*/ 8136637 w 8429054"/>
                <a:gd name="connsiteY16" fmla="*/ 2325053 h 3318748"/>
                <a:gd name="connsiteX17" fmla="*/ 8382382 w 8429054"/>
                <a:gd name="connsiteY17" fmla="*/ 2008823 h 3318748"/>
                <a:gd name="connsiteX18" fmla="*/ 8429054 w 8429054"/>
                <a:gd name="connsiteY18" fmla="*/ 1921193 h 3318748"/>
                <a:gd name="connsiteX19" fmla="*/ 8395717 w 8429054"/>
                <a:gd name="connsiteY19" fmla="*/ 1907858 h 3318748"/>
                <a:gd name="connsiteX20" fmla="*/ 8301420 w 8429054"/>
                <a:gd name="connsiteY20" fmla="*/ 1891665 h 3318748"/>
                <a:gd name="connsiteX21" fmla="*/ 8292847 w 8429054"/>
                <a:gd name="connsiteY21" fmla="*/ 1889760 h 3318748"/>
                <a:gd name="connsiteX22" fmla="*/ 8291895 w 8429054"/>
                <a:gd name="connsiteY22" fmla="*/ 1877378 h 3318748"/>
                <a:gd name="connsiteX23" fmla="*/ 8272845 w 8429054"/>
                <a:gd name="connsiteY23" fmla="*/ 1877378 h 3318748"/>
                <a:gd name="connsiteX24" fmla="*/ 8272845 w 8429054"/>
                <a:gd name="connsiteY24" fmla="*/ 1886903 h 3318748"/>
                <a:gd name="connsiteX25" fmla="*/ 8080440 w 8429054"/>
                <a:gd name="connsiteY25" fmla="*/ 1853565 h 3318748"/>
                <a:gd name="connsiteX26" fmla="*/ 7896607 w 8429054"/>
                <a:gd name="connsiteY26" fmla="*/ 1824038 h 3318748"/>
                <a:gd name="connsiteX27" fmla="*/ 7895654 w 8429054"/>
                <a:gd name="connsiteY27" fmla="*/ 1806893 h 3318748"/>
                <a:gd name="connsiteX28" fmla="*/ 7884224 w 8429054"/>
                <a:gd name="connsiteY28" fmla="*/ 1806893 h 3318748"/>
                <a:gd name="connsiteX29" fmla="*/ 7883272 w 8429054"/>
                <a:gd name="connsiteY29" fmla="*/ 1822133 h 3318748"/>
                <a:gd name="connsiteX30" fmla="*/ 7647052 w 8429054"/>
                <a:gd name="connsiteY30" fmla="*/ 1787843 h 3318748"/>
                <a:gd name="connsiteX31" fmla="*/ 7203187 w 8429054"/>
                <a:gd name="connsiteY31" fmla="*/ 1736408 h 3318748"/>
                <a:gd name="connsiteX32" fmla="*/ 6992684 w 8429054"/>
                <a:gd name="connsiteY32" fmla="*/ 1717358 h 3318748"/>
                <a:gd name="connsiteX33" fmla="*/ 6992684 w 8429054"/>
                <a:gd name="connsiteY33" fmla="*/ 1720215 h 3318748"/>
                <a:gd name="connsiteX34" fmla="*/ 6872670 w 8429054"/>
                <a:gd name="connsiteY34" fmla="*/ 1708785 h 3318748"/>
                <a:gd name="connsiteX35" fmla="*/ 6848857 w 8429054"/>
                <a:gd name="connsiteY35" fmla="*/ 1708785 h 3318748"/>
                <a:gd name="connsiteX36" fmla="*/ 6870765 w 8429054"/>
                <a:gd name="connsiteY36" fmla="*/ 1615440 h 3318748"/>
                <a:gd name="connsiteX37" fmla="*/ 6883147 w 8429054"/>
                <a:gd name="connsiteY37" fmla="*/ 1565910 h 3318748"/>
                <a:gd name="connsiteX38" fmla="*/ 6966967 w 8429054"/>
                <a:gd name="connsiteY38" fmla="*/ 1082993 h 3318748"/>
                <a:gd name="connsiteX39" fmla="*/ 7138417 w 8429054"/>
                <a:gd name="connsiteY39" fmla="*/ 0 h 3318748"/>
                <a:gd name="connsiteX40" fmla="*/ 7031737 w 8429054"/>
                <a:gd name="connsiteY40" fmla="*/ 37148 h 3318748"/>
                <a:gd name="connsiteX41" fmla="*/ 6969824 w 8429054"/>
                <a:gd name="connsiteY41" fmla="*/ 55245 h 3318748"/>
                <a:gd name="connsiteX42" fmla="*/ 6764084 w 8429054"/>
                <a:gd name="connsiteY42" fmla="*/ 118110 h 3318748"/>
                <a:gd name="connsiteX43" fmla="*/ 6371654 w 8429054"/>
                <a:gd name="connsiteY43" fmla="*/ 257175 h 3318748"/>
                <a:gd name="connsiteX44" fmla="*/ 5610607 w 8429054"/>
                <a:gd name="connsiteY44" fmla="*/ 604838 h 3318748"/>
                <a:gd name="connsiteX45" fmla="*/ 4369500 w 8429054"/>
                <a:gd name="connsiteY45" fmla="*/ 1431608 h 3318748"/>
                <a:gd name="connsiteX46" fmla="*/ 3443669 w 8429054"/>
                <a:gd name="connsiteY46" fmla="*/ 1241108 h 3318748"/>
                <a:gd name="connsiteX47" fmla="*/ 2954084 w 8429054"/>
                <a:gd name="connsiteY47" fmla="*/ 1275398 h 3318748"/>
                <a:gd name="connsiteX48" fmla="*/ 2716912 w 8429054"/>
                <a:gd name="connsiteY48" fmla="*/ 1325880 h 3318748"/>
                <a:gd name="connsiteX49" fmla="*/ 2610232 w 8429054"/>
                <a:gd name="connsiteY49" fmla="*/ 1356360 h 3318748"/>
                <a:gd name="connsiteX50" fmla="*/ 2586419 w 8429054"/>
                <a:gd name="connsiteY50" fmla="*/ 1336358 h 3318748"/>
                <a:gd name="connsiteX51" fmla="*/ 2417827 w 8429054"/>
                <a:gd name="connsiteY51" fmla="*/ 1186815 h 3318748"/>
                <a:gd name="connsiteX52" fmla="*/ 2178749 w 8429054"/>
                <a:gd name="connsiteY52" fmla="*/ 1017270 h 3318748"/>
                <a:gd name="connsiteX53" fmla="*/ 2182559 w 8429054"/>
                <a:gd name="connsiteY53" fmla="*/ 1027748 h 3318748"/>
                <a:gd name="connsiteX54" fmla="*/ 2184464 w 8429054"/>
                <a:gd name="connsiteY54" fmla="*/ 1045845 h 3318748"/>
                <a:gd name="connsiteX55" fmla="*/ 2154937 w 8429054"/>
                <a:gd name="connsiteY55" fmla="*/ 1015365 h 3318748"/>
                <a:gd name="connsiteX56" fmla="*/ 2170177 w 8429054"/>
                <a:gd name="connsiteY56" fmla="*/ 1012508 h 3318748"/>
                <a:gd name="connsiteX57" fmla="*/ 2133029 w 8429054"/>
                <a:gd name="connsiteY57" fmla="*/ 985838 h 3318748"/>
                <a:gd name="connsiteX58" fmla="*/ 2124457 w 8429054"/>
                <a:gd name="connsiteY58" fmla="*/ 984885 h 3318748"/>
                <a:gd name="connsiteX59" fmla="*/ 2121599 w 8429054"/>
                <a:gd name="connsiteY59" fmla="*/ 982028 h 3318748"/>
                <a:gd name="connsiteX60" fmla="*/ 2101597 w 8429054"/>
                <a:gd name="connsiteY60" fmla="*/ 962025 h 3318748"/>
                <a:gd name="connsiteX61" fmla="*/ 2100644 w 8429054"/>
                <a:gd name="connsiteY61" fmla="*/ 953453 h 3318748"/>
                <a:gd name="connsiteX62" fmla="*/ 2062544 w 8429054"/>
                <a:gd name="connsiteY62" fmla="*/ 924878 h 3318748"/>
                <a:gd name="connsiteX63" fmla="*/ 1840612 w 8429054"/>
                <a:gd name="connsiteY63" fmla="*/ 751523 h 3318748"/>
                <a:gd name="connsiteX64" fmla="*/ 1819657 w 8429054"/>
                <a:gd name="connsiteY64" fmla="*/ 743903 h 3318748"/>
                <a:gd name="connsiteX65" fmla="*/ 1817752 w 8429054"/>
                <a:gd name="connsiteY65" fmla="*/ 738188 h 3318748"/>
                <a:gd name="connsiteX66" fmla="*/ 1804417 w 8429054"/>
                <a:gd name="connsiteY66" fmla="*/ 730568 h 3318748"/>
                <a:gd name="connsiteX67" fmla="*/ 1818704 w 8429054"/>
                <a:gd name="connsiteY67" fmla="*/ 806768 h 3318748"/>
                <a:gd name="connsiteX68" fmla="*/ 1836802 w 8429054"/>
                <a:gd name="connsiteY68" fmla="*/ 829628 h 3318748"/>
                <a:gd name="connsiteX69" fmla="*/ 1820609 w 8429054"/>
                <a:gd name="connsiteY69" fmla="*/ 817245 h 3318748"/>
                <a:gd name="connsiteX70" fmla="*/ 1834897 w 8429054"/>
                <a:gd name="connsiteY70" fmla="*/ 887730 h 3318748"/>
                <a:gd name="connsiteX71" fmla="*/ 1823467 w 8429054"/>
                <a:gd name="connsiteY71" fmla="*/ 906780 h 3318748"/>
                <a:gd name="connsiteX72" fmla="*/ 1829182 w 8429054"/>
                <a:gd name="connsiteY72" fmla="*/ 933450 h 3318748"/>
                <a:gd name="connsiteX73" fmla="*/ 1817752 w 8429054"/>
                <a:gd name="connsiteY73" fmla="*/ 955358 h 3318748"/>
                <a:gd name="connsiteX74" fmla="*/ 1833944 w 8429054"/>
                <a:gd name="connsiteY74" fmla="*/ 1075373 h 3318748"/>
                <a:gd name="connsiteX75" fmla="*/ 1833944 w 8429054"/>
                <a:gd name="connsiteY75" fmla="*/ 1080135 h 3318748"/>
                <a:gd name="connsiteX76" fmla="*/ 1834897 w 8429054"/>
                <a:gd name="connsiteY76" fmla="*/ 1103948 h 3318748"/>
                <a:gd name="connsiteX77" fmla="*/ 1812989 w 8429054"/>
                <a:gd name="connsiteY77" fmla="*/ 985838 h 3318748"/>
                <a:gd name="connsiteX78" fmla="*/ 1807274 w 8429054"/>
                <a:gd name="connsiteY78" fmla="*/ 958215 h 3318748"/>
                <a:gd name="connsiteX79" fmla="*/ 1817752 w 8429054"/>
                <a:gd name="connsiteY79" fmla="*/ 1105853 h 3318748"/>
                <a:gd name="connsiteX80" fmla="*/ 1840612 w 8429054"/>
                <a:gd name="connsiteY80" fmla="*/ 1222058 h 3318748"/>
                <a:gd name="connsiteX81" fmla="*/ 1838707 w 8429054"/>
                <a:gd name="connsiteY81" fmla="*/ 1231583 h 3318748"/>
                <a:gd name="connsiteX82" fmla="*/ 1877759 w 8429054"/>
                <a:gd name="connsiteY82" fmla="*/ 1682115 h 3318748"/>
                <a:gd name="connsiteX83" fmla="*/ 1892999 w 8429054"/>
                <a:gd name="connsiteY83" fmla="*/ 1804988 h 3318748"/>
                <a:gd name="connsiteX84" fmla="*/ 1812037 w 8429054"/>
                <a:gd name="connsiteY84" fmla="*/ 1321118 h 3318748"/>
                <a:gd name="connsiteX85" fmla="*/ 1765364 w 8429054"/>
                <a:gd name="connsiteY85" fmla="*/ 897255 h 3318748"/>
                <a:gd name="connsiteX86" fmla="*/ 1752029 w 8429054"/>
                <a:gd name="connsiteY86" fmla="*/ 766763 h 3318748"/>
                <a:gd name="connsiteX87" fmla="*/ 1751077 w 8429054"/>
                <a:gd name="connsiteY87" fmla="*/ 765810 h 3318748"/>
                <a:gd name="connsiteX88" fmla="*/ 1738694 w 8429054"/>
                <a:gd name="connsiteY88" fmla="*/ 1122998 h 3318748"/>
                <a:gd name="connsiteX89" fmla="*/ 1745362 w 8429054"/>
                <a:gd name="connsiteY89" fmla="*/ 1547813 h 3318748"/>
                <a:gd name="connsiteX90" fmla="*/ 1756792 w 8429054"/>
                <a:gd name="connsiteY90" fmla="*/ 1651635 h 3318748"/>
                <a:gd name="connsiteX91" fmla="*/ 1713929 w 8429054"/>
                <a:gd name="connsiteY91" fmla="*/ 1684020 h 3318748"/>
                <a:gd name="connsiteX92" fmla="*/ 1699642 w 8429054"/>
                <a:gd name="connsiteY92" fmla="*/ 1713548 h 3318748"/>
                <a:gd name="connsiteX93" fmla="*/ 1555814 w 8429054"/>
                <a:gd name="connsiteY93" fmla="*/ 1850708 h 3318748"/>
                <a:gd name="connsiteX94" fmla="*/ 1471994 w 8429054"/>
                <a:gd name="connsiteY94" fmla="*/ 1946910 h 3318748"/>
                <a:gd name="connsiteX95" fmla="*/ 1399604 w 8429054"/>
                <a:gd name="connsiteY95" fmla="*/ 1952625 h 3318748"/>
                <a:gd name="connsiteX96" fmla="*/ 1400557 w 8429054"/>
                <a:gd name="connsiteY96" fmla="*/ 1967865 h 3318748"/>
                <a:gd name="connsiteX97" fmla="*/ 1020509 w 8429054"/>
                <a:gd name="connsiteY97" fmla="*/ 1962150 h 3318748"/>
                <a:gd name="connsiteX98" fmla="*/ 748094 w 8429054"/>
                <a:gd name="connsiteY98" fmla="*/ 1960245 h 3318748"/>
                <a:gd name="connsiteX99" fmla="*/ 455677 w 8429054"/>
                <a:gd name="connsiteY99" fmla="*/ 1986915 h 3318748"/>
                <a:gd name="connsiteX100" fmla="*/ 380429 w 8429054"/>
                <a:gd name="connsiteY100" fmla="*/ 1989773 h 3318748"/>
                <a:gd name="connsiteX101" fmla="*/ 369952 w 8429054"/>
                <a:gd name="connsiteY101" fmla="*/ 1976438 h 3318748"/>
                <a:gd name="connsiteX102" fmla="*/ 340424 w 8429054"/>
                <a:gd name="connsiteY102" fmla="*/ 1989773 h 3318748"/>
                <a:gd name="connsiteX103" fmla="*/ 288989 w 8429054"/>
                <a:gd name="connsiteY103" fmla="*/ 1988820 h 3318748"/>
                <a:gd name="connsiteX104" fmla="*/ 248984 w 8429054"/>
                <a:gd name="connsiteY104" fmla="*/ 1924050 h 3318748"/>
                <a:gd name="connsiteX105" fmla="*/ 219457 w 8429054"/>
                <a:gd name="connsiteY105" fmla="*/ 1941195 h 3318748"/>
                <a:gd name="connsiteX106" fmla="*/ 233744 w 8429054"/>
                <a:gd name="connsiteY106" fmla="*/ 1985010 h 3318748"/>
                <a:gd name="connsiteX107" fmla="*/ 145162 w 8429054"/>
                <a:gd name="connsiteY107" fmla="*/ 1972628 h 3318748"/>
                <a:gd name="connsiteX108" fmla="*/ 58484 w 8429054"/>
                <a:gd name="connsiteY108" fmla="*/ 1982153 h 3318748"/>
                <a:gd name="connsiteX109" fmla="*/ 49912 w 8429054"/>
                <a:gd name="connsiteY109" fmla="*/ 1986915 h 3318748"/>
                <a:gd name="connsiteX110" fmla="*/ 32767 w 8429054"/>
                <a:gd name="connsiteY110" fmla="*/ 1965960 h 3318748"/>
                <a:gd name="connsiteX111" fmla="*/ 382 w 8429054"/>
                <a:gd name="connsiteY111" fmla="*/ 1986915 h 3318748"/>
                <a:gd name="connsiteX112" fmla="*/ 48959 w 8429054"/>
                <a:gd name="connsiteY112" fmla="*/ 2107883 h 3318748"/>
                <a:gd name="connsiteX113" fmla="*/ 59437 w 8429054"/>
                <a:gd name="connsiteY113" fmla="*/ 2125980 h 3318748"/>
                <a:gd name="connsiteX114" fmla="*/ 184214 w 8429054"/>
                <a:gd name="connsiteY114" fmla="*/ 2339340 h 3318748"/>
                <a:gd name="connsiteX115" fmla="*/ 185167 w 8429054"/>
                <a:gd name="connsiteY115" fmla="*/ 2363153 h 3318748"/>
                <a:gd name="connsiteX116" fmla="*/ 261367 w 8429054"/>
                <a:gd name="connsiteY116" fmla="*/ 2487930 h 3318748"/>
                <a:gd name="connsiteX117" fmla="*/ 400432 w 8429054"/>
                <a:gd name="connsiteY117" fmla="*/ 2805113 h 3318748"/>
                <a:gd name="connsiteX118" fmla="*/ 477584 w 8429054"/>
                <a:gd name="connsiteY118" fmla="*/ 2925128 h 3318748"/>
                <a:gd name="connsiteX119" fmla="*/ 484252 w 8429054"/>
                <a:gd name="connsiteY119" fmla="*/ 2928938 h 3318748"/>
                <a:gd name="connsiteX120" fmla="*/ 494729 w 8429054"/>
                <a:gd name="connsiteY120" fmla="*/ 2947988 h 3318748"/>
                <a:gd name="connsiteX121" fmla="*/ 549022 w 8429054"/>
                <a:gd name="connsiteY121" fmla="*/ 2949893 h 3318748"/>
                <a:gd name="connsiteX122" fmla="*/ 566167 w 8429054"/>
                <a:gd name="connsiteY122" fmla="*/ 2951798 h 3318748"/>
                <a:gd name="connsiteX123" fmla="*/ 615697 w 8429054"/>
                <a:gd name="connsiteY123" fmla="*/ 2981325 h 3318748"/>
                <a:gd name="connsiteX124" fmla="*/ 749047 w 8429054"/>
                <a:gd name="connsiteY124" fmla="*/ 3057525 h 3318748"/>
                <a:gd name="connsiteX125" fmla="*/ 807149 w 8429054"/>
                <a:gd name="connsiteY125" fmla="*/ 3090863 h 3318748"/>
                <a:gd name="connsiteX126" fmla="*/ 819532 w 8429054"/>
                <a:gd name="connsiteY126" fmla="*/ 3111818 h 3318748"/>
                <a:gd name="connsiteX127" fmla="*/ 833819 w 8429054"/>
                <a:gd name="connsiteY127" fmla="*/ 3106103 h 3318748"/>
                <a:gd name="connsiteX128" fmla="*/ 870967 w 8429054"/>
                <a:gd name="connsiteY128" fmla="*/ 3127058 h 3318748"/>
                <a:gd name="connsiteX129" fmla="*/ 947167 w 8429054"/>
                <a:gd name="connsiteY129" fmla="*/ 3127058 h 3318748"/>
                <a:gd name="connsiteX130" fmla="*/ 946214 w 8429054"/>
                <a:gd name="connsiteY130" fmla="*/ 3138488 h 3318748"/>
                <a:gd name="connsiteX131" fmla="*/ 963359 w 8429054"/>
                <a:gd name="connsiteY131" fmla="*/ 3138488 h 3318748"/>
                <a:gd name="connsiteX132" fmla="*/ 962407 w 8429054"/>
                <a:gd name="connsiteY132" fmla="*/ 3127058 h 3318748"/>
                <a:gd name="connsiteX133" fmla="*/ 1005269 w 8429054"/>
                <a:gd name="connsiteY133" fmla="*/ 3127058 h 3318748"/>
                <a:gd name="connsiteX134" fmla="*/ 995744 w 8429054"/>
                <a:gd name="connsiteY134" fmla="*/ 3156585 h 3318748"/>
                <a:gd name="connsiteX135" fmla="*/ 1013842 w 8429054"/>
                <a:gd name="connsiteY135" fmla="*/ 3169920 h 3318748"/>
                <a:gd name="connsiteX136" fmla="*/ 1013842 w 8429054"/>
                <a:gd name="connsiteY136" fmla="*/ 3170873 h 3318748"/>
                <a:gd name="connsiteX137" fmla="*/ 1009079 w 8429054"/>
                <a:gd name="connsiteY137" fmla="*/ 3220403 h 3318748"/>
                <a:gd name="connsiteX138" fmla="*/ 444247 w 8429054"/>
                <a:gd name="connsiteY138" fmla="*/ 3220403 h 3318748"/>
                <a:gd name="connsiteX139" fmla="*/ 416624 w 8429054"/>
                <a:gd name="connsiteY139" fmla="*/ 3205163 h 3318748"/>
                <a:gd name="connsiteX140" fmla="*/ 394717 w 8429054"/>
                <a:gd name="connsiteY140" fmla="*/ 3204210 h 3318748"/>
                <a:gd name="connsiteX141" fmla="*/ 379477 w 8429054"/>
                <a:gd name="connsiteY141" fmla="*/ 3214688 h 3318748"/>
                <a:gd name="connsiteX142" fmla="*/ 268987 w 8429054"/>
                <a:gd name="connsiteY142" fmla="*/ 3255645 h 3318748"/>
                <a:gd name="connsiteX143" fmla="*/ 184214 w 8429054"/>
                <a:gd name="connsiteY143" fmla="*/ 3262313 h 3318748"/>
                <a:gd name="connsiteX144" fmla="*/ 184214 w 8429054"/>
                <a:gd name="connsiteY144" fmla="*/ 3291840 h 3318748"/>
                <a:gd name="connsiteX145" fmla="*/ 656654 w 8429054"/>
                <a:gd name="connsiteY145" fmla="*/ 3304223 h 3318748"/>
                <a:gd name="connsiteX146" fmla="*/ 1129094 w 8429054"/>
                <a:gd name="connsiteY146" fmla="*/ 3314700 h 3318748"/>
                <a:gd name="connsiteX147" fmla="*/ 2073022 w 8429054"/>
                <a:gd name="connsiteY147" fmla="*/ 3318510 h 3318748"/>
                <a:gd name="connsiteX148" fmla="*/ 3961829 w 8429054"/>
                <a:gd name="connsiteY148" fmla="*/ 3317558 h 3318748"/>
                <a:gd name="connsiteX149" fmla="*/ 7739445 w 8429054"/>
                <a:gd name="connsiteY149" fmla="*/ 3305175 h 3318748"/>
                <a:gd name="connsiteX150" fmla="*/ 8154734 w 8429054"/>
                <a:gd name="connsiteY150" fmla="*/ 3289935 h 3318748"/>
                <a:gd name="connsiteX151" fmla="*/ 8164259 w 8429054"/>
                <a:gd name="connsiteY151" fmla="*/ 3278505 h 3318748"/>
                <a:gd name="connsiteX152" fmla="*/ 8183309 w 8429054"/>
                <a:gd name="connsiteY152" fmla="*/ 3278505 h 3318748"/>
                <a:gd name="connsiteX153" fmla="*/ 8160449 w 8429054"/>
                <a:gd name="connsiteY153" fmla="*/ 3267075 h 3318748"/>
                <a:gd name="connsiteX154" fmla="*/ 8156640 w 8429054"/>
                <a:gd name="connsiteY154" fmla="*/ 3265170 h 3318748"/>
                <a:gd name="connsiteX155" fmla="*/ 8067104 w 8429054"/>
                <a:gd name="connsiteY155" fmla="*/ 3217545 h 3318748"/>
                <a:gd name="connsiteX156" fmla="*/ 7535609 w 8429054"/>
                <a:gd name="connsiteY156" fmla="*/ 3217545 h 3318748"/>
                <a:gd name="connsiteX157" fmla="*/ 7488937 w 8429054"/>
                <a:gd name="connsiteY157" fmla="*/ 3216593 h 3318748"/>
                <a:gd name="connsiteX158" fmla="*/ 7473697 w 8429054"/>
                <a:gd name="connsiteY158" fmla="*/ 3220403 h 3318748"/>
                <a:gd name="connsiteX159" fmla="*/ 7287959 w 8429054"/>
                <a:gd name="connsiteY159" fmla="*/ 3220403 h 3318748"/>
                <a:gd name="connsiteX160" fmla="*/ 7297484 w 8429054"/>
                <a:gd name="connsiteY160" fmla="*/ 3127058 h 3318748"/>
                <a:gd name="connsiteX161" fmla="*/ 7325107 w 8429054"/>
                <a:gd name="connsiteY161" fmla="*/ 3127058 h 3318748"/>
                <a:gd name="connsiteX162" fmla="*/ 7427024 w 8429054"/>
                <a:gd name="connsiteY162" fmla="*/ 3069908 h 3318748"/>
                <a:gd name="connsiteX163" fmla="*/ 1886332 w 8429054"/>
                <a:gd name="connsiteY163" fmla="*/ 962025 h 3318748"/>
                <a:gd name="connsiteX164" fmla="*/ 1883474 w 8429054"/>
                <a:gd name="connsiteY164" fmla="*/ 1006793 h 3318748"/>
                <a:gd name="connsiteX165" fmla="*/ 1881569 w 8429054"/>
                <a:gd name="connsiteY165" fmla="*/ 999173 h 3318748"/>
                <a:gd name="connsiteX166" fmla="*/ 1880617 w 8429054"/>
                <a:gd name="connsiteY166" fmla="*/ 995363 h 3318748"/>
                <a:gd name="connsiteX167" fmla="*/ 1878712 w 8429054"/>
                <a:gd name="connsiteY167" fmla="*/ 956310 h 3318748"/>
                <a:gd name="connsiteX168" fmla="*/ 1871092 w 8429054"/>
                <a:gd name="connsiteY168" fmla="*/ 950595 h 3318748"/>
                <a:gd name="connsiteX169" fmla="*/ 1875854 w 8429054"/>
                <a:gd name="connsiteY169" fmla="*/ 921068 h 3318748"/>
                <a:gd name="connsiteX170" fmla="*/ 1887284 w 8429054"/>
                <a:gd name="connsiteY170" fmla="*/ 963930 h 3318748"/>
                <a:gd name="connsiteX171" fmla="*/ 1886332 w 8429054"/>
                <a:gd name="connsiteY171" fmla="*/ 962025 h 3318748"/>
                <a:gd name="connsiteX172" fmla="*/ 257557 w 8429054"/>
                <a:gd name="connsiteY172" fmla="*/ 2035493 h 3318748"/>
                <a:gd name="connsiteX173" fmla="*/ 282322 w 8429054"/>
                <a:gd name="connsiteY173" fmla="*/ 2088833 h 3318748"/>
                <a:gd name="connsiteX174" fmla="*/ 283274 w 8429054"/>
                <a:gd name="connsiteY174" fmla="*/ 2092643 h 3318748"/>
                <a:gd name="connsiteX175" fmla="*/ 262319 w 8429054"/>
                <a:gd name="connsiteY175" fmla="*/ 2058353 h 3318748"/>
                <a:gd name="connsiteX176" fmla="*/ 262319 w 8429054"/>
                <a:gd name="connsiteY176" fmla="*/ 2058353 h 3318748"/>
                <a:gd name="connsiteX177" fmla="*/ 240412 w 8429054"/>
                <a:gd name="connsiteY177" fmla="*/ 2074545 h 3318748"/>
                <a:gd name="connsiteX178" fmla="*/ 315659 w 8429054"/>
                <a:gd name="connsiteY178" fmla="*/ 2265998 h 3318748"/>
                <a:gd name="connsiteX179" fmla="*/ 299467 w 8429054"/>
                <a:gd name="connsiteY179" fmla="*/ 2237423 h 3318748"/>
                <a:gd name="connsiteX180" fmla="*/ 235649 w 8429054"/>
                <a:gd name="connsiteY180" fmla="*/ 2122170 h 3318748"/>
                <a:gd name="connsiteX181" fmla="*/ 170879 w 8429054"/>
                <a:gd name="connsiteY181" fmla="*/ 2027873 h 3318748"/>
                <a:gd name="connsiteX182" fmla="*/ 169927 w 8429054"/>
                <a:gd name="connsiteY182" fmla="*/ 2027873 h 3318748"/>
                <a:gd name="connsiteX183" fmla="*/ 257557 w 8429054"/>
                <a:gd name="connsiteY183" fmla="*/ 2035493 h 3318748"/>
                <a:gd name="connsiteX184" fmla="*/ 247079 w 8429054"/>
                <a:gd name="connsiteY184" fmla="*/ 2366963 h 3318748"/>
                <a:gd name="connsiteX185" fmla="*/ 178499 w 8429054"/>
                <a:gd name="connsiteY185" fmla="*/ 2213610 h 3318748"/>
                <a:gd name="connsiteX186" fmla="*/ 178499 w 8429054"/>
                <a:gd name="connsiteY186" fmla="*/ 2212658 h 3318748"/>
                <a:gd name="connsiteX187" fmla="*/ 178499 w 8429054"/>
                <a:gd name="connsiteY187" fmla="*/ 2210753 h 3318748"/>
                <a:gd name="connsiteX188" fmla="*/ 199454 w 8429054"/>
                <a:gd name="connsiteY188" fmla="*/ 2251710 h 3318748"/>
                <a:gd name="connsiteX189" fmla="*/ 258509 w 8429054"/>
                <a:gd name="connsiteY189" fmla="*/ 2363153 h 3318748"/>
                <a:gd name="connsiteX190" fmla="*/ 247079 w 8429054"/>
                <a:gd name="connsiteY190" fmla="*/ 2366963 h 3318748"/>
                <a:gd name="connsiteX191" fmla="*/ 150877 w 8429054"/>
                <a:gd name="connsiteY191" fmla="*/ 2063115 h 3318748"/>
                <a:gd name="connsiteX192" fmla="*/ 148019 w 8429054"/>
                <a:gd name="connsiteY192" fmla="*/ 2059305 h 3318748"/>
                <a:gd name="connsiteX193" fmla="*/ 117539 w 8429054"/>
                <a:gd name="connsiteY193" fmla="*/ 2025015 h 3318748"/>
                <a:gd name="connsiteX194" fmla="*/ 106109 w 8429054"/>
                <a:gd name="connsiteY194" fmla="*/ 2033588 h 3318748"/>
                <a:gd name="connsiteX195" fmla="*/ 106109 w 8429054"/>
                <a:gd name="connsiteY195" fmla="*/ 2033588 h 3318748"/>
                <a:gd name="connsiteX196" fmla="*/ 112777 w 8429054"/>
                <a:gd name="connsiteY196" fmla="*/ 2072640 h 3318748"/>
                <a:gd name="connsiteX197" fmla="*/ 98489 w 8429054"/>
                <a:gd name="connsiteY197" fmla="*/ 2042160 h 3318748"/>
                <a:gd name="connsiteX198" fmla="*/ 80392 w 8429054"/>
                <a:gd name="connsiteY198" fmla="*/ 2030730 h 3318748"/>
                <a:gd name="connsiteX199" fmla="*/ 72772 w 8429054"/>
                <a:gd name="connsiteY199" fmla="*/ 2015490 h 3318748"/>
                <a:gd name="connsiteX200" fmla="*/ 165164 w 8429054"/>
                <a:gd name="connsiteY200" fmla="*/ 2026920 h 3318748"/>
                <a:gd name="connsiteX201" fmla="*/ 158497 w 8429054"/>
                <a:gd name="connsiteY201" fmla="*/ 2041208 h 3318748"/>
                <a:gd name="connsiteX202" fmla="*/ 203264 w 8429054"/>
                <a:gd name="connsiteY202" fmla="*/ 2146935 h 3318748"/>
                <a:gd name="connsiteX203" fmla="*/ 275654 w 8429054"/>
                <a:gd name="connsiteY203" fmla="*/ 2283143 h 3318748"/>
                <a:gd name="connsiteX204" fmla="*/ 319469 w 8429054"/>
                <a:gd name="connsiteY204" fmla="*/ 2365058 h 3318748"/>
                <a:gd name="connsiteX205" fmla="*/ 150877 w 8429054"/>
                <a:gd name="connsiteY205" fmla="*/ 2063115 h 3318748"/>
                <a:gd name="connsiteX206" fmla="*/ 318517 w 8429054"/>
                <a:gd name="connsiteY206" fmla="*/ 2036445 h 3318748"/>
                <a:gd name="connsiteX207" fmla="*/ 326137 w 8429054"/>
                <a:gd name="connsiteY207" fmla="*/ 2036445 h 3318748"/>
                <a:gd name="connsiteX208" fmla="*/ 328042 w 8429054"/>
                <a:gd name="connsiteY208" fmla="*/ 2044065 h 3318748"/>
                <a:gd name="connsiteX209" fmla="*/ 379477 w 8429054"/>
                <a:gd name="connsiteY209" fmla="*/ 2163128 h 3318748"/>
                <a:gd name="connsiteX210" fmla="*/ 318517 w 8429054"/>
                <a:gd name="connsiteY210" fmla="*/ 2036445 h 3318748"/>
                <a:gd name="connsiteX211" fmla="*/ 464249 w 8429054"/>
                <a:gd name="connsiteY211" fmla="*/ 2790825 h 3318748"/>
                <a:gd name="connsiteX212" fmla="*/ 469012 w 8429054"/>
                <a:gd name="connsiteY212" fmla="*/ 2785110 h 3318748"/>
                <a:gd name="connsiteX213" fmla="*/ 475679 w 8429054"/>
                <a:gd name="connsiteY213" fmla="*/ 2799398 h 3318748"/>
                <a:gd name="connsiteX214" fmla="*/ 481394 w 8429054"/>
                <a:gd name="connsiteY214" fmla="*/ 2811780 h 3318748"/>
                <a:gd name="connsiteX215" fmla="*/ 486157 w 8429054"/>
                <a:gd name="connsiteY215" fmla="*/ 2829878 h 3318748"/>
                <a:gd name="connsiteX216" fmla="*/ 464249 w 8429054"/>
                <a:gd name="connsiteY216" fmla="*/ 2790825 h 3318748"/>
                <a:gd name="connsiteX217" fmla="*/ 590932 w 8429054"/>
                <a:gd name="connsiteY217" fmla="*/ 2712720 h 3318748"/>
                <a:gd name="connsiteX218" fmla="*/ 540449 w 8429054"/>
                <a:gd name="connsiteY218" fmla="*/ 2620328 h 3318748"/>
                <a:gd name="connsiteX219" fmla="*/ 588074 w 8429054"/>
                <a:gd name="connsiteY219" fmla="*/ 2692718 h 3318748"/>
                <a:gd name="connsiteX220" fmla="*/ 594742 w 8429054"/>
                <a:gd name="connsiteY220" fmla="*/ 2705100 h 3318748"/>
                <a:gd name="connsiteX221" fmla="*/ 590932 w 8429054"/>
                <a:gd name="connsiteY221" fmla="*/ 2712720 h 3318748"/>
                <a:gd name="connsiteX222" fmla="*/ 610934 w 8429054"/>
                <a:gd name="connsiteY222" fmla="*/ 2039303 h 3318748"/>
                <a:gd name="connsiteX223" fmla="*/ 600457 w 8429054"/>
                <a:gd name="connsiteY223" fmla="*/ 2466023 h 3318748"/>
                <a:gd name="connsiteX224" fmla="*/ 404242 w 8429054"/>
                <a:gd name="connsiteY224" fmla="*/ 2037398 h 3318748"/>
                <a:gd name="connsiteX225" fmla="*/ 530924 w 8429054"/>
                <a:gd name="connsiteY225" fmla="*/ 2037398 h 3318748"/>
                <a:gd name="connsiteX226" fmla="*/ 609982 w 8429054"/>
                <a:gd name="connsiteY226" fmla="*/ 2037398 h 3318748"/>
                <a:gd name="connsiteX227" fmla="*/ 610934 w 8429054"/>
                <a:gd name="connsiteY227" fmla="*/ 2039303 h 3318748"/>
                <a:gd name="connsiteX228" fmla="*/ 7462267 w 8429054"/>
                <a:gd name="connsiteY228" fmla="*/ 2958465 h 3318748"/>
                <a:gd name="connsiteX229" fmla="*/ 7459409 w 8429054"/>
                <a:gd name="connsiteY229" fmla="*/ 2962275 h 3318748"/>
                <a:gd name="connsiteX230" fmla="*/ 7455599 w 8429054"/>
                <a:gd name="connsiteY230" fmla="*/ 2967038 h 3318748"/>
                <a:gd name="connsiteX231" fmla="*/ 7463220 w 8429054"/>
                <a:gd name="connsiteY231" fmla="*/ 2953703 h 3318748"/>
                <a:gd name="connsiteX232" fmla="*/ 7476554 w 8429054"/>
                <a:gd name="connsiteY232" fmla="*/ 2930843 h 3318748"/>
                <a:gd name="connsiteX233" fmla="*/ 7462267 w 8429054"/>
                <a:gd name="connsiteY233" fmla="*/ 2958465 h 3318748"/>
                <a:gd name="connsiteX234" fmla="*/ 7613715 w 8429054"/>
                <a:gd name="connsiteY234" fmla="*/ 2688908 h 3318748"/>
                <a:gd name="connsiteX235" fmla="*/ 7612762 w 8429054"/>
                <a:gd name="connsiteY235" fmla="*/ 2699385 h 3318748"/>
                <a:gd name="connsiteX236" fmla="*/ 7600379 w 8429054"/>
                <a:gd name="connsiteY236" fmla="*/ 2721293 h 3318748"/>
                <a:gd name="connsiteX237" fmla="*/ 7516559 w 8429054"/>
                <a:gd name="connsiteY237" fmla="*/ 2856548 h 3318748"/>
                <a:gd name="connsiteX238" fmla="*/ 7559422 w 8429054"/>
                <a:gd name="connsiteY238" fmla="*/ 2780348 h 3318748"/>
                <a:gd name="connsiteX239" fmla="*/ 7615620 w 8429054"/>
                <a:gd name="connsiteY239" fmla="*/ 2680335 h 3318748"/>
                <a:gd name="connsiteX240" fmla="*/ 7613715 w 8429054"/>
                <a:gd name="connsiteY240" fmla="*/ 2688908 h 3318748"/>
                <a:gd name="connsiteX241" fmla="*/ 7678484 w 8429054"/>
                <a:gd name="connsiteY241" fmla="*/ 2716530 h 3318748"/>
                <a:gd name="connsiteX242" fmla="*/ 7675627 w 8429054"/>
                <a:gd name="connsiteY242" fmla="*/ 2725103 h 3318748"/>
                <a:gd name="connsiteX243" fmla="*/ 7628954 w 8429054"/>
                <a:gd name="connsiteY243" fmla="*/ 2797493 h 3318748"/>
                <a:gd name="connsiteX244" fmla="*/ 7640384 w 8429054"/>
                <a:gd name="connsiteY244" fmla="*/ 2777490 h 3318748"/>
                <a:gd name="connsiteX245" fmla="*/ 7676579 w 8429054"/>
                <a:gd name="connsiteY245" fmla="*/ 2713673 h 3318748"/>
                <a:gd name="connsiteX246" fmla="*/ 7679437 w 8429054"/>
                <a:gd name="connsiteY246" fmla="*/ 2711768 h 3318748"/>
                <a:gd name="connsiteX247" fmla="*/ 7678484 w 8429054"/>
                <a:gd name="connsiteY247" fmla="*/ 2716530 h 3318748"/>
                <a:gd name="connsiteX248" fmla="*/ 7732777 w 8429054"/>
                <a:gd name="connsiteY248" fmla="*/ 2844165 h 3318748"/>
                <a:gd name="connsiteX249" fmla="*/ 7725157 w 8429054"/>
                <a:gd name="connsiteY249" fmla="*/ 2847975 h 3318748"/>
                <a:gd name="connsiteX250" fmla="*/ 7782307 w 8429054"/>
                <a:gd name="connsiteY250" fmla="*/ 2732723 h 3318748"/>
                <a:gd name="connsiteX251" fmla="*/ 7804215 w 8429054"/>
                <a:gd name="connsiteY251" fmla="*/ 2702243 h 3318748"/>
                <a:gd name="connsiteX252" fmla="*/ 7732777 w 8429054"/>
                <a:gd name="connsiteY252" fmla="*/ 2844165 h 3318748"/>
                <a:gd name="connsiteX253" fmla="*/ 8296657 w 8429054"/>
                <a:gd name="connsiteY253" fmla="*/ 1963103 h 3318748"/>
                <a:gd name="connsiteX254" fmla="*/ 8286179 w 8429054"/>
                <a:gd name="connsiteY254" fmla="*/ 1980248 h 3318748"/>
                <a:gd name="connsiteX255" fmla="*/ 8270940 w 8429054"/>
                <a:gd name="connsiteY255" fmla="*/ 1981200 h 3318748"/>
                <a:gd name="connsiteX256" fmla="*/ 8296657 w 8429054"/>
                <a:gd name="connsiteY256" fmla="*/ 1963103 h 3318748"/>
                <a:gd name="connsiteX257" fmla="*/ 7013640 w 8429054"/>
                <a:gd name="connsiteY257" fmla="*/ 190500 h 3318748"/>
                <a:gd name="connsiteX258" fmla="*/ 7013640 w 8429054"/>
                <a:gd name="connsiteY258" fmla="*/ 190500 h 3318748"/>
                <a:gd name="connsiteX259" fmla="*/ 7044120 w 8429054"/>
                <a:gd name="connsiteY259" fmla="*/ 169545 h 3318748"/>
                <a:gd name="connsiteX260" fmla="*/ 7040309 w 8429054"/>
                <a:gd name="connsiteY260" fmla="*/ 193358 h 3318748"/>
                <a:gd name="connsiteX261" fmla="*/ 7012687 w 8429054"/>
                <a:gd name="connsiteY261" fmla="*/ 200025 h 3318748"/>
                <a:gd name="connsiteX262" fmla="*/ 7013640 w 8429054"/>
                <a:gd name="connsiteY262" fmla="*/ 190500 h 3318748"/>
                <a:gd name="connsiteX263" fmla="*/ 6921247 w 8429054"/>
                <a:gd name="connsiteY263" fmla="*/ 187643 h 3318748"/>
                <a:gd name="connsiteX264" fmla="*/ 6974587 w 8429054"/>
                <a:gd name="connsiteY264" fmla="*/ 184785 h 3318748"/>
                <a:gd name="connsiteX265" fmla="*/ 6918390 w 8429054"/>
                <a:gd name="connsiteY265" fmla="*/ 359093 h 3318748"/>
                <a:gd name="connsiteX266" fmla="*/ 6917437 w 8429054"/>
                <a:gd name="connsiteY266" fmla="*/ 188595 h 3318748"/>
                <a:gd name="connsiteX267" fmla="*/ 6921247 w 8429054"/>
                <a:gd name="connsiteY267" fmla="*/ 187643 h 3318748"/>
                <a:gd name="connsiteX268" fmla="*/ 6884099 w 8429054"/>
                <a:gd name="connsiteY268" fmla="*/ 201930 h 3318748"/>
                <a:gd name="connsiteX269" fmla="*/ 6882195 w 8429054"/>
                <a:gd name="connsiteY269" fmla="*/ 210503 h 3318748"/>
                <a:gd name="connsiteX270" fmla="*/ 6874574 w 8429054"/>
                <a:gd name="connsiteY270" fmla="*/ 204788 h 3318748"/>
                <a:gd name="connsiteX271" fmla="*/ 6884099 w 8429054"/>
                <a:gd name="connsiteY271" fmla="*/ 201930 h 3318748"/>
                <a:gd name="connsiteX272" fmla="*/ 6861240 w 8429054"/>
                <a:gd name="connsiteY272" fmla="*/ 291465 h 3318748"/>
                <a:gd name="connsiteX273" fmla="*/ 6870765 w 8429054"/>
                <a:gd name="connsiteY273" fmla="*/ 287655 h 3318748"/>
                <a:gd name="connsiteX274" fmla="*/ 6860287 w 8429054"/>
                <a:gd name="connsiteY274" fmla="*/ 400050 h 3318748"/>
                <a:gd name="connsiteX275" fmla="*/ 6833617 w 8429054"/>
                <a:gd name="connsiteY275" fmla="*/ 639128 h 3318748"/>
                <a:gd name="connsiteX276" fmla="*/ 6811709 w 8429054"/>
                <a:gd name="connsiteY276" fmla="*/ 805815 h 3318748"/>
                <a:gd name="connsiteX277" fmla="*/ 6804090 w 8429054"/>
                <a:gd name="connsiteY277" fmla="*/ 840105 h 3318748"/>
                <a:gd name="connsiteX278" fmla="*/ 6830759 w 8429054"/>
                <a:gd name="connsiteY278" fmla="*/ 617220 h 3318748"/>
                <a:gd name="connsiteX279" fmla="*/ 6861240 w 8429054"/>
                <a:gd name="connsiteY279" fmla="*/ 291465 h 3318748"/>
                <a:gd name="connsiteX280" fmla="*/ 6765037 w 8429054"/>
                <a:gd name="connsiteY280" fmla="*/ 671513 h 3318748"/>
                <a:gd name="connsiteX281" fmla="*/ 6802184 w 8429054"/>
                <a:gd name="connsiteY281" fmla="*/ 312420 h 3318748"/>
                <a:gd name="connsiteX282" fmla="*/ 6805995 w 8429054"/>
                <a:gd name="connsiteY282" fmla="*/ 310515 h 3318748"/>
                <a:gd name="connsiteX283" fmla="*/ 6773609 w 8429054"/>
                <a:gd name="connsiteY283" fmla="*/ 598170 h 3318748"/>
                <a:gd name="connsiteX284" fmla="*/ 6763132 w 8429054"/>
                <a:gd name="connsiteY284" fmla="*/ 679133 h 3318748"/>
                <a:gd name="connsiteX285" fmla="*/ 6765037 w 8429054"/>
                <a:gd name="connsiteY285" fmla="*/ 671513 h 3318748"/>
                <a:gd name="connsiteX286" fmla="*/ 6697409 w 8429054"/>
                <a:gd name="connsiteY286" fmla="*/ 690563 h 3318748"/>
                <a:gd name="connsiteX287" fmla="*/ 6638354 w 8429054"/>
                <a:gd name="connsiteY287" fmla="*/ 1097280 h 3318748"/>
                <a:gd name="connsiteX288" fmla="*/ 6687884 w 8429054"/>
                <a:gd name="connsiteY288" fmla="*/ 736283 h 3318748"/>
                <a:gd name="connsiteX289" fmla="*/ 6697409 w 8429054"/>
                <a:gd name="connsiteY289" fmla="*/ 690563 h 3318748"/>
                <a:gd name="connsiteX290" fmla="*/ 6610732 w 8429054"/>
                <a:gd name="connsiteY290" fmla="*/ 385763 h 3318748"/>
                <a:gd name="connsiteX291" fmla="*/ 6656452 w 8429054"/>
                <a:gd name="connsiteY291" fmla="*/ 367665 h 3318748"/>
                <a:gd name="connsiteX292" fmla="*/ 6644070 w 8429054"/>
                <a:gd name="connsiteY292" fmla="*/ 438150 h 3318748"/>
                <a:gd name="connsiteX293" fmla="*/ 6644070 w 8429054"/>
                <a:gd name="connsiteY293" fmla="*/ 435293 h 3318748"/>
                <a:gd name="connsiteX294" fmla="*/ 6634545 w 8429054"/>
                <a:gd name="connsiteY294" fmla="*/ 419100 h 3318748"/>
                <a:gd name="connsiteX295" fmla="*/ 6634545 w 8429054"/>
                <a:gd name="connsiteY295" fmla="*/ 419100 h 3318748"/>
                <a:gd name="connsiteX296" fmla="*/ 6607874 w 8429054"/>
                <a:gd name="connsiteY296" fmla="*/ 407670 h 3318748"/>
                <a:gd name="connsiteX297" fmla="*/ 6610732 w 8429054"/>
                <a:gd name="connsiteY297" fmla="*/ 385763 h 3318748"/>
                <a:gd name="connsiteX298" fmla="*/ 6572632 w 8429054"/>
                <a:gd name="connsiteY298" fmla="*/ 401003 h 3318748"/>
                <a:gd name="connsiteX299" fmla="*/ 6552629 w 8429054"/>
                <a:gd name="connsiteY299" fmla="*/ 549593 h 3318748"/>
                <a:gd name="connsiteX300" fmla="*/ 6498337 w 8429054"/>
                <a:gd name="connsiteY300" fmla="*/ 934403 h 3318748"/>
                <a:gd name="connsiteX301" fmla="*/ 6479287 w 8429054"/>
                <a:gd name="connsiteY301" fmla="*/ 1056323 h 3318748"/>
                <a:gd name="connsiteX302" fmla="*/ 6478334 w 8429054"/>
                <a:gd name="connsiteY302" fmla="*/ 795338 h 3318748"/>
                <a:gd name="connsiteX303" fmla="*/ 6475477 w 8429054"/>
                <a:gd name="connsiteY303" fmla="*/ 564833 h 3318748"/>
                <a:gd name="connsiteX304" fmla="*/ 6475477 w 8429054"/>
                <a:gd name="connsiteY304" fmla="*/ 441960 h 3318748"/>
                <a:gd name="connsiteX305" fmla="*/ 6572632 w 8429054"/>
                <a:gd name="connsiteY305" fmla="*/ 401003 h 3318748"/>
                <a:gd name="connsiteX306" fmla="*/ 6432615 w 8429054"/>
                <a:gd name="connsiteY306" fmla="*/ 2213610 h 3318748"/>
                <a:gd name="connsiteX307" fmla="*/ 6414517 w 8429054"/>
                <a:gd name="connsiteY307" fmla="*/ 2223135 h 3318748"/>
                <a:gd name="connsiteX308" fmla="*/ 6415470 w 8429054"/>
                <a:gd name="connsiteY308" fmla="*/ 2220278 h 3318748"/>
                <a:gd name="connsiteX309" fmla="*/ 6422137 w 8429054"/>
                <a:gd name="connsiteY309" fmla="*/ 2212658 h 3318748"/>
                <a:gd name="connsiteX310" fmla="*/ 6431662 w 8429054"/>
                <a:gd name="connsiteY310" fmla="*/ 2187893 h 3318748"/>
                <a:gd name="connsiteX311" fmla="*/ 6432615 w 8429054"/>
                <a:gd name="connsiteY311" fmla="*/ 2213610 h 3318748"/>
                <a:gd name="connsiteX312" fmla="*/ 6426899 w 8429054"/>
                <a:gd name="connsiteY312" fmla="*/ 460058 h 3318748"/>
                <a:gd name="connsiteX313" fmla="*/ 6425947 w 8429054"/>
                <a:gd name="connsiteY313" fmla="*/ 540068 h 3318748"/>
                <a:gd name="connsiteX314" fmla="*/ 6423090 w 8429054"/>
                <a:gd name="connsiteY314" fmla="*/ 770573 h 3318748"/>
                <a:gd name="connsiteX315" fmla="*/ 6421184 w 8429054"/>
                <a:gd name="connsiteY315" fmla="*/ 1232535 h 3318748"/>
                <a:gd name="connsiteX316" fmla="*/ 6421184 w 8429054"/>
                <a:gd name="connsiteY316" fmla="*/ 1403985 h 3318748"/>
                <a:gd name="connsiteX317" fmla="*/ 6386895 w 8429054"/>
                <a:gd name="connsiteY317" fmla="*/ 1659255 h 3318748"/>
                <a:gd name="connsiteX318" fmla="*/ 6394515 w 8429054"/>
                <a:gd name="connsiteY318" fmla="*/ 1666875 h 3318748"/>
                <a:gd name="connsiteX319" fmla="*/ 6392609 w 8429054"/>
                <a:gd name="connsiteY319" fmla="*/ 1682115 h 3318748"/>
                <a:gd name="connsiteX320" fmla="*/ 6382132 w 8429054"/>
                <a:gd name="connsiteY320" fmla="*/ 1755458 h 3318748"/>
                <a:gd name="connsiteX321" fmla="*/ 6379274 w 8429054"/>
                <a:gd name="connsiteY321" fmla="*/ 1477328 h 3318748"/>
                <a:gd name="connsiteX322" fmla="*/ 6376417 w 8429054"/>
                <a:gd name="connsiteY322" fmla="*/ 986790 h 3318748"/>
                <a:gd name="connsiteX323" fmla="*/ 6362129 w 8429054"/>
                <a:gd name="connsiteY323" fmla="*/ 493395 h 3318748"/>
                <a:gd name="connsiteX324" fmla="*/ 6358320 w 8429054"/>
                <a:gd name="connsiteY324" fmla="*/ 487680 h 3318748"/>
                <a:gd name="connsiteX325" fmla="*/ 6426899 w 8429054"/>
                <a:gd name="connsiteY325" fmla="*/ 460058 h 3318748"/>
                <a:gd name="connsiteX326" fmla="*/ 2791207 w 8429054"/>
                <a:gd name="connsiteY326" fmla="*/ 1385888 h 3318748"/>
                <a:gd name="connsiteX327" fmla="*/ 2840737 w 8429054"/>
                <a:gd name="connsiteY327" fmla="*/ 1374458 h 3318748"/>
                <a:gd name="connsiteX328" fmla="*/ 2960752 w 8429054"/>
                <a:gd name="connsiteY328" fmla="*/ 1354455 h 3318748"/>
                <a:gd name="connsiteX329" fmla="*/ 3068384 w 8429054"/>
                <a:gd name="connsiteY329" fmla="*/ 1341120 h 3318748"/>
                <a:gd name="connsiteX330" fmla="*/ 3454147 w 8429054"/>
                <a:gd name="connsiteY330" fmla="*/ 1335405 h 3318748"/>
                <a:gd name="connsiteX331" fmla="*/ 3876104 w 8429054"/>
                <a:gd name="connsiteY331" fmla="*/ 1408748 h 3318748"/>
                <a:gd name="connsiteX332" fmla="*/ 4086607 w 8429054"/>
                <a:gd name="connsiteY332" fmla="*/ 1480185 h 3318748"/>
                <a:gd name="connsiteX333" fmla="*/ 4181857 w 8429054"/>
                <a:gd name="connsiteY333" fmla="*/ 1521143 h 3318748"/>
                <a:gd name="connsiteX334" fmla="*/ 4229482 w 8429054"/>
                <a:gd name="connsiteY334" fmla="*/ 1544955 h 3318748"/>
                <a:gd name="connsiteX335" fmla="*/ 4183762 w 8429054"/>
                <a:gd name="connsiteY335" fmla="*/ 1583055 h 3318748"/>
                <a:gd name="connsiteX336" fmla="*/ 4169474 w 8429054"/>
                <a:gd name="connsiteY336" fmla="*/ 1595438 h 3318748"/>
                <a:gd name="connsiteX337" fmla="*/ 4153282 w 8429054"/>
                <a:gd name="connsiteY337" fmla="*/ 1606868 h 3318748"/>
                <a:gd name="connsiteX338" fmla="*/ 4137089 w 8429054"/>
                <a:gd name="connsiteY338" fmla="*/ 1619250 h 3318748"/>
                <a:gd name="connsiteX339" fmla="*/ 4138994 w 8429054"/>
                <a:gd name="connsiteY339" fmla="*/ 1613535 h 3318748"/>
                <a:gd name="connsiteX340" fmla="*/ 4140899 w 8429054"/>
                <a:gd name="connsiteY340" fmla="*/ 1562100 h 3318748"/>
                <a:gd name="connsiteX341" fmla="*/ 4110419 w 8429054"/>
                <a:gd name="connsiteY341" fmla="*/ 1541145 h 3318748"/>
                <a:gd name="connsiteX342" fmla="*/ 4096132 w 8429054"/>
                <a:gd name="connsiteY342" fmla="*/ 1554480 h 3318748"/>
                <a:gd name="connsiteX343" fmla="*/ 3780854 w 8429054"/>
                <a:gd name="connsiteY343" fmla="*/ 1473518 h 3318748"/>
                <a:gd name="connsiteX344" fmla="*/ 3451289 w 8429054"/>
                <a:gd name="connsiteY344" fmla="*/ 1430655 h 3318748"/>
                <a:gd name="connsiteX345" fmla="*/ 2786444 w 8429054"/>
                <a:gd name="connsiteY345" fmla="*/ 1482090 h 3318748"/>
                <a:gd name="connsiteX346" fmla="*/ 2787397 w 8429054"/>
                <a:gd name="connsiteY346" fmla="*/ 1489710 h 3318748"/>
                <a:gd name="connsiteX347" fmla="*/ 3110294 w 8429054"/>
                <a:gd name="connsiteY347" fmla="*/ 1482090 h 3318748"/>
                <a:gd name="connsiteX348" fmla="*/ 3434144 w 8429054"/>
                <a:gd name="connsiteY348" fmla="*/ 1496378 h 3318748"/>
                <a:gd name="connsiteX349" fmla="*/ 3764662 w 8429054"/>
                <a:gd name="connsiteY349" fmla="*/ 1549718 h 3318748"/>
                <a:gd name="connsiteX350" fmla="*/ 4098037 w 8429054"/>
                <a:gd name="connsiteY350" fmla="*/ 1641158 h 3318748"/>
                <a:gd name="connsiteX351" fmla="*/ 4106609 w 8429054"/>
                <a:gd name="connsiteY351" fmla="*/ 1642110 h 3318748"/>
                <a:gd name="connsiteX352" fmla="*/ 4015169 w 8429054"/>
                <a:gd name="connsiteY352" fmla="*/ 1711643 h 3318748"/>
                <a:gd name="connsiteX353" fmla="*/ 3945637 w 8429054"/>
                <a:gd name="connsiteY353" fmla="*/ 1686878 h 3318748"/>
                <a:gd name="connsiteX354" fmla="*/ 3786569 w 8429054"/>
                <a:gd name="connsiteY354" fmla="*/ 1649730 h 3318748"/>
                <a:gd name="connsiteX355" fmla="*/ 3475102 w 8429054"/>
                <a:gd name="connsiteY355" fmla="*/ 1596390 h 3318748"/>
                <a:gd name="connsiteX356" fmla="*/ 3152204 w 8429054"/>
                <a:gd name="connsiteY356" fmla="*/ 1569720 h 3318748"/>
                <a:gd name="connsiteX357" fmla="*/ 2872169 w 8429054"/>
                <a:gd name="connsiteY357" fmla="*/ 1577340 h 3318748"/>
                <a:gd name="connsiteX358" fmla="*/ 2762632 w 8429054"/>
                <a:gd name="connsiteY358" fmla="*/ 1483995 h 3318748"/>
                <a:gd name="connsiteX359" fmla="*/ 3031237 w 8429054"/>
                <a:gd name="connsiteY359" fmla="*/ 1407795 h 3318748"/>
                <a:gd name="connsiteX360" fmla="*/ 3030284 w 8429054"/>
                <a:gd name="connsiteY360" fmla="*/ 1405890 h 3318748"/>
                <a:gd name="connsiteX361" fmla="*/ 2759774 w 8429054"/>
                <a:gd name="connsiteY361" fmla="*/ 1482090 h 3318748"/>
                <a:gd name="connsiteX362" fmla="*/ 2680717 w 8429054"/>
                <a:gd name="connsiteY362" fmla="*/ 1416368 h 3318748"/>
                <a:gd name="connsiteX363" fmla="*/ 2791207 w 8429054"/>
                <a:gd name="connsiteY363" fmla="*/ 1385888 h 3318748"/>
                <a:gd name="connsiteX364" fmla="*/ 3916109 w 8429054"/>
                <a:gd name="connsiteY364" fmla="*/ 1785938 h 3318748"/>
                <a:gd name="connsiteX365" fmla="*/ 3861817 w 8429054"/>
                <a:gd name="connsiteY365" fmla="*/ 1828800 h 3318748"/>
                <a:gd name="connsiteX366" fmla="*/ 3799904 w 8429054"/>
                <a:gd name="connsiteY366" fmla="*/ 1811655 h 3318748"/>
                <a:gd name="connsiteX367" fmla="*/ 3676079 w 8429054"/>
                <a:gd name="connsiteY367" fmla="*/ 1782128 h 3318748"/>
                <a:gd name="connsiteX368" fmla="*/ 3416999 w 8429054"/>
                <a:gd name="connsiteY368" fmla="*/ 1738313 h 3318748"/>
                <a:gd name="connsiteX369" fmla="*/ 3166492 w 8429054"/>
                <a:gd name="connsiteY369" fmla="*/ 1713548 h 3318748"/>
                <a:gd name="connsiteX370" fmla="*/ 3018854 w 8429054"/>
                <a:gd name="connsiteY370" fmla="*/ 1708785 h 3318748"/>
                <a:gd name="connsiteX371" fmla="*/ 2915984 w 8429054"/>
                <a:gd name="connsiteY371" fmla="*/ 1618298 h 3318748"/>
                <a:gd name="connsiteX372" fmla="*/ 3131249 w 8429054"/>
                <a:gd name="connsiteY372" fmla="*/ 1622108 h 3318748"/>
                <a:gd name="connsiteX373" fmla="*/ 3436049 w 8429054"/>
                <a:gd name="connsiteY373" fmla="*/ 1657350 h 3318748"/>
                <a:gd name="connsiteX374" fmla="*/ 3746564 w 8429054"/>
                <a:gd name="connsiteY374" fmla="*/ 1728788 h 3318748"/>
                <a:gd name="connsiteX375" fmla="*/ 3885629 w 8429054"/>
                <a:gd name="connsiteY375" fmla="*/ 1774508 h 3318748"/>
                <a:gd name="connsiteX376" fmla="*/ 3916109 w 8429054"/>
                <a:gd name="connsiteY376" fmla="*/ 1785938 h 3318748"/>
                <a:gd name="connsiteX377" fmla="*/ 2693099 w 8429054"/>
                <a:gd name="connsiteY377" fmla="*/ 1477328 h 3318748"/>
                <a:gd name="connsiteX378" fmla="*/ 2672144 w 8429054"/>
                <a:gd name="connsiteY378" fmla="*/ 1458278 h 3318748"/>
                <a:gd name="connsiteX379" fmla="*/ 2668334 w 8429054"/>
                <a:gd name="connsiteY379" fmla="*/ 1451610 h 3318748"/>
                <a:gd name="connsiteX380" fmla="*/ 2693099 w 8429054"/>
                <a:gd name="connsiteY380" fmla="*/ 1477328 h 3318748"/>
                <a:gd name="connsiteX381" fmla="*/ 2534032 w 8429054"/>
                <a:gd name="connsiteY381" fmla="*/ 1321118 h 3318748"/>
                <a:gd name="connsiteX382" fmla="*/ 2507362 w 8429054"/>
                <a:gd name="connsiteY382" fmla="*/ 1299210 h 3318748"/>
                <a:gd name="connsiteX383" fmla="*/ 2303527 w 8429054"/>
                <a:gd name="connsiteY383" fmla="*/ 1134428 h 3318748"/>
                <a:gd name="connsiteX384" fmla="*/ 2273047 w 8429054"/>
                <a:gd name="connsiteY384" fmla="*/ 1111568 h 3318748"/>
                <a:gd name="connsiteX385" fmla="*/ 2534032 w 8429054"/>
                <a:gd name="connsiteY385" fmla="*/ 1321118 h 3318748"/>
                <a:gd name="connsiteX386" fmla="*/ 2047304 w 8429054"/>
                <a:gd name="connsiteY386" fmla="*/ 1010603 h 3318748"/>
                <a:gd name="connsiteX387" fmla="*/ 2061592 w 8429054"/>
                <a:gd name="connsiteY387" fmla="*/ 1022033 h 3318748"/>
                <a:gd name="connsiteX388" fmla="*/ 2055877 w 8429054"/>
                <a:gd name="connsiteY388" fmla="*/ 1047750 h 3318748"/>
                <a:gd name="connsiteX389" fmla="*/ 2048257 w 8429054"/>
                <a:gd name="connsiteY389" fmla="*/ 1029653 h 3318748"/>
                <a:gd name="connsiteX390" fmla="*/ 2048257 w 8429054"/>
                <a:gd name="connsiteY390" fmla="*/ 1029653 h 3318748"/>
                <a:gd name="connsiteX391" fmla="*/ 2048257 w 8429054"/>
                <a:gd name="connsiteY391" fmla="*/ 1029653 h 3318748"/>
                <a:gd name="connsiteX392" fmla="*/ 2045399 w 8429054"/>
                <a:gd name="connsiteY392" fmla="*/ 1022033 h 3318748"/>
                <a:gd name="connsiteX393" fmla="*/ 2047304 w 8429054"/>
                <a:gd name="connsiteY393" fmla="*/ 1010603 h 3318748"/>
                <a:gd name="connsiteX394" fmla="*/ 1995869 w 8429054"/>
                <a:gd name="connsiteY394" fmla="*/ 1789748 h 3318748"/>
                <a:gd name="connsiteX395" fmla="*/ 1995869 w 8429054"/>
                <a:gd name="connsiteY395" fmla="*/ 1799273 h 3318748"/>
                <a:gd name="connsiteX396" fmla="*/ 1992059 w 8429054"/>
                <a:gd name="connsiteY396" fmla="*/ 1778318 h 3318748"/>
                <a:gd name="connsiteX397" fmla="*/ 1995869 w 8429054"/>
                <a:gd name="connsiteY397" fmla="*/ 1789748 h 3318748"/>
                <a:gd name="connsiteX398" fmla="*/ 1988249 w 8429054"/>
                <a:gd name="connsiteY398" fmla="*/ 2134553 h 3318748"/>
                <a:gd name="connsiteX399" fmla="*/ 2009204 w 8429054"/>
                <a:gd name="connsiteY399" fmla="*/ 2238375 h 3318748"/>
                <a:gd name="connsiteX400" fmla="*/ 2048257 w 8429054"/>
                <a:gd name="connsiteY400" fmla="*/ 2370773 h 3318748"/>
                <a:gd name="connsiteX401" fmla="*/ 2056829 w 8429054"/>
                <a:gd name="connsiteY401" fmla="*/ 2371725 h 3318748"/>
                <a:gd name="connsiteX402" fmla="*/ 2060639 w 8429054"/>
                <a:gd name="connsiteY402" fmla="*/ 2393633 h 3318748"/>
                <a:gd name="connsiteX403" fmla="*/ 2060639 w 8429054"/>
                <a:gd name="connsiteY403" fmla="*/ 2398395 h 3318748"/>
                <a:gd name="connsiteX404" fmla="*/ 2089214 w 8429054"/>
                <a:gd name="connsiteY404" fmla="*/ 2498408 h 3318748"/>
                <a:gd name="connsiteX405" fmla="*/ 2064449 w 8429054"/>
                <a:gd name="connsiteY405" fmla="*/ 2506980 h 3318748"/>
                <a:gd name="connsiteX406" fmla="*/ 1987297 w 8429054"/>
                <a:gd name="connsiteY406" fmla="*/ 2175510 h 3318748"/>
                <a:gd name="connsiteX407" fmla="*/ 1990154 w 8429054"/>
                <a:gd name="connsiteY407" fmla="*/ 2165033 h 3318748"/>
                <a:gd name="connsiteX408" fmla="*/ 1988249 w 8429054"/>
                <a:gd name="connsiteY408" fmla="*/ 2134553 h 3318748"/>
                <a:gd name="connsiteX409" fmla="*/ 1976819 w 8429054"/>
                <a:gd name="connsiteY409" fmla="*/ 1001078 h 3318748"/>
                <a:gd name="connsiteX410" fmla="*/ 1975867 w 8429054"/>
                <a:gd name="connsiteY410" fmla="*/ 1026795 h 3318748"/>
                <a:gd name="connsiteX411" fmla="*/ 1971104 w 8429054"/>
                <a:gd name="connsiteY411" fmla="*/ 995363 h 3318748"/>
                <a:gd name="connsiteX412" fmla="*/ 1976819 w 8429054"/>
                <a:gd name="connsiteY412" fmla="*/ 1001078 h 3318748"/>
                <a:gd name="connsiteX413" fmla="*/ 1782509 w 8429054"/>
                <a:gd name="connsiteY413" fmla="*/ 1945005 h 3318748"/>
                <a:gd name="connsiteX414" fmla="*/ 1748219 w 8429054"/>
                <a:gd name="connsiteY414" fmla="*/ 1951673 h 3318748"/>
                <a:gd name="connsiteX415" fmla="*/ 1705357 w 8429054"/>
                <a:gd name="connsiteY415" fmla="*/ 1952625 h 3318748"/>
                <a:gd name="connsiteX416" fmla="*/ 1779652 w 8429054"/>
                <a:gd name="connsiteY416" fmla="*/ 1901190 h 3318748"/>
                <a:gd name="connsiteX417" fmla="*/ 1782509 w 8429054"/>
                <a:gd name="connsiteY417" fmla="*/ 1945005 h 3318748"/>
                <a:gd name="connsiteX418" fmla="*/ 1621537 w 8429054"/>
                <a:gd name="connsiteY418" fmla="*/ 1895475 h 3318748"/>
                <a:gd name="connsiteX419" fmla="*/ 1661542 w 8429054"/>
                <a:gd name="connsiteY419" fmla="*/ 1867853 h 3318748"/>
                <a:gd name="connsiteX420" fmla="*/ 1660589 w 8429054"/>
                <a:gd name="connsiteY420" fmla="*/ 1856423 h 3318748"/>
                <a:gd name="connsiteX421" fmla="*/ 1671067 w 8429054"/>
                <a:gd name="connsiteY421" fmla="*/ 1836420 h 3318748"/>
                <a:gd name="connsiteX422" fmla="*/ 1671067 w 8429054"/>
                <a:gd name="connsiteY422" fmla="*/ 1831658 h 3318748"/>
                <a:gd name="connsiteX423" fmla="*/ 1706309 w 8429054"/>
                <a:gd name="connsiteY423" fmla="*/ 1792605 h 3318748"/>
                <a:gd name="connsiteX424" fmla="*/ 1707262 w 8429054"/>
                <a:gd name="connsiteY424" fmla="*/ 1790700 h 3318748"/>
                <a:gd name="connsiteX425" fmla="*/ 1733932 w 8429054"/>
                <a:gd name="connsiteY425" fmla="*/ 1769745 h 3318748"/>
                <a:gd name="connsiteX426" fmla="*/ 1767269 w 8429054"/>
                <a:gd name="connsiteY426" fmla="*/ 1746885 h 3318748"/>
                <a:gd name="connsiteX427" fmla="*/ 1772984 w 8429054"/>
                <a:gd name="connsiteY427" fmla="*/ 1812608 h 3318748"/>
                <a:gd name="connsiteX428" fmla="*/ 1768222 w 8429054"/>
                <a:gd name="connsiteY428" fmla="*/ 1815465 h 3318748"/>
                <a:gd name="connsiteX429" fmla="*/ 1639634 w 8429054"/>
                <a:gd name="connsiteY429" fmla="*/ 1893570 h 3318748"/>
                <a:gd name="connsiteX430" fmla="*/ 1641539 w 8429054"/>
                <a:gd name="connsiteY430" fmla="*/ 1903095 h 3318748"/>
                <a:gd name="connsiteX431" fmla="*/ 1737742 w 8429054"/>
                <a:gd name="connsiteY431" fmla="*/ 1880235 h 3318748"/>
                <a:gd name="connsiteX432" fmla="*/ 1681544 w 8429054"/>
                <a:gd name="connsiteY432" fmla="*/ 1943100 h 3318748"/>
                <a:gd name="connsiteX433" fmla="*/ 1679639 w 8429054"/>
                <a:gd name="connsiteY433" fmla="*/ 1952625 h 3318748"/>
                <a:gd name="connsiteX434" fmla="*/ 1667257 w 8429054"/>
                <a:gd name="connsiteY434" fmla="*/ 1952625 h 3318748"/>
                <a:gd name="connsiteX435" fmla="*/ 1667257 w 8429054"/>
                <a:gd name="connsiteY435" fmla="*/ 1947863 h 3318748"/>
                <a:gd name="connsiteX436" fmla="*/ 1616774 w 8429054"/>
                <a:gd name="connsiteY436" fmla="*/ 1951673 h 3318748"/>
                <a:gd name="connsiteX437" fmla="*/ 1575817 w 8429054"/>
                <a:gd name="connsiteY437" fmla="*/ 1949768 h 3318748"/>
                <a:gd name="connsiteX438" fmla="*/ 1575817 w 8429054"/>
                <a:gd name="connsiteY438" fmla="*/ 1950720 h 3318748"/>
                <a:gd name="connsiteX439" fmla="*/ 1558672 w 8429054"/>
                <a:gd name="connsiteY439" fmla="*/ 1963103 h 3318748"/>
                <a:gd name="connsiteX440" fmla="*/ 1550099 w 8429054"/>
                <a:gd name="connsiteY440" fmla="*/ 1965960 h 3318748"/>
                <a:gd name="connsiteX441" fmla="*/ 1548194 w 8429054"/>
                <a:gd name="connsiteY441" fmla="*/ 1966913 h 3318748"/>
                <a:gd name="connsiteX442" fmla="*/ 1525334 w 8429054"/>
                <a:gd name="connsiteY442" fmla="*/ 1966913 h 3318748"/>
                <a:gd name="connsiteX443" fmla="*/ 1621537 w 8429054"/>
                <a:gd name="connsiteY443" fmla="*/ 1895475 h 3318748"/>
                <a:gd name="connsiteX444" fmla="*/ 673799 w 8429054"/>
                <a:gd name="connsiteY444" fmla="*/ 2871788 h 3318748"/>
                <a:gd name="connsiteX445" fmla="*/ 643319 w 8429054"/>
                <a:gd name="connsiteY445" fmla="*/ 2809875 h 3318748"/>
                <a:gd name="connsiteX446" fmla="*/ 650939 w 8429054"/>
                <a:gd name="connsiteY446" fmla="*/ 2812733 h 3318748"/>
                <a:gd name="connsiteX447" fmla="*/ 684277 w 8429054"/>
                <a:gd name="connsiteY447" fmla="*/ 2873693 h 3318748"/>
                <a:gd name="connsiteX448" fmla="*/ 673799 w 8429054"/>
                <a:gd name="connsiteY448" fmla="*/ 2871788 h 3318748"/>
                <a:gd name="connsiteX449" fmla="*/ 705232 w 8429054"/>
                <a:gd name="connsiteY449" fmla="*/ 2705100 h 3318748"/>
                <a:gd name="connsiteX450" fmla="*/ 701422 w 8429054"/>
                <a:gd name="connsiteY450" fmla="*/ 2696528 h 3318748"/>
                <a:gd name="connsiteX451" fmla="*/ 719519 w 8429054"/>
                <a:gd name="connsiteY451" fmla="*/ 2706053 h 3318748"/>
                <a:gd name="connsiteX452" fmla="*/ 705232 w 8429054"/>
                <a:gd name="connsiteY452" fmla="*/ 2705100 h 3318748"/>
                <a:gd name="connsiteX453" fmla="*/ 801434 w 8429054"/>
                <a:gd name="connsiteY453" fmla="*/ 2910840 h 3318748"/>
                <a:gd name="connsiteX454" fmla="*/ 793814 w 8429054"/>
                <a:gd name="connsiteY454" fmla="*/ 2888933 h 3318748"/>
                <a:gd name="connsiteX455" fmla="*/ 839534 w 8429054"/>
                <a:gd name="connsiteY455" fmla="*/ 2913698 h 3318748"/>
                <a:gd name="connsiteX456" fmla="*/ 838582 w 8429054"/>
                <a:gd name="connsiteY456" fmla="*/ 2924175 h 3318748"/>
                <a:gd name="connsiteX457" fmla="*/ 801434 w 8429054"/>
                <a:gd name="connsiteY457" fmla="*/ 2910840 h 3318748"/>
                <a:gd name="connsiteX458" fmla="*/ 809054 w 8429054"/>
                <a:gd name="connsiteY458" fmla="*/ 2963228 h 3318748"/>
                <a:gd name="connsiteX459" fmla="*/ 809054 w 8429054"/>
                <a:gd name="connsiteY459" fmla="*/ 2963228 h 3318748"/>
                <a:gd name="connsiteX460" fmla="*/ 858584 w 8429054"/>
                <a:gd name="connsiteY460" fmla="*/ 2981325 h 3318748"/>
                <a:gd name="connsiteX461" fmla="*/ 890969 w 8429054"/>
                <a:gd name="connsiteY461" fmla="*/ 2993708 h 3318748"/>
                <a:gd name="connsiteX462" fmla="*/ 901447 w 8429054"/>
                <a:gd name="connsiteY462" fmla="*/ 3003233 h 3318748"/>
                <a:gd name="connsiteX463" fmla="*/ 809054 w 8429054"/>
                <a:gd name="connsiteY463" fmla="*/ 2963228 h 3318748"/>
                <a:gd name="connsiteX464" fmla="*/ 1879664 w 8429054"/>
                <a:gd name="connsiteY464" fmla="*/ 3029903 h 3318748"/>
                <a:gd name="connsiteX465" fmla="*/ 1882522 w 8429054"/>
                <a:gd name="connsiteY465" fmla="*/ 3062288 h 3318748"/>
                <a:gd name="connsiteX466" fmla="*/ 1838707 w 8429054"/>
                <a:gd name="connsiteY466" fmla="*/ 3068955 h 3318748"/>
                <a:gd name="connsiteX467" fmla="*/ 1838707 w 8429054"/>
                <a:gd name="connsiteY467" fmla="*/ 3069908 h 3318748"/>
                <a:gd name="connsiteX468" fmla="*/ 1822514 w 8429054"/>
                <a:gd name="connsiteY468" fmla="*/ 3047048 h 3318748"/>
                <a:gd name="connsiteX469" fmla="*/ 1799654 w 8429054"/>
                <a:gd name="connsiteY469" fmla="*/ 2960370 h 3318748"/>
                <a:gd name="connsiteX470" fmla="*/ 1789177 w 8429054"/>
                <a:gd name="connsiteY470" fmla="*/ 2908935 h 3318748"/>
                <a:gd name="connsiteX471" fmla="*/ 1798702 w 8429054"/>
                <a:gd name="connsiteY471" fmla="*/ 2888933 h 3318748"/>
                <a:gd name="connsiteX472" fmla="*/ 1796797 w 8429054"/>
                <a:gd name="connsiteY472" fmla="*/ 2877503 h 3318748"/>
                <a:gd name="connsiteX473" fmla="*/ 1780604 w 8429054"/>
                <a:gd name="connsiteY473" fmla="*/ 2909888 h 3318748"/>
                <a:gd name="connsiteX474" fmla="*/ 1817752 w 8429054"/>
                <a:gd name="connsiteY474" fmla="*/ 3044190 h 3318748"/>
                <a:gd name="connsiteX475" fmla="*/ 1776794 w 8429054"/>
                <a:gd name="connsiteY475" fmla="*/ 3061335 h 3318748"/>
                <a:gd name="connsiteX476" fmla="*/ 1769174 w 8429054"/>
                <a:gd name="connsiteY476" fmla="*/ 3081338 h 3318748"/>
                <a:gd name="connsiteX477" fmla="*/ 1767269 w 8429054"/>
                <a:gd name="connsiteY477" fmla="*/ 3072765 h 3318748"/>
                <a:gd name="connsiteX478" fmla="*/ 1733932 w 8429054"/>
                <a:gd name="connsiteY478" fmla="*/ 3045143 h 3318748"/>
                <a:gd name="connsiteX479" fmla="*/ 1732979 w 8429054"/>
                <a:gd name="connsiteY479" fmla="*/ 3039428 h 3318748"/>
                <a:gd name="connsiteX480" fmla="*/ 1680592 w 8429054"/>
                <a:gd name="connsiteY480" fmla="*/ 3039428 h 3318748"/>
                <a:gd name="connsiteX481" fmla="*/ 1679639 w 8429054"/>
                <a:gd name="connsiteY481" fmla="*/ 3042285 h 3318748"/>
                <a:gd name="connsiteX482" fmla="*/ 1605344 w 8429054"/>
                <a:gd name="connsiteY482" fmla="*/ 3021330 h 3318748"/>
                <a:gd name="connsiteX483" fmla="*/ 1437704 w 8429054"/>
                <a:gd name="connsiteY483" fmla="*/ 2967990 h 3318748"/>
                <a:gd name="connsiteX484" fmla="*/ 1409129 w 8429054"/>
                <a:gd name="connsiteY484" fmla="*/ 2958465 h 3318748"/>
                <a:gd name="connsiteX485" fmla="*/ 1257682 w 8429054"/>
                <a:gd name="connsiteY485" fmla="*/ 2902268 h 3318748"/>
                <a:gd name="connsiteX486" fmla="*/ 1090994 w 8429054"/>
                <a:gd name="connsiteY486" fmla="*/ 2834640 h 3318748"/>
                <a:gd name="connsiteX487" fmla="*/ 1007174 w 8429054"/>
                <a:gd name="connsiteY487" fmla="*/ 2797493 h 3318748"/>
                <a:gd name="connsiteX488" fmla="*/ 1009079 w 8429054"/>
                <a:gd name="connsiteY488" fmla="*/ 2685098 h 3318748"/>
                <a:gd name="connsiteX489" fmla="*/ 985267 w 8429054"/>
                <a:gd name="connsiteY489" fmla="*/ 2673668 h 3318748"/>
                <a:gd name="connsiteX490" fmla="*/ 987172 w 8429054"/>
                <a:gd name="connsiteY490" fmla="*/ 2788920 h 3318748"/>
                <a:gd name="connsiteX491" fmla="*/ 664274 w 8429054"/>
                <a:gd name="connsiteY491" fmla="*/ 2623185 h 3318748"/>
                <a:gd name="connsiteX492" fmla="*/ 638557 w 8429054"/>
                <a:gd name="connsiteY492" fmla="*/ 2560320 h 3318748"/>
                <a:gd name="connsiteX493" fmla="*/ 637604 w 8429054"/>
                <a:gd name="connsiteY493" fmla="*/ 2495550 h 3318748"/>
                <a:gd name="connsiteX494" fmla="*/ 627127 w 8429054"/>
                <a:gd name="connsiteY494" fmla="*/ 2040255 h 3318748"/>
                <a:gd name="connsiteX495" fmla="*/ 626174 w 8429054"/>
                <a:gd name="connsiteY495" fmla="*/ 2037398 h 3318748"/>
                <a:gd name="connsiteX496" fmla="*/ 984314 w 8429054"/>
                <a:gd name="connsiteY496" fmla="*/ 2036445 h 3318748"/>
                <a:gd name="connsiteX497" fmla="*/ 984314 w 8429054"/>
                <a:gd name="connsiteY497" fmla="*/ 2040255 h 3318748"/>
                <a:gd name="connsiteX498" fmla="*/ 984314 w 8429054"/>
                <a:gd name="connsiteY498" fmla="*/ 2047875 h 3318748"/>
                <a:gd name="connsiteX499" fmla="*/ 1010032 w 8429054"/>
                <a:gd name="connsiteY499" fmla="*/ 2040255 h 3318748"/>
                <a:gd name="connsiteX500" fmla="*/ 1010032 w 8429054"/>
                <a:gd name="connsiteY500" fmla="*/ 2040255 h 3318748"/>
                <a:gd name="connsiteX501" fmla="*/ 1009079 w 8429054"/>
                <a:gd name="connsiteY501" fmla="*/ 2036445 h 3318748"/>
                <a:gd name="connsiteX502" fmla="*/ 1028129 w 8429054"/>
                <a:gd name="connsiteY502" fmla="*/ 2036445 h 3318748"/>
                <a:gd name="connsiteX503" fmla="*/ 1190054 w 8429054"/>
                <a:gd name="connsiteY503" fmla="*/ 2035493 h 3318748"/>
                <a:gd name="connsiteX504" fmla="*/ 1575817 w 8429054"/>
                <a:gd name="connsiteY504" fmla="*/ 2028825 h 3318748"/>
                <a:gd name="connsiteX505" fmla="*/ 1575817 w 8429054"/>
                <a:gd name="connsiteY505" fmla="*/ 2020253 h 3318748"/>
                <a:gd name="connsiteX506" fmla="*/ 1603439 w 8429054"/>
                <a:gd name="connsiteY506" fmla="*/ 2016443 h 3318748"/>
                <a:gd name="connsiteX507" fmla="*/ 1621537 w 8429054"/>
                <a:gd name="connsiteY507" fmla="*/ 2038350 h 3318748"/>
                <a:gd name="connsiteX508" fmla="*/ 1783462 w 8429054"/>
                <a:gd name="connsiteY508" fmla="*/ 2014538 h 3318748"/>
                <a:gd name="connsiteX509" fmla="*/ 1784414 w 8429054"/>
                <a:gd name="connsiteY509" fmla="*/ 2036445 h 3318748"/>
                <a:gd name="connsiteX510" fmla="*/ 1838707 w 8429054"/>
                <a:gd name="connsiteY510" fmla="*/ 2569845 h 3318748"/>
                <a:gd name="connsiteX511" fmla="*/ 1908239 w 8429054"/>
                <a:gd name="connsiteY511" fmla="*/ 3010853 h 3318748"/>
                <a:gd name="connsiteX512" fmla="*/ 1879664 w 8429054"/>
                <a:gd name="connsiteY512" fmla="*/ 3029903 h 3318748"/>
                <a:gd name="connsiteX513" fmla="*/ 1909192 w 8429054"/>
                <a:gd name="connsiteY513" fmla="*/ 2620328 h 3318748"/>
                <a:gd name="connsiteX514" fmla="*/ 1906334 w 8429054"/>
                <a:gd name="connsiteY514" fmla="*/ 2568893 h 3318748"/>
                <a:gd name="connsiteX515" fmla="*/ 1905382 w 8429054"/>
                <a:gd name="connsiteY515" fmla="*/ 2547938 h 3318748"/>
                <a:gd name="connsiteX516" fmla="*/ 1905382 w 8429054"/>
                <a:gd name="connsiteY516" fmla="*/ 2546033 h 3318748"/>
                <a:gd name="connsiteX517" fmla="*/ 1895857 w 8429054"/>
                <a:gd name="connsiteY517" fmla="*/ 2389823 h 3318748"/>
                <a:gd name="connsiteX518" fmla="*/ 1900619 w 8429054"/>
                <a:gd name="connsiteY518" fmla="*/ 2365058 h 3318748"/>
                <a:gd name="connsiteX519" fmla="*/ 1897762 w 8429054"/>
                <a:gd name="connsiteY519" fmla="*/ 2312670 h 3318748"/>
                <a:gd name="connsiteX520" fmla="*/ 1902524 w 8429054"/>
                <a:gd name="connsiteY520" fmla="*/ 2290763 h 3318748"/>
                <a:gd name="connsiteX521" fmla="*/ 1951102 w 8429054"/>
                <a:gd name="connsiteY521" fmla="*/ 2542223 h 3318748"/>
                <a:gd name="connsiteX522" fmla="*/ 1909192 w 8429054"/>
                <a:gd name="connsiteY522" fmla="*/ 2620328 h 3318748"/>
                <a:gd name="connsiteX523" fmla="*/ 1948244 w 8429054"/>
                <a:gd name="connsiteY523" fmla="*/ 1279208 h 3318748"/>
                <a:gd name="connsiteX524" fmla="*/ 1949197 w 8429054"/>
                <a:gd name="connsiteY524" fmla="*/ 1339215 h 3318748"/>
                <a:gd name="connsiteX525" fmla="*/ 1928242 w 8429054"/>
                <a:gd name="connsiteY525" fmla="*/ 1140143 h 3318748"/>
                <a:gd name="connsiteX526" fmla="*/ 1927289 w 8429054"/>
                <a:gd name="connsiteY526" fmla="*/ 1128713 h 3318748"/>
                <a:gd name="connsiteX527" fmla="*/ 1925384 w 8429054"/>
                <a:gd name="connsiteY527" fmla="*/ 1101090 h 3318748"/>
                <a:gd name="connsiteX528" fmla="*/ 1948244 w 8429054"/>
                <a:gd name="connsiteY528" fmla="*/ 1185863 h 3318748"/>
                <a:gd name="connsiteX529" fmla="*/ 1951102 w 8429054"/>
                <a:gd name="connsiteY529" fmla="*/ 1298258 h 3318748"/>
                <a:gd name="connsiteX530" fmla="*/ 1948244 w 8429054"/>
                <a:gd name="connsiteY530" fmla="*/ 1279208 h 3318748"/>
                <a:gd name="connsiteX531" fmla="*/ 2304479 w 8429054"/>
                <a:gd name="connsiteY531" fmla="*/ 3221355 h 3318748"/>
                <a:gd name="connsiteX532" fmla="*/ 2307337 w 8429054"/>
                <a:gd name="connsiteY532" fmla="*/ 3233738 h 3318748"/>
                <a:gd name="connsiteX533" fmla="*/ 1962532 w 8429054"/>
                <a:gd name="connsiteY533" fmla="*/ 3233738 h 3318748"/>
                <a:gd name="connsiteX534" fmla="*/ 1992059 w 8429054"/>
                <a:gd name="connsiteY534" fmla="*/ 3157538 h 3318748"/>
                <a:gd name="connsiteX535" fmla="*/ 2285429 w 8429054"/>
                <a:gd name="connsiteY535" fmla="*/ 3157538 h 3318748"/>
                <a:gd name="connsiteX536" fmla="*/ 2309242 w 8429054"/>
                <a:gd name="connsiteY536" fmla="*/ 3168015 h 3318748"/>
                <a:gd name="connsiteX537" fmla="*/ 2306384 w 8429054"/>
                <a:gd name="connsiteY537" fmla="*/ 3175635 h 3318748"/>
                <a:gd name="connsiteX538" fmla="*/ 2304479 w 8429054"/>
                <a:gd name="connsiteY538" fmla="*/ 3189923 h 3318748"/>
                <a:gd name="connsiteX539" fmla="*/ 2304479 w 8429054"/>
                <a:gd name="connsiteY539" fmla="*/ 3221355 h 3318748"/>
                <a:gd name="connsiteX540" fmla="*/ 2558797 w 8429054"/>
                <a:gd name="connsiteY540" fmla="*/ 3232785 h 3318748"/>
                <a:gd name="connsiteX541" fmla="*/ 2552129 w 8429054"/>
                <a:gd name="connsiteY541" fmla="*/ 3197543 h 3318748"/>
                <a:gd name="connsiteX542" fmla="*/ 2569274 w 8429054"/>
                <a:gd name="connsiteY542" fmla="*/ 3207068 h 3318748"/>
                <a:gd name="connsiteX543" fmla="*/ 2570227 w 8429054"/>
                <a:gd name="connsiteY543" fmla="*/ 3207068 h 3318748"/>
                <a:gd name="connsiteX544" fmla="*/ 2589277 w 8429054"/>
                <a:gd name="connsiteY544" fmla="*/ 3205163 h 3318748"/>
                <a:gd name="connsiteX545" fmla="*/ 2589277 w 8429054"/>
                <a:gd name="connsiteY545" fmla="*/ 3163253 h 3318748"/>
                <a:gd name="connsiteX546" fmla="*/ 2588324 w 8429054"/>
                <a:gd name="connsiteY546" fmla="*/ 3156585 h 3318748"/>
                <a:gd name="connsiteX547" fmla="*/ 2589277 w 8429054"/>
                <a:gd name="connsiteY547" fmla="*/ 3156585 h 3318748"/>
                <a:gd name="connsiteX548" fmla="*/ 2853119 w 8429054"/>
                <a:gd name="connsiteY548" fmla="*/ 3156585 h 3318748"/>
                <a:gd name="connsiteX549" fmla="*/ 2854072 w 8429054"/>
                <a:gd name="connsiteY549" fmla="*/ 3210878 h 3318748"/>
                <a:gd name="connsiteX550" fmla="*/ 2855977 w 8429054"/>
                <a:gd name="connsiteY550" fmla="*/ 3223260 h 3318748"/>
                <a:gd name="connsiteX551" fmla="*/ 2859787 w 8429054"/>
                <a:gd name="connsiteY551" fmla="*/ 3232785 h 3318748"/>
                <a:gd name="connsiteX552" fmla="*/ 2558797 w 8429054"/>
                <a:gd name="connsiteY552" fmla="*/ 3232785 h 3318748"/>
                <a:gd name="connsiteX553" fmla="*/ 2906459 w 8429054"/>
                <a:gd name="connsiteY553" fmla="*/ 3233738 h 3318748"/>
                <a:gd name="connsiteX554" fmla="*/ 2907412 w 8429054"/>
                <a:gd name="connsiteY554" fmla="*/ 3216593 h 3318748"/>
                <a:gd name="connsiteX555" fmla="*/ 2921699 w 8429054"/>
                <a:gd name="connsiteY555" fmla="*/ 3233738 h 3318748"/>
                <a:gd name="connsiteX556" fmla="*/ 2906459 w 8429054"/>
                <a:gd name="connsiteY556" fmla="*/ 3233738 h 3318748"/>
                <a:gd name="connsiteX557" fmla="*/ 2934082 w 8429054"/>
                <a:gd name="connsiteY557" fmla="*/ 3233738 h 3318748"/>
                <a:gd name="connsiteX558" fmla="*/ 2905507 w 8429054"/>
                <a:gd name="connsiteY558" fmla="*/ 3206115 h 3318748"/>
                <a:gd name="connsiteX559" fmla="*/ 2892172 w 8429054"/>
                <a:gd name="connsiteY559" fmla="*/ 3167063 h 3318748"/>
                <a:gd name="connsiteX560" fmla="*/ 2891219 w 8429054"/>
                <a:gd name="connsiteY560" fmla="*/ 3157538 h 3318748"/>
                <a:gd name="connsiteX561" fmla="*/ 2918842 w 8429054"/>
                <a:gd name="connsiteY561" fmla="*/ 3157538 h 3318748"/>
                <a:gd name="connsiteX562" fmla="*/ 2975039 w 8429054"/>
                <a:gd name="connsiteY562" fmla="*/ 3233738 h 3318748"/>
                <a:gd name="connsiteX563" fmla="*/ 2934082 w 8429054"/>
                <a:gd name="connsiteY563" fmla="*/ 3233738 h 3318748"/>
                <a:gd name="connsiteX564" fmla="*/ 2994089 w 8429054"/>
                <a:gd name="connsiteY564" fmla="*/ 3233738 h 3318748"/>
                <a:gd name="connsiteX565" fmla="*/ 2935034 w 8429054"/>
                <a:gd name="connsiteY565" fmla="*/ 3157538 h 3318748"/>
                <a:gd name="connsiteX566" fmla="*/ 2966467 w 8429054"/>
                <a:gd name="connsiteY566" fmla="*/ 3157538 h 3318748"/>
                <a:gd name="connsiteX567" fmla="*/ 3015997 w 8429054"/>
                <a:gd name="connsiteY567" fmla="*/ 3220403 h 3318748"/>
                <a:gd name="connsiteX568" fmla="*/ 3026474 w 8429054"/>
                <a:gd name="connsiteY568" fmla="*/ 3233738 h 3318748"/>
                <a:gd name="connsiteX569" fmla="*/ 2994089 w 8429054"/>
                <a:gd name="connsiteY569" fmla="*/ 3233738 h 3318748"/>
                <a:gd name="connsiteX570" fmla="*/ 3041714 w 8429054"/>
                <a:gd name="connsiteY570" fmla="*/ 3208973 h 3318748"/>
                <a:gd name="connsiteX571" fmla="*/ 3041714 w 8429054"/>
                <a:gd name="connsiteY571" fmla="*/ 3208973 h 3318748"/>
                <a:gd name="connsiteX572" fmla="*/ 2993137 w 8429054"/>
                <a:gd name="connsiteY572" fmla="*/ 3157538 h 3318748"/>
                <a:gd name="connsiteX573" fmla="*/ 3005519 w 8429054"/>
                <a:gd name="connsiteY573" fmla="*/ 3157538 h 3318748"/>
                <a:gd name="connsiteX574" fmla="*/ 3041714 w 8429054"/>
                <a:gd name="connsiteY574" fmla="*/ 3208973 h 3318748"/>
                <a:gd name="connsiteX575" fmla="*/ 3178874 w 8429054"/>
                <a:gd name="connsiteY575" fmla="*/ 2778443 h 3318748"/>
                <a:gd name="connsiteX576" fmla="*/ 3149347 w 8429054"/>
                <a:gd name="connsiteY576" fmla="*/ 2752725 h 3318748"/>
                <a:gd name="connsiteX577" fmla="*/ 3131249 w 8429054"/>
                <a:gd name="connsiteY577" fmla="*/ 2782253 h 3318748"/>
                <a:gd name="connsiteX578" fmla="*/ 3175064 w 8429054"/>
                <a:gd name="connsiteY578" fmla="*/ 2818448 h 3318748"/>
                <a:gd name="connsiteX579" fmla="*/ 3173159 w 8429054"/>
                <a:gd name="connsiteY579" fmla="*/ 2842260 h 3318748"/>
                <a:gd name="connsiteX580" fmla="*/ 3170302 w 8429054"/>
                <a:gd name="connsiteY580" fmla="*/ 2849880 h 3318748"/>
                <a:gd name="connsiteX581" fmla="*/ 3168397 w 8429054"/>
                <a:gd name="connsiteY581" fmla="*/ 2862263 h 3318748"/>
                <a:gd name="connsiteX582" fmla="*/ 3135059 w 8429054"/>
                <a:gd name="connsiteY582" fmla="*/ 2843213 h 3318748"/>
                <a:gd name="connsiteX583" fmla="*/ 3119819 w 8429054"/>
                <a:gd name="connsiteY583" fmla="*/ 2867025 h 3318748"/>
                <a:gd name="connsiteX584" fmla="*/ 3156014 w 8429054"/>
                <a:gd name="connsiteY584" fmla="*/ 2906078 h 3318748"/>
                <a:gd name="connsiteX585" fmla="*/ 3162682 w 8429054"/>
                <a:gd name="connsiteY585" fmla="*/ 2911793 h 3318748"/>
                <a:gd name="connsiteX586" fmla="*/ 3160777 w 8429054"/>
                <a:gd name="connsiteY586" fmla="*/ 2937510 h 3318748"/>
                <a:gd name="connsiteX587" fmla="*/ 3121724 w 8429054"/>
                <a:gd name="connsiteY587" fmla="*/ 2910840 h 3318748"/>
                <a:gd name="connsiteX588" fmla="*/ 3103627 w 8429054"/>
                <a:gd name="connsiteY588" fmla="*/ 2939415 h 3318748"/>
                <a:gd name="connsiteX589" fmla="*/ 3158872 w 8429054"/>
                <a:gd name="connsiteY589" fmla="*/ 2992755 h 3318748"/>
                <a:gd name="connsiteX590" fmla="*/ 3158872 w 8429054"/>
                <a:gd name="connsiteY590" fmla="*/ 3027998 h 3318748"/>
                <a:gd name="connsiteX591" fmla="*/ 3141727 w 8429054"/>
                <a:gd name="connsiteY591" fmla="*/ 3007043 h 3318748"/>
                <a:gd name="connsiteX592" fmla="*/ 3128392 w 8429054"/>
                <a:gd name="connsiteY592" fmla="*/ 2994660 h 3318748"/>
                <a:gd name="connsiteX593" fmla="*/ 3118867 w 8429054"/>
                <a:gd name="connsiteY593" fmla="*/ 2989898 h 3318748"/>
                <a:gd name="connsiteX594" fmla="*/ 3106484 w 8429054"/>
                <a:gd name="connsiteY594" fmla="*/ 3002280 h 3318748"/>
                <a:gd name="connsiteX595" fmla="*/ 3109342 w 8429054"/>
                <a:gd name="connsiteY595" fmla="*/ 3013710 h 3318748"/>
                <a:gd name="connsiteX596" fmla="*/ 3116962 w 8429054"/>
                <a:gd name="connsiteY596" fmla="*/ 3031808 h 3318748"/>
                <a:gd name="connsiteX597" fmla="*/ 3137917 w 8429054"/>
                <a:gd name="connsiteY597" fmla="*/ 3068955 h 3318748"/>
                <a:gd name="connsiteX598" fmla="*/ 3146489 w 8429054"/>
                <a:gd name="connsiteY598" fmla="*/ 3082290 h 3318748"/>
                <a:gd name="connsiteX599" fmla="*/ 3134107 w 8429054"/>
                <a:gd name="connsiteY599" fmla="*/ 3082290 h 3318748"/>
                <a:gd name="connsiteX600" fmla="*/ 3131249 w 8429054"/>
                <a:gd name="connsiteY600" fmla="*/ 3078480 h 3318748"/>
                <a:gd name="connsiteX601" fmla="*/ 3059812 w 8429054"/>
                <a:gd name="connsiteY601" fmla="*/ 3008948 h 3318748"/>
                <a:gd name="connsiteX602" fmla="*/ 3052192 w 8429054"/>
                <a:gd name="connsiteY602" fmla="*/ 3018473 h 3318748"/>
                <a:gd name="connsiteX603" fmla="*/ 3090292 w 8429054"/>
                <a:gd name="connsiteY603" fmla="*/ 3082290 h 3318748"/>
                <a:gd name="connsiteX604" fmla="*/ 3045524 w 8429054"/>
                <a:gd name="connsiteY604" fmla="*/ 3082290 h 3318748"/>
                <a:gd name="connsiteX605" fmla="*/ 3045524 w 8429054"/>
                <a:gd name="connsiteY605" fmla="*/ 3082290 h 3318748"/>
                <a:gd name="connsiteX606" fmla="*/ 3037904 w 8429054"/>
                <a:gd name="connsiteY606" fmla="*/ 3082290 h 3318748"/>
                <a:gd name="connsiteX607" fmla="*/ 2995042 w 8429054"/>
                <a:gd name="connsiteY607" fmla="*/ 3082290 h 3318748"/>
                <a:gd name="connsiteX608" fmla="*/ 2991232 w 8429054"/>
                <a:gd name="connsiteY608" fmla="*/ 3077528 h 3318748"/>
                <a:gd name="connsiteX609" fmla="*/ 2974087 w 8429054"/>
                <a:gd name="connsiteY609" fmla="*/ 3075623 h 3318748"/>
                <a:gd name="connsiteX610" fmla="*/ 2780729 w 8429054"/>
                <a:gd name="connsiteY610" fmla="*/ 2909888 h 3318748"/>
                <a:gd name="connsiteX611" fmla="*/ 2769299 w 8429054"/>
                <a:gd name="connsiteY611" fmla="*/ 2901315 h 3318748"/>
                <a:gd name="connsiteX612" fmla="*/ 2723579 w 8429054"/>
                <a:gd name="connsiteY612" fmla="*/ 2865120 h 3318748"/>
                <a:gd name="connsiteX613" fmla="*/ 2719769 w 8429054"/>
                <a:gd name="connsiteY613" fmla="*/ 2861310 h 3318748"/>
                <a:gd name="connsiteX614" fmla="*/ 2685479 w 8429054"/>
                <a:gd name="connsiteY614" fmla="*/ 2852738 h 3318748"/>
                <a:gd name="connsiteX615" fmla="*/ 2636902 w 8429054"/>
                <a:gd name="connsiteY615" fmla="*/ 2820353 h 3318748"/>
                <a:gd name="connsiteX616" fmla="*/ 2445449 w 8429054"/>
                <a:gd name="connsiteY616" fmla="*/ 2641283 h 3318748"/>
                <a:gd name="connsiteX617" fmla="*/ 2337817 w 8429054"/>
                <a:gd name="connsiteY617" fmla="*/ 2550795 h 3318748"/>
                <a:gd name="connsiteX618" fmla="*/ 2280667 w 8429054"/>
                <a:gd name="connsiteY618" fmla="*/ 2205038 h 3318748"/>
                <a:gd name="connsiteX619" fmla="*/ 2151127 w 8429054"/>
                <a:gd name="connsiteY619" fmla="*/ 1263968 h 3318748"/>
                <a:gd name="connsiteX620" fmla="*/ 2147317 w 8429054"/>
                <a:gd name="connsiteY620" fmla="*/ 1238250 h 3318748"/>
                <a:gd name="connsiteX621" fmla="*/ 2144459 w 8429054"/>
                <a:gd name="connsiteY621" fmla="*/ 1235393 h 3318748"/>
                <a:gd name="connsiteX622" fmla="*/ 2122552 w 8429054"/>
                <a:gd name="connsiteY622" fmla="*/ 1096328 h 3318748"/>
                <a:gd name="connsiteX623" fmla="*/ 2116837 w 8429054"/>
                <a:gd name="connsiteY623" fmla="*/ 1080135 h 3318748"/>
                <a:gd name="connsiteX624" fmla="*/ 2114932 w 8429054"/>
                <a:gd name="connsiteY624" fmla="*/ 1058228 h 3318748"/>
                <a:gd name="connsiteX625" fmla="*/ 2242567 w 8429054"/>
                <a:gd name="connsiteY625" fmla="*/ 1157288 h 3318748"/>
                <a:gd name="connsiteX626" fmla="*/ 2313052 w 8429054"/>
                <a:gd name="connsiteY626" fmla="*/ 1210628 h 3318748"/>
                <a:gd name="connsiteX627" fmla="*/ 2562607 w 8429054"/>
                <a:gd name="connsiteY627" fmla="*/ 1429703 h 3318748"/>
                <a:gd name="connsiteX628" fmla="*/ 2996947 w 8429054"/>
                <a:gd name="connsiteY628" fmla="*/ 1829753 h 3318748"/>
                <a:gd name="connsiteX629" fmla="*/ 3027427 w 8429054"/>
                <a:gd name="connsiteY629" fmla="*/ 1859280 h 3318748"/>
                <a:gd name="connsiteX630" fmla="*/ 3075052 w 8429054"/>
                <a:gd name="connsiteY630" fmla="*/ 1909763 h 3318748"/>
                <a:gd name="connsiteX631" fmla="*/ 3074099 w 8429054"/>
                <a:gd name="connsiteY631" fmla="*/ 1914525 h 3318748"/>
                <a:gd name="connsiteX632" fmla="*/ 3137917 w 8429054"/>
                <a:gd name="connsiteY632" fmla="*/ 1991678 h 3318748"/>
                <a:gd name="connsiteX633" fmla="*/ 3119819 w 8429054"/>
                <a:gd name="connsiteY633" fmla="*/ 2013585 h 3318748"/>
                <a:gd name="connsiteX634" fmla="*/ 3116009 w 8429054"/>
                <a:gd name="connsiteY634" fmla="*/ 2009775 h 3318748"/>
                <a:gd name="connsiteX635" fmla="*/ 3118867 w 8429054"/>
                <a:gd name="connsiteY635" fmla="*/ 2026920 h 3318748"/>
                <a:gd name="connsiteX636" fmla="*/ 3143632 w 8429054"/>
                <a:gd name="connsiteY636" fmla="*/ 2067878 h 3318748"/>
                <a:gd name="connsiteX637" fmla="*/ 3060764 w 8429054"/>
                <a:gd name="connsiteY637" fmla="*/ 1983105 h 3318748"/>
                <a:gd name="connsiteX638" fmla="*/ 3051239 w 8429054"/>
                <a:gd name="connsiteY638" fmla="*/ 1975485 h 3318748"/>
                <a:gd name="connsiteX639" fmla="*/ 3049334 w 8429054"/>
                <a:gd name="connsiteY639" fmla="*/ 1971675 h 3318748"/>
                <a:gd name="connsiteX640" fmla="*/ 3034094 w 8429054"/>
                <a:gd name="connsiteY640" fmla="*/ 1956435 h 3318748"/>
                <a:gd name="connsiteX641" fmla="*/ 3036952 w 8429054"/>
                <a:gd name="connsiteY641" fmla="*/ 1979295 h 3318748"/>
                <a:gd name="connsiteX642" fmla="*/ 3011234 w 8429054"/>
                <a:gd name="connsiteY642" fmla="*/ 1979295 h 3318748"/>
                <a:gd name="connsiteX643" fmla="*/ 2993137 w 8429054"/>
                <a:gd name="connsiteY643" fmla="*/ 1916430 h 3318748"/>
                <a:gd name="connsiteX644" fmla="*/ 2858834 w 8429054"/>
                <a:gd name="connsiteY644" fmla="*/ 1782128 h 3318748"/>
                <a:gd name="connsiteX645" fmla="*/ 2770252 w 8429054"/>
                <a:gd name="connsiteY645" fmla="*/ 1697355 h 3318748"/>
                <a:gd name="connsiteX646" fmla="*/ 2734057 w 8429054"/>
                <a:gd name="connsiteY646" fmla="*/ 1662113 h 3318748"/>
                <a:gd name="connsiteX647" fmla="*/ 2727389 w 8429054"/>
                <a:gd name="connsiteY647" fmla="*/ 1619250 h 3318748"/>
                <a:gd name="connsiteX648" fmla="*/ 2715959 w 8429054"/>
                <a:gd name="connsiteY648" fmla="*/ 1621155 h 3318748"/>
                <a:gd name="connsiteX649" fmla="*/ 2716912 w 8429054"/>
                <a:gd name="connsiteY649" fmla="*/ 1645920 h 3318748"/>
                <a:gd name="connsiteX650" fmla="*/ 2705482 w 8429054"/>
                <a:gd name="connsiteY650" fmla="*/ 1635443 h 3318748"/>
                <a:gd name="connsiteX651" fmla="*/ 2672144 w 8429054"/>
                <a:gd name="connsiteY651" fmla="*/ 1606868 h 3318748"/>
                <a:gd name="connsiteX652" fmla="*/ 2367344 w 8429054"/>
                <a:gd name="connsiteY652" fmla="*/ 1348740 h 3318748"/>
                <a:gd name="connsiteX653" fmla="*/ 2346389 w 8429054"/>
                <a:gd name="connsiteY653" fmla="*/ 1291590 h 3318748"/>
                <a:gd name="connsiteX654" fmla="*/ 2331149 w 8429054"/>
                <a:gd name="connsiteY654" fmla="*/ 1294448 h 3318748"/>
                <a:gd name="connsiteX655" fmla="*/ 2331149 w 8429054"/>
                <a:gd name="connsiteY655" fmla="*/ 1319213 h 3318748"/>
                <a:gd name="connsiteX656" fmla="*/ 2265427 w 8429054"/>
                <a:gd name="connsiteY656" fmla="*/ 1263968 h 3318748"/>
                <a:gd name="connsiteX657" fmla="*/ 2329244 w 8429054"/>
                <a:gd name="connsiteY657" fmla="*/ 1323023 h 3318748"/>
                <a:gd name="connsiteX658" fmla="*/ 2331149 w 8429054"/>
                <a:gd name="connsiteY658" fmla="*/ 1324928 h 3318748"/>
                <a:gd name="connsiteX659" fmla="*/ 2365439 w 8429054"/>
                <a:gd name="connsiteY659" fmla="*/ 1891665 h 3318748"/>
                <a:gd name="connsiteX660" fmla="*/ 2411159 w 8429054"/>
                <a:gd name="connsiteY660" fmla="*/ 2510790 h 3318748"/>
                <a:gd name="connsiteX661" fmla="*/ 2419732 w 8429054"/>
                <a:gd name="connsiteY661" fmla="*/ 2510790 h 3318748"/>
                <a:gd name="connsiteX662" fmla="*/ 2388299 w 8429054"/>
                <a:gd name="connsiteY662" fmla="*/ 1891665 h 3318748"/>
                <a:gd name="connsiteX663" fmla="*/ 2354009 w 8429054"/>
                <a:gd name="connsiteY663" fmla="*/ 1343025 h 3318748"/>
                <a:gd name="connsiteX664" fmla="*/ 2369249 w 8429054"/>
                <a:gd name="connsiteY664" fmla="*/ 1356360 h 3318748"/>
                <a:gd name="connsiteX665" fmla="*/ 2371154 w 8429054"/>
                <a:gd name="connsiteY665" fmla="*/ 1360170 h 3318748"/>
                <a:gd name="connsiteX666" fmla="*/ 2373059 w 8429054"/>
                <a:gd name="connsiteY666" fmla="*/ 1359218 h 3318748"/>
                <a:gd name="connsiteX667" fmla="*/ 2718817 w 8429054"/>
                <a:gd name="connsiteY667" fmla="*/ 1676400 h 3318748"/>
                <a:gd name="connsiteX668" fmla="*/ 2720722 w 8429054"/>
                <a:gd name="connsiteY668" fmla="*/ 1739265 h 3318748"/>
                <a:gd name="connsiteX669" fmla="*/ 2724532 w 8429054"/>
                <a:gd name="connsiteY669" fmla="*/ 1739265 h 3318748"/>
                <a:gd name="connsiteX670" fmla="*/ 2724532 w 8429054"/>
                <a:gd name="connsiteY670" fmla="*/ 1726883 h 3318748"/>
                <a:gd name="connsiteX671" fmla="*/ 2734057 w 8429054"/>
                <a:gd name="connsiteY671" fmla="*/ 1823085 h 3318748"/>
                <a:gd name="connsiteX672" fmla="*/ 2705482 w 8429054"/>
                <a:gd name="connsiteY672" fmla="*/ 1799273 h 3318748"/>
                <a:gd name="connsiteX673" fmla="*/ 2734057 w 8429054"/>
                <a:gd name="connsiteY673" fmla="*/ 1824038 h 3318748"/>
                <a:gd name="connsiteX674" fmla="*/ 2736914 w 8429054"/>
                <a:gd name="connsiteY674" fmla="*/ 1845945 h 3318748"/>
                <a:gd name="connsiteX675" fmla="*/ 2757869 w 8429054"/>
                <a:gd name="connsiteY675" fmla="*/ 1837373 h 3318748"/>
                <a:gd name="connsiteX676" fmla="*/ 2739772 w 8429054"/>
                <a:gd name="connsiteY676" fmla="*/ 1700213 h 3318748"/>
                <a:gd name="connsiteX677" fmla="*/ 2904554 w 8429054"/>
                <a:gd name="connsiteY677" fmla="*/ 1900238 h 3318748"/>
                <a:gd name="connsiteX678" fmla="*/ 2968372 w 8429054"/>
                <a:gd name="connsiteY678" fmla="*/ 1975485 h 3318748"/>
                <a:gd name="connsiteX679" fmla="*/ 3072194 w 8429054"/>
                <a:gd name="connsiteY679" fmla="*/ 2108835 h 3318748"/>
                <a:gd name="connsiteX680" fmla="*/ 3153157 w 8429054"/>
                <a:gd name="connsiteY680" fmla="*/ 2205990 h 3318748"/>
                <a:gd name="connsiteX681" fmla="*/ 3154109 w 8429054"/>
                <a:gd name="connsiteY681" fmla="*/ 2219325 h 3318748"/>
                <a:gd name="connsiteX682" fmla="*/ 3157919 w 8429054"/>
                <a:gd name="connsiteY682" fmla="*/ 2253615 h 3318748"/>
                <a:gd name="connsiteX683" fmla="*/ 3159824 w 8429054"/>
                <a:gd name="connsiteY683" fmla="*/ 2262188 h 3318748"/>
                <a:gd name="connsiteX684" fmla="*/ 3167444 w 8429054"/>
                <a:gd name="connsiteY684" fmla="*/ 2327910 h 3318748"/>
                <a:gd name="connsiteX685" fmla="*/ 3152204 w 8429054"/>
                <a:gd name="connsiteY685" fmla="*/ 2352675 h 3318748"/>
                <a:gd name="connsiteX686" fmla="*/ 3145537 w 8429054"/>
                <a:gd name="connsiteY686" fmla="*/ 2563178 h 3318748"/>
                <a:gd name="connsiteX687" fmla="*/ 3178874 w 8429054"/>
                <a:gd name="connsiteY687" fmla="*/ 2574608 h 3318748"/>
                <a:gd name="connsiteX688" fmla="*/ 3178874 w 8429054"/>
                <a:gd name="connsiteY688" fmla="*/ 2594610 h 3318748"/>
                <a:gd name="connsiteX689" fmla="*/ 3179827 w 8429054"/>
                <a:gd name="connsiteY689" fmla="*/ 2605088 h 3318748"/>
                <a:gd name="connsiteX690" fmla="*/ 3178874 w 8429054"/>
                <a:gd name="connsiteY690" fmla="*/ 2604135 h 3318748"/>
                <a:gd name="connsiteX691" fmla="*/ 3151252 w 8429054"/>
                <a:gd name="connsiteY691" fmla="*/ 2606040 h 3318748"/>
                <a:gd name="connsiteX692" fmla="*/ 3136964 w 8429054"/>
                <a:gd name="connsiteY692" fmla="*/ 2615565 h 3318748"/>
                <a:gd name="connsiteX693" fmla="*/ 3118867 w 8429054"/>
                <a:gd name="connsiteY693" fmla="*/ 2626043 h 3318748"/>
                <a:gd name="connsiteX694" fmla="*/ 3114104 w 8429054"/>
                <a:gd name="connsiteY694" fmla="*/ 2646045 h 3318748"/>
                <a:gd name="connsiteX695" fmla="*/ 3116962 w 8429054"/>
                <a:gd name="connsiteY695" fmla="*/ 2667000 h 3318748"/>
                <a:gd name="connsiteX696" fmla="*/ 3137917 w 8429054"/>
                <a:gd name="connsiteY696" fmla="*/ 2693670 h 3318748"/>
                <a:gd name="connsiteX697" fmla="*/ 3164587 w 8429054"/>
                <a:gd name="connsiteY697" fmla="*/ 2720340 h 3318748"/>
                <a:gd name="connsiteX698" fmla="*/ 3183637 w 8429054"/>
                <a:gd name="connsiteY698" fmla="*/ 2697480 h 3318748"/>
                <a:gd name="connsiteX699" fmla="*/ 3164587 w 8429054"/>
                <a:gd name="connsiteY699" fmla="*/ 2667953 h 3318748"/>
                <a:gd name="connsiteX700" fmla="*/ 3147442 w 8429054"/>
                <a:gd name="connsiteY700" fmla="*/ 2647950 h 3318748"/>
                <a:gd name="connsiteX701" fmla="*/ 3159824 w 8429054"/>
                <a:gd name="connsiteY701" fmla="*/ 2642235 h 3318748"/>
                <a:gd name="connsiteX702" fmla="*/ 3181732 w 8429054"/>
                <a:gd name="connsiteY702" fmla="*/ 2619375 h 3318748"/>
                <a:gd name="connsiteX703" fmla="*/ 3185542 w 8429054"/>
                <a:gd name="connsiteY703" fmla="*/ 2774633 h 3318748"/>
                <a:gd name="connsiteX704" fmla="*/ 3178874 w 8429054"/>
                <a:gd name="connsiteY704" fmla="*/ 2778443 h 3318748"/>
                <a:gd name="connsiteX705" fmla="*/ 2361629 w 8429054"/>
                <a:gd name="connsiteY705" fmla="*/ 1342073 h 3318748"/>
                <a:gd name="connsiteX706" fmla="*/ 2350199 w 8429054"/>
                <a:gd name="connsiteY706" fmla="*/ 1332548 h 3318748"/>
                <a:gd name="connsiteX707" fmla="*/ 2348294 w 8429054"/>
                <a:gd name="connsiteY707" fmla="*/ 1319213 h 3318748"/>
                <a:gd name="connsiteX708" fmla="*/ 2361629 w 8429054"/>
                <a:gd name="connsiteY708" fmla="*/ 1342073 h 3318748"/>
                <a:gd name="connsiteX709" fmla="*/ 3184589 w 8429054"/>
                <a:gd name="connsiteY709" fmla="*/ 2009775 h 3318748"/>
                <a:gd name="connsiteX710" fmla="*/ 3180779 w 8429054"/>
                <a:gd name="connsiteY710" fmla="*/ 2011680 h 3318748"/>
                <a:gd name="connsiteX711" fmla="*/ 3175064 w 8429054"/>
                <a:gd name="connsiteY711" fmla="*/ 1994535 h 3318748"/>
                <a:gd name="connsiteX712" fmla="*/ 3173159 w 8429054"/>
                <a:gd name="connsiteY712" fmla="*/ 1987868 h 3318748"/>
                <a:gd name="connsiteX713" fmla="*/ 3175064 w 8429054"/>
                <a:gd name="connsiteY713" fmla="*/ 1988820 h 3318748"/>
                <a:gd name="connsiteX714" fmla="*/ 3176017 w 8429054"/>
                <a:gd name="connsiteY714" fmla="*/ 1988820 h 3318748"/>
                <a:gd name="connsiteX715" fmla="*/ 3185542 w 8429054"/>
                <a:gd name="connsiteY715" fmla="*/ 2008823 h 3318748"/>
                <a:gd name="connsiteX716" fmla="*/ 3184589 w 8429054"/>
                <a:gd name="connsiteY716" fmla="*/ 2009775 h 3318748"/>
                <a:gd name="connsiteX717" fmla="*/ 3675127 w 8429054"/>
                <a:gd name="connsiteY717" fmla="*/ 3081338 h 3318748"/>
                <a:gd name="connsiteX718" fmla="*/ 3705607 w 8429054"/>
                <a:gd name="connsiteY718" fmla="*/ 3049905 h 3318748"/>
                <a:gd name="connsiteX719" fmla="*/ 3695129 w 8429054"/>
                <a:gd name="connsiteY719" fmla="*/ 3002280 h 3318748"/>
                <a:gd name="connsiteX720" fmla="*/ 3617977 w 8429054"/>
                <a:gd name="connsiteY720" fmla="*/ 3000375 h 3318748"/>
                <a:gd name="connsiteX721" fmla="*/ 3525584 w 8429054"/>
                <a:gd name="connsiteY721" fmla="*/ 3020378 h 3318748"/>
                <a:gd name="connsiteX722" fmla="*/ 3521774 w 8429054"/>
                <a:gd name="connsiteY722" fmla="*/ 2945130 h 3318748"/>
                <a:gd name="connsiteX723" fmla="*/ 3685604 w 8429054"/>
                <a:gd name="connsiteY723" fmla="*/ 2852738 h 3318748"/>
                <a:gd name="connsiteX724" fmla="*/ 3659887 w 8429054"/>
                <a:gd name="connsiteY724" fmla="*/ 2797493 h 3318748"/>
                <a:gd name="connsiteX725" fmla="*/ 3585592 w 8429054"/>
                <a:gd name="connsiteY725" fmla="*/ 2828925 h 3318748"/>
                <a:gd name="connsiteX726" fmla="*/ 3517964 w 8429054"/>
                <a:gd name="connsiteY726" fmla="*/ 2859405 h 3318748"/>
                <a:gd name="connsiteX727" fmla="*/ 3515107 w 8429054"/>
                <a:gd name="connsiteY727" fmla="*/ 2786063 h 3318748"/>
                <a:gd name="connsiteX728" fmla="*/ 3706559 w 8429054"/>
                <a:gd name="connsiteY728" fmla="*/ 2736533 h 3318748"/>
                <a:gd name="connsiteX729" fmla="*/ 3714179 w 8429054"/>
                <a:gd name="connsiteY729" fmla="*/ 3080385 h 3318748"/>
                <a:gd name="connsiteX730" fmla="*/ 3675127 w 8429054"/>
                <a:gd name="connsiteY730" fmla="*/ 3081338 h 3318748"/>
                <a:gd name="connsiteX731" fmla="*/ 3726562 w 8429054"/>
                <a:gd name="connsiteY731" fmla="*/ 2293620 h 3318748"/>
                <a:gd name="connsiteX732" fmla="*/ 3708464 w 8429054"/>
                <a:gd name="connsiteY732" fmla="*/ 2678430 h 3318748"/>
                <a:gd name="connsiteX733" fmla="*/ 3703702 w 8429054"/>
                <a:gd name="connsiteY733" fmla="*/ 2675573 h 3318748"/>
                <a:gd name="connsiteX734" fmla="*/ 3620834 w 8429054"/>
                <a:gd name="connsiteY734" fmla="*/ 2687003 h 3318748"/>
                <a:gd name="connsiteX735" fmla="*/ 3511297 w 8429054"/>
                <a:gd name="connsiteY735" fmla="*/ 2715578 h 3318748"/>
                <a:gd name="connsiteX736" fmla="*/ 3506534 w 8429054"/>
                <a:gd name="connsiteY736" fmla="*/ 2630805 h 3318748"/>
                <a:gd name="connsiteX737" fmla="*/ 3506534 w 8429054"/>
                <a:gd name="connsiteY737" fmla="*/ 2624138 h 3318748"/>
                <a:gd name="connsiteX738" fmla="*/ 3511297 w 8429054"/>
                <a:gd name="connsiteY738" fmla="*/ 2623185 h 3318748"/>
                <a:gd name="connsiteX739" fmla="*/ 3629407 w 8429054"/>
                <a:gd name="connsiteY739" fmla="*/ 2589848 h 3318748"/>
                <a:gd name="connsiteX740" fmla="*/ 3698939 w 8429054"/>
                <a:gd name="connsiteY740" fmla="*/ 2528888 h 3318748"/>
                <a:gd name="connsiteX741" fmla="*/ 3686557 w 8429054"/>
                <a:gd name="connsiteY741" fmla="*/ 2502218 h 3318748"/>
                <a:gd name="connsiteX742" fmla="*/ 3614167 w 8429054"/>
                <a:gd name="connsiteY742" fmla="*/ 2520315 h 3318748"/>
                <a:gd name="connsiteX743" fmla="*/ 3503677 w 8429054"/>
                <a:gd name="connsiteY743" fmla="*/ 2556510 h 3318748"/>
                <a:gd name="connsiteX744" fmla="*/ 3502724 w 8429054"/>
                <a:gd name="connsiteY744" fmla="*/ 2556510 h 3318748"/>
                <a:gd name="connsiteX745" fmla="*/ 3498914 w 8429054"/>
                <a:gd name="connsiteY745" fmla="*/ 2465070 h 3318748"/>
                <a:gd name="connsiteX746" fmla="*/ 3520822 w 8429054"/>
                <a:gd name="connsiteY746" fmla="*/ 2463165 h 3318748"/>
                <a:gd name="connsiteX747" fmla="*/ 3708464 w 8429054"/>
                <a:gd name="connsiteY747" fmla="*/ 2414588 h 3318748"/>
                <a:gd name="connsiteX748" fmla="*/ 3700844 w 8429054"/>
                <a:gd name="connsiteY748" fmla="*/ 2377440 h 3318748"/>
                <a:gd name="connsiteX749" fmla="*/ 3619882 w 8429054"/>
                <a:gd name="connsiteY749" fmla="*/ 2385060 h 3318748"/>
                <a:gd name="connsiteX750" fmla="*/ 3503677 w 8429054"/>
                <a:gd name="connsiteY750" fmla="*/ 2405063 h 3318748"/>
                <a:gd name="connsiteX751" fmla="*/ 3497962 w 8429054"/>
                <a:gd name="connsiteY751" fmla="*/ 2406015 h 3318748"/>
                <a:gd name="connsiteX752" fmla="*/ 3497009 w 8429054"/>
                <a:gd name="connsiteY752" fmla="*/ 2329815 h 3318748"/>
                <a:gd name="connsiteX753" fmla="*/ 3497009 w 8429054"/>
                <a:gd name="connsiteY753" fmla="*/ 2323148 h 3318748"/>
                <a:gd name="connsiteX754" fmla="*/ 3533204 w 8429054"/>
                <a:gd name="connsiteY754" fmla="*/ 2322195 h 3318748"/>
                <a:gd name="connsiteX755" fmla="*/ 3677984 w 8429054"/>
                <a:gd name="connsiteY755" fmla="*/ 2296478 h 3318748"/>
                <a:gd name="connsiteX756" fmla="*/ 3731324 w 8429054"/>
                <a:gd name="connsiteY756" fmla="*/ 2278380 h 3318748"/>
                <a:gd name="connsiteX757" fmla="*/ 3731324 w 8429054"/>
                <a:gd name="connsiteY757" fmla="*/ 2292668 h 3318748"/>
                <a:gd name="connsiteX758" fmla="*/ 3726562 w 8429054"/>
                <a:gd name="connsiteY758" fmla="*/ 2293620 h 3318748"/>
                <a:gd name="connsiteX759" fmla="*/ 3729419 w 8429054"/>
                <a:gd name="connsiteY759" fmla="*/ 2201228 h 3318748"/>
                <a:gd name="connsiteX760" fmla="*/ 3677032 w 8429054"/>
                <a:gd name="connsiteY760" fmla="*/ 2230755 h 3318748"/>
                <a:gd name="connsiteX761" fmla="*/ 3546539 w 8429054"/>
                <a:gd name="connsiteY761" fmla="*/ 2274570 h 3318748"/>
                <a:gd name="connsiteX762" fmla="*/ 3495104 w 8429054"/>
                <a:gd name="connsiteY762" fmla="*/ 2280285 h 3318748"/>
                <a:gd name="connsiteX763" fmla="*/ 3483674 w 8429054"/>
                <a:gd name="connsiteY763" fmla="*/ 2031683 h 3318748"/>
                <a:gd name="connsiteX764" fmla="*/ 3480817 w 8429054"/>
                <a:gd name="connsiteY764" fmla="*/ 2031683 h 3318748"/>
                <a:gd name="connsiteX765" fmla="*/ 3469387 w 8429054"/>
                <a:gd name="connsiteY765" fmla="*/ 2280285 h 3318748"/>
                <a:gd name="connsiteX766" fmla="*/ 3422714 w 8429054"/>
                <a:gd name="connsiteY766" fmla="*/ 2278380 h 3318748"/>
                <a:gd name="connsiteX767" fmla="*/ 3299842 w 8429054"/>
                <a:gd name="connsiteY767" fmla="*/ 2260283 h 3318748"/>
                <a:gd name="connsiteX768" fmla="*/ 3296984 w 8429054"/>
                <a:gd name="connsiteY768" fmla="*/ 2269808 h 3318748"/>
                <a:gd name="connsiteX769" fmla="*/ 3388424 w 8429054"/>
                <a:gd name="connsiteY769" fmla="*/ 2311718 h 3318748"/>
                <a:gd name="connsiteX770" fmla="*/ 3470339 w 8429054"/>
                <a:gd name="connsiteY770" fmla="*/ 2323148 h 3318748"/>
                <a:gd name="connsiteX771" fmla="*/ 3468434 w 8429054"/>
                <a:gd name="connsiteY771" fmla="*/ 2408873 h 3318748"/>
                <a:gd name="connsiteX772" fmla="*/ 3326512 w 8429054"/>
                <a:gd name="connsiteY772" fmla="*/ 2432685 h 3318748"/>
                <a:gd name="connsiteX773" fmla="*/ 3326512 w 8429054"/>
                <a:gd name="connsiteY773" fmla="*/ 2436495 h 3318748"/>
                <a:gd name="connsiteX774" fmla="*/ 3467482 w 8429054"/>
                <a:gd name="connsiteY774" fmla="*/ 2466975 h 3318748"/>
                <a:gd name="connsiteX775" fmla="*/ 3463672 w 8429054"/>
                <a:gd name="connsiteY775" fmla="*/ 2562225 h 3318748"/>
                <a:gd name="connsiteX776" fmla="*/ 3285554 w 8429054"/>
                <a:gd name="connsiteY776" fmla="*/ 2560320 h 3318748"/>
                <a:gd name="connsiteX777" fmla="*/ 3279839 w 8429054"/>
                <a:gd name="connsiteY777" fmla="*/ 2586038 h 3318748"/>
                <a:gd name="connsiteX778" fmla="*/ 3459862 w 8429054"/>
                <a:gd name="connsiteY778" fmla="*/ 2627948 h 3318748"/>
                <a:gd name="connsiteX779" fmla="*/ 3454147 w 8429054"/>
                <a:gd name="connsiteY779" fmla="*/ 2722245 h 3318748"/>
                <a:gd name="connsiteX780" fmla="*/ 3272219 w 8429054"/>
                <a:gd name="connsiteY780" fmla="*/ 2712720 h 3318748"/>
                <a:gd name="connsiteX781" fmla="*/ 3267457 w 8429054"/>
                <a:gd name="connsiteY781" fmla="*/ 2735580 h 3318748"/>
                <a:gd name="connsiteX782" fmla="*/ 3451289 w 8429054"/>
                <a:gd name="connsiteY782" fmla="*/ 2783205 h 3318748"/>
                <a:gd name="connsiteX783" fmla="*/ 3447479 w 8429054"/>
                <a:gd name="connsiteY783" fmla="*/ 2878455 h 3318748"/>
                <a:gd name="connsiteX784" fmla="*/ 3274124 w 8429054"/>
                <a:gd name="connsiteY784" fmla="*/ 2876550 h 3318748"/>
                <a:gd name="connsiteX785" fmla="*/ 3268409 w 8429054"/>
                <a:gd name="connsiteY785" fmla="*/ 2893695 h 3318748"/>
                <a:gd name="connsiteX786" fmla="*/ 3443669 w 8429054"/>
                <a:gd name="connsiteY786" fmla="*/ 2951798 h 3318748"/>
                <a:gd name="connsiteX787" fmla="*/ 3439859 w 8429054"/>
                <a:gd name="connsiteY787" fmla="*/ 3031808 h 3318748"/>
                <a:gd name="connsiteX788" fmla="*/ 3283649 w 8429054"/>
                <a:gd name="connsiteY788" fmla="*/ 3053715 h 3318748"/>
                <a:gd name="connsiteX789" fmla="*/ 3283649 w 8429054"/>
                <a:gd name="connsiteY789" fmla="*/ 3071813 h 3318748"/>
                <a:gd name="connsiteX790" fmla="*/ 3300794 w 8429054"/>
                <a:gd name="connsiteY790" fmla="*/ 3079433 h 3318748"/>
                <a:gd name="connsiteX791" fmla="*/ 3234119 w 8429054"/>
                <a:gd name="connsiteY791" fmla="*/ 3079433 h 3318748"/>
                <a:gd name="connsiteX792" fmla="*/ 3234119 w 8429054"/>
                <a:gd name="connsiteY792" fmla="*/ 2767013 h 3318748"/>
                <a:gd name="connsiteX793" fmla="*/ 3236024 w 8429054"/>
                <a:gd name="connsiteY793" fmla="*/ 2561273 h 3318748"/>
                <a:gd name="connsiteX794" fmla="*/ 3236024 w 8429054"/>
                <a:gd name="connsiteY794" fmla="*/ 2293620 h 3318748"/>
                <a:gd name="connsiteX795" fmla="*/ 3238882 w 8429054"/>
                <a:gd name="connsiteY795" fmla="*/ 2296478 h 3318748"/>
                <a:gd name="connsiteX796" fmla="*/ 3245549 w 8429054"/>
                <a:gd name="connsiteY796" fmla="*/ 2290763 h 3318748"/>
                <a:gd name="connsiteX797" fmla="*/ 3236977 w 8429054"/>
                <a:gd name="connsiteY797" fmla="*/ 2272665 h 3318748"/>
                <a:gd name="connsiteX798" fmla="*/ 3247454 w 8429054"/>
                <a:gd name="connsiteY798" fmla="*/ 2144078 h 3318748"/>
                <a:gd name="connsiteX799" fmla="*/ 3250312 w 8429054"/>
                <a:gd name="connsiteY799" fmla="*/ 2143125 h 3318748"/>
                <a:gd name="connsiteX800" fmla="*/ 3252217 w 8429054"/>
                <a:gd name="connsiteY800" fmla="*/ 2147888 h 3318748"/>
                <a:gd name="connsiteX801" fmla="*/ 3261742 w 8429054"/>
                <a:gd name="connsiteY801" fmla="*/ 2145030 h 3318748"/>
                <a:gd name="connsiteX802" fmla="*/ 3261742 w 8429054"/>
                <a:gd name="connsiteY802" fmla="*/ 2138363 h 3318748"/>
                <a:gd name="connsiteX803" fmla="*/ 3278887 w 8429054"/>
                <a:gd name="connsiteY803" fmla="*/ 2125028 h 3318748"/>
                <a:gd name="connsiteX804" fmla="*/ 3281744 w 8429054"/>
                <a:gd name="connsiteY804" fmla="*/ 2109788 h 3318748"/>
                <a:gd name="connsiteX805" fmla="*/ 3286507 w 8429054"/>
                <a:gd name="connsiteY805" fmla="*/ 2106930 h 3318748"/>
                <a:gd name="connsiteX806" fmla="*/ 3279839 w 8429054"/>
                <a:gd name="connsiteY806" fmla="*/ 2065973 h 3318748"/>
                <a:gd name="connsiteX807" fmla="*/ 3258884 w 8429054"/>
                <a:gd name="connsiteY807" fmla="*/ 2079308 h 3318748"/>
                <a:gd name="connsiteX808" fmla="*/ 3251264 w 8429054"/>
                <a:gd name="connsiteY808" fmla="*/ 2040255 h 3318748"/>
                <a:gd name="connsiteX809" fmla="*/ 3259837 w 8429054"/>
                <a:gd name="connsiteY809" fmla="*/ 2043113 h 3318748"/>
                <a:gd name="connsiteX810" fmla="*/ 3284602 w 8429054"/>
                <a:gd name="connsiteY810" fmla="*/ 2038350 h 3318748"/>
                <a:gd name="connsiteX811" fmla="*/ 3293174 w 8429054"/>
                <a:gd name="connsiteY811" fmla="*/ 2015490 h 3318748"/>
                <a:gd name="connsiteX812" fmla="*/ 3400807 w 8429054"/>
                <a:gd name="connsiteY812" fmla="*/ 1994535 h 3318748"/>
                <a:gd name="connsiteX813" fmla="*/ 3630359 w 8429054"/>
                <a:gd name="connsiteY813" fmla="*/ 2029778 h 3318748"/>
                <a:gd name="connsiteX814" fmla="*/ 3725609 w 8429054"/>
                <a:gd name="connsiteY814" fmla="*/ 2064068 h 3318748"/>
                <a:gd name="connsiteX815" fmla="*/ 3734182 w 8429054"/>
                <a:gd name="connsiteY815" fmla="*/ 2066925 h 3318748"/>
                <a:gd name="connsiteX816" fmla="*/ 3729419 w 8429054"/>
                <a:gd name="connsiteY816" fmla="*/ 2201228 h 3318748"/>
                <a:gd name="connsiteX817" fmla="*/ 3234119 w 8429054"/>
                <a:gd name="connsiteY817" fmla="*/ 2149793 h 3318748"/>
                <a:gd name="connsiteX818" fmla="*/ 3236977 w 8429054"/>
                <a:gd name="connsiteY818" fmla="*/ 2148840 h 3318748"/>
                <a:gd name="connsiteX819" fmla="*/ 3234119 w 8429054"/>
                <a:gd name="connsiteY819" fmla="*/ 2187893 h 3318748"/>
                <a:gd name="connsiteX820" fmla="*/ 3234119 w 8429054"/>
                <a:gd name="connsiteY820" fmla="*/ 2149793 h 3318748"/>
                <a:gd name="connsiteX821" fmla="*/ 3292222 w 8429054"/>
                <a:gd name="connsiteY821" fmla="*/ 1936433 h 3318748"/>
                <a:gd name="connsiteX822" fmla="*/ 3312224 w 8429054"/>
                <a:gd name="connsiteY822" fmla="*/ 1926908 h 3318748"/>
                <a:gd name="connsiteX823" fmla="*/ 3316034 w 8429054"/>
                <a:gd name="connsiteY823" fmla="*/ 1941195 h 3318748"/>
                <a:gd name="connsiteX824" fmla="*/ 3302699 w 8429054"/>
                <a:gd name="connsiteY824" fmla="*/ 1945005 h 3318748"/>
                <a:gd name="connsiteX825" fmla="*/ 3292222 w 8429054"/>
                <a:gd name="connsiteY825" fmla="*/ 1936433 h 3318748"/>
                <a:gd name="connsiteX826" fmla="*/ 3681794 w 8429054"/>
                <a:gd name="connsiteY826" fmla="*/ 2007870 h 3318748"/>
                <a:gd name="connsiteX827" fmla="*/ 3692272 w 8429054"/>
                <a:gd name="connsiteY827" fmla="*/ 2006918 h 3318748"/>
                <a:gd name="connsiteX828" fmla="*/ 3697987 w 8429054"/>
                <a:gd name="connsiteY828" fmla="*/ 2021205 h 3318748"/>
                <a:gd name="connsiteX829" fmla="*/ 3695129 w 8429054"/>
                <a:gd name="connsiteY829" fmla="*/ 2024063 h 3318748"/>
                <a:gd name="connsiteX830" fmla="*/ 3681794 w 8429054"/>
                <a:gd name="connsiteY830" fmla="*/ 2007870 h 3318748"/>
                <a:gd name="connsiteX831" fmla="*/ 3747517 w 8429054"/>
                <a:gd name="connsiteY831" fmla="*/ 3081338 h 3318748"/>
                <a:gd name="connsiteX832" fmla="*/ 3746564 w 8429054"/>
                <a:gd name="connsiteY832" fmla="*/ 3081338 h 3318748"/>
                <a:gd name="connsiteX833" fmla="*/ 3746564 w 8429054"/>
                <a:gd name="connsiteY833" fmla="*/ 2984183 h 3318748"/>
                <a:gd name="connsiteX834" fmla="*/ 3748469 w 8429054"/>
                <a:gd name="connsiteY834" fmla="*/ 3004185 h 3318748"/>
                <a:gd name="connsiteX835" fmla="*/ 3747517 w 8429054"/>
                <a:gd name="connsiteY835" fmla="*/ 3081338 h 3318748"/>
                <a:gd name="connsiteX836" fmla="*/ 3755137 w 8429054"/>
                <a:gd name="connsiteY836" fmla="*/ 1922145 h 3318748"/>
                <a:gd name="connsiteX837" fmla="*/ 3748469 w 8429054"/>
                <a:gd name="connsiteY837" fmla="*/ 1926908 h 3318748"/>
                <a:gd name="connsiteX838" fmla="*/ 3697987 w 8429054"/>
                <a:gd name="connsiteY838" fmla="*/ 1983105 h 3318748"/>
                <a:gd name="connsiteX839" fmla="*/ 3669412 w 8429054"/>
                <a:gd name="connsiteY839" fmla="*/ 1977390 h 3318748"/>
                <a:gd name="connsiteX840" fmla="*/ 3660839 w 8429054"/>
                <a:gd name="connsiteY840" fmla="*/ 1957388 h 3318748"/>
                <a:gd name="connsiteX841" fmla="*/ 3637979 w 8429054"/>
                <a:gd name="connsiteY841" fmla="*/ 1951673 h 3318748"/>
                <a:gd name="connsiteX842" fmla="*/ 3573209 w 8429054"/>
                <a:gd name="connsiteY842" fmla="*/ 1906905 h 3318748"/>
                <a:gd name="connsiteX843" fmla="*/ 3392234 w 8429054"/>
                <a:gd name="connsiteY843" fmla="*/ 1845945 h 3318748"/>
                <a:gd name="connsiteX844" fmla="*/ 3249359 w 8429054"/>
                <a:gd name="connsiteY844" fmla="*/ 1898333 h 3318748"/>
                <a:gd name="connsiteX845" fmla="*/ 3203639 w 8429054"/>
                <a:gd name="connsiteY845" fmla="*/ 1858328 h 3318748"/>
                <a:gd name="connsiteX846" fmla="*/ 3141727 w 8429054"/>
                <a:gd name="connsiteY846" fmla="*/ 1841183 h 3318748"/>
                <a:gd name="connsiteX847" fmla="*/ 3075052 w 8429054"/>
                <a:gd name="connsiteY847" fmla="*/ 1764030 h 3318748"/>
                <a:gd name="connsiteX848" fmla="*/ 3148394 w 8429054"/>
                <a:gd name="connsiteY848" fmla="*/ 1771650 h 3318748"/>
                <a:gd name="connsiteX849" fmla="*/ 3408427 w 8429054"/>
                <a:gd name="connsiteY849" fmla="*/ 1815465 h 3318748"/>
                <a:gd name="connsiteX850" fmla="*/ 3654172 w 8429054"/>
                <a:gd name="connsiteY850" fmla="*/ 1880235 h 3318748"/>
                <a:gd name="connsiteX851" fmla="*/ 3763709 w 8429054"/>
                <a:gd name="connsiteY851" fmla="*/ 1915478 h 3318748"/>
                <a:gd name="connsiteX852" fmla="*/ 3755137 w 8429054"/>
                <a:gd name="connsiteY852" fmla="*/ 1922145 h 3318748"/>
                <a:gd name="connsiteX853" fmla="*/ 3792284 w 8429054"/>
                <a:gd name="connsiteY853" fmla="*/ 2043113 h 3318748"/>
                <a:gd name="connsiteX854" fmla="*/ 3798952 w 8429054"/>
                <a:gd name="connsiteY854" fmla="*/ 2038350 h 3318748"/>
                <a:gd name="connsiteX855" fmla="*/ 3801809 w 8429054"/>
                <a:gd name="connsiteY855" fmla="*/ 2045018 h 3318748"/>
                <a:gd name="connsiteX856" fmla="*/ 3793237 w 8429054"/>
                <a:gd name="connsiteY856" fmla="*/ 2053590 h 3318748"/>
                <a:gd name="connsiteX857" fmla="*/ 3792284 w 8429054"/>
                <a:gd name="connsiteY857" fmla="*/ 2043113 h 3318748"/>
                <a:gd name="connsiteX858" fmla="*/ 3797999 w 8429054"/>
                <a:gd name="connsiteY858" fmla="*/ 2767965 h 3318748"/>
                <a:gd name="connsiteX859" fmla="*/ 3797047 w 8429054"/>
                <a:gd name="connsiteY859" fmla="*/ 2707958 h 3318748"/>
                <a:gd name="connsiteX860" fmla="*/ 3800857 w 8429054"/>
                <a:gd name="connsiteY860" fmla="*/ 2705100 h 3318748"/>
                <a:gd name="connsiteX861" fmla="*/ 3816097 w 8429054"/>
                <a:gd name="connsiteY861" fmla="*/ 2681288 h 3318748"/>
                <a:gd name="connsiteX862" fmla="*/ 3840862 w 8429054"/>
                <a:gd name="connsiteY862" fmla="*/ 2719388 h 3318748"/>
                <a:gd name="connsiteX863" fmla="*/ 3800857 w 8429054"/>
                <a:gd name="connsiteY863" fmla="*/ 2820353 h 3318748"/>
                <a:gd name="connsiteX864" fmla="*/ 3797999 w 8429054"/>
                <a:gd name="connsiteY864" fmla="*/ 2767965 h 3318748"/>
                <a:gd name="connsiteX865" fmla="*/ 4032314 w 8429054"/>
                <a:gd name="connsiteY865" fmla="*/ 3199448 h 3318748"/>
                <a:gd name="connsiteX866" fmla="*/ 4030409 w 8429054"/>
                <a:gd name="connsiteY866" fmla="*/ 3233738 h 3318748"/>
                <a:gd name="connsiteX867" fmla="*/ 3889439 w 8429054"/>
                <a:gd name="connsiteY867" fmla="*/ 3233738 h 3318748"/>
                <a:gd name="connsiteX868" fmla="*/ 3923729 w 8429054"/>
                <a:gd name="connsiteY868" fmla="*/ 3168015 h 3318748"/>
                <a:gd name="connsiteX869" fmla="*/ 4034219 w 8429054"/>
                <a:gd name="connsiteY869" fmla="*/ 3168015 h 3318748"/>
                <a:gd name="connsiteX870" fmla="*/ 4032314 w 8429054"/>
                <a:gd name="connsiteY870" fmla="*/ 3199448 h 3318748"/>
                <a:gd name="connsiteX871" fmla="*/ 4055174 w 8429054"/>
                <a:gd name="connsiteY871" fmla="*/ 3234690 h 3318748"/>
                <a:gd name="connsiteX872" fmla="*/ 4053269 w 8429054"/>
                <a:gd name="connsiteY872" fmla="*/ 3224213 h 3318748"/>
                <a:gd name="connsiteX873" fmla="*/ 4058984 w 8429054"/>
                <a:gd name="connsiteY873" fmla="*/ 3193733 h 3318748"/>
                <a:gd name="connsiteX874" fmla="*/ 4086607 w 8429054"/>
                <a:gd name="connsiteY874" fmla="*/ 3234690 h 3318748"/>
                <a:gd name="connsiteX875" fmla="*/ 4055174 w 8429054"/>
                <a:gd name="connsiteY875" fmla="*/ 3234690 h 3318748"/>
                <a:gd name="connsiteX876" fmla="*/ 4096132 w 8429054"/>
                <a:gd name="connsiteY876" fmla="*/ 3234690 h 3318748"/>
                <a:gd name="connsiteX877" fmla="*/ 4060889 w 8429054"/>
                <a:gd name="connsiteY877" fmla="*/ 3185160 h 3318748"/>
                <a:gd name="connsiteX878" fmla="*/ 4063747 w 8429054"/>
                <a:gd name="connsiteY878" fmla="*/ 3168968 h 3318748"/>
                <a:gd name="connsiteX879" fmla="*/ 4100894 w 8429054"/>
                <a:gd name="connsiteY879" fmla="*/ 3168968 h 3318748"/>
                <a:gd name="connsiteX880" fmla="*/ 4159949 w 8429054"/>
                <a:gd name="connsiteY880" fmla="*/ 3234690 h 3318748"/>
                <a:gd name="connsiteX881" fmla="*/ 4096132 w 8429054"/>
                <a:gd name="connsiteY881" fmla="*/ 3234690 h 3318748"/>
                <a:gd name="connsiteX882" fmla="*/ 4164712 w 8429054"/>
                <a:gd name="connsiteY882" fmla="*/ 3234690 h 3318748"/>
                <a:gd name="connsiteX883" fmla="*/ 4103752 w 8429054"/>
                <a:gd name="connsiteY883" fmla="*/ 3168968 h 3318748"/>
                <a:gd name="connsiteX884" fmla="*/ 4140899 w 8429054"/>
                <a:gd name="connsiteY884" fmla="*/ 3168968 h 3318748"/>
                <a:gd name="connsiteX885" fmla="*/ 4202812 w 8429054"/>
                <a:gd name="connsiteY885" fmla="*/ 3234690 h 3318748"/>
                <a:gd name="connsiteX886" fmla="*/ 4164712 w 8429054"/>
                <a:gd name="connsiteY886" fmla="*/ 3234690 h 3318748"/>
                <a:gd name="connsiteX887" fmla="*/ 4214242 w 8429054"/>
                <a:gd name="connsiteY887" fmla="*/ 3234690 h 3318748"/>
                <a:gd name="connsiteX888" fmla="*/ 4148519 w 8429054"/>
                <a:gd name="connsiteY888" fmla="*/ 3168968 h 3318748"/>
                <a:gd name="connsiteX889" fmla="*/ 4201859 w 8429054"/>
                <a:gd name="connsiteY889" fmla="*/ 3168968 h 3318748"/>
                <a:gd name="connsiteX890" fmla="*/ 4244722 w 8429054"/>
                <a:gd name="connsiteY890" fmla="*/ 3234690 h 3318748"/>
                <a:gd name="connsiteX891" fmla="*/ 4214242 w 8429054"/>
                <a:gd name="connsiteY891" fmla="*/ 3234690 h 3318748"/>
                <a:gd name="connsiteX892" fmla="*/ 4261867 w 8429054"/>
                <a:gd name="connsiteY892" fmla="*/ 3234690 h 3318748"/>
                <a:gd name="connsiteX893" fmla="*/ 4255200 w 8429054"/>
                <a:gd name="connsiteY893" fmla="*/ 3228023 h 3318748"/>
                <a:gd name="connsiteX894" fmla="*/ 4211384 w 8429054"/>
                <a:gd name="connsiteY894" fmla="*/ 3168968 h 3318748"/>
                <a:gd name="connsiteX895" fmla="*/ 4244722 w 8429054"/>
                <a:gd name="connsiteY895" fmla="*/ 3168968 h 3318748"/>
                <a:gd name="connsiteX896" fmla="*/ 4290442 w 8429054"/>
                <a:gd name="connsiteY896" fmla="*/ 3225165 h 3318748"/>
                <a:gd name="connsiteX897" fmla="*/ 4299967 w 8429054"/>
                <a:gd name="connsiteY897" fmla="*/ 3234690 h 3318748"/>
                <a:gd name="connsiteX898" fmla="*/ 4261867 w 8429054"/>
                <a:gd name="connsiteY898" fmla="*/ 3234690 h 3318748"/>
                <a:gd name="connsiteX899" fmla="*/ 4327590 w 8429054"/>
                <a:gd name="connsiteY899" fmla="*/ 3234690 h 3318748"/>
                <a:gd name="connsiteX900" fmla="*/ 4305682 w 8429054"/>
                <a:gd name="connsiteY900" fmla="*/ 3218498 h 3318748"/>
                <a:gd name="connsiteX901" fmla="*/ 4259009 w 8429054"/>
                <a:gd name="connsiteY901" fmla="*/ 3168968 h 3318748"/>
                <a:gd name="connsiteX902" fmla="*/ 4314254 w 8429054"/>
                <a:gd name="connsiteY902" fmla="*/ 3168968 h 3318748"/>
                <a:gd name="connsiteX903" fmla="*/ 4350450 w 8429054"/>
                <a:gd name="connsiteY903" fmla="*/ 3210878 h 3318748"/>
                <a:gd name="connsiteX904" fmla="*/ 4371404 w 8429054"/>
                <a:gd name="connsiteY904" fmla="*/ 3235643 h 3318748"/>
                <a:gd name="connsiteX905" fmla="*/ 4327590 w 8429054"/>
                <a:gd name="connsiteY905" fmla="*/ 3234690 h 3318748"/>
                <a:gd name="connsiteX906" fmla="*/ 4391407 w 8429054"/>
                <a:gd name="connsiteY906" fmla="*/ 3234690 h 3318748"/>
                <a:gd name="connsiteX907" fmla="*/ 4351402 w 8429054"/>
                <a:gd name="connsiteY907" fmla="*/ 3192780 h 3318748"/>
                <a:gd name="connsiteX908" fmla="*/ 4327590 w 8429054"/>
                <a:gd name="connsiteY908" fmla="*/ 3168015 h 3318748"/>
                <a:gd name="connsiteX909" fmla="*/ 4371404 w 8429054"/>
                <a:gd name="connsiteY909" fmla="*/ 3168015 h 3318748"/>
                <a:gd name="connsiteX910" fmla="*/ 4431412 w 8429054"/>
                <a:gd name="connsiteY910" fmla="*/ 3234690 h 3318748"/>
                <a:gd name="connsiteX911" fmla="*/ 4391407 w 8429054"/>
                <a:gd name="connsiteY911" fmla="*/ 3234690 h 3318748"/>
                <a:gd name="connsiteX912" fmla="*/ 4453319 w 8429054"/>
                <a:gd name="connsiteY912" fmla="*/ 3235643 h 3318748"/>
                <a:gd name="connsiteX913" fmla="*/ 4387597 w 8429054"/>
                <a:gd name="connsiteY913" fmla="*/ 3168968 h 3318748"/>
                <a:gd name="connsiteX914" fmla="*/ 4437127 w 8429054"/>
                <a:gd name="connsiteY914" fmla="*/ 3168968 h 3318748"/>
                <a:gd name="connsiteX915" fmla="*/ 4501897 w 8429054"/>
                <a:gd name="connsiteY915" fmla="*/ 3235643 h 3318748"/>
                <a:gd name="connsiteX916" fmla="*/ 4453319 w 8429054"/>
                <a:gd name="connsiteY916" fmla="*/ 3235643 h 3318748"/>
                <a:gd name="connsiteX917" fmla="*/ 4525709 w 8429054"/>
                <a:gd name="connsiteY917" fmla="*/ 3235643 h 3318748"/>
                <a:gd name="connsiteX918" fmla="*/ 4453319 w 8429054"/>
                <a:gd name="connsiteY918" fmla="*/ 3168968 h 3318748"/>
                <a:gd name="connsiteX919" fmla="*/ 4511422 w 8429054"/>
                <a:gd name="connsiteY919" fmla="*/ 3168968 h 3318748"/>
                <a:gd name="connsiteX920" fmla="*/ 4573334 w 8429054"/>
                <a:gd name="connsiteY920" fmla="*/ 3235643 h 3318748"/>
                <a:gd name="connsiteX921" fmla="*/ 4525709 w 8429054"/>
                <a:gd name="connsiteY921" fmla="*/ 3235643 h 3318748"/>
                <a:gd name="connsiteX922" fmla="*/ 4590479 w 8429054"/>
                <a:gd name="connsiteY922" fmla="*/ 3235643 h 3318748"/>
                <a:gd name="connsiteX923" fmla="*/ 4527615 w 8429054"/>
                <a:gd name="connsiteY923" fmla="*/ 3168968 h 3318748"/>
                <a:gd name="connsiteX924" fmla="*/ 4581907 w 8429054"/>
                <a:gd name="connsiteY924" fmla="*/ 3168968 h 3318748"/>
                <a:gd name="connsiteX925" fmla="*/ 4641915 w 8429054"/>
                <a:gd name="connsiteY925" fmla="*/ 3235643 h 3318748"/>
                <a:gd name="connsiteX926" fmla="*/ 4590479 w 8429054"/>
                <a:gd name="connsiteY926" fmla="*/ 3235643 h 3318748"/>
                <a:gd name="connsiteX927" fmla="*/ 4654297 w 8429054"/>
                <a:gd name="connsiteY927" fmla="*/ 3235643 h 3318748"/>
                <a:gd name="connsiteX928" fmla="*/ 4592384 w 8429054"/>
                <a:gd name="connsiteY928" fmla="*/ 3168015 h 3318748"/>
                <a:gd name="connsiteX929" fmla="*/ 4642867 w 8429054"/>
                <a:gd name="connsiteY929" fmla="*/ 3168015 h 3318748"/>
                <a:gd name="connsiteX930" fmla="*/ 4701922 w 8429054"/>
                <a:gd name="connsiteY930" fmla="*/ 3235643 h 3318748"/>
                <a:gd name="connsiteX931" fmla="*/ 4654297 w 8429054"/>
                <a:gd name="connsiteY931" fmla="*/ 3235643 h 3318748"/>
                <a:gd name="connsiteX932" fmla="*/ 4725734 w 8429054"/>
                <a:gd name="connsiteY932" fmla="*/ 3236595 h 3318748"/>
                <a:gd name="connsiteX933" fmla="*/ 4663822 w 8429054"/>
                <a:gd name="connsiteY933" fmla="*/ 3168968 h 3318748"/>
                <a:gd name="connsiteX934" fmla="*/ 4722877 w 8429054"/>
                <a:gd name="connsiteY934" fmla="*/ 3168968 h 3318748"/>
                <a:gd name="connsiteX935" fmla="*/ 4743832 w 8429054"/>
                <a:gd name="connsiteY935" fmla="*/ 3196590 h 3318748"/>
                <a:gd name="connsiteX936" fmla="*/ 4774312 w 8429054"/>
                <a:gd name="connsiteY936" fmla="*/ 3237548 h 3318748"/>
                <a:gd name="connsiteX937" fmla="*/ 4725734 w 8429054"/>
                <a:gd name="connsiteY937" fmla="*/ 3236595 h 3318748"/>
                <a:gd name="connsiteX938" fmla="*/ 4791457 w 8429054"/>
                <a:gd name="connsiteY938" fmla="*/ 3230880 h 3318748"/>
                <a:gd name="connsiteX939" fmla="*/ 4759072 w 8429054"/>
                <a:gd name="connsiteY939" fmla="*/ 3192780 h 3318748"/>
                <a:gd name="connsiteX940" fmla="*/ 4739069 w 8429054"/>
                <a:gd name="connsiteY940" fmla="*/ 3168968 h 3318748"/>
                <a:gd name="connsiteX941" fmla="*/ 4757167 w 8429054"/>
                <a:gd name="connsiteY941" fmla="*/ 3168968 h 3318748"/>
                <a:gd name="connsiteX942" fmla="*/ 4791457 w 8429054"/>
                <a:gd name="connsiteY942" fmla="*/ 3230880 h 3318748"/>
                <a:gd name="connsiteX943" fmla="*/ 4988624 w 8429054"/>
                <a:gd name="connsiteY943" fmla="*/ 3021330 h 3318748"/>
                <a:gd name="connsiteX944" fmla="*/ 4904804 w 8429054"/>
                <a:gd name="connsiteY944" fmla="*/ 3062288 h 3318748"/>
                <a:gd name="connsiteX945" fmla="*/ 4920045 w 8429054"/>
                <a:gd name="connsiteY945" fmla="*/ 3040380 h 3318748"/>
                <a:gd name="connsiteX946" fmla="*/ 4991482 w 8429054"/>
                <a:gd name="connsiteY946" fmla="*/ 3013710 h 3318748"/>
                <a:gd name="connsiteX947" fmla="*/ 4988624 w 8429054"/>
                <a:gd name="connsiteY947" fmla="*/ 3021330 h 3318748"/>
                <a:gd name="connsiteX948" fmla="*/ 5153407 w 8429054"/>
                <a:gd name="connsiteY948" fmla="*/ 3082290 h 3318748"/>
                <a:gd name="connsiteX949" fmla="*/ 5142929 w 8429054"/>
                <a:gd name="connsiteY949" fmla="*/ 3055620 h 3318748"/>
                <a:gd name="connsiteX950" fmla="*/ 5148645 w 8429054"/>
                <a:gd name="connsiteY950" fmla="*/ 3052763 h 3318748"/>
                <a:gd name="connsiteX951" fmla="*/ 5162932 w 8429054"/>
                <a:gd name="connsiteY951" fmla="*/ 3082290 h 3318748"/>
                <a:gd name="connsiteX952" fmla="*/ 5153407 w 8429054"/>
                <a:gd name="connsiteY952" fmla="*/ 3082290 h 3318748"/>
                <a:gd name="connsiteX953" fmla="*/ 5215320 w 8429054"/>
                <a:gd name="connsiteY953" fmla="*/ 3083243 h 3318748"/>
                <a:gd name="connsiteX954" fmla="*/ 5182934 w 8429054"/>
                <a:gd name="connsiteY954" fmla="*/ 3032760 h 3318748"/>
                <a:gd name="connsiteX955" fmla="*/ 5208652 w 8429054"/>
                <a:gd name="connsiteY955" fmla="*/ 3017520 h 3318748"/>
                <a:gd name="connsiteX956" fmla="*/ 5221987 w 8429054"/>
                <a:gd name="connsiteY956" fmla="*/ 3083243 h 3318748"/>
                <a:gd name="connsiteX957" fmla="*/ 5215320 w 8429054"/>
                <a:gd name="connsiteY957" fmla="*/ 3083243 h 3318748"/>
                <a:gd name="connsiteX958" fmla="*/ 5174362 w 8429054"/>
                <a:gd name="connsiteY958" fmla="*/ 2844165 h 3318748"/>
                <a:gd name="connsiteX959" fmla="*/ 5182934 w 8429054"/>
                <a:gd name="connsiteY959" fmla="*/ 2808923 h 3318748"/>
                <a:gd name="connsiteX960" fmla="*/ 5191507 w 8429054"/>
                <a:gd name="connsiteY960" fmla="*/ 2804160 h 3318748"/>
                <a:gd name="connsiteX961" fmla="*/ 5192459 w 8429054"/>
                <a:gd name="connsiteY961" fmla="*/ 2835593 h 3318748"/>
                <a:gd name="connsiteX962" fmla="*/ 5174362 w 8429054"/>
                <a:gd name="connsiteY962" fmla="*/ 2844165 h 3318748"/>
                <a:gd name="connsiteX963" fmla="*/ 5311522 w 8429054"/>
                <a:gd name="connsiteY963" fmla="*/ 3027998 h 3318748"/>
                <a:gd name="connsiteX964" fmla="*/ 5278184 w 8429054"/>
                <a:gd name="connsiteY964" fmla="*/ 3054668 h 3318748"/>
                <a:gd name="connsiteX965" fmla="*/ 5260087 w 8429054"/>
                <a:gd name="connsiteY965" fmla="*/ 2985135 h 3318748"/>
                <a:gd name="connsiteX966" fmla="*/ 5311522 w 8429054"/>
                <a:gd name="connsiteY966" fmla="*/ 2954655 h 3318748"/>
                <a:gd name="connsiteX967" fmla="*/ 5311522 w 8429054"/>
                <a:gd name="connsiteY967" fmla="*/ 3027998 h 3318748"/>
                <a:gd name="connsiteX968" fmla="*/ 5327715 w 8429054"/>
                <a:gd name="connsiteY968" fmla="*/ 2779395 h 3318748"/>
                <a:gd name="connsiteX969" fmla="*/ 5309617 w 8429054"/>
                <a:gd name="connsiteY969" fmla="*/ 2787015 h 3318748"/>
                <a:gd name="connsiteX970" fmla="*/ 5209604 w 8429054"/>
                <a:gd name="connsiteY970" fmla="*/ 2828925 h 3318748"/>
                <a:gd name="connsiteX971" fmla="*/ 5210557 w 8429054"/>
                <a:gd name="connsiteY971" fmla="*/ 2794635 h 3318748"/>
                <a:gd name="connsiteX972" fmla="*/ 5823015 w 8429054"/>
                <a:gd name="connsiteY972" fmla="*/ 2496503 h 3318748"/>
                <a:gd name="connsiteX973" fmla="*/ 5753482 w 8429054"/>
                <a:gd name="connsiteY973" fmla="*/ 2572703 h 3318748"/>
                <a:gd name="connsiteX974" fmla="*/ 5747767 w 8429054"/>
                <a:gd name="connsiteY974" fmla="*/ 2583180 h 3318748"/>
                <a:gd name="connsiteX975" fmla="*/ 5463922 w 8429054"/>
                <a:gd name="connsiteY975" fmla="*/ 2718435 h 3318748"/>
                <a:gd name="connsiteX976" fmla="*/ 5327715 w 8429054"/>
                <a:gd name="connsiteY976" fmla="*/ 2779395 h 3318748"/>
                <a:gd name="connsiteX977" fmla="*/ 5466779 w 8429054"/>
                <a:gd name="connsiteY977" fmla="*/ 2864168 h 3318748"/>
                <a:gd name="connsiteX978" fmla="*/ 5469637 w 8429054"/>
                <a:gd name="connsiteY978" fmla="*/ 2862263 h 3318748"/>
                <a:gd name="connsiteX979" fmla="*/ 5472495 w 8429054"/>
                <a:gd name="connsiteY979" fmla="*/ 2881313 h 3318748"/>
                <a:gd name="connsiteX980" fmla="*/ 5466779 w 8429054"/>
                <a:gd name="connsiteY980" fmla="*/ 2864168 h 3318748"/>
                <a:gd name="connsiteX981" fmla="*/ 5497259 w 8429054"/>
                <a:gd name="connsiteY981" fmla="*/ 3016568 h 3318748"/>
                <a:gd name="connsiteX982" fmla="*/ 5495354 w 8429054"/>
                <a:gd name="connsiteY982" fmla="*/ 2983230 h 3318748"/>
                <a:gd name="connsiteX983" fmla="*/ 5502974 w 8429054"/>
                <a:gd name="connsiteY983" fmla="*/ 3012758 h 3318748"/>
                <a:gd name="connsiteX984" fmla="*/ 5497259 w 8429054"/>
                <a:gd name="connsiteY984" fmla="*/ 3016568 h 3318748"/>
                <a:gd name="connsiteX985" fmla="*/ 5531549 w 8429054"/>
                <a:gd name="connsiteY985" fmla="*/ 2859405 h 3318748"/>
                <a:gd name="connsiteX986" fmla="*/ 5522024 w 8429054"/>
                <a:gd name="connsiteY986" fmla="*/ 2834640 h 3318748"/>
                <a:gd name="connsiteX987" fmla="*/ 5527740 w 8429054"/>
                <a:gd name="connsiteY987" fmla="*/ 2830830 h 3318748"/>
                <a:gd name="connsiteX988" fmla="*/ 5531549 w 8429054"/>
                <a:gd name="connsiteY988" fmla="*/ 2859405 h 3318748"/>
                <a:gd name="connsiteX989" fmla="*/ 5531549 w 8429054"/>
                <a:gd name="connsiteY989" fmla="*/ 2859405 h 3318748"/>
                <a:gd name="connsiteX990" fmla="*/ 5594415 w 8429054"/>
                <a:gd name="connsiteY990" fmla="*/ 2796540 h 3318748"/>
                <a:gd name="connsiteX991" fmla="*/ 5624895 w 8429054"/>
                <a:gd name="connsiteY991" fmla="*/ 2781300 h 3318748"/>
                <a:gd name="connsiteX992" fmla="*/ 5626799 w 8429054"/>
                <a:gd name="connsiteY992" fmla="*/ 2789873 h 3318748"/>
                <a:gd name="connsiteX993" fmla="*/ 5597272 w 8429054"/>
                <a:gd name="connsiteY993" fmla="*/ 2810828 h 3318748"/>
                <a:gd name="connsiteX994" fmla="*/ 5594415 w 8429054"/>
                <a:gd name="connsiteY994" fmla="*/ 2796540 h 3318748"/>
                <a:gd name="connsiteX995" fmla="*/ 5602034 w 8429054"/>
                <a:gd name="connsiteY995" fmla="*/ 2847023 h 3318748"/>
                <a:gd name="connsiteX996" fmla="*/ 5633467 w 8429054"/>
                <a:gd name="connsiteY996" fmla="*/ 2823210 h 3318748"/>
                <a:gd name="connsiteX997" fmla="*/ 5648707 w 8429054"/>
                <a:gd name="connsiteY997" fmla="*/ 2896553 h 3318748"/>
                <a:gd name="connsiteX998" fmla="*/ 5616322 w 8429054"/>
                <a:gd name="connsiteY998" fmla="*/ 2922270 h 3318748"/>
                <a:gd name="connsiteX999" fmla="*/ 5602034 w 8429054"/>
                <a:gd name="connsiteY999" fmla="*/ 2847023 h 3318748"/>
                <a:gd name="connsiteX1000" fmla="*/ 5670615 w 8429054"/>
                <a:gd name="connsiteY1000" fmla="*/ 3083243 h 3318748"/>
                <a:gd name="connsiteX1001" fmla="*/ 5659184 w 8429054"/>
                <a:gd name="connsiteY1001" fmla="*/ 3083243 h 3318748"/>
                <a:gd name="connsiteX1002" fmla="*/ 5644897 w 8429054"/>
                <a:gd name="connsiteY1002" fmla="*/ 3039428 h 3318748"/>
                <a:gd name="connsiteX1003" fmla="*/ 5632515 w 8429054"/>
                <a:gd name="connsiteY1003" fmla="*/ 2996565 h 3318748"/>
                <a:gd name="connsiteX1004" fmla="*/ 5664899 w 8429054"/>
                <a:gd name="connsiteY1004" fmla="*/ 2969895 h 3318748"/>
                <a:gd name="connsiteX1005" fmla="*/ 5669662 w 8429054"/>
                <a:gd name="connsiteY1005" fmla="*/ 2987993 h 3318748"/>
                <a:gd name="connsiteX1006" fmla="*/ 5672520 w 8429054"/>
                <a:gd name="connsiteY1006" fmla="*/ 2999423 h 3318748"/>
                <a:gd name="connsiteX1007" fmla="*/ 5670615 w 8429054"/>
                <a:gd name="connsiteY1007" fmla="*/ 3083243 h 3318748"/>
                <a:gd name="connsiteX1008" fmla="*/ 5724907 w 8429054"/>
                <a:gd name="connsiteY1008" fmla="*/ 2836545 h 3318748"/>
                <a:gd name="connsiteX1009" fmla="*/ 5705857 w 8429054"/>
                <a:gd name="connsiteY1009" fmla="*/ 2769870 h 3318748"/>
                <a:gd name="connsiteX1010" fmla="*/ 5723002 w 8429054"/>
                <a:gd name="connsiteY1010" fmla="*/ 2757488 h 3318748"/>
                <a:gd name="connsiteX1011" fmla="*/ 5726812 w 8429054"/>
                <a:gd name="connsiteY1011" fmla="*/ 2835593 h 3318748"/>
                <a:gd name="connsiteX1012" fmla="*/ 5724907 w 8429054"/>
                <a:gd name="connsiteY1012" fmla="*/ 2836545 h 3318748"/>
                <a:gd name="connsiteX1013" fmla="*/ 5779199 w 8429054"/>
                <a:gd name="connsiteY1013" fmla="*/ 3084195 h 3318748"/>
                <a:gd name="connsiteX1014" fmla="*/ 5744909 w 8429054"/>
                <a:gd name="connsiteY1014" fmla="*/ 2978468 h 3318748"/>
                <a:gd name="connsiteX1015" fmla="*/ 5739195 w 8429054"/>
                <a:gd name="connsiteY1015" fmla="*/ 2918460 h 3318748"/>
                <a:gd name="connsiteX1016" fmla="*/ 5783962 w 8429054"/>
                <a:gd name="connsiteY1016" fmla="*/ 3083243 h 3318748"/>
                <a:gd name="connsiteX1017" fmla="*/ 5779199 w 8429054"/>
                <a:gd name="connsiteY1017" fmla="*/ 3084195 h 3318748"/>
                <a:gd name="connsiteX1018" fmla="*/ 5790629 w 8429054"/>
                <a:gd name="connsiteY1018" fmla="*/ 2783205 h 3318748"/>
                <a:gd name="connsiteX1019" fmla="*/ 5786820 w 8429054"/>
                <a:gd name="connsiteY1019" fmla="*/ 2745105 h 3318748"/>
                <a:gd name="connsiteX1020" fmla="*/ 5792534 w 8429054"/>
                <a:gd name="connsiteY1020" fmla="*/ 2781300 h 3318748"/>
                <a:gd name="connsiteX1021" fmla="*/ 5790629 w 8429054"/>
                <a:gd name="connsiteY1021" fmla="*/ 2783205 h 3318748"/>
                <a:gd name="connsiteX1022" fmla="*/ 5847779 w 8429054"/>
                <a:gd name="connsiteY1022" fmla="*/ 3040380 h 3318748"/>
                <a:gd name="connsiteX1023" fmla="*/ 5812537 w 8429054"/>
                <a:gd name="connsiteY1023" fmla="*/ 2914650 h 3318748"/>
                <a:gd name="connsiteX1024" fmla="*/ 5802059 w 8429054"/>
                <a:gd name="connsiteY1024" fmla="*/ 2858453 h 3318748"/>
                <a:gd name="connsiteX1025" fmla="*/ 5806822 w 8429054"/>
                <a:gd name="connsiteY1025" fmla="*/ 2854643 h 3318748"/>
                <a:gd name="connsiteX1026" fmla="*/ 5829682 w 8429054"/>
                <a:gd name="connsiteY1026" fmla="*/ 2955608 h 3318748"/>
                <a:gd name="connsiteX1027" fmla="*/ 5848732 w 8429054"/>
                <a:gd name="connsiteY1027" fmla="*/ 3029903 h 3318748"/>
                <a:gd name="connsiteX1028" fmla="*/ 5847779 w 8429054"/>
                <a:gd name="connsiteY1028" fmla="*/ 3040380 h 3318748"/>
                <a:gd name="connsiteX1029" fmla="*/ 5866829 w 8429054"/>
                <a:gd name="connsiteY1029" fmla="*/ 2723198 h 3318748"/>
                <a:gd name="connsiteX1030" fmla="*/ 5862067 w 8429054"/>
                <a:gd name="connsiteY1030" fmla="*/ 2709863 h 3318748"/>
                <a:gd name="connsiteX1031" fmla="*/ 5867782 w 8429054"/>
                <a:gd name="connsiteY1031" fmla="*/ 2707958 h 3318748"/>
                <a:gd name="connsiteX1032" fmla="*/ 5870640 w 8429054"/>
                <a:gd name="connsiteY1032" fmla="*/ 2720340 h 3318748"/>
                <a:gd name="connsiteX1033" fmla="*/ 5866829 w 8429054"/>
                <a:gd name="connsiteY1033" fmla="*/ 2723198 h 3318748"/>
                <a:gd name="connsiteX1034" fmla="*/ 5947792 w 8429054"/>
                <a:gd name="connsiteY1034" fmla="*/ 3084195 h 3318748"/>
                <a:gd name="connsiteX1035" fmla="*/ 5918265 w 8429054"/>
                <a:gd name="connsiteY1035" fmla="*/ 2993708 h 3318748"/>
                <a:gd name="connsiteX1036" fmla="*/ 5894452 w 8429054"/>
                <a:gd name="connsiteY1036" fmla="*/ 2820353 h 3318748"/>
                <a:gd name="connsiteX1037" fmla="*/ 5910645 w 8429054"/>
                <a:gd name="connsiteY1037" fmla="*/ 2886075 h 3318748"/>
                <a:gd name="connsiteX1038" fmla="*/ 5959222 w 8429054"/>
                <a:gd name="connsiteY1038" fmla="*/ 3084195 h 3318748"/>
                <a:gd name="connsiteX1039" fmla="*/ 5947792 w 8429054"/>
                <a:gd name="connsiteY1039" fmla="*/ 3084195 h 3318748"/>
                <a:gd name="connsiteX1040" fmla="*/ 5984940 w 8429054"/>
                <a:gd name="connsiteY1040" fmla="*/ 2861310 h 3318748"/>
                <a:gd name="connsiteX1041" fmla="*/ 5954459 w 8429054"/>
                <a:gd name="connsiteY1041" fmla="*/ 2744153 h 3318748"/>
                <a:gd name="connsiteX1042" fmla="*/ 5987797 w 8429054"/>
                <a:gd name="connsiteY1042" fmla="*/ 2717483 h 3318748"/>
                <a:gd name="connsiteX1043" fmla="*/ 5989702 w 8429054"/>
                <a:gd name="connsiteY1043" fmla="*/ 2731770 h 3318748"/>
                <a:gd name="connsiteX1044" fmla="*/ 5998274 w 8429054"/>
                <a:gd name="connsiteY1044" fmla="*/ 2915603 h 3318748"/>
                <a:gd name="connsiteX1045" fmla="*/ 5984940 w 8429054"/>
                <a:gd name="connsiteY1045" fmla="*/ 2861310 h 3318748"/>
                <a:gd name="connsiteX1046" fmla="*/ 6014467 w 8429054"/>
                <a:gd name="connsiteY1046" fmla="*/ 2446973 h 3318748"/>
                <a:gd name="connsiteX1047" fmla="*/ 6015420 w 8429054"/>
                <a:gd name="connsiteY1047" fmla="*/ 2386013 h 3318748"/>
                <a:gd name="connsiteX1048" fmla="*/ 5979224 w 8429054"/>
                <a:gd name="connsiteY1048" fmla="*/ 2343150 h 3318748"/>
                <a:gd name="connsiteX1049" fmla="*/ 6017324 w 8429054"/>
                <a:gd name="connsiteY1049" fmla="*/ 2124075 h 3318748"/>
                <a:gd name="connsiteX1050" fmla="*/ 6017324 w 8429054"/>
                <a:gd name="connsiteY1050" fmla="*/ 2086928 h 3318748"/>
                <a:gd name="connsiteX1051" fmla="*/ 5974462 w 8429054"/>
                <a:gd name="connsiteY1051" fmla="*/ 2142173 h 3318748"/>
                <a:gd name="connsiteX1052" fmla="*/ 5978272 w 8429054"/>
                <a:gd name="connsiteY1052" fmla="*/ 2466023 h 3318748"/>
                <a:gd name="connsiteX1053" fmla="*/ 5858257 w 8429054"/>
                <a:gd name="connsiteY1053" fmla="*/ 2527935 h 3318748"/>
                <a:gd name="connsiteX1054" fmla="*/ 5931599 w 8429054"/>
                <a:gd name="connsiteY1054" fmla="*/ 2445068 h 3318748"/>
                <a:gd name="connsiteX1055" fmla="*/ 5911597 w 8429054"/>
                <a:gd name="connsiteY1055" fmla="*/ 2403158 h 3318748"/>
                <a:gd name="connsiteX1056" fmla="*/ 5482972 w 8429054"/>
                <a:gd name="connsiteY1056" fmla="*/ 2601278 h 3318748"/>
                <a:gd name="connsiteX1057" fmla="*/ 5360099 w 8429054"/>
                <a:gd name="connsiteY1057" fmla="*/ 2688908 h 3318748"/>
                <a:gd name="connsiteX1058" fmla="*/ 5210557 w 8429054"/>
                <a:gd name="connsiteY1058" fmla="*/ 2786063 h 3318748"/>
                <a:gd name="connsiteX1059" fmla="*/ 5214367 w 8429054"/>
                <a:gd name="connsiteY1059" fmla="*/ 2566988 h 3318748"/>
                <a:gd name="connsiteX1060" fmla="*/ 5188649 w 8429054"/>
                <a:gd name="connsiteY1060" fmla="*/ 2606040 h 3318748"/>
                <a:gd name="connsiteX1061" fmla="*/ 5192459 w 8429054"/>
                <a:gd name="connsiteY1061" fmla="*/ 2797493 h 3318748"/>
                <a:gd name="connsiteX1062" fmla="*/ 5036249 w 8429054"/>
                <a:gd name="connsiteY1062" fmla="*/ 2884170 h 3318748"/>
                <a:gd name="connsiteX1063" fmla="*/ 5032440 w 8429054"/>
                <a:gd name="connsiteY1063" fmla="*/ 2901315 h 3318748"/>
                <a:gd name="connsiteX1064" fmla="*/ 5007674 w 8429054"/>
                <a:gd name="connsiteY1064" fmla="*/ 2910840 h 3318748"/>
                <a:gd name="connsiteX1065" fmla="*/ 5020057 w 8429054"/>
                <a:gd name="connsiteY1065" fmla="*/ 2892743 h 3318748"/>
                <a:gd name="connsiteX1066" fmla="*/ 4633342 w 8429054"/>
                <a:gd name="connsiteY1066" fmla="*/ 3002280 h 3318748"/>
                <a:gd name="connsiteX1067" fmla="*/ 4631437 w 8429054"/>
                <a:gd name="connsiteY1067" fmla="*/ 3002280 h 3318748"/>
                <a:gd name="connsiteX1068" fmla="*/ 4572382 w 8429054"/>
                <a:gd name="connsiteY1068" fmla="*/ 3031808 h 3318748"/>
                <a:gd name="connsiteX1069" fmla="*/ 4551427 w 8429054"/>
                <a:gd name="connsiteY1069" fmla="*/ 3032760 h 3318748"/>
                <a:gd name="connsiteX1070" fmla="*/ 4536187 w 8429054"/>
                <a:gd name="connsiteY1070" fmla="*/ 3050858 h 3318748"/>
                <a:gd name="connsiteX1071" fmla="*/ 4472369 w 8429054"/>
                <a:gd name="connsiteY1071" fmla="*/ 3083243 h 3318748"/>
                <a:gd name="connsiteX1072" fmla="*/ 3944684 w 8429054"/>
                <a:gd name="connsiteY1072" fmla="*/ 3083243 h 3318748"/>
                <a:gd name="connsiteX1073" fmla="*/ 3947542 w 8429054"/>
                <a:gd name="connsiteY1073" fmla="*/ 3080385 h 3318748"/>
                <a:gd name="connsiteX1074" fmla="*/ 3930397 w 8429054"/>
                <a:gd name="connsiteY1074" fmla="*/ 3053715 h 3318748"/>
                <a:gd name="connsiteX1075" fmla="*/ 3900869 w 8429054"/>
                <a:gd name="connsiteY1075" fmla="*/ 3083243 h 3318748"/>
                <a:gd name="connsiteX1076" fmla="*/ 3867532 w 8429054"/>
                <a:gd name="connsiteY1076" fmla="*/ 3083243 h 3318748"/>
                <a:gd name="connsiteX1077" fmla="*/ 3913252 w 8429054"/>
                <a:gd name="connsiteY1077" fmla="*/ 3003233 h 3318748"/>
                <a:gd name="connsiteX1078" fmla="*/ 3904679 w 8429054"/>
                <a:gd name="connsiteY1078" fmla="*/ 2988945 h 3318748"/>
                <a:gd name="connsiteX1079" fmla="*/ 3866579 w 8429054"/>
                <a:gd name="connsiteY1079" fmla="*/ 3025140 h 3318748"/>
                <a:gd name="connsiteX1080" fmla="*/ 3913252 w 8429054"/>
                <a:gd name="connsiteY1080" fmla="*/ 2892743 h 3318748"/>
                <a:gd name="connsiteX1081" fmla="*/ 3900869 w 8429054"/>
                <a:gd name="connsiteY1081" fmla="*/ 2883218 h 3318748"/>
                <a:gd name="connsiteX1082" fmla="*/ 3814192 w 8429054"/>
                <a:gd name="connsiteY1082" fmla="*/ 3032760 h 3318748"/>
                <a:gd name="connsiteX1083" fmla="*/ 3807524 w 8429054"/>
                <a:gd name="connsiteY1083" fmla="*/ 3045143 h 3318748"/>
                <a:gd name="connsiteX1084" fmla="*/ 3807524 w 8429054"/>
                <a:gd name="connsiteY1084" fmla="*/ 3021330 h 3318748"/>
                <a:gd name="connsiteX1085" fmla="*/ 3839909 w 8429054"/>
                <a:gd name="connsiteY1085" fmla="*/ 2934653 h 3318748"/>
                <a:gd name="connsiteX1086" fmla="*/ 3868484 w 8429054"/>
                <a:gd name="connsiteY1086" fmla="*/ 2855595 h 3318748"/>
                <a:gd name="connsiteX1087" fmla="*/ 3880867 w 8429054"/>
                <a:gd name="connsiteY1087" fmla="*/ 2839403 h 3318748"/>
                <a:gd name="connsiteX1088" fmla="*/ 3879914 w 8429054"/>
                <a:gd name="connsiteY1088" fmla="*/ 2838450 h 3318748"/>
                <a:gd name="connsiteX1089" fmla="*/ 3868484 w 8429054"/>
                <a:gd name="connsiteY1089" fmla="*/ 2852738 h 3318748"/>
                <a:gd name="connsiteX1090" fmla="*/ 3881819 w 8429054"/>
                <a:gd name="connsiteY1090" fmla="*/ 2785110 h 3318748"/>
                <a:gd name="connsiteX1091" fmla="*/ 3874199 w 8429054"/>
                <a:gd name="connsiteY1091" fmla="*/ 2781300 h 3318748"/>
                <a:gd name="connsiteX1092" fmla="*/ 3810382 w 8429054"/>
                <a:gd name="connsiteY1092" fmla="*/ 2913698 h 3318748"/>
                <a:gd name="connsiteX1093" fmla="*/ 3805619 w 8429054"/>
                <a:gd name="connsiteY1093" fmla="*/ 2926080 h 3318748"/>
                <a:gd name="connsiteX1094" fmla="*/ 3804667 w 8429054"/>
                <a:gd name="connsiteY1094" fmla="*/ 2896553 h 3318748"/>
                <a:gd name="connsiteX1095" fmla="*/ 3853244 w 8429054"/>
                <a:gd name="connsiteY1095" fmla="*/ 2767013 h 3318748"/>
                <a:gd name="connsiteX1096" fmla="*/ 3860864 w 8429054"/>
                <a:gd name="connsiteY1096" fmla="*/ 2653665 h 3318748"/>
                <a:gd name="connsiteX1097" fmla="*/ 3829432 w 8429054"/>
                <a:gd name="connsiteY1097" fmla="*/ 2647950 h 3318748"/>
                <a:gd name="connsiteX1098" fmla="*/ 3836099 w 8429054"/>
                <a:gd name="connsiteY1098" fmla="*/ 2628900 h 3318748"/>
                <a:gd name="connsiteX1099" fmla="*/ 3862769 w 8429054"/>
                <a:gd name="connsiteY1099" fmla="*/ 2544128 h 3318748"/>
                <a:gd name="connsiteX1100" fmla="*/ 3841814 w 8429054"/>
                <a:gd name="connsiteY1100" fmla="*/ 2533650 h 3318748"/>
                <a:gd name="connsiteX1101" fmla="*/ 3805619 w 8429054"/>
                <a:gd name="connsiteY1101" fmla="*/ 2621280 h 3318748"/>
                <a:gd name="connsiteX1102" fmla="*/ 3795142 w 8429054"/>
                <a:gd name="connsiteY1102" fmla="*/ 2651760 h 3318748"/>
                <a:gd name="connsiteX1103" fmla="*/ 3794189 w 8429054"/>
                <a:gd name="connsiteY1103" fmla="*/ 2607945 h 3318748"/>
                <a:gd name="connsiteX1104" fmla="*/ 3794189 w 8429054"/>
                <a:gd name="connsiteY1104" fmla="*/ 2464118 h 3318748"/>
                <a:gd name="connsiteX1105" fmla="*/ 3800857 w 8429054"/>
                <a:gd name="connsiteY1105" fmla="*/ 2417445 h 3318748"/>
                <a:gd name="connsiteX1106" fmla="*/ 3794189 w 8429054"/>
                <a:gd name="connsiteY1106" fmla="*/ 2409825 h 3318748"/>
                <a:gd name="connsiteX1107" fmla="*/ 3792284 w 8429054"/>
                <a:gd name="connsiteY1107" fmla="*/ 2066925 h 3318748"/>
                <a:gd name="connsiteX1108" fmla="*/ 3811334 w 8429054"/>
                <a:gd name="connsiteY1108" fmla="*/ 2052638 h 3318748"/>
                <a:gd name="connsiteX1109" fmla="*/ 3858959 w 8429054"/>
                <a:gd name="connsiteY1109" fmla="*/ 2042160 h 3318748"/>
                <a:gd name="connsiteX1110" fmla="*/ 3868484 w 8429054"/>
                <a:gd name="connsiteY1110" fmla="*/ 2011680 h 3318748"/>
                <a:gd name="connsiteX1111" fmla="*/ 4135184 w 8429054"/>
                <a:gd name="connsiteY1111" fmla="*/ 1675448 h 3318748"/>
                <a:gd name="connsiteX1112" fmla="*/ 4521900 w 8429054"/>
                <a:gd name="connsiteY1112" fmla="*/ 1370648 h 3318748"/>
                <a:gd name="connsiteX1113" fmla="*/ 4806697 w 8429054"/>
                <a:gd name="connsiteY1113" fmla="*/ 1196340 h 3318748"/>
                <a:gd name="connsiteX1114" fmla="*/ 4929570 w 8429054"/>
                <a:gd name="connsiteY1114" fmla="*/ 1117283 h 3318748"/>
                <a:gd name="connsiteX1115" fmla="*/ 5533454 w 8429054"/>
                <a:gd name="connsiteY1115" fmla="*/ 815340 h 3318748"/>
                <a:gd name="connsiteX1116" fmla="*/ 5380102 w 8429054"/>
                <a:gd name="connsiteY1116" fmla="*/ 902018 h 3318748"/>
                <a:gd name="connsiteX1117" fmla="*/ 3989452 w 8429054"/>
                <a:gd name="connsiteY1117" fmla="*/ 1884998 h 3318748"/>
                <a:gd name="connsiteX1118" fmla="*/ 3996119 w 8429054"/>
                <a:gd name="connsiteY1118" fmla="*/ 1900238 h 3318748"/>
                <a:gd name="connsiteX1119" fmla="*/ 5374387 w 8429054"/>
                <a:gd name="connsiteY1119" fmla="*/ 974408 h 3318748"/>
                <a:gd name="connsiteX1120" fmla="*/ 5982082 w 8429054"/>
                <a:gd name="connsiteY1120" fmla="*/ 658178 h 3318748"/>
                <a:gd name="connsiteX1121" fmla="*/ 5967795 w 8429054"/>
                <a:gd name="connsiteY1121" fmla="*/ 768668 h 3318748"/>
                <a:gd name="connsiteX1122" fmla="*/ 5982082 w 8429054"/>
                <a:gd name="connsiteY1122" fmla="*/ 807720 h 3318748"/>
                <a:gd name="connsiteX1123" fmla="*/ 5977320 w 8429054"/>
                <a:gd name="connsiteY1123" fmla="*/ 1417320 h 3318748"/>
                <a:gd name="connsiteX1124" fmla="*/ 6011609 w 8429054"/>
                <a:gd name="connsiteY1124" fmla="*/ 1417320 h 3318748"/>
                <a:gd name="connsiteX1125" fmla="*/ 6006847 w 8429054"/>
                <a:gd name="connsiteY1125" fmla="*/ 807720 h 3318748"/>
                <a:gd name="connsiteX1126" fmla="*/ 6021134 w 8429054"/>
                <a:gd name="connsiteY1126" fmla="*/ 768668 h 3318748"/>
                <a:gd name="connsiteX1127" fmla="*/ 6004942 w 8429054"/>
                <a:gd name="connsiteY1127" fmla="*/ 646748 h 3318748"/>
                <a:gd name="connsiteX1128" fmla="*/ 6166867 w 8429054"/>
                <a:gd name="connsiteY1128" fmla="*/ 572453 h 3318748"/>
                <a:gd name="connsiteX1129" fmla="*/ 6164009 w 8429054"/>
                <a:gd name="connsiteY1129" fmla="*/ 1553528 h 3318748"/>
                <a:gd name="connsiteX1130" fmla="*/ 6185917 w 8429054"/>
                <a:gd name="connsiteY1130" fmla="*/ 1667828 h 3318748"/>
                <a:gd name="connsiteX1131" fmla="*/ 6177345 w 8429054"/>
                <a:gd name="connsiteY1131" fmla="*/ 1742123 h 3318748"/>
                <a:gd name="connsiteX1132" fmla="*/ 6200204 w 8429054"/>
                <a:gd name="connsiteY1132" fmla="*/ 1783080 h 3318748"/>
                <a:gd name="connsiteX1133" fmla="*/ 6164962 w 8429054"/>
                <a:gd name="connsiteY1133" fmla="*/ 2050733 h 3318748"/>
                <a:gd name="connsiteX1134" fmla="*/ 6167820 w 8429054"/>
                <a:gd name="connsiteY1134" fmla="*/ 2363153 h 3318748"/>
                <a:gd name="connsiteX1135" fmla="*/ 6030659 w 8429054"/>
                <a:gd name="connsiteY1135" fmla="*/ 2438400 h 3318748"/>
                <a:gd name="connsiteX1136" fmla="*/ 6014467 w 8429054"/>
                <a:gd name="connsiteY1136" fmla="*/ 2446973 h 3318748"/>
                <a:gd name="connsiteX1137" fmla="*/ 6083999 w 8429054"/>
                <a:gd name="connsiteY1137" fmla="*/ 2833688 h 3318748"/>
                <a:gd name="connsiteX1138" fmla="*/ 6068759 w 8429054"/>
                <a:gd name="connsiteY1138" fmla="*/ 2740343 h 3318748"/>
                <a:gd name="connsiteX1139" fmla="*/ 6058282 w 8429054"/>
                <a:gd name="connsiteY1139" fmla="*/ 2659380 h 3318748"/>
                <a:gd name="connsiteX1140" fmla="*/ 6082095 w 8429054"/>
                <a:gd name="connsiteY1140" fmla="*/ 2638425 h 3318748"/>
                <a:gd name="connsiteX1141" fmla="*/ 6083999 w 8429054"/>
                <a:gd name="connsiteY1141" fmla="*/ 2833688 h 3318748"/>
                <a:gd name="connsiteX1142" fmla="*/ 6148770 w 8429054"/>
                <a:gd name="connsiteY1142" fmla="*/ 3053715 h 3318748"/>
                <a:gd name="connsiteX1143" fmla="*/ 6134482 w 8429054"/>
                <a:gd name="connsiteY1143" fmla="*/ 3076575 h 3318748"/>
                <a:gd name="connsiteX1144" fmla="*/ 6149722 w 8429054"/>
                <a:gd name="connsiteY1144" fmla="*/ 2984183 h 3318748"/>
                <a:gd name="connsiteX1145" fmla="*/ 6158295 w 8429054"/>
                <a:gd name="connsiteY1145" fmla="*/ 3031808 h 3318748"/>
                <a:gd name="connsiteX1146" fmla="*/ 6147817 w 8429054"/>
                <a:gd name="connsiteY1146" fmla="*/ 3040380 h 3318748"/>
                <a:gd name="connsiteX1147" fmla="*/ 6148770 w 8429054"/>
                <a:gd name="connsiteY1147" fmla="*/ 3053715 h 3318748"/>
                <a:gd name="connsiteX1148" fmla="*/ 6156390 w 8429054"/>
                <a:gd name="connsiteY1148" fmla="*/ 2572703 h 3318748"/>
                <a:gd name="connsiteX1149" fmla="*/ 6172582 w 8429054"/>
                <a:gd name="connsiteY1149" fmla="*/ 2558415 h 3318748"/>
                <a:gd name="connsiteX1150" fmla="*/ 6175440 w 8429054"/>
                <a:gd name="connsiteY1150" fmla="*/ 2669858 h 3318748"/>
                <a:gd name="connsiteX1151" fmla="*/ 6156390 w 8429054"/>
                <a:gd name="connsiteY1151" fmla="*/ 2572703 h 3318748"/>
                <a:gd name="connsiteX1152" fmla="*/ 6204967 w 8429054"/>
                <a:gd name="connsiteY1152" fmla="*/ 1606868 h 3318748"/>
                <a:gd name="connsiteX1153" fmla="*/ 6202109 w 8429054"/>
                <a:gd name="connsiteY1153" fmla="*/ 557213 h 3318748"/>
                <a:gd name="connsiteX1154" fmla="*/ 6349747 w 8429054"/>
                <a:gd name="connsiteY1154" fmla="*/ 492443 h 3318748"/>
                <a:gd name="connsiteX1155" fmla="*/ 6349747 w 8429054"/>
                <a:gd name="connsiteY1155" fmla="*/ 493395 h 3318748"/>
                <a:gd name="connsiteX1156" fmla="*/ 6335459 w 8429054"/>
                <a:gd name="connsiteY1156" fmla="*/ 962978 h 3318748"/>
                <a:gd name="connsiteX1157" fmla="*/ 6332602 w 8429054"/>
                <a:gd name="connsiteY1157" fmla="*/ 1453515 h 3318748"/>
                <a:gd name="connsiteX1158" fmla="*/ 6330697 w 8429054"/>
                <a:gd name="connsiteY1158" fmla="*/ 2199323 h 3318748"/>
                <a:gd name="connsiteX1159" fmla="*/ 6324029 w 8429054"/>
                <a:gd name="connsiteY1159" fmla="*/ 2262188 h 3318748"/>
                <a:gd name="connsiteX1160" fmla="*/ 6318315 w 8429054"/>
                <a:gd name="connsiteY1160" fmla="*/ 2277428 h 3318748"/>
                <a:gd name="connsiteX1161" fmla="*/ 6202109 w 8429054"/>
                <a:gd name="connsiteY1161" fmla="*/ 2343150 h 3318748"/>
                <a:gd name="connsiteX1162" fmla="*/ 6204967 w 8429054"/>
                <a:gd name="connsiteY1162" fmla="*/ 1606868 h 3318748"/>
                <a:gd name="connsiteX1163" fmla="*/ 6282120 w 8429054"/>
                <a:gd name="connsiteY1163" fmla="*/ 2481263 h 3318748"/>
                <a:gd name="connsiteX1164" fmla="*/ 6278309 w 8429054"/>
                <a:gd name="connsiteY1164" fmla="*/ 2504123 h 3318748"/>
                <a:gd name="connsiteX1165" fmla="*/ 6277357 w 8429054"/>
                <a:gd name="connsiteY1165" fmla="*/ 2484120 h 3318748"/>
                <a:gd name="connsiteX1166" fmla="*/ 6282120 w 8429054"/>
                <a:gd name="connsiteY1166" fmla="*/ 2481263 h 3318748"/>
                <a:gd name="connsiteX1167" fmla="*/ 6279262 w 8429054"/>
                <a:gd name="connsiteY1167" fmla="*/ 3056573 h 3318748"/>
                <a:gd name="connsiteX1168" fmla="*/ 6262117 w 8429054"/>
                <a:gd name="connsiteY1168" fmla="*/ 3084195 h 3318748"/>
                <a:gd name="connsiteX1169" fmla="*/ 6259259 w 8429054"/>
                <a:gd name="connsiteY1169" fmla="*/ 3084195 h 3318748"/>
                <a:gd name="connsiteX1170" fmla="*/ 6268784 w 8429054"/>
                <a:gd name="connsiteY1170" fmla="*/ 3035618 h 3318748"/>
                <a:gd name="connsiteX1171" fmla="*/ 6278309 w 8429054"/>
                <a:gd name="connsiteY1171" fmla="*/ 3016568 h 3318748"/>
                <a:gd name="connsiteX1172" fmla="*/ 6286882 w 8429054"/>
                <a:gd name="connsiteY1172" fmla="*/ 3011805 h 3318748"/>
                <a:gd name="connsiteX1173" fmla="*/ 6300217 w 8429054"/>
                <a:gd name="connsiteY1173" fmla="*/ 2979420 h 3318748"/>
                <a:gd name="connsiteX1174" fmla="*/ 6322124 w 8429054"/>
                <a:gd name="connsiteY1174" fmla="*/ 2973705 h 3318748"/>
                <a:gd name="connsiteX1175" fmla="*/ 6279262 w 8429054"/>
                <a:gd name="connsiteY1175" fmla="*/ 3056573 h 3318748"/>
                <a:gd name="connsiteX1176" fmla="*/ 6324029 w 8429054"/>
                <a:gd name="connsiteY1176" fmla="*/ 3085148 h 3318748"/>
                <a:gd name="connsiteX1177" fmla="*/ 6389752 w 8429054"/>
                <a:gd name="connsiteY1177" fmla="*/ 2954655 h 3318748"/>
                <a:gd name="connsiteX1178" fmla="*/ 6428804 w 8429054"/>
                <a:gd name="connsiteY1178" fmla="*/ 2941320 h 3318748"/>
                <a:gd name="connsiteX1179" fmla="*/ 6359272 w 8429054"/>
                <a:gd name="connsiteY1179" fmla="*/ 3084195 h 3318748"/>
                <a:gd name="connsiteX1180" fmla="*/ 6324029 w 8429054"/>
                <a:gd name="connsiteY1180" fmla="*/ 3085148 h 3318748"/>
                <a:gd name="connsiteX1181" fmla="*/ 6458332 w 8429054"/>
                <a:gd name="connsiteY1181" fmla="*/ 2931795 h 3318748"/>
                <a:gd name="connsiteX1182" fmla="*/ 6540247 w 8429054"/>
                <a:gd name="connsiteY1182" fmla="*/ 2901315 h 3318748"/>
                <a:gd name="connsiteX1183" fmla="*/ 6613590 w 8429054"/>
                <a:gd name="connsiteY1183" fmla="*/ 2878455 h 3318748"/>
                <a:gd name="connsiteX1184" fmla="*/ 6610732 w 8429054"/>
                <a:gd name="connsiteY1184" fmla="*/ 2882265 h 3318748"/>
                <a:gd name="connsiteX1185" fmla="*/ 6515482 w 8429054"/>
                <a:gd name="connsiteY1185" fmla="*/ 3019425 h 3318748"/>
                <a:gd name="connsiteX1186" fmla="*/ 6472620 w 8429054"/>
                <a:gd name="connsiteY1186" fmla="*/ 3085148 h 3318748"/>
                <a:gd name="connsiteX1187" fmla="*/ 6399277 w 8429054"/>
                <a:gd name="connsiteY1187" fmla="*/ 3086100 h 3318748"/>
                <a:gd name="connsiteX1188" fmla="*/ 6458332 w 8429054"/>
                <a:gd name="connsiteY1188" fmla="*/ 2931795 h 3318748"/>
                <a:gd name="connsiteX1189" fmla="*/ 6461190 w 8429054"/>
                <a:gd name="connsiteY1189" fmla="*/ 3246120 h 3318748"/>
                <a:gd name="connsiteX1190" fmla="*/ 6479287 w 8429054"/>
                <a:gd name="connsiteY1190" fmla="*/ 3157538 h 3318748"/>
                <a:gd name="connsiteX1191" fmla="*/ 6587872 w 8429054"/>
                <a:gd name="connsiteY1191" fmla="*/ 3157538 h 3318748"/>
                <a:gd name="connsiteX1192" fmla="*/ 6589777 w 8429054"/>
                <a:gd name="connsiteY1192" fmla="*/ 3196590 h 3318748"/>
                <a:gd name="connsiteX1193" fmla="*/ 6590729 w 8429054"/>
                <a:gd name="connsiteY1193" fmla="*/ 3223260 h 3318748"/>
                <a:gd name="connsiteX1194" fmla="*/ 6588824 w 8429054"/>
                <a:gd name="connsiteY1194" fmla="*/ 3242310 h 3318748"/>
                <a:gd name="connsiteX1195" fmla="*/ 6588824 w 8429054"/>
                <a:gd name="connsiteY1195" fmla="*/ 3244215 h 3318748"/>
                <a:gd name="connsiteX1196" fmla="*/ 6590729 w 8429054"/>
                <a:gd name="connsiteY1196" fmla="*/ 3244215 h 3318748"/>
                <a:gd name="connsiteX1197" fmla="*/ 6590729 w 8429054"/>
                <a:gd name="connsiteY1197" fmla="*/ 3247073 h 3318748"/>
                <a:gd name="connsiteX1198" fmla="*/ 6461190 w 8429054"/>
                <a:gd name="connsiteY1198" fmla="*/ 3246120 h 3318748"/>
                <a:gd name="connsiteX1199" fmla="*/ 6596445 w 8429054"/>
                <a:gd name="connsiteY1199" fmla="*/ 3246120 h 3318748"/>
                <a:gd name="connsiteX1200" fmla="*/ 6602159 w 8429054"/>
                <a:gd name="connsiteY1200" fmla="*/ 3206115 h 3318748"/>
                <a:gd name="connsiteX1201" fmla="*/ 6604065 w 8429054"/>
                <a:gd name="connsiteY1201" fmla="*/ 3187065 h 3318748"/>
                <a:gd name="connsiteX1202" fmla="*/ 6611684 w 8429054"/>
                <a:gd name="connsiteY1202" fmla="*/ 3228023 h 3318748"/>
                <a:gd name="connsiteX1203" fmla="*/ 6617399 w 8429054"/>
                <a:gd name="connsiteY1203" fmla="*/ 3227070 h 3318748"/>
                <a:gd name="connsiteX1204" fmla="*/ 6617399 w 8429054"/>
                <a:gd name="connsiteY1204" fmla="*/ 3221355 h 3318748"/>
                <a:gd name="connsiteX1205" fmla="*/ 6621209 w 8429054"/>
                <a:gd name="connsiteY1205" fmla="*/ 3228975 h 3318748"/>
                <a:gd name="connsiteX1206" fmla="*/ 6629782 w 8429054"/>
                <a:gd name="connsiteY1206" fmla="*/ 3246120 h 3318748"/>
                <a:gd name="connsiteX1207" fmla="*/ 6596445 w 8429054"/>
                <a:gd name="connsiteY1207" fmla="*/ 3246120 h 3318748"/>
                <a:gd name="connsiteX1208" fmla="*/ 6648832 w 8429054"/>
                <a:gd name="connsiteY1208" fmla="*/ 3246120 h 3318748"/>
                <a:gd name="connsiteX1209" fmla="*/ 6633592 w 8429054"/>
                <a:gd name="connsiteY1209" fmla="*/ 3219450 h 3318748"/>
                <a:gd name="connsiteX1210" fmla="*/ 6625972 w 8429054"/>
                <a:gd name="connsiteY1210" fmla="*/ 3204210 h 3318748"/>
                <a:gd name="connsiteX1211" fmla="*/ 6617399 w 8429054"/>
                <a:gd name="connsiteY1211" fmla="*/ 3194685 h 3318748"/>
                <a:gd name="connsiteX1212" fmla="*/ 6617399 w 8429054"/>
                <a:gd name="connsiteY1212" fmla="*/ 3194685 h 3318748"/>
                <a:gd name="connsiteX1213" fmla="*/ 6612637 w 8429054"/>
                <a:gd name="connsiteY1213" fmla="*/ 3157538 h 3318748"/>
                <a:gd name="connsiteX1214" fmla="*/ 6655499 w 8429054"/>
                <a:gd name="connsiteY1214" fmla="*/ 3157538 h 3318748"/>
                <a:gd name="connsiteX1215" fmla="*/ 6705982 w 8429054"/>
                <a:gd name="connsiteY1215" fmla="*/ 3225165 h 3318748"/>
                <a:gd name="connsiteX1216" fmla="*/ 6719317 w 8429054"/>
                <a:gd name="connsiteY1216" fmla="*/ 3247073 h 3318748"/>
                <a:gd name="connsiteX1217" fmla="*/ 6648832 w 8429054"/>
                <a:gd name="connsiteY1217" fmla="*/ 3246120 h 3318748"/>
                <a:gd name="connsiteX1218" fmla="*/ 6756465 w 8429054"/>
                <a:gd name="connsiteY1218" fmla="*/ 2867025 h 3318748"/>
                <a:gd name="connsiteX1219" fmla="*/ 6783134 w 8429054"/>
                <a:gd name="connsiteY1219" fmla="*/ 2825115 h 3318748"/>
                <a:gd name="connsiteX1220" fmla="*/ 6862192 w 8429054"/>
                <a:gd name="connsiteY1220" fmla="*/ 2801303 h 3318748"/>
                <a:gd name="connsiteX1221" fmla="*/ 6859334 w 8429054"/>
                <a:gd name="connsiteY1221" fmla="*/ 2806065 h 3318748"/>
                <a:gd name="connsiteX1222" fmla="*/ 6772657 w 8429054"/>
                <a:gd name="connsiteY1222" fmla="*/ 2958465 h 3318748"/>
                <a:gd name="connsiteX1223" fmla="*/ 6704077 w 8429054"/>
                <a:gd name="connsiteY1223" fmla="*/ 3082290 h 3318748"/>
                <a:gd name="connsiteX1224" fmla="*/ 6613590 w 8429054"/>
                <a:gd name="connsiteY1224" fmla="*/ 3083243 h 3318748"/>
                <a:gd name="connsiteX1225" fmla="*/ 6661215 w 8429054"/>
                <a:gd name="connsiteY1225" fmla="*/ 3011805 h 3318748"/>
                <a:gd name="connsiteX1226" fmla="*/ 6756465 w 8429054"/>
                <a:gd name="connsiteY1226" fmla="*/ 2867025 h 3318748"/>
                <a:gd name="connsiteX1227" fmla="*/ 6680265 w 8429054"/>
                <a:gd name="connsiteY1227" fmla="*/ 2871788 h 3318748"/>
                <a:gd name="connsiteX1228" fmla="*/ 6686932 w 8429054"/>
                <a:gd name="connsiteY1228" fmla="*/ 2854643 h 3318748"/>
                <a:gd name="connsiteX1229" fmla="*/ 6693599 w 8429054"/>
                <a:gd name="connsiteY1229" fmla="*/ 2852738 h 3318748"/>
                <a:gd name="connsiteX1230" fmla="*/ 6680265 w 8429054"/>
                <a:gd name="connsiteY1230" fmla="*/ 2871788 h 3318748"/>
                <a:gd name="connsiteX1231" fmla="*/ 6867907 w 8429054"/>
                <a:gd name="connsiteY1231" fmla="*/ 3003233 h 3318748"/>
                <a:gd name="connsiteX1232" fmla="*/ 6961252 w 8429054"/>
                <a:gd name="connsiteY1232" fmla="*/ 2829878 h 3318748"/>
                <a:gd name="connsiteX1233" fmla="*/ 6997447 w 8429054"/>
                <a:gd name="connsiteY1233" fmla="*/ 2760345 h 3318748"/>
                <a:gd name="connsiteX1234" fmla="*/ 7037452 w 8429054"/>
                <a:gd name="connsiteY1234" fmla="*/ 2747963 h 3318748"/>
                <a:gd name="connsiteX1235" fmla="*/ 6967920 w 8429054"/>
                <a:gd name="connsiteY1235" fmla="*/ 2887028 h 3318748"/>
                <a:gd name="connsiteX1236" fmla="*/ 6878384 w 8429054"/>
                <a:gd name="connsiteY1236" fmla="*/ 3048953 h 3318748"/>
                <a:gd name="connsiteX1237" fmla="*/ 6858382 w 8429054"/>
                <a:gd name="connsiteY1237" fmla="*/ 3083243 h 3318748"/>
                <a:gd name="connsiteX1238" fmla="*/ 6824092 w 8429054"/>
                <a:gd name="connsiteY1238" fmla="*/ 3083243 h 3318748"/>
                <a:gd name="connsiteX1239" fmla="*/ 6867907 w 8429054"/>
                <a:gd name="connsiteY1239" fmla="*/ 3003233 h 3318748"/>
                <a:gd name="connsiteX1240" fmla="*/ 6739320 w 8429054"/>
                <a:gd name="connsiteY1240" fmla="*/ 3247073 h 3318748"/>
                <a:gd name="connsiteX1241" fmla="*/ 6669787 w 8429054"/>
                <a:gd name="connsiteY1241" fmla="*/ 3157538 h 3318748"/>
                <a:gd name="connsiteX1242" fmla="*/ 6712649 w 8429054"/>
                <a:gd name="connsiteY1242" fmla="*/ 3157538 h 3318748"/>
                <a:gd name="connsiteX1243" fmla="*/ 6765037 w 8429054"/>
                <a:gd name="connsiteY1243" fmla="*/ 3247073 h 3318748"/>
                <a:gd name="connsiteX1244" fmla="*/ 6739320 w 8429054"/>
                <a:gd name="connsiteY1244" fmla="*/ 3247073 h 3318748"/>
                <a:gd name="connsiteX1245" fmla="*/ 6780277 w 8429054"/>
                <a:gd name="connsiteY1245" fmla="*/ 3247073 h 3318748"/>
                <a:gd name="connsiteX1246" fmla="*/ 6777420 w 8429054"/>
                <a:gd name="connsiteY1246" fmla="*/ 3242310 h 3318748"/>
                <a:gd name="connsiteX1247" fmla="*/ 6726937 w 8429054"/>
                <a:gd name="connsiteY1247" fmla="*/ 3157538 h 3318748"/>
                <a:gd name="connsiteX1248" fmla="*/ 6775515 w 8429054"/>
                <a:gd name="connsiteY1248" fmla="*/ 3157538 h 3318748"/>
                <a:gd name="connsiteX1249" fmla="*/ 6817424 w 8429054"/>
                <a:gd name="connsiteY1249" fmla="*/ 3233738 h 3318748"/>
                <a:gd name="connsiteX1250" fmla="*/ 6825045 w 8429054"/>
                <a:gd name="connsiteY1250" fmla="*/ 3247073 h 3318748"/>
                <a:gd name="connsiteX1251" fmla="*/ 6780277 w 8429054"/>
                <a:gd name="connsiteY1251" fmla="*/ 3247073 h 3318748"/>
                <a:gd name="connsiteX1252" fmla="*/ 6843142 w 8429054"/>
                <a:gd name="connsiteY1252" fmla="*/ 3247073 h 3318748"/>
                <a:gd name="connsiteX1253" fmla="*/ 6828854 w 8429054"/>
                <a:gd name="connsiteY1253" fmla="*/ 3225165 h 3318748"/>
                <a:gd name="connsiteX1254" fmla="*/ 6786945 w 8429054"/>
                <a:gd name="connsiteY1254" fmla="*/ 3157538 h 3318748"/>
                <a:gd name="connsiteX1255" fmla="*/ 6837427 w 8429054"/>
                <a:gd name="connsiteY1255" fmla="*/ 3157538 h 3318748"/>
                <a:gd name="connsiteX1256" fmla="*/ 6895529 w 8429054"/>
                <a:gd name="connsiteY1256" fmla="*/ 3247073 h 3318748"/>
                <a:gd name="connsiteX1257" fmla="*/ 6843142 w 8429054"/>
                <a:gd name="connsiteY1257" fmla="*/ 3247073 h 3318748"/>
                <a:gd name="connsiteX1258" fmla="*/ 6939345 w 8429054"/>
                <a:gd name="connsiteY1258" fmla="*/ 3247073 h 3318748"/>
                <a:gd name="connsiteX1259" fmla="*/ 6911722 w 8429054"/>
                <a:gd name="connsiteY1259" fmla="*/ 3247073 h 3318748"/>
                <a:gd name="connsiteX1260" fmla="*/ 6851715 w 8429054"/>
                <a:gd name="connsiteY1260" fmla="*/ 3157538 h 3318748"/>
                <a:gd name="connsiteX1261" fmla="*/ 6898387 w 8429054"/>
                <a:gd name="connsiteY1261" fmla="*/ 3157538 h 3318748"/>
                <a:gd name="connsiteX1262" fmla="*/ 6950774 w 8429054"/>
                <a:gd name="connsiteY1262" fmla="*/ 3236595 h 3318748"/>
                <a:gd name="connsiteX1263" fmla="*/ 6939345 w 8429054"/>
                <a:gd name="connsiteY1263" fmla="*/ 3247073 h 3318748"/>
                <a:gd name="connsiteX1264" fmla="*/ 6960299 w 8429054"/>
                <a:gd name="connsiteY1264" fmla="*/ 3212783 h 3318748"/>
                <a:gd name="connsiteX1265" fmla="*/ 6919342 w 8429054"/>
                <a:gd name="connsiteY1265" fmla="*/ 3156585 h 3318748"/>
                <a:gd name="connsiteX1266" fmla="*/ 6924104 w 8429054"/>
                <a:gd name="connsiteY1266" fmla="*/ 3156585 h 3318748"/>
                <a:gd name="connsiteX1267" fmla="*/ 6960299 w 8429054"/>
                <a:gd name="connsiteY1267" fmla="*/ 3212783 h 3318748"/>
                <a:gd name="connsiteX1268" fmla="*/ 7187947 w 8429054"/>
                <a:gd name="connsiteY1268" fmla="*/ 3083243 h 3318748"/>
                <a:gd name="connsiteX1269" fmla="*/ 7165087 w 8429054"/>
                <a:gd name="connsiteY1269" fmla="*/ 3095625 h 3318748"/>
                <a:gd name="connsiteX1270" fmla="*/ 7153657 w 8429054"/>
                <a:gd name="connsiteY1270" fmla="*/ 3094673 h 3318748"/>
                <a:gd name="connsiteX1271" fmla="*/ 7261290 w 8429054"/>
                <a:gd name="connsiteY1271" fmla="*/ 2896553 h 3318748"/>
                <a:gd name="connsiteX1272" fmla="*/ 7367017 w 8429054"/>
                <a:gd name="connsiteY1272" fmla="*/ 2723198 h 3318748"/>
                <a:gd name="connsiteX1273" fmla="*/ 7391782 w 8429054"/>
                <a:gd name="connsiteY1273" fmla="*/ 2685098 h 3318748"/>
                <a:gd name="connsiteX1274" fmla="*/ 7391782 w 8429054"/>
                <a:gd name="connsiteY1274" fmla="*/ 2693670 h 3318748"/>
                <a:gd name="connsiteX1275" fmla="*/ 7401307 w 8429054"/>
                <a:gd name="connsiteY1275" fmla="*/ 2693670 h 3318748"/>
                <a:gd name="connsiteX1276" fmla="*/ 7405117 w 8429054"/>
                <a:gd name="connsiteY1276" fmla="*/ 2564130 h 3318748"/>
                <a:gd name="connsiteX1277" fmla="*/ 7387020 w 8429054"/>
                <a:gd name="connsiteY1277" fmla="*/ 2572703 h 3318748"/>
                <a:gd name="connsiteX1278" fmla="*/ 7390829 w 8429054"/>
                <a:gd name="connsiteY1278" fmla="*/ 2681288 h 3318748"/>
                <a:gd name="connsiteX1279" fmla="*/ 7307962 w 8429054"/>
                <a:gd name="connsiteY1279" fmla="*/ 2697480 h 3318748"/>
                <a:gd name="connsiteX1280" fmla="*/ 7228904 w 8429054"/>
                <a:gd name="connsiteY1280" fmla="*/ 2826068 h 3318748"/>
                <a:gd name="connsiteX1281" fmla="*/ 7091745 w 8429054"/>
                <a:gd name="connsiteY1281" fmla="*/ 3090863 h 3318748"/>
                <a:gd name="connsiteX1282" fmla="*/ 7046977 w 8429054"/>
                <a:gd name="connsiteY1282" fmla="*/ 3088005 h 3318748"/>
                <a:gd name="connsiteX1283" fmla="*/ 7179374 w 8429054"/>
                <a:gd name="connsiteY1283" fmla="*/ 2877503 h 3318748"/>
                <a:gd name="connsiteX1284" fmla="*/ 7268909 w 8429054"/>
                <a:gd name="connsiteY1284" fmla="*/ 2730818 h 3318748"/>
                <a:gd name="connsiteX1285" fmla="*/ 7286054 w 8429054"/>
                <a:gd name="connsiteY1285" fmla="*/ 2701290 h 3318748"/>
                <a:gd name="connsiteX1286" fmla="*/ 7203187 w 8429054"/>
                <a:gd name="connsiteY1286" fmla="*/ 2715578 h 3318748"/>
                <a:gd name="connsiteX1287" fmla="*/ 7139370 w 8429054"/>
                <a:gd name="connsiteY1287" fmla="*/ 2822258 h 3318748"/>
                <a:gd name="connsiteX1288" fmla="*/ 7054597 w 8429054"/>
                <a:gd name="connsiteY1288" fmla="*/ 2972753 h 3318748"/>
                <a:gd name="connsiteX1289" fmla="*/ 6992684 w 8429054"/>
                <a:gd name="connsiteY1289" fmla="*/ 3086100 h 3318748"/>
                <a:gd name="connsiteX1290" fmla="*/ 6983159 w 8429054"/>
                <a:gd name="connsiteY1290" fmla="*/ 3086100 h 3318748"/>
                <a:gd name="connsiteX1291" fmla="*/ 7075552 w 8429054"/>
                <a:gd name="connsiteY1291" fmla="*/ 2921318 h 3318748"/>
                <a:gd name="connsiteX1292" fmla="*/ 7155562 w 8429054"/>
                <a:gd name="connsiteY1292" fmla="*/ 2768918 h 3318748"/>
                <a:gd name="connsiteX1293" fmla="*/ 7177470 w 8429054"/>
                <a:gd name="connsiteY1293" fmla="*/ 2720340 h 3318748"/>
                <a:gd name="connsiteX1294" fmla="*/ 7116509 w 8429054"/>
                <a:gd name="connsiteY1294" fmla="*/ 2730818 h 3318748"/>
                <a:gd name="connsiteX1295" fmla="*/ 7041262 w 8429054"/>
                <a:gd name="connsiteY1295" fmla="*/ 2869883 h 3318748"/>
                <a:gd name="connsiteX1296" fmla="*/ 6933629 w 8429054"/>
                <a:gd name="connsiteY1296" fmla="*/ 3084195 h 3318748"/>
                <a:gd name="connsiteX1297" fmla="*/ 6918390 w 8429054"/>
                <a:gd name="connsiteY1297" fmla="*/ 3084195 h 3318748"/>
                <a:gd name="connsiteX1298" fmla="*/ 6999352 w 8429054"/>
                <a:gd name="connsiteY1298" fmla="*/ 2934653 h 3318748"/>
                <a:gd name="connsiteX1299" fmla="*/ 7104127 w 8429054"/>
                <a:gd name="connsiteY1299" fmla="*/ 2732723 h 3318748"/>
                <a:gd name="connsiteX1300" fmla="*/ 7080315 w 8429054"/>
                <a:gd name="connsiteY1300" fmla="*/ 2736533 h 3318748"/>
                <a:gd name="connsiteX1301" fmla="*/ 6577395 w 8429054"/>
                <a:gd name="connsiteY1301" fmla="*/ 2810828 h 3318748"/>
                <a:gd name="connsiteX1302" fmla="*/ 6517387 w 8429054"/>
                <a:gd name="connsiteY1302" fmla="*/ 2825115 h 3318748"/>
                <a:gd name="connsiteX1303" fmla="*/ 6507862 w 8429054"/>
                <a:gd name="connsiteY1303" fmla="*/ 2820353 h 3318748"/>
                <a:gd name="connsiteX1304" fmla="*/ 6431662 w 8429054"/>
                <a:gd name="connsiteY1304" fmla="*/ 2841308 h 3318748"/>
                <a:gd name="connsiteX1305" fmla="*/ 6353557 w 8429054"/>
                <a:gd name="connsiteY1305" fmla="*/ 2861310 h 3318748"/>
                <a:gd name="connsiteX1306" fmla="*/ 6358320 w 8429054"/>
                <a:gd name="connsiteY1306" fmla="*/ 2850833 h 3318748"/>
                <a:gd name="connsiteX1307" fmla="*/ 6365940 w 8429054"/>
                <a:gd name="connsiteY1307" fmla="*/ 2848928 h 3318748"/>
                <a:gd name="connsiteX1308" fmla="*/ 6368797 w 8429054"/>
                <a:gd name="connsiteY1308" fmla="*/ 2840355 h 3318748"/>
                <a:gd name="connsiteX1309" fmla="*/ 6372607 w 8429054"/>
                <a:gd name="connsiteY1309" fmla="*/ 2835593 h 3318748"/>
                <a:gd name="connsiteX1310" fmla="*/ 6401182 w 8429054"/>
                <a:gd name="connsiteY1310" fmla="*/ 2809875 h 3318748"/>
                <a:gd name="connsiteX1311" fmla="*/ 6453570 w 8429054"/>
                <a:gd name="connsiteY1311" fmla="*/ 2693670 h 3318748"/>
                <a:gd name="connsiteX1312" fmla="*/ 6502147 w 8429054"/>
                <a:gd name="connsiteY1312" fmla="*/ 2586038 h 3318748"/>
                <a:gd name="connsiteX1313" fmla="*/ 6527865 w 8429054"/>
                <a:gd name="connsiteY1313" fmla="*/ 2528888 h 3318748"/>
                <a:gd name="connsiteX1314" fmla="*/ 6573584 w 8429054"/>
                <a:gd name="connsiteY1314" fmla="*/ 2450783 h 3318748"/>
                <a:gd name="connsiteX1315" fmla="*/ 6599302 w 8429054"/>
                <a:gd name="connsiteY1315" fmla="*/ 2425065 h 3318748"/>
                <a:gd name="connsiteX1316" fmla="*/ 6619304 w 8429054"/>
                <a:gd name="connsiteY1316" fmla="*/ 2373630 h 3318748"/>
                <a:gd name="connsiteX1317" fmla="*/ 6658357 w 8429054"/>
                <a:gd name="connsiteY1317" fmla="*/ 2310765 h 3318748"/>
                <a:gd name="connsiteX1318" fmla="*/ 6722174 w 8429054"/>
                <a:gd name="connsiteY1318" fmla="*/ 2172653 h 3318748"/>
                <a:gd name="connsiteX1319" fmla="*/ 6745987 w 8429054"/>
                <a:gd name="connsiteY1319" fmla="*/ 2057400 h 3318748"/>
                <a:gd name="connsiteX1320" fmla="*/ 6812662 w 8429054"/>
                <a:gd name="connsiteY1320" fmla="*/ 1889760 h 3318748"/>
                <a:gd name="connsiteX1321" fmla="*/ 6794565 w 8429054"/>
                <a:gd name="connsiteY1321" fmla="*/ 1812608 h 3318748"/>
                <a:gd name="connsiteX1322" fmla="*/ 6797422 w 8429054"/>
                <a:gd name="connsiteY1322" fmla="*/ 1800225 h 3318748"/>
                <a:gd name="connsiteX1323" fmla="*/ 6816472 w 8429054"/>
                <a:gd name="connsiteY1323" fmla="*/ 1790700 h 3318748"/>
                <a:gd name="connsiteX1324" fmla="*/ 6978397 w 8429054"/>
                <a:gd name="connsiteY1324" fmla="*/ 1811655 h 3318748"/>
                <a:gd name="connsiteX1325" fmla="*/ 6978397 w 8429054"/>
                <a:gd name="connsiteY1325" fmla="*/ 1813560 h 3318748"/>
                <a:gd name="connsiteX1326" fmla="*/ 7001257 w 8429054"/>
                <a:gd name="connsiteY1326" fmla="*/ 1814513 h 3318748"/>
                <a:gd name="connsiteX1327" fmla="*/ 7204140 w 8429054"/>
                <a:gd name="connsiteY1327" fmla="*/ 1836420 h 3318748"/>
                <a:gd name="connsiteX1328" fmla="*/ 7500367 w 8429054"/>
                <a:gd name="connsiteY1328" fmla="*/ 1870710 h 3318748"/>
                <a:gd name="connsiteX1329" fmla="*/ 7543229 w 8429054"/>
                <a:gd name="connsiteY1329" fmla="*/ 1864995 h 3318748"/>
                <a:gd name="connsiteX1330" fmla="*/ 7583234 w 8429054"/>
                <a:gd name="connsiteY1330" fmla="*/ 1878330 h 3318748"/>
                <a:gd name="connsiteX1331" fmla="*/ 7817549 w 8429054"/>
                <a:gd name="connsiteY1331" fmla="*/ 1881188 h 3318748"/>
                <a:gd name="connsiteX1332" fmla="*/ 7879462 w 8429054"/>
                <a:gd name="connsiteY1332" fmla="*/ 1890713 h 3318748"/>
                <a:gd name="connsiteX1333" fmla="*/ 7873747 w 8429054"/>
                <a:gd name="connsiteY1333" fmla="*/ 1991678 h 3318748"/>
                <a:gd name="connsiteX1334" fmla="*/ 7888987 w 8429054"/>
                <a:gd name="connsiteY1334" fmla="*/ 1990725 h 3318748"/>
                <a:gd name="connsiteX1335" fmla="*/ 7905179 w 8429054"/>
                <a:gd name="connsiteY1335" fmla="*/ 2003108 h 3318748"/>
                <a:gd name="connsiteX1336" fmla="*/ 7899465 w 8429054"/>
                <a:gd name="connsiteY1336" fmla="*/ 1893570 h 3318748"/>
                <a:gd name="connsiteX1337" fmla="*/ 7904227 w 8429054"/>
                <a:gd name="connsiteY1337" fmla="*/ 1894523 h 3318748"/>
                <a:gd name="connsiteX1338" fmla="*/ 7971854 w 8429054"/>
                <a:gd name="connsiteY1338" fmla="*/ 1906905 h 3318748"/>
                <a:gd name="connsiteX1339" fmla="*/ 7959472 w 8429054"/>
                <a:gd name="connsiteY1339" fmla="*/ 1946910 h 3318748"/>
                <a:gd name="connsiteX1340" fmla="*/ 7988047 w 8429054"/>
                <a:gd name="connsiteY1340" fmla="*/ 1955483 h 3318748"/>
                <a:gd name="connsiteX1341" fmla="*/ 7999477 w 8429054"/>
                <a:gd name="connsiteY1341" fmla="*/ 1910715 h 3318748"/>
                <a:gd name="connsiteX1342" fmla="*/ 8038529 w 8429054"/>
                <a:gd name="connsiteY1342" fmla="*/ 1915478 h 3318748"/>
                <a:gd name="connsiteX1343" fmla="*/ 8040434 w 8429054"/>
                <a:gd name="connsiteY1343" fmla="*/ 1915478 h 3318748"/>
                <a:gd name="connsiteX1344" fmla="*/ 8051865 w 8429054"/>
                <a:gd name="connsiteY1344" fmla="*/ 1917383 h 3318748"/>
                <a:gd name="connsiteX1345" fmla="*/ 8135684 w 8429054"/>
                <a:gd name="connsiteY1345" fmla="*/ 1931670 h 3318748"/>
                <a:gd name="connsiteX1346" fmla="*/ 8061390 w 8429054"/>
                <a:gd name="connsiteY1346" fmla="*/ 2023110 h 3318748"/>
                <a:gd name="connsiteX1347" fmla="*/ 8052817 w 8429054"/>
                <a:gd name="connsiteY1347" fmla="*/ 2014538 h 3318748"/>
                <a:gd name="connsiteX1348" fmla="*/ 8101395 w 8429054"/>
                <a:gd name="connsiteY1348" fmla="*/ 1945005 h 3318748"/>
                <a:gd name="connsiteX1349" fmla="*/ 8096632 w 8429054"/>
                <a:gd name="connsiteY1349" fmla="*/ 1939290 h 3318748"/>
                <a:gd name="connsiteX1350" fmla="*/ 8067104 w 8429054"/>
                <a:gd name="connsiteY1350" fmla="*/ 1972628 h 3318748"/>
                <a:gd name="connsiteX1351" fmla="*/ 8068057 w 8429054"/>
                <a:gd name="connsiteY1351" fmla="*/ 1977390 h 3318748"/>
                <a:gd name="connsiteX1352" fmla="*/ 8044245 w 8429054"/>
                <a:gd name="connsiteY1352" fmla="*/ 2009775 h 3318748"/>
                <a:gd name="connsiteX1353" fmla="*/ 8030909 w 8429054"/>
                <a:gd name="connsiteY1353" fmla="*/ 2011680 h 3318748"/>
                <a:gd name="connsiteX1354" fmla="*/ 8029957 w 8429054"/>
                <a:gd name="connsiteY1354" fmla="*/ 1965008 h 3318748"/>
                <a:gd name="connsiteX1355" fmla="*/ 8015670 w 8429054"/>
                <a:gd name="connsiteY1355" fmla="*/ 1965008 h 3318748"/>
                <a:gd name="connsiteX1356" fmla="*/ 8014717 w 8429054"/>
                <a:gd name="connsiteY1356" fmla="*/ 2030730 h 3318748"/>
                <a:gd name="connsiteX1357" fmla="*/ 7977570 w 8429054"/>
                <a:gd name="connsiteY1357" fmla="*/ 2105025 h 3318748"/>
                <a:gd name="connsiteX1358" fmla="*/ 7915657 w 8429054"/>
                <a:gd name="connsiteY1358" fmla="*/ 2197418 h 3318748"/>
                <a:gd name="connsiteX1359" fmla="*/ 7908037 w 8429054"/>
                <a:gd name="connsiteY1359" fmla="*/ 2025015 h 3318748"/>
                <a:gd name="connsiteX1360" fmla="*/ 7868032 w 8429054"/>
                <a:gd name="connsiteY1360" fmla="*/ 2163128 h 3318748"/>
                <a:gd name="connsiteX1361" fmla="*/ 7864222 w 8429054"/>
                <a:gd name="connsiteY1361" fmla="*/ 2277428 h 3318748"/>
                <a:gd name="connsiteX1362" fmla="*/ 7784212 w 8429054"/>
                <a:gd name="connsiteY1362" fmla="*/ 2407920 h 3318748"/>
                <a:gd name="connsiteX1363" fmla="*/ 7731824 w 8429054"/>
                <a:gd name="connsiteY1363" fmla="*/ 2481263 h 3318748"/>
                <a:gd name="connsiteX1364" fmla="*/ 7717537 w 8429054"/>
                <a:gd name="connsiteY1364" fmla="*/ 2501265 h 3318748"/>
                <a:gd name="connsiteX1365" fmla="*/ 7718490 w 8429054"/>
                <a:gd name="connsiteY1365" fmla="*/ 2311718 h 3318748"/>
                <a:gd name="connsiteX1366" fmla="*/ 7684199 w 8429054"/>
                <a:gd name="connsiteY1366" fmla="*/ 2332673 h 3318748"/>
                <a:gd name="connsiteX1367" fmla="*/ 7686104 w 8429054"/>
                <a:gd name="connsiteY1367" fmla="*/ 2542223 h 3318748"/>
                <a:gd name="connsiteX1368" fmla="*/ 7644195 w 8429054"/>
                <a:gd name="connsiteY1368" fmla="*/ 2606993 h 3318748"/>
                <a:gd name="connsiteX1369" fmla="*/ 7582282 w 8429054"/>
                <a:gd name="connsiteY1369" fmla="*/ 2628900 h 3318748"/>
                <a:gd name="connsiteX1370" fmla="*/ 7537515 w 8429054"/>
                <a:gd name="connsiteY1370" fmla="*/ 2706053 h 3318748"/>
                <a:gd name="connsiteX1371" fmla="*/ 7439407 w 8429054"/>
                <a:gd name="connsiteY1371" fmla="*/ 2876550 h 3318748"/>
                <a:gd name="connsiteX1372" fmla="*/ 7383209 w 8429054"/>
                <a:gd name="connsiteY1372" fmla="*/ 2974658 h 3318748"/>
                <a:gd name="connsiteX1373" fmla="*/ 7366065 w 8429054"/>
                <a:gd name="connsiteY1373" fmla="*/ 2984183 h 3318748"/>
                <a:gd name="connsiteX1374" fmla="*/ 7460362 w 8429054"/>
                <a:gd name="connsiteY1374" fmla="*/ 2813685 h 3318748"/>
                <a:gd name="connsiteX1375" fmla="*/ 7556565 w 8429054"/>
                <a:gd name="connsiteY1375" fmla="*/ 2636520 h 3318748"/>
                <a:gd name="connsiteX1376" fmla="*/ 7492747 w 8429054"/>
                <a:gd name="connsiteY1376" fmla="*/ 2653665 h 3318748"/>
                <a:gd name="connsiteX1377" fmla="*/ 7427024 w 8429054"/>
                <a:gd name="connsiteY1377" fmla="*/ 2763203 h 3318748"/>
                <a:gd name="connsiteX1378" fmla="*/ 7404165 w 8429054"/>
                <a:gd name="connsiteY1378" fmla="*/ 2801303 h 3318748"/>
                <a:gd name="connsiteX1379" fmla="*/ 7466077 w 8429054"/>
                <a:gd name="connsiteY1379" fmla="*/ 2681288 h 3318748"/>
                <a:gd name="connsiteX1380" fmla="*/ 7478459 w 8429054"/>
                <a:gd name="connsiteY1380" fmla="*/ 2657475 h 3318748"/>
                <a:gd name="connsiteX1381" fmla="*/ 7467029 w 8429054"/>
                <a:gd name="connsiteY1381" fmla="*/ 2660333 h 3318748"/>
                <a:gd name="connsiteX1382" fmla="*/ 7416547 w 8429054"/>
                <a:gd name="connsiteY1382" fmla="*/ 2671763 h 3318748"/>
                <a:gd name="connsiteX1383" fmla="*/ 7331774 w 8429054"/>
                <a:gd name="connsiteY1383" fmla="*/ 2821305 h 3318748"/>
                <a:gd name="connsiteX1384" fmla="*/ 7187947 w 8429054"/>
                <a:gd name="connsiteY1384" fmla="*/ 3083243 h 3318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Lst>
              <a:rect l="l" t="t" r="r" b="b"/>
              <a:pathLst>
                <a:path w="8429054" h="3318748">
                  <a:moveTo>
                    <a:pt x="7427024" y="3069908"/>
                  </a:moveTo>
                  <a:cubicBezTo>
                    <a:pt x="7429882" y="3079433"/>
                    <a:pt x="7440359" y="3087053"/>
                    <a:pt x="7447979" y="3079433"/>
                  </a:cubicBezTo>
                  <a:cubicBezTo>
                    <a:pt x="7462267" y="3067050"/>
                    <a:pt x="7475602" y="3052763"/>
                    <a:pt x="7487984" y="3037523"/>
                  </a:cubicBezTo>
                  <a:cubicBezTo>
                    <a:pt x="7497509" y="3032760"/>
                    <a:pt x="7507987" y="3027045"/>
                    <a:pt x="7517512" y="3022283"/>
                  </a:cubicBezTo>
                  <a:cubicBezTo>
                    <a:pt x="7556565" y="3001328"/>
                    <a:pt x="7595617" y="2980373"/>
                    <a:pt x="7634670" y="2960370"/>
                  </a:cubicBezTo>
                  <a:cubicBezTo>
                    <a:pt x="7640384" y="2965133"/>
                    <a:pt x="7648957" y="2966085"/>
                    <a:pt x="7654672" y="2958465"/>
                  </a:cubicBezTo>
                  <a:cubicBezTo>
                    <a:pt x="7658482" y="2953703"/>
                    <a:pt x="7662292" y="2948940"/>
                    <a:pt x="7666102" y="2943225"/>
                  </a:cubicBezTo>
                  <a:cubicBezTo>
                    <a:pt x="7680390" y="2935605"/>
                    <a:pt x="7694677" y="2927985"/>
                    <a:pt x="7709917" y="2919413"/>
                  </a:cubicBezTo>
                  <a:cubicBezTo>
                    <a:pt x="7716584" y="2938463"/>
                    <a:pt x="7739445" y="2947035"/>
                    <a:pt x="7748970" y="2924175"/>
                  </a:cubicBezTo>
                  <a:cubicBezTo>
                    <a:pt x="7755637" y="2911793"/>
                    <a:pt x="7763257" y="2899410"/>
                    <a:pt x="7769924" y="2887028"/>
                  </a:cubicBezTo>
                  <a:cubicBezTo>
                    <a:pt x="7783259" y="2879408"/>
                    <a:pt x="7797547" y="2872740"/>
                    <a:pt x="7810882" y="2865120"/>
                  </a:cubicBezTo>
                  <a:lnTo>
                    <a:pt x="7828979" y="2855595"/>
                  </a:lnTo>
                  <a:cubicBezTo>
                    <a:pt x="7845172" y="2827020"/>
                    <a:pt x="7862317" y="2799398"/>
                    <a:pt x="7879462" y="2771775"/>
                  </a:cubicBezTo>
                  <a:cubicBezTo>
                    <a:pt x="7884224" y="2757488"/>
                    <a:pt x="7889940" y="2744153"/>
                    <a:pt x="7895654" y="2730818"/>
                  </a:cubicBezTo>
                  <a:cubicBezTo>
                    <a:pt x="7898512" y="2728913"/>
                    <a:pt x="7901370" y="2726055"/>
                    <a:pt x="7901370" y="2722245"/>
                  </a:cubicBezTo>
                  <a:cubicBezTo>
                    <a:pt x="7901370" y="2720340"/>
                    <a:pt x="7901370" y="2717483"/>
                    <a:pt x="7902322" y="2714625"/>
                  </a:cubicBezTo>
                  <a:cubicBezTo>
                    <a:pt x="7963282" y="2571750"/>
                    <a:pt x="8049959" y="2443163"/>
                    <a:pt x="8136637" y="2325053"/>
                  </a:cubicBezTo>
                  <a:cubicBezTo>
                    <a:pt x="8215695" y="2216468"/>
                    <a:pt x="8300467" y="2114550"/>
                    <a:pt x="8382382" y="2008823"/>
                  </a:cubicBezTo>
                  <a:cubicBezTo>
                    <a:pt x="8398574" y="1980248"/>
                    <a:pt x="8413814" y="1950720"/>
                    <a:pt x="8429054" y="1921193"/>
                  </a:cubicBezTo>
                  <a:lnTo>
                    <a:pt x="8395717" y="1907858"/>
                  </a:lnTo>
                  <a:cubicBezTo>
                    <a:pt x="8364284" y="1902143"/>
                    <a:pt x="8331899" y="1897380"/>
                    <a:pt x="8301420" y="1891665"/>
                  </a:cubicBezTo>
                  <a:cubicBezTo>
                    <a:pt x="8298562" y="1890713"/>
                    <a:pt x="8295704" y="1890713"/>
                    <a:pt x="8292847" y="1889760"/>
                  </a:cubicBezTo>
                  <a:cubicBezTo>
                    <a:pt x="8292847" y="1885950"/>
                    <a:pt x="8292847" y="1881188"/>
                    <a:pt x="8291895" y="1877378"/>
                  </a:cubicBezTo>
                  <a:cubicBezTo>
                    <a:pt x="8290942" y="1862138"/>
                    <a:pt x="8272845" y="1862138"/>
                    <a:pt x="8272845" y="1877378"/>
                  </a:cubicBezTo>
                  <a:cubicBezTo>
                    <a:pt x="8272845" y="1880235"/>
                    <a:pt x="8272845" y="1883093"/>
                    <a:pt x="8272845" y="1886903"/>
                  </a:cubicBezTo>
                  <a:cubicBezTo>
                    <a:pt x="8209027" y="1875473"/>
                    <a:pt x="8144257" y="1864043"/>
                    <a:pt x="8080440" y="1853565"/>
                  </a:cubicBezTo>
                  <a:cubicBezTo>
                    <a:pt x="8019479" y="1843088"/>
                    <a:pt x="7958520" y="1833563"/>
                    <a:pt x="7896607" y="1824038"/>
                  </a:cubicBezTo>
                  <a:cubicBezTo>
                    <a:pt x="7896607" y="1818323"/>
                    <a:pt x="7895654" y="1812608"/>
                    <a:pt x="7895654" y="1806893"/>
                  </a:cubicBezTo>
                  <a:cubicBezTo>
                    <a:pt x="7895654" y="1798320"/>
                    <a:pt x="7885177" y="1798320"/>
                    <a:pt x="7884224" y="1806893"/>
                  </a:cubicBezTo>
                  <a:cubicBezTo>
                    <a:pt x="7884224" y="1811655"/>
                    <a:pt x="7883272" y="1817370"/>
                    <a:pt x="7883272" y="1822133"/>
                  </a:cubicBezTo>
                  <a:cubicBezTo>
                    <a:pt x="7804215" y="1809750"/>
                    <a:pt x="7726109" y="1799273"/>
                    <a:pt x="7647052" y="1787843"/>
                  </a:cubicBezTo>
                  <a:cubicBezTo>
                    <a:pt x="7499415" y="1767840"/>
                    <a:pt x="7350824" y="1750695"/>
                    <a:pt x="7203187" y="1736408"/>
                  </a:cubicBezTo>
                  <a:cubicBezTo>
                    <a:pt x="7132702" y="1729740"/>
                    <a:pt x="7062217" y="1723073"/>
                    <a:pt x="6992684" y="1717358"/>
                  </a:cubicBezTo>
                  <a:cubicBezTo>
                    <a:pt x="6992684" y="1718310"/>
                    <a:pt x="6992684" y="1719263"/>
                    <a:pt x="6992684" y="1720215"/>
                  </a:cubicBezTo>
                  <a:cubicBezTo>
                    <a:pt x="6980302" y="1801178"/>
                    <a:pt x="6876479" y="1785938"/>
                    <a:pt x="6872670" y="1708785"/>
                  </a:cubicBezTo>
                  <a:cubicBezTo>
                    <a:pt x="6865049" y="1708785"/>
                    <a:pt x="6856477" y="1708785"/>
                    <a:pt x="6848857" y="1708785"/>
                  </a:cubicBezTo>
                  <a:cubicBezTo>
                    <a:pt x="6856477" y="1677353"/>
                    <a:pt x="6863145" y="1645920"/>
                    <a:pt x="6870765" y="1615440"/>
                  </a:cubicBezTo>
                  <a:cubicBezTo>
                    <a:pt x="6874574" y="1599248"/>
                    <a:pt x="6878384" y="1582103"/>
                    <a:pt x="6883147" y="1565910"/>
                  </a:cubicBezTo>
                  <a:cubicBezTo>
                    <a:pt x="6899340" y="1402080"/>
                    <a:pt x="6929820" y="1242060"/>
                    <a:pt x="6966967" y="1082993"/>
                  </a:cubicBezTo>
                  <a:cubicBezTo>
                    <a:pt x="7013640" y="718185"/>
                    <a:pt x="7050787" y="351473"/>
                    <a:pt x="7138417" y="0"/>
                  </a:cubicBezTo>
                  <a:cubicBezTo>
                    <a:pt x="7102222" y="9525"/>
                    <a:pt x="7066979" y="23813"/>
                    <a:pt x="7031737" y="37148"/>
                  </a:cubicBezTo>
                  <a:cubicBezTo>
                    <a:pt x="7010782" y="42863"/>
                    <a:pt x="6990779" y="49530"/>
                    <a:pt x="6969824" y="55245"/>
                  </a:cubicBezTo>
                  <a:cubicBezTo>
                    <a:pt x="6901245" y="75248"/>
                    <a:pt x="6832665" y="96203"/>
                    <a:pt x="6764084" y="118110"/>
                  </a:cubicBezTo>
                  <a:cubicBezTo>
                    <a:pt x="6632640" y="160020"/>
                    <a:pt x="6501195" y="206693"/>
                    <a:pt x="6371654" y="257175"/>
                  </a:cubicBezTo>
                  <a:cubicBezTo>
                    <a:pt x="6113527" y="357188"/>
                    <a:pt x="5859209" y="474345"/>
                    <a:pt x="5610607" y="604838"/>
                  </a:cubicBezTo>
                  <a:cubicBezTo>
                    <a:pt x="5176267" y="833438"/>
                    <a:pt x="4764787" y="1114425"/>
                    <a:pt x="4369500" y="1431608"/>
                  </a:cubicBezTo>
                  <a:cubicBezTo>
                    <a:pt x="4070414" y="1313498"/>
                    <a:pt x="3757994" y="1250633"/>
                    <a:pt x="3443669" y="1241108"/>
                  </a:cubicBezTo>
                  <a:cubicBezTo>
                    <a:pt x="3279839" y="1236345"/>
                    <a:pt x="3116009" y="1247775"/>
                    <a:pt x="2954084" y="1275398"/>
                  </a:cubicBezTo>
                  <a:cubicBezTo>
                    <a:pt x="2875027" y="1288733"/>
                    <a:pt x="2795969" y="1305878"/>
                    <a:pt x="2716912" y="1325880"/>
                  </a:cubicBezTo>
                  <a:cubicBezTo>
                    <a:pt x="2681669" y="1335405"/>
                    <a:pt x="2646427" y="1345883"/>
                    <a:pt x="2610232" y="1356360"/>
                  </a:cubicBezTo>
                  <a:cubicBezTo>
                    <a:pt x="2602612" y="1349693"/>
                    <a:pt x="2594039" y="1343025"/>
                    <a:pt x="2586419" y="1336358"/>
                  </a:cubicBezTo>
                  <a:cubicBezTo>
                    <a:pt x="2529269" y="1287780"/>
                    <a:pt x="2474024" y="1238250"/>
                    <a:pt x="2417827" y="1186815"/>
                  </a:cubicBezTo>
                  <a:cubicBezTo>
                    <a:pt x="2337817" y="1130618"/>
                    <a:pt x="2257807" y="1074420"/>
                    <a:pt x="2178749" y="1017270"/>
                  </a:cubicBezTo>
                  <a:cubicBezTo>
                    <a:pt x="2180654" y="1020128"/>
                    <a:pt x="2181607" y="1022985"/>
                    <a:pt x="2182559" y="1027748"/>
                  </a:cubicBezTo>
                  <a:cubicBezTo>
                    <a:pt x="2183512" y="1033463"/>
                    <a:pt x="2184464" y="1039178"/>
                    <a:pt x="2184464" y="1045845"/>
                  </a:cubicBezTo>
                  <a:cubicBezTo>
                    <a:pt x="2174939" y="1035368"/>
                    <a:pt x="2165414" y="1024890"/>
                    <a:pt x="2154937" y="1015365"/>
                  </a:cubicBezTo>
                  <a:cubicBezTo>
                    <a:pt x="2159699" y="1012508"/>
                    <a:pt x="2165414" y="1010603"/>
                    <a:pt x="2170177" y="1012508"/>
                  </a:cubicBezTo>
                  <a:cubicBezTo>
                    <a:pt x="2157794" y="1003935"/>
                    <a:pt x="2145412" y="994410"/>
                    <a:pt x="2133029" y="985838"/>
                  </a:cubicBezTo>
                  <a:cubicBezTo>
                    <a:pt x="2130172" y="985838"/>
                    <a:pt x="2127314" y="984885"/>
                    <a:pt x="2124457" y="984885"/>
                  </a:cubicBezTo>
                  <a:cubicBezTo>
                    <a:pt x="2123504" y="983933"/>
                    <a:pt x="2122552" y="982980"/>
                    <a:pt x="2121599" y="982028"/>
                  </a:cubicBezTo>
                  <a:cubicBezTo>
                    <a:pt x="2114932" y="975360"/>
                    <a:pt x="2108264" y="968693"/>
                    <a:pt x="2101597" y="962025"/>
                  </a:cubicBezTo>
                  <a:cubicBezTo>
                    <a:pt x="2101597" y="959168"/>
                    <a:pt x="2100644" y="956310"/>
                    <a:pt x="2100644" y="953453"/>
                  </a:cubicBezTo>
                  <a:cubicBezTo>
                    <a:pt x="2096834" y="928688"/>
                    <a:pt x="2078737" y="920115"/>
                    <a:pt x="2062544" y="924878"/>
                  </a:cubicBezTo>
                  <a:cubicBezTo>
                    <a:pt x="1993012" y="860108"/>
                    <a:pt x="1918717" y="800100"/>
                    <a:pt x="1840612" y="751523"/>
                  </a:cubicBezTo>
                  <a:cubicBezTo>
                    <a:pt x="1833944" y="757238"/>
                    <a:pt x="1823467" y="756285"/>
                    <a:pt x="1819657" y="743903"/>
                  </a:cubicBezTo>
                  <a:cubicBezTo>
                    <a:pt x="1818704" y="741998"/>
                    <a:pt x="1818704" y="740093"/>
                    <a:pt x="1817752" y="738188"/>
                  </a:cubicBezTo>
                  <a:cubicBezTo>
                    <a:pt x="1812989" y="735330"/>
                    <a:pt x="1809179" y="732473"/>
                    <a:pt x="1804417" y="730568"/>
                  </a:cubicBezTo>
                  <a:cubicBezTo>
                    <a:pt x="1809179" y="756285"/>
                    <a:pt x="1812989" y="782003"/>
                    <a:pt x="1818704" y="806768"/>
                  </a:cubicBezTo>
                  <a:cubicBezTo>
                    <a:pt x="1824419" y="814388"/>
                    <a:pt x="1830134" y="822008"/>
                    <a:pt x="1836802" y="829628"/>
                  </a:cubicBezTo>
                  <a:cubicBezTo>
                    <a:pt x="1831087" y="825818"/>
                    <a:pt x="1826324" y="821055"/>
                    <a:pt x="1820609" y="817245"/>
                  </a:cubicBezTo>
                  <a:cubicBezTo>
                    <a:pt x="1825372" y="841058"/>
                    <a:pt x="1830134" y="863918"/>
                    <a:pt x="1834897" y="887730"/>
                  </a:cubicBezTo>
                  <a:cubicBezTo>
                    <a:pt x="1836802" y="898208"/>
                    <a:pt x="1831087" y="905828"/>
                    <a:pt x="1823467" y="906780"/>
                  </a:cubicBezTo>
                  <a:cubicBezTo>
                    <a:pt x="1825372" y="915353"/>
                    <a:pt x="1827277" y="923925"/>
                    <a:pt x="1829182" y="933450"/>
                  </a:cubicBezTo>
                  <a:cubicBezTo>
                    <a:pt x="1822514" y="935355"/>
                    <a:pt x="1816799" y="943928"/>
                    <a:pt x="1817752" y="955358"/>
                  </a:cubicBezTo>
                  <a:cubicBezTo>
                    <a:pt x="1822514" y="995363"/>
                    <a:pt x="1828229" y="1035368"/>
                    <a:pt x="1833944" y="1075373"/>
                  </a:cubicBezTo>
                  <a:cubicBezTo>
                    <a:pt x="1833944" y="1077278"/>
                    <a:pt x="1832992" y="1078230"/>
                    <a:pt x="1833944" y="1080135"/>
                  </a:cubicBezTo>
                  <a:cubicBezTo>
                    <a:pt x="1833944" y="1087755"/>
                    <a:pt x="1834897" y="1096328"/>
                    <a:pt x="1834897" y="1103948"/>
                  </a:cubicBezTo>
                  <a:cubicBezTo>
                    <a:pt x="1828229" y="1063943"/>
                    <a:pt x="1820609" y="1024890"/>
                    <a:pt x="1812989" y="985838"/>
                  </a:cubicBezTo>
                  <a:cubicBezTo>
                    <a:pt x="1811084" y="976313"/>
                    <a:pt x="1809179" y="967740"/>
                    <a:pt x="1807274" y="958215"/>
                  </a:cubicBezTo>
                  <a:cubicBezTo>
                    <a:pt x="1810132" y="1007745"/>
                    <a:pt x="1813942" y="1056323"/>
                    <a:pt x="1817752" y="1105853"/>
                  </a:cubicBezTo>
                  <a:cubicBezTo>
                    <a:pt x="1824419" y="1144905"/>
                    <a:pt x="1832039" y="1183958"/>
                    <a:pt x="1840612" y="1222058"/>
                  </a:cubicBezTo>
                  <a:cubicBezTo>
                    <a:pt x="1839659" y="1224915"/>
                    <a:pt x="1838707" y="1227773"/>
                    <a:pt x="1838707" y="1231583"/>
                  </a:cubicBezTo>
                  <a:cubicBezTo>
                    <a:pt x="1835849" y="1384935"/>
                    <a:pt x="1848232" y="1536383"/>
                    <a:pt x="1877759" y="1682115"/>
                  </a:cubicBezTo>
                  <a:cubicBezTo>
                    <a:pt x="1882522" y="1723073"/>
                    <a:pt x="1887284" y="1764030"/>
                    <a:pt x="1892999" y="1804988"/>
                  </a:cubicBezTo>
                  <a:cubicBezTo>
                    <a:pt x="1854899" y="1647825"/>
                    <a:pt x="1830134" y="1484948"/>
                    <a:pt x="1812037" y="1321118"/>
                  </a:cubicBezTo>
                  <a:cubicBezTo>
                    <a:pt x="1785367" y="1181100"/>
                    <a:pt x="1765364" y="1038225"/>
                    <a:pt x="1765364" y="897255"/>
                  </a:cubicBezTo>
                  <a:cubicBezTo>
                    <a:pt x="1760602" y="853440"/>
                    <a:pt x="1756792" y="810578"/>
                    <a:pt x="1752029" y="766763"/>
                  </a:cubicBezTo>
                  <a:cubicBezTo>
                    <a:pt x="1752029" y="766763"/>
                    <a:pt x="1751077" y="765810"/>
                    <a:pt x="1751077" y="765810"/>
                  </a:cubicBezTo>
                  <a:cubicBezTo>
                    <a:pt x="1753934" y="884873"/>
                    <a:pt x="1748219" y="1003935"/>
                    <a:pt x="1738694" y="1122998"/>
                  </a:cubicBezTo>
                  <a:cubicBezTo>
                    <a:pt x="1741552" y="1264920"/>
                    <a:pt x="1744409" y="1405890"/>
                    <a:pt x="1745362" y="1547813"/>
                  </a:cubicBezTo>
                  <a:cubicBezTo>
                    <a:pt x="1749172" y="1582103"/>
                    <a:pt x="1752982" y="1617345"/>
                    <a:pt x="1756792" y="1651635"/>
                  </a:cubicBezTo>
                  <a:cubicBezTo>
                    <a:pt x="1742504" y="1662113"/>
                    <a:pt x="1728217" y="1672590"/>
                    <a:pt x="1713929" y="1684020"/>
                  </a:cubicBezTo>
                  <a:cubicBezTo>
                    <a:pt x="1712024" y="1694498"/>
                    <a:pt x="1707262" y="1704975"/>
                    <a:pt x="1699642" y="1713548"/>
                  </a:cubicBezTo>
                  <a:cubicBezTo>
                    <a:pt x="1655827" y="1765935"/>
                    <a:pt x="1606297" y="1808798"/>
                    <a:pt x="1555814" y="1850708"/>
                  </a:cubicBezTo>
                  <a:cubicBezTo>
                    <a:pt x="1527239" y="1881188"/>
                    <a:pt x="1499617" y="1913573"/>
                    <a:pt x="1471994" y="1946910"/>
                  </a:cubicBezTo>
                  <a:cubicBezTo>
                    <a:pt x="1452944" y="1970723"/>
                    <a:pt x="1421512" y="1968818"/>
                    <a:pt x="1399604" y="1952625"/>
                  </a:cubicBezTo>
                  <a:cubicBezTo>
                    <a:pt x="1399604" y="1957388"/>
                    <a:pt x="1399604" y="1963103"/>
                    <a:pt x="1400557" y="1967865"/>
                  </a:cubicBezTo>
                  <a:cubicBezTo>
                    <a:pt x="1273874" y="1965960"/>
                    <a:pt x="1147192" y="1964055"/>
                    <a:pt x="1020509" y="1962150"/>
                  </a:cubicBezTo>
                  <a:cubicBezTo>
                    <a:pt x="930022" y="1960245"/>
                    <a:pt x="839534" y="1960245"/>
                    <a:pt x="748094" y="1960245"/>
                  </a:cubicBezTo>
                  <a:cubicBezTo>
                    <a:pt x="650939" y="1971675"/>
                    <a:pt x="553784" y="1982153"/>
                    <a:pt x="455677" y="1986915"/>
                  </a:cubicBezTo>
                  <a:cubicBezTo>
                    <a:pt x="430912" y="1987868"/>
                    <a:pt x="406147" y="1988820"/>
                    <a:pt x="380429" y="1989773"/>
                  </a:cubicBezTo>
                  <a:cubicBezTo>
                    <a:pt x="376619" y="1985010"/>
                    <a:pt x="373762" y="1981200"/>
                    <a:pt x="369952" y="1976438"/>
                  </a:cubicBezTo>
                  <a:cubicBezTo>
                    <a:pt x="358522" y="1962150"/>
                    <a:pt x="342329" y="1973580"/>
                    <a:pt x="340424" y="1989773"/>
                  </a:cubicBezTo>
                  <a:cubicBezTo>
                    <a:pt x="323279" y="1989773"/>
                    <a:pt x="306134" y="1988820"/>
                    <a:pt x="288989" y="1988820"/>
                  </a:cubicBezTo>
                  <a:cubicBezTo>
                    <a:pt x="276607" y="1965960"/>
                    <a:pt x="263272" y="1944053"/>
                    <a:pt x="248984" y="1924050"/>
                  </a:cubicBezTo>
                  <a:cubicBezTo>
                    <a:pt x="240412" y="1905953"/>
                    <a:pt x="213742" y="1919288"/>
                    <a:pt x="219457" y="1941195"/>
                  </a:cubicBezTo>
                  <a:cubicBezTo>
                    <a:pt x="223267" y="1956435"/>
                    <a:pt x="228029" y="1970723"/>
                    <a:pt x="233744" y="1985010"/>
                  </a:cubicBezTo>
                  <a:cubicBezTo>
                    <a:pt x="204217" y="1982153"/>
                    <a:pt x="174689" y="1978343"/>
                    <a:pt x="145162" y="1972628"/>
                  </a:cubicBezTo>
                  <a:cubicBezTo>
                    <a:pt x="116587" y="1976438"/>
                    <a:pt x="87059" y="1979295"/>
                    <a:pt x="58484" y="1982153"/>
                  </a:cubicBezTo>
                  <a:cubicBezTo>
                    <a:pt x="54674" y="1982153"/>
                    <a:pt x="51817" y="1984058"/>
                    <a:pt x="49912" y="1986915"/>
                  </a:cubicBezTo>
                  <a:cubicBezTo>
                    <a:pt x="44197" y="1979295"/>
                    <a:pt x="38482" y="1972628"/>
                    <a:pt x="32767" y="1965960"/>
                  </a:cubicBezTo>
                  <a:cubicBezTo>
                    <a:pt x="22289" y="1948815"/>
                    <a:pt x="-3428" y="1962150"/>
                    <a:pt x="382" y="1986915"/>
                  </a:cubicBezTo>
                  <a:cubicBezTo>
                    <a:pt x="7049" y="2029778"/>
                    <a:pt x="28957" y="2069783"/>
                    <a:pt x="48959" y="2107883"/>
                  </a:cubicBezTo>
                  <a:cubicBezTo>
                    <a:pt x="53722" y="2113598"/>
                    <a:pt x="56579" y="2119313"/>
                    <a:pt x="59437" y="2125980"/>
                  </a:cubicBezTo>
                  <a:cubicBezTo>
                    <a:pt x="103252" y="2195513"/>
                    <a:pt x="144209" y="2265998"/>
                    <a:pt x="184214" y="2339340"/>
                  </a:cubicBezTo>
                  <a:cubicBezTo>
                    <a:pt x="180404" y="2346008"/>
                    <a:pt x="180404" y="2354580"/>
                    <a:pt x="185167" y="2363153"/>
                  </a:cubicBezTo>
                  <a:cubicBezTo>
                    <a:pt x="210884" y="2405063"/>
                    <a:pt x="235649" y="2446973"/>
                    <a:pt x="261367" y="2487930"/>
                  </a:cubicBezTo>
                  <a:cubicBezTo>
                    <a:pt x="311849" y="2590800"/>
                    <a:pt x="358522" y="2696528"/>
                    <a:pt x="400432" y="2805113"/>
                  </a:cubicBezTo>
                  <a:cubicBezTo>
                    <a:pt x="425197" y="2846070"/>
                    <a:pt x="450914" y="2886075"/>
                    <a:pt x="477584" y="2925128"/>
                  </a:cubicBezTo>
                  <a:cubicBezTo>
                    <a:pt x="479489" y="2926080"/>
                    <a:pt x="482347" y="2927033"/>
                    <a:pt x="484252" y="2928938"/>
                  </a:cubicBezTo>
                  <a:cubicBezTo>
                    <a:pt x="488062" y="2935605"/>
                    <a:pt x="490919" y="2941320"/>
                    <a:pt x="494729" y="2947988"/>
                  </a:cubicBezTo>
                  <a:cubicBezTo>
                    <a:pt x="512827" y="2947988"/>
                    <a:pt x="530924" y="2948940"/>
                    <a:pt x="549022" y="2949893"/>
                  </a:cubicBezTo>
                  <a:cubicBezTo>
                    <a:pt x="554737" y="2953703"/>
                    <a:pt x="560452" y="2954655"/>
                    <a:pt x="566167" y="2951798"/>
                  </a:cubicBezTo>
                  <a:cubicBezTo>
                    <a:pt x="582359" y="2962275"/>
                    <a:pt x="599504" y="2971800"/>
                    <a:pt x="615697" y="2981325"/>
                  </a:cubicBezTo>
                  <a:cubicBezTo>
                    <a:pt x="659512" y="3007995"/>
                    <a:pt x="704279" y="3032760"/>
                    <a:pt x="749047" y="3057525"/>
                  </a:cubicBezTo>
                  <a:cubicBezTo>
                    <a:pt x="768097" y="3068003"/>
                    <a:pt x="788099" y="3079433"/>
                    <a:pt x="807149" y="3090863"/>
                  </a:cubicBezTo>
                  <a:cubicBezTo>
                    <a:pt x="810959" y="3097530"/>
                    <a:pt x="815722" y="3105150"/>
                    <a:pt x="819532" y="3111818"/>
                  </a:cubicBezTo>
                  <a:cubicBezTo>
                    <a:pt x="824294" y="3118485"/>
                    <a:pt x="831914" y="3113723"/>
                    <a:pt x="833819" y="3106103"/>
                  </a:cubicBezTo>
                  <a:cubicBezTo>
                    <a:pt x="846202" y="3112770"/>
                    <a:pt x="858584" y="3120390"/>
                    <a:pt x="870967" y="3127058"/>
                  </a:cubicBezTo>
                  <a:lnTo>
                    <a:pt x="947167" y="3127058"/>
                  </a:lnTo>
                  <a:cubicBezTo>
                    <a:pt x="947167" y="3130868"/>
                    <a:pt x="947167" y="3135630"/>
                    <a:pt x="946214" y="3138488"/>
                  </a:cubicBezTo>
                  <a:cubicBezTo>
                    <a:pt x="945262" y="3151823"/>
                    <a:pt x="964312" y="3151823"/>
                    <a:pt x="963359" y="3138488"/>
                  </a:cubicBezTo>
                  <a:cubicBezTo>
                    <a:pt x="963359" y="3134678"/>
                    <a:pt x="963359" y="3130868"/>
                    <a:pt x="962407" y="3127058"/>
                  </a:cubicBezTo>
                  <a:lnTo>
                    <a:pt x="1005269" y="3127058"/>
                  </a:lnTo>
                  <a:cubicBezTo>
                    <a:pt x="1000507" y="3133725"/>
                    <a:pt x="996697" y="3144203"/>
                    <a:pt x="995744" y="3156585"/>
                  </a:cubicBezTo>
                  <a:cubicBezTo>
                    <a:pt x="994792" y="3169920"/>
                    <a:pt x="1006222" y="3173730"/>
                    <a:pt x="1013842" y="3169920"/>
                  </a:cubicBezTo>
                  <a:cubicBezTo>
                    <a:pt x="1013842" y="3169920"/>
                    <a:pt x="1013842" y="3170873"/>
                    <a:pt x="1013842" y="3170873"/>
                  </a:cubicBezTo>
                  <a:cubicBezTo>
                    <a:pt x="1011937" y="3187065"/>
                    <a:pt x="1010984" y="3204210"/>
                    <a:pt x="1009079" y="3220403"/>
                  </a:cubicBezTo>
                  <a:lnTo>
                    <a:pt x="444247" y="3220403"/>
                  </a:lnTo>
                  <a:cubicBezTo>
                    <a:pt x="431864" y="3220403"/>
                    <a:pt x="422339" y="3213735"/>
                    <a:pt x="416624" y="3205163"/>
                  </a:cubicBezTo>
                  <a:cubicBezTo>
                    <a:pt x="409004" y="3205163"/>
                    <a:pt x="401384" y="3204210"/>
                    <a:pt x="394717" y="3204210"/>
                  </a:cubicBezTo>
                  <a:cubicBezTo>
                    <a:pt x="389954" y="3208020"/>
                    <a:pt x="385192" y="3211830"/>
                    <a:pt x="379477" y="3214688"/>
                  </a:cubicBezTo>
                  <a:cubicBezTo>
                    <a:pt x="343282" y="3229928"/>
                    <a:pt x="306134" y="3244215"/>
                    <a:pt x="268987" y="3255645"/>
                  </a:cubicBezTo>
                  <a:cubicBezTo>
                    <a:pt x="240412" y="3257550"/>
                    <a:pt x="212789" y="3259455"/>
                    <a:pt x="184214" y="3262313"/>
                  </a:cubicBezTo>
                  <a:cubicBezTo>
                    <a:pt x="168974" y="3264218"/>
                    <a:pt x="168974" y="3289935"/>
                    <a:pt x="184214" y="3291840"/>
                  </a:cubicBezTo>
                  <a:cubicBezTo>
                    <a:pt x="341377" y="3307080"/>
                    <a:pt x="499492" y="3303270"/>
                    <a:pt x="656654" y="3304223"/>
                  </a:cubicBezTo>
                  <a:cubicBezTo>
                    <a:pt x="813817" y="3305175"/>
                    <a:pt x="971932" y="3312795"/>
                    <a:pt x="1129094" y="3314700"/>
                  </a:cubicBezTo>
                  <a:cubicBezTo>
                    <a:pt x="1443419" y="3318510"/>
                    <a:pt x="1758697" y="3318510"/>
                    <a:pt x="2073022" y="3318510"/>
                  </a:cubicBezTo>
                  <a:cubicBezTo>
                    <a:pt x="2702624" y="3318510"/>
                    <a:pt x="3332227" y="3319463"/>
                    <a:pt x="3961829" y="3317558"/>
                  </a:cubicBezTo>
                  <a:cubicBezTo>
                    <a:pt x="5221034" y="3314700"/>
                    <a:pt x="6480240" y="3306128"/>
                    <a:pt x="7739445" y="3305175"/>
                  </a:cubicBezTo>
                  <a:cubicBezTo>
                    <a:pt x="7878509" y="3305175"/>
                    <a:pt x="8015670" y="3299460"/>
                    <a:pt x="8154734" y="3289935"/>
                  </a:cubicBezTo>
                  <a:cubicBezTo>
                    <a:pt x="8160449" y="3289935"/>
                    <a:pt x="8164259" y="3284220"/>
                    <a:pt x="8164259" y="3278505"/>
                  </a:cubicBezTo>
                  <a:lnTo>
                    <a:pt x="8183309" y="3278505"/>
                  </a:lnTo>
                  <a:cubicBezTo>
                    <a:pt x="8175690" y="3274695"/>
                    <a:pt x="8168070" y="3270885"/>
                    <a:pt x="8160449" y="3267075"/>
                  </a:cubicBezTo>
                  <a:cubicBezTo>
                    <a:pt x="8159497" y="3266123"/>
                    <a:pt x="8157592" y="3265170"/>
                    <a:pt x="8156640" y="3265170"/>
                  </a:cubicBezTo>
                  <a:cubicBezTo>
                    <a:pt x="8126159" y="3249930"/>
                    <a:pt x="8096632" y="3233738"/>
                    <a:pt x="8067104" y="3217545"/>
                  </a:cubicBezTo>
                  <a:cubicBezTo>
                    <a:pt x="7889940" y="3215640"/>
                    <a:pt x="7711822" y="3218498"/>
                    <a:pt x="7535609" y="3217545"/>
                  </a:cubicBezTo>
                  <a:cubicBezTo>
                    <a:pt x="7520370" y="3217545"/>
                    <a:pt x="7504177" y="3217545"/>
                    <a:pt x="7488937" y="3216593"/>
                  </a:cubicBezTo>
                  <a:cubicBezTo>
                    <a:pt x="7484174" y="3219450"/>
                    <a:pt x="7479412" y="3220403"/>
                    <a:pt x="7473697" y="3220403"/>
                  </a:cubicBezTo>
                  <a:lnTo>
                    <a:pt x="7287959" y="3220403"/>
                  </a:lnTo>
                  <a:cubicBezTo>
                    <a:pt x="7309867" y="3196590"/>
                    <a:pt x="7312724" y="3152775"/>
                    <a:pt x="7297484" y="3127058"/>
                  </a:cubicBezTo>
                  <a:lnTo>
                    <a:pt x="7325107" y="3127058"/>
                  </a:lnTo>
                  <a:cubicBezTo>
                    <a:pt x="7358445" y="3106103"/>
                    <a:pt x="7392734" y="3088005"/>
                    <a:pt x="7427024" y="3069908"/>
                  </a:cubicBezTo>
                  <a:close/>
                  <a:moveTo>
                    <a:pt x="1886332" y="962025"/>
                  </a:moveTo>
                  <a:cubicBezTo>
                    <a:pt x="1884427" y="977265"/>
                    <a:pt x="1884427" y="991553"/>
                    <a:pt x="1883474" y="1006793"/>
                  </a:cubicBezTo>
                  <a:cubicBezTo>
                    <a:pt x="1882522" y="1003935"/>
                    <a:pt x="1882522" y="1002030"/>
                    <a:pt x="1881569" y="999173"/>
                  </a:cubicBezTo>
                  <a:cubicBezTo>
                    <a:pt x="1881569" y="998220"/>
                    <a:pt x="1881569" y="996315"/>
                    <a:pt x="1880617" y="995363"/>
                  </a:cubicBezTo>
                  <a:cubicBezTo>
                    <a:pt x="1879664" y="982028"/>
                    <a:pt x="1878712" y="968693"/>
                    <a:pt x="1878712" y="956310"/>
                  </a:cubicBezTo>
                  <a:cubicBezTo>
                    <a:pt x="1875854" y="954405"/>
                    <a:pt x="1873949" y="952500"/>
                    <a:pt x="1871092" y="950595"/>
                  </a:cubicBezTo>
                  <a:cubicBezTo>
                    <a:pt x="1860614" y="942023"/>
                    <a:pt x="1866329" y="922973"/>
                    <a:pt x="1875854" y="921068"/>
                  </a:cubicBezTo>
                  <a:cubicBezTo>
                    <a:pt x="1879664" y="935355"/>
                    <a:pt x="1883474" y="949643"/>
                    <a:pt x="1887284" y="963930"/>
                  </a:cubicBezTo>
                  <a:cubicBezTo>
                    <a:pt x="1887284" y="962978"/>
                    <a:pt x="1886332" y="962978"/>
                    <a:pt x="1886332" y="962025"/>
                  </a:cubicBezTo>
                  <a:close/>
                  <a:moveTo>
                    <a:pt x="257557" y="2035493"/>
                  </a:moveTo>
                  <a:cubicBezTo>
                    <a:pt x="265177" y="2053590"/>
                    <a:pt x="273749" y="2070735"/>
                    <a:pt x="282322" y="2088833"/>
                  </a:cubicBezTo>
                  <a:cubicBezTo>
                    <a:pt x="282322" y="2089785"/>
                    <a:pt x="283274" y="2091690"/>
                    <a:pt x="283274" y="2092643"/>
                  </a:cubicBezTo>
                  <a:cubicBezTo>
                    <a:pt x="276607" y="2081213"/>
                    <a:pt x="269939" y="2069783"/>
                    <a:pt x="262319" y="2058353"/>
                  </a:cubicBezTo>
                  <a:cubicBezTo>
                    <a:pt x="262319" y="2058353"/>
                    <a:pt x="262319" y="2058353"/>
                    <a:pt x="262319" y="2058353"/>
                  </a:cubicBezTo>
                  <a:cubicBezTo>
                    <a:pt x="253747" y="2047875"/>
                    <a:pt x="236602" y="2056448"/>
                    <a:pt x="240412" y="2074545"/>
                  </a:cubicBezTo>
                  <a:cubicBezTo>
                    <a:pt x="253747" y="2141220"/>
                    <a:pt x="287084" y="2205038"/>
                    <a:pt x="315659" y="2265998"/>
                  </a:cubicBezTo>
                  <a:cubicBezTo>
                    <a:pt x="309944" y="2256473"/>
                    <a:pt x="305182" y="2246948"/>
                    <a:pt x="299467" y="2237423"/>
                  </a:cubicBezTo>
                  <a:cubicBezTo>
                    <a:pt x="278512" y="2199323"/>
                    <a:pt x="256604" y="2160270"/>
                    <a:pt x="235649" y="2122170"/>
                  </a:cubicBezTo>
                  <a:cubicBezTo>
                    <a:pt x="216599" y="2087880"/>
                    <a:pt x="200407" y="2049780"/>
                    <a:pt x="170879" y="2027873"/>
                  </a:cubicBezTo>
                  <a:cubicBezTo>
                    <a:pt x="170879" y="2027873"/>
                    <a:pt x="169927" y="2027873"/>
                    <a:pt x="169927" y="2027873"/>
                  </a:cubicBezTo>
                  <a:cubicBezTo>
                    <a:pt x="199454" y="2031683"/>
                    <a:pt x="228982" y="2034540"/>
                    <a:pt x="257557" y="2035493"/>
                  </a:cubicBezTo>
                  <a:close/>
                  <a:moveTo>
                    <a:pt x="247079" y="2366963"/>
                  </a:moveTo>
                  <a:cubicBezTo>
                    <a:pt x="224219" y="2315528"/>
                    <a:pt x="202312" y="2265045"/>
                    <a:pt x="178499" y="2213610"/>
                  </a:cubicBezTo>
                  <a:cubicBezTo>
                    <a:pt x="178499" y="2213610"/>
                    <a:pt x="178499" y="2213610"/>
                    <a:pt x="178499" y="2212658"/>
                  </a:cubicBezTo>
                  <a:cubicBezTo>
                    <a:pt x="178499" y="2211705"/>
                    <a:pt x="178499" y="2211705"/>
                    <a:pt x="178499" y="2210753"/>
                  </a:cubicBezTo>
                  <a:cubicBezTo>
                    <a:pt x="185167" y="2224088"/>
                    <a:pt x="191834" y="2238375"/>
                    <a:pt x="199454" y="2251710"/>
                  </a:cubicBezTo>
                  <a:cubicBezTo>
                    <a:pt x="218504" y="2288858"/>
                    <a:pt x="238507" y="2326005"/>
                    <a:pt x="258509" y="2363153"/>
                  </a:cubicBezTo>
                  <a:cubicBezTo>
                    <a:pt x="254699" y="2363153"/>
                    <a:pt x="249937" y="2364105"/>
                    <a:pt x="247079" y="2366963"/>
                  </a:cubicBezTo>
                  <a:close/>
                  <a:moveTo>
                    <a:pt x="150877" y="2063115"/>
                  </a:moveTo>
                  <a:cubicBezTo>
                    <a:pt x="149924" y="2061210"/>
                    <a:pt x="148972" y="2060258"/>
                    <a:pt x="148019" y="2059305"/>
                  </a:cubicBezTo>
                  <a:cubicBezTo>
                    <a:pt x="139447" y="2045970"/>
                    <a:pt x="129922" y="2033588"/>
                    <a:pt x="117539" y="2025015"/>
                  </a:cubicBezTo>
                  <a:cubicBezTo>
                    <a:pt x="111824" y="2021205"/>
                    <a:pt x="106109" y="2026920"/>
                    <a:pt x="106109" y="2033588"/>
                  </a:cubicBezTo>
                  <a:cubicBezTo>
                    <a:pt x="106109" y="2033588"/>
                    <a:pt x="106109" y="2033588"/>
                    <a:pt x="106109" y="2033588"/>
                  </a:cubicBezTo>
                  <a:cubicBezTo>
                    <a:pt x="106109" y="2047875"/>
                    <a:pt x="108967" y="2060258"/>
                    <a:pt x="112777" y="2072640"/>
                  </a:cubicBezTo>
                  <a:cubicBezTo>
                    <a:pt x="108014" y="2062163"/>
                    <a:pt x="103252" y="2052638"/>
                    <a:pt x="98489" y="2042160"/>
                  </a:cubicBezTo>
                  <a:cubicBezTo>
                    <a:pt x="94679" y="2031683"/>
                    <a:pt x="87059" y="2028825"/>
                    <a:pt x="80392" y="2030730"/>
                  </a:cubicBezTo>
                  <a:cubicBezTo>
                    <a:pt x="77534" y="2025968"/>
                    <a:pt x="74677" y="2020253"/>
                    <a:pt x="72772" y="2015490"/>
                  </a:cubicBezTo>
                  <a:cubicBezTo>
                    <a:pt x="103252" y="2018348"/>
                    <a:pt x="134684" y="2023110"/>
                    <a:pt x="165164" y="2026920"/>
                  </a:cubicBezTo>
                  <a:cubicBezTo>
                    <a:pt x="160402" y="2028825"/>
                    <a:pt x="157544" y="2034540"/>
                    <a:pt x="158497" y="2041208"/>
                  </a:cubicBezTo>
                  <a:cubicBezTo>
                    <a:pt x="163259" y="2081213"/>
                    <a:pt x="185167" y="2113598"/>
                    <a:pt x="203264" y="2146935"/>
                  </a:cubicBezTo>
                  <a:cubicBezTo>
                    <a:pt x="227077" y="2192655"/>
                    <a:pt x="251842" y="2237423"/>
                    <a:pt x="275654" y="2283143"/>
                  </a:cubicBezTo>
                  <a:cubicBezTo>
                    <a:pt x="289942" y="2310765"/>
                    <a:pt x="305182" y="2337435"/>
                    <a:pt x="319469" y="2365058"/>
                  </a:cubicBezTo>
                  <a:cubicBezTo>
                    <a:pt x="259462" y="2266950"/>
                    <a:pt x="204217" y="2165985"/>
                    <a:pt x="150877" y="2063115"/>
                  </a:cubicBezTo>
                  <a:close/>
                  <a:moveTo>
                    <a:pt x="318517" y="2036445"/>
                  </a:moveTo>
                  <a:cubicBezTo>
                    <a:pt x="321374" y="2036445"/>
                    <a:pt x="323279" y="2036445"/>
                    <a:pt x="326137" y="2036445"/>
                  </a:cubicBezTo>
                  <a:cubicBezTo>
                    <a:pt x="326137" y="2039303"/>
                    <a:pt x="327089" y="2041208"/>
                    <a:pt x="328042" y="2044065"/>
                  </a:cubicBezTo>
                  <a:cubicBezTo>
                    <a:pt x="344234" y="2084070"/>
                    <a:pt x="361379" y="2124075"/>
                    <a:pt x="379477" y="2163128"/>
                  </a:cubicBezTo>
                  <a:cubicBezTo>
                    <a:pt x="358522" y="2122170"/>
                    <a:pt x="339472" y="2078355"/>
                    <a:pt x="318517" y="2036445"/>
                  </a:cubicBezTo>
                  <a:close/>
                  <a:moveTo>
                    <a:pt x="464249" y="2790825"/>
                  </a:moveTo>
                  <a:cubicBezTo>
                    <a:pt x="466154" y="2788920"/>
                    <a:pt x="468059" y="2787015"/>
                    <a:pt x="469012" y="2785110"/>
                  </a:cubicBezTo>
                  <a:cubicBezTo>
                    <a:pt x="470917" y="2789873"/>
                    <a:pt x="473774" y="2794635"/>
                    <a:pt x="475679" y="2799398"/>
                  </a:cubicBezTo>
                  <a:cubicBezTo>
                    <a:pt x="477584" y="2803208"/>
                    <a:pt x="479489" y="2807970"/>
                    <a:pt x="481394" y="2811780"/>
                  </a:cubicBezTo>
                  <a:cubicBezTo>
                    <a:pt x="483299" y="2817495"/>
                    <a:pt x="484252" y="2824163"/>
                    <a:pt x="486157" y="2829878"/>
                  </a:cubicBezTo>
                  <a:cubicBezTo>
                    <a:pt x="478537" y="2816543"/>
                    <a:pt x="470917" y="2804160"/>
                    <a:pt x="464249" y="2790825"/>
                  </a:cubicBezTo>
                  <a:close/>
                  <a:moveTo>
                    <a:pt x="590932" y="2712720"/>
                  </a:moveTo>
                  <a:cubicBezTo>
                    <a:pt x="573787" y="2682240"/>
                    <a:pt x="556642" y="2651760"/>
                    <a:pt x="540449" y="2620328"/>
                  </a:cubicBezTo>
                  <a:cubicBezTo>
                    <a:pt x="555689" y="2645093"/>
                    <a:pt x="571882" y="2668905"/>
                    <a:pt x="588074" y="2692718"/>
                  </a:cubicBezTo>
                  <a:cubicBezTo>
                    <a:pt x="589979" y="2696528"/>
                    <a:pt x="592837" y="2701290"/>
                    <a:pt x="594742" y="2705100"/>
                  </a:cubicBezTo>
                  <a:cubicBezTo>
                    <a:pt x="592837" y="2707958"/>
                    <a:pt x="590932" y="2710815"/>
                    <a:pt x="590932" y="2712720"/>
                  </a:cubicBezTo>
                  <a:close/>
                  <a:moveTo>
                    <a:pt x="610934" y="2039303"/>
                  </a:moveTo>
                  <a:cubicBezTo>
                    <a:pt x="605219" y="2181225"/>
                    <a:pt x="601409" y="2323148"/>
                    <a:pt x="600457" y="2466023"/>
                  </a:cubicBezTo>
                  <a:cubicBezTo>
                    <a:pt x="539497" y="2320290"/>
                    <a:pt x="473774" y="2177415"/>
                    <a:pt x="404242" y="2037398"/>
                  </a:cubicBezTo>
                  <a:cubicBezTo>
                    <a:pt x="446152" y="2037398"/>
                    <a:pt x="489014" y="2037398"/>
                    <a:pt x="530924" y="2037398"/>
                  </a:cubicBezTo>
                  <a:cubicBezTo>
                    <a:pt x="557594" y="2037398"/>
                    <a:pt x="584264" y="2037398"/>
                    <a:pt x="609982" y="2037398"/>
                  </a:cubicBezTo>
                  <a:cubicBezTo>
                    <a:pt x="610934" y="2037398"/>
                    <a:pt x="610934" y="2038350"/>
                    <a:pt x="610934" y="2039303"/>
                  </a:cubicBezTo>
                  <a:close/>
                  <a:moveTo>
                    <a:pt x="7462267" y="2958465"/>
                  </a:moveTo>
                  <a:cubicBezTo>
                    <a:pt x="7461315" y="2959418"/>
                    <a:pt x="7460362" y="2961323"/>
                    <a:pt x="7459409" y="2962275"/>
                  </a:cubicBezTo>
                  <a:cubicBezTo>
                    <a:pt x="7458457" y="2964180"/>
                    <a:pt x="7456552" y="2965133"/>
                    <a:pt x="7455599" y="2967038"/>
                  </a:cubicBezTo>
                  <a:cubicBezTo>
                    <a:pt x="7458457" y="2962275"/>
                    <a:pt x="7460362" y="2957513"/>
                    <a:pt x="7463220" y="2953703"/>
                  </a:cubicBezTo>
                  <a:cubicBezTo>
                    <a:pt x="7467982" y="2946083"/>
                    <a:pt x="7471792" y="2938463"/>
                    <a:pt x="7476554" y="2930843"/>
                  </a:cubicBezTo>
                  <a:cubicBezTo>
                    <a:pt x="7470840" y="2939415"/>
                    <a:pt x="7466077" y="2948940"/>
                    <a:pt x="7462267" y="2958465"/>
                  </a:cubicBezTo>
                  <a:close/>
                  <a:moveTo>
                    <a:pt x="7613715" y="2688908"/>
                  </a:moveTo>
                  <a:cubicBezTo>
                    <a:pt x="7612762" y="2692718"/>
                    <a:pt x="7612762" y="2695575"/>
                    <a:pt x="7612762" y="2699385"/>
                  </a:cubicBezTo>
                  <a:cubicBezTo>
                    <a:pt x="7608952" y="2707005"/>
                    <a:pt x="7604190" y="2713673"/>
                    <a:pt x="7600379" y="2721293"/>
                  </a:cubicBezTo>
                  <a:cubicBezTo>
                    <a:pt x="7574662" y="2765108"/>
                    <a:pt x="7545134" y="2809875"/>
                    <a:pt x="7516559" y="2856548"/>
                  </a:cubicBezTo>
                  <a:cubicBezTo>
                    <a:pt x="7530847" y="2830830"/>
                    <a:pt x="7545134" y="2806065"/>
                    <a:pt x="7559422" y="2780348"/>
                  </a:cubicBezTo>
                  <a:cubicBezTo>
                    <a:pt x="7578472" y="2747010"/>
                    <a:pt x="7597522" y="2713673"/>
                    <a:pt x="7615620" y="2680335"/>
                  </a:cubicBezTo>
                  <a:cubicBezTo>
                    <a:pt x="7615620" y="2683193"/>
                    <a:pt x="7614667" y="2686050"/>
                    <a:pt x="7613715" y="2688908"/>
                  </a:cubicBezTo>
                  <a:close/>
                  <a:moveTo>
                    <a:pt x="7678484" y="2716530"/>
                  </a:moveTo>
                  <a:cubicBezTo>
                    <a:pt x="7677532" y="2719388"/>
                    <a:pt x="7676579" y="2722245"/>
                    <a:pt x="7675627" y="2725103"/>
                  </a:cubicBezTo>
                  <a:cubicBezTo>
                    <a:pt x="7660387" y="2748915"/>
                    <a:pt x="7645147" y="2772728"/>
                    <a:pt x="7628954" y="2797493"/>
                  </a:cubicBezTo>
                  <a:cubicBezTo>
                    <a:pt x="7632765" y="2790825"/>
                    <a:pt x="7636574" y="2784158"/>
                    <a:pt x="7640384" y="2777490"/>
                  </a:cubicBezTo>
                  <a:cubicBezTo>
                    <a:pt x="7652767" y="2756535"/>
                    <a:pt x="7664197" y="2735580"/>
                    <a:pt x="7676579" y="2713673"/>
                  </a:cubicBezTo>
                  <a:cubicBezTo>
                    <a:pt x="7677532" y="2712720"/>
                    <a:pt x="7678484" y="2711768"/>
                    <a:pt x="7679437" y="2711768"/>
                  </a:cubicBezTo>
                  <a:cubicBezTo>
                    <a:pt x="7679437" y="2712720"/>
                    <a:pt x="7678484" y="2714625"/>
                    <a:pt x="7678484" y="2716530"/>
                  </a:cubicBezTo>
                  <a:close/>
                  <a:moveTo>
                    <a:pt x="7732777" y="2844165"/>
                  </a:moveTo>
                  <a:cubicBezTo>
                    <a:pt x="7729920" y="2845118"/>
                    <a:pt x="7728015" y="2846070"/>
                    <a:pt x="7725157" y="2847975"/>
                  </a:cubicBezTo>
                  <a:cubicBezTo>
                    <a:pt x="7745159" y="2810828"/>
                    <a:pt x="7764209" y="2770823"/>
                    <a:pt x="7782307" y="2732723"/>
                  </a:cubicBezTo>
                  <a:cubicBezTo>
                    <a:pt x="7789927" y="2722245"/>
                    <a:pt x="7797547" y="2712720"/>
                    <a:pt x="7804215" y="2702243"/>
                  </a:cubicBezTo>
                  <a:cubicBezTo>
                    <a:pt x="7779449" y="2747963"/>
                    <a:pt x="7754684" y="2795588"/>
                    <a:pt x="7732777" y="2844165"/>
                  </a:cubicBezTo>
                  <a:close/>
                  <a:moveTo>
                    <a:pt x="8296657" y="1963103"/>
                  </a:moveTo>
                  <a:cubicBezTo>
                    <a:pt x="8292847" y="1968818"/>
                    <a:pt x="8289990" y="1974533"/>
                    <a:pt x="8286179" y="1980248"/>
                  </a:cubicBezTo>
                  <a:cubicBezTo>
                    <a:pt x="8281417" y="1981200"/>
                    <a:pt x="8275702" y="1981200"/>
                    <a:pt x="8270940" y="1981200"/>
                  </a:cubicBezTo>
                  <a:cubicBezTo>
                    <a:pt x="8280465" y="1977390"/>
                    <a:pt x="8289037" y="1971675"/>
                    <a:pt x="8296657" y="1963103"/>
                  </a:cubicBezTo>
                  <a:close/>
                  <a:moveTo>
                    <a:pt x="7013640" y="190500"/>
                  </a:moveTo>
                  <a:cubicBezTo>
                    <a:pt x="7014592" y="191453"/>
                    <a:pt x="7014592" y="191453"/>
                    <a:pt x="7013640" y="190500"/>
                  </a:cubicBezTo>
                  <a:cubicBezTo>
                    <a:pt x="7022212" y="178118"/>
                    <a:pt x="7032690" y="171450"/>
                    <a:pt x="7044120" y="169545"/>
                  </a:cubicBezTo>
                  <a:cubicBezTo>
                    <a:pt x="7043167" y="177165"/>
                    <a:pt x="7041262" y="184785"/>
                    <a:pt x="7040309" y="193358"/>
                  </a:cubicBezTo>
                  <a:cubicBezTo>
                    <a:pt x="7033642" y="182880"/>
                    <a:pt x="7015545" y="183833"/>
                    <a:pt x="7012687" y="200025"/>
                  </a:cubicBezTo>
                  <a:cubicBezTo>
                    <a:pt x="7012687" y="197168"/>
                    <a:pt x="7013640" y="193358"/>
                    <a:pt x="7013640" y="190500"/>
                  </a:cubicBezTo>
                  <a:close/>
                  <a:moveTo>
                    <a:pt x="6921247" y="187643"/>
                  </a:moveTo>
                  <a:cubicBezTo>
                    <a:pt x="6938392" y="184785"/>
                    <a:pt x="6956490" y="183833"/>
                    <a:pt x="6974587" y="184785"/>
                  </a:cubicBezTo>
                  <a:cubicBezTo>
                    <a:pt x="6953632" y="241935"/>
                    <a:pt x="6935534" y="300038"/>
                    <a:pt x="6918390" y="359093"/>
                  </a:cubicBezTo>
                  <a:cubicBezTo>
                    <a:pt x="6923152" y="301943"/>
                    <a:pt x="6925057" y="242888"/>
                    <a:pt x="6917437" y="188595"/>
                  </a:cubicBezTo>
                  <a:cubicBezTo>
                    <a:pt x="6919342" y="188595"/>
                    <a:pt x="6920295" y="188595"/>
                    <a:pt x="6921247" y="187643"/>
                  </a:cubicBezTo>
                  <a:close/>
                  <a:moveTo>
                    <a:pt x="6884099" y="201930"/>
                  </a:moveTo>
                  <a:cubicBezTo>
                    <a:pt x="6883147" y="204788"/>
                    <a:pt x="6883147" y="207645"/>
                    <a:pt x="6882195" y="210503"/>
                  </a:cubicBezTo>
                  <a:cubicBezTo>
                    <a:pt x="6880290" y="208598"/>
                    <a:pt x="6877432" y="206693"/>
                    <a:pt x="6874574" y="204788"/>
                  </a:cubicBezTo>
                  <a:cubicBezTo>
                    <a:pt x="6878384" y="204788"/>
                    <a:pt x="6881242" y="203835"/>
                    <a:pt x="6884099" y="201930"/>
                  </a:cubicBezTo>
                  <a:close/>
                  <a:moveTo>
                    <a:pt x="6861240" y="291465"/>
                  </a:moveTo>
                  <a:cubicBezTo>
                    <a:pt x="6864097" y="290513"/>
                    <a:pt x="6866954" y="289560"/>
                    <a:pt x="6870765" y="287655"/>
                  </a:cubicBezTo>
                  <a:cubicBezTo>
                    <a:pt x="6866954" y="325755"/>
                    <a:pt x="6864097" y="363855"/>
                    <a:pt x="6860287" y="400050"/>
                  </a:cubicBezTo>
                  <a:cubicBezTo>
                    <a:pt x="6850762" y="480060"/>
                    <a:pt x="6843142" y="559118"/>
                    <a:pt x="6833617" y="639128"/>
                  </a:cubicBezTo>
                  <a:cubicBezTo>
                    <a:pt x="6826949" y="694373"/>
                    <a:pt x="6819329" y="750570"/>
                    <a:pt x="6811709" y="805815"/>
                  </a:cubicBezTo>
                  <a:cubicBezTo>
                    <a:pt x="6808852" y="817245"/>
                    <a:pt x="6806947" y="828675"/>
                    <a:pt x="6804090" y="840105"/>
                  </a:cubicBezTo>
                  <a:cubicBezTo>
                    <a:pt x="6813615" y="765810"/>
                    <a:pt x="6822187" y="691515"/>
                    <a:pt x="6830759" y="617220"/>
                  </a:cubicBezTo>
                  <a:cubicBezTo>
                    <a:pt x="6842190" y="511493"/>
                    <a:pt x="6855524" y="401003"/>
                    <a:pt x="6861240" y="291465"/>
                  </a:cubicBezTo>
                  <a:close/>
                  <a:moveTo>
                    <a:pt x="6765037" y="671513"/>
                  </a:moveTo>
                  <a:cubicBezTo>
                    <a:pt x="6778372" y="552450"/>
                    <a:pt x="6793612" y="433388"/>
                    <a:pt x="6802184" y="312420"/>
                  </a:cubicBezTo>
                  <a:cubicBezTo>
                    <a:pt x="6803137" y="311468"/>
                    <a:pt x="6805042" y="311468"/>
                    <a:pt x="6805995" y="310515"/>
                  </a:cubicBezTo>
                  <a:cubicBezTo>
                    <a:pt x="6794565" y="406718"/>
                    <a:pt x="6785992" y="503873"/>
                    <a:pt x="6773609" y="598170"/>
                  </a:cubicBezTo>
                  <a:cubicBezTo>
                    <a:pt x="6770752" y="624840"/>
                    <a:pt x="6766942" y="651510"/>
                    <a:pt x="6763132" y="679133"/>
                  </a:cubicBezTo>
                  <a:cubicBezTo>
                    <a:pt x="6765037" y="677228"/>
                    <a:pt x="6765037" y="674370"/>
                    <a:pt x="6765037" y="671513"/>
                  </a:cubicBezTo>
                  <a:close/>
                  <a:moveTo>
                    <a:pt x="6697409" y="690563"/>
                  </a:moveTo>
                  <a:cubicBezTo>
                    <a:pt x="6678359" y="825818"/>
                    <a:pt x="6659309" y="962025"/>
                    <a:pt x="6638354" y="1097280"/>
                  </a:cubicBezTo>
                  <a:cubicBezTo>
                    <a:pt x="6655499" y="977265"/>
                    <a:pt x="6671692" y="857250"/>
                    <a:pt x="6687884" y="736283"/>
                  </a:cubicBezTo>
                  <a:cubicBezTo>
                    <a:pt x="6691695" y="721043"/>
                    <a:pt x="6694552" y="705803"/>
                    <a:pt x="6697409" y="690563"/>
                  </a:cubicBezTo>
                  <a:close/>
                  <a:moveTo>
                    <a:pt x="6610732" y="385763"/>
                  </a:moveTo>
                  <a:cubicBezTo>
                    <a:pt x="6625972" y="380048"/>
                    <a:pt x="6641212" y="373380"/>
                    <a:pt x="6656452" y="367665"/>
                  </a:cubicBezTo>
                  <a:cubicBezTo>
                    <a:pt x="6652642" y="391478"/>
                    <a:pt x="6647879" y="414338"/>
                    <a:pt x="6644070" y="438150"/>
                  </a:cubicBezTo>
                  <a:cubicBezTo>
                    <a:pt x="6644070" y="437198"/>
                    <a:pt x="6644070" y="436245"/>
                    <a:pt x="6644070" y="435293"/>
                  </a:cubicBezTo>
                  <a:cubicBezTo>
                    <a:pt x="6645022" y="426720"/>
                    <a:pt x="6640259" y="421005"/>
                    <a:pt x="6634545" y="419100"/>
                  </a:cubicBezTo>
                  <a:lnTo>
                    <a:pt x="6634545" y="419100"/>
                  </a:lnTo>
                  <a:cubicBezTo>
                    <a:pt x="6636449" y="401003"/>
                    <a:pt x="6616447" y="396240"/>
                    <a:pt x="6607874" y="407670"/>
                  </a:cubicBezTo>
                  <a:cubicBezTo>
                    <a:pt x="6608827" y="400050"/>
                    <a:pt x="6609779" y="393383"/>
                    <a:pt x="6610732" y="385763"/>
                  </a:cubicBezTo>
                  <a:close/>
                  <a:moveTo>
                    <a:pt x="6572632" y="401003"/>
                  </a:moveTo>
                  <a:cubicBezTo>
                    <a:pt x="6565965" y="450533"/>
                    <a:pt x="6559297" y="500063"/>
                    <a:pt x="6552629" y="549593"/>
                  </a:cubicBezTo>
                  <a:cubicBezTo>
                    <a:pt x="6534532" y="678180"/>
                    <a:pt x="6517387" y="805815"/>
                    <a:pt x="6498337" y="934403"/>
                  </a:cubicBezTo>
                  <a:cubicBezTo>
                    <a:pt x="6492622" y="975360"/>
                    <a:pt x="6485954" y="1015365"/>
                    <a:pt x="6479287" y="1056323"/>
                  </a:cubicBezTo>
                  <a:cubicBezTo>
                    <a:pt x="6479287" y="969645"/>
                    <a:pt x="6479287" y="882015"/>
                    <a:pt x="6478334" y="795338"/>
                  </a:cubicBezTo>
                  <a:cubicBezTo>
                    <a:pt x="6477382" y="718185"/>
                    <a:pt x="6476429" y="641033"/>
                    <a:pt x="6475477" y="564833"/>
                  </a:cubicBezTo>
                  <a:cubicBezTo>
                    <a:pt x="6474524" y="526733"/>
                    <a:pt x="6476429" y="483870"/>
                    <a:pt x="6475477" y="441960"/>
                  </a:cubicBezTo>
                  <a:cubicBezTo>
                    <a:pt x="6507862" y="426720"/>
                    <a:pt x="6540247" y="413385"/>
                    <a:pt x="6572632" y="401003"/>
                  </a:cubicBezTo>
                  <a:close/>
                  <a:moveTo>
                    <a:pt x="6432615" y="2213610"/>
                  </a:moveTo>
                  <a:cubicBezTo>
                    <a:pt x="6426899" y="2216468"/>
                    <a:pt x="6421184" y="2220278"/>
                    <a:pt x="6414517" y="2223135"/>
                  </a:cubicBezTo>
                  <a:cubicBezTo>
                    <a:pt x="6414517" y="2222183"/>
                    <a:pt x="6415470" y="2221230"/>
                    <a:pt x="6415470" y="2220278"/>
                  </a:cubicBezTo>
                  <a:cubicBezTo>
                    <a:pt x="6418327" y="2219325"/>
                    <a:pt x="6421184" y="2217420"/>
                    <a:pt x="6422137" y="2212658"/>
                  </a:cubicBezTo>
                  <a:cubicBezTo>
                    <a:pt x="6425947" y="2204085"/>
                    <a:pt x="6428804" y="2195513"/>
                    <a:pt x="6431662" y="2187893"/>
                  </a:cubicBezTo>
                  <a:cubicBezTo>
                    <a:pt x="6432615" y="2196465"/>
                    <a:pt x="6432615" y="2205038"/>
                    <a:pt x="6432615" y="2213610"/>
                  </a:cubicBezTo>
                  <a:close/>
                  <a:moveTo>
                    <a:pt x="6426899" y="460058"/>
                  </a:moveTo>
                  <a:cubicBezTo>
                    <a:pt x="6426899" y="487680"/>
                    <a:pt x="6426899" y="515303"/>
                    <a:pt x="6425947" y="540068"/>
                  </a:cubicBezTo>
                  <a:cubicBezTo>
                    <a:pt x="6424042" y="617220"/>
                    <a:pt x="6424042" y="694373"/>
                    <a:pt x="6423090" y="770573"/>
                  </a:cubicBezTo>
                  <a:cubicBezTo>
                    <a:pt x="6421184" y="924878"/>
                    <a:pt x="6422137" y="1078230"/>
                    <a:pt x="6421184" y="1232535"/>
                  </a:cubicBezTo>
                  <a:cubicBezTo>
                    <a:pt x="6421184" y="1289685"/>
                    <a:pt x="6421184" y="1346835"/>
                    <a:pt x="6421184" y="1403985"/>
                  </a:cubicBezTo>
                  <a:cubicBezTo>
                    <a:pt x="6407849" y="1488758"/>
                    <a:pt x="6395467" y="1573530"/>
                    <a:pt x="6386895" y="1659255"/>
                  </a:cubicBezTo>
                  <a:cubicBezTo>
                    <a:pt x="6385942" y="1664970"/>
                    <a:pt x="6390704" y="1667828"/>
                    <a:pt x="6394515" y="1666875"/>
                  </a:cubicBezTo>
                  <a:cubicBezTo>
                    <a:pt x="6393562" y="1671638"/>
                    <a:pt x="6392609" y="1677353"/>
                    <a:pt x="6392609" y="1682115"/>
                  </a:cubicBezTo>
                  <a:cubicBezTo>
                    <a:pt x="6388799" y="1706880"/>
                    <a:pt x="6385942" y="1730693"/>
                    <a:pt x="6382132" y="1755458"/>
                  </a:cubicBezTo>
                  <a:cubicBezTo>
                    <a:pt x="6381179" y="1662113"/>
                    <a:pt x="6380227" y="1569720"/>
                    <a:pt x="6379274" y="1477328"/>
                  </a:cubicBezTo>
                  <a:cubicBezTo>
                    <a:pt x="6378322" y="1313498"/>
                    <a:pt x="6378322" y="1149668"/>
                    <a:pt x="6376417" y="986790"/>
                  </a:cubicBezTo>
                  <a:cubicBezTo>
                    <a:pt x="6374512" y="824865"/>
                    <a:pt x="6384990" y="653415"/>
                    <a:pt x="6362129" y="493395"/>
                  </a:cubicBezTo>
                  <a:cubicBezTo>
                    <a:pt x="6362129" y="490538"/>
                    <a:pt x="6360224" y="488633"/>
                    <a:pt x="6358320" y="487680"/>
                  </a:cubicBezTo>
                  <a:cubicBezTo>
                    <a:pt x="6382132" y="479108"/>
                    <a:pt x="6404040" y="469583"/>
                    <a:pt x="6426899" y="460058"/>
                  </a:cubicBezTo>
                  <a:close/>
                  <a:moveTo>
                    <a:pt x="2791207" y="1385888"/>
                  </a:moveTo>
                  <a:cubicBezTo>
                    <a:pt x="2807399" y="1382078"/>
                    <a:pt x="2824544" y="1378268"/>
                    <a:pt x="2840737" y="1374458"/>
                  </a:cubicBezTo>
                  <a:cubicBezTo>
                    <a:pt x="2880742" y="1366838"/>
                    <a:pt x="2920747" y="1360170"/>
                    <a:pt x="2960752" y="1354455"/>
                  </a:cubicBezTo>
                  <a:cubicBezTo>
                    <a:pt x="2996947" y="1349693"/>
                    <a:pt x="3032189" y="1344930"/>
                    <a:pt x="3068384" y="1341120"/>
                  </a:cubicBezTo>
                  <a:cubicBezTo>
                    <a:pt x="3196972" y="1328738"/>
                    <a:pt x="3325559" y="1325880"/>
                    <a:pt x="3454147" y="1335405"/>
                  </a:cubicBezTo>
                  <a:cubicBezTo>
                    <a:pt x="3596069" y="1345883"/>
                    <a:pt x="3737039" y="1370648"/>
                    <a:pt x="3876104" y="1408748"/>
                  </a:cubicBezTo>
                  <a:cubicBezTo>
                    <a:pt x="3947542" y="1428750"/>
                    <a:pt x="4017074" y="1452563"/>
                    <a:pt x="4086607" y="1480185"/>
                  </a:cubicBezTo>
                  <a:cubicBezTo>
                    <a:pt x="4118992" y="1492568"/>
                    <a:pt x="4150424" y="1506855"/>
                    <a:pt x="4181857" y="1521143"/>
                  </a:cubicBezTo>
                  <a:cubicBezTo>
                    <a:pt x="4198050" y="1528763"/>
                    <a:pt x="4213290" y="1537335"/>
                    <a:pt x="4229482" y="1544955"/>
                  </a:cubicBezTo>
                  <a:cubicBezTo>
                    <a:pt x="4214242" y="1557338"/>
                    <a:pt x="4199002" y="1569720"/>
                    <a:pt x="4183762" y="1583055"/>
                  </a:cubicBezTo>
                  <a:cubicBezTo>
                    <a:pt x="4178999" y="1586865"/>
                    <a:pt x="4174237" y="1591628"/>
                    <a:pt x="4169474" y="1595438"/>
                  </a:cubicBezTo>
                  <a:cubicBezTo>
                    <a:pt x="4163759" y="1599248"/>
                    <a:pt x="4158997" y="1603058"/>
                    <a:pt x="4153282" y="1606868"/>
                  </a:cubicBezTo>
                  <a:cubicBezTo>
                    <a:pt x="4147567" y="1610678"/>
                    <a:pt x="4142804" y="1615440"/>
                    <a:pt x="4137089" y="1619250"/>
                  </a:cubicBezTo>
                  <a:cubicBezTo>
                    <a:pt x="4138042" y="1617345"/>
                    <a:pt x="4138042" y="1615440"/>
                    <a:pt x="4138994" y="1613535"/>
                  </a:cubicBezTo>
                  <a:cubicBezTo>
                    <a:pt x="4141852" y="1593533"/>
                    <a:pt x="4142804" y="1583055"/>
                    <a:pt x="4140899" y="1562100"/>
                  </a:cubicBezTo>
                  <a:cubicBezTo>
                    <a:pt x="4139947" y="1544955"/>
                    <a:pt x="4124707" y="1528763"/>
                    <a:pt x="4110419" y="1541145"/>
                  </a:cubicBezTo>
                  <a:cubicBezTo>
                    <a:pt x="4104704" y="1545908"/>
                    <a:pt x="4099942" y="1549718"/>
                    <a:pt x="4096132" y="1554480"/>
                  </a:cubicBezTo>
                  <a:cubicBezTo>
                    <a:pt x="3995167" y="1512570"/>
                    <a:pt x="3884677" y="1493520"/>
                    <a:pt x="3780854" y="1473518"/>
                  </a:cubicBezTo>
                  <a:cubicBezTo>
                    <a:pt x="3671317" y="1452563"/>
                    <a:pt x="3561779" y="1437323"/>
                    <a:pt x="3451289" y="1430655"/>
                  </a:cubicBezTo>
                  <a:cubicBezTo>
                    <a:pt x="3234119" y="1416368"/>
                    <a:pt x="2997899" y="1409700"/>
                    <a:pt x="2786444" y="1482090"/>
                  </a:cubicBezTo>
                  <a:cubicBezTo>
                    <a:pt x="2782634" y="1483043"/>
                    <a:pt x="2783587" y="1489710"/>
                    <a:pt x="2787397" y="1489710"/>
                  </a:cubicBezTo>
                  <a:cubicBezTo>
                    <a:pt x="2895029" y="1493520"/>
                    <a:pt x="3002662" y="1482090"/>
                    <a:pt x="3110294" y="1482090"/>
                  </a:cubicBezTo>
                  <a:cubicBezTo>
                    <a:pt x="3217927" y="1482090"/>
                    <a:pt x="3326512" y="1484948"/>
                    <a:pt x="3434144" y="1496378"/>
                  </a:cubicBezTo>
                  <a:cubicBezTo>
                    <a:pt x="3544634" y="1507808"/>
                    <a:pt x="3655124" y="1525905"/>
                    <a:pt x="3764662" y="1549718"/>
                  </a:cubicBezTo>
                  <a:cubicBezTo>
                    <a:pt x="3877057" y="1574483"/>
                    <a:pt x="3985642" y="1616393"/>
                    <a:pt x="4098037" y="1641158"/>
                  </a:cubicBezTo>
                  <a:cubicBezTo>
                    <a:pt x="4100894" y="1642110"/>
                    <a:pt x="4103752" y="1642110"/>
                    <a:pt x="4106609" y="1642110"/>
                  </a:cubicBezTo>
                  <a:cubicBezTo>
                    <a:pt x="4076129" y="1664970"/>
                    <a:pt x="4045649" y="1687830"/>
                    <a:pt x="4015169" y="1711643"/>
                  </a:cubicBezTo>
                  <a:cubicBezTo>
                    <a:pt x="3995167" y="1699260"/>
                    <a:pt x="3971354" y="1695450"/>
                    <a:pt x="3945637" y="1686878"/>
                  </a:cubicBezTo>
                  <a:cubicBezTo>
                    <a:pt x="3893249" y="1671638"/>
                    <a:pt x="3838957" y="1660208"/>
                    <a:pt x="3786569" y="1649730"/>
                  </a:cubicBezTo>
                  <a:cubicBezTo>
                    <a:pt x="3683699" y="1627823"/>
                    <a:pt x="3579877" y="1609725"/>
                    <a:pt x="3475102" y="1596390"/>
                  </a:cubicBezTo>
                  <a:cubicBezTo>
                    <a:pt x="3367469" y="1582103"/>
                    <a:pt x="3260789" y="1574483"/>
                    <a:pt x="3152204" y="1569720"/>
                  </a:cubicBezTo>
                  <a:cubicBezTo>
                    <a:pt x="3063622" y="1565910"/>
                    <a:pt x="2961704" y="1553528"/>
                    <a:pt x="2872169" y="1577340"/>
                  </a:cubicBezTo>
                  <a:cubicBezTo>
                    <a:pt x="2835974" y="1545908"/>
                    <a:pt x="2799779" y="1514475"/>
                    <a:pt x="2762632" y="1483995"/>
                  </a:cubicBezTo>
                  <a:cubicBezTo>
                    <a:pt x="2852167" y="1458278"/>
                    <a:pt x="2941702" y="1433513"/>
                    <a:pt x="3031237" y="1407795"/>
                  </a:cubicBezTo>
                  <a:cubicBezTo>
                    <a:pt x="3032189" y="1407795"/>
                    <a:pt x="3032189" y="1404938"/>
                    <a:pt x="3030284" y="1405890"/>
                  </a:cubicBezTo>
                  <a:cubicBezTo>
                    <a:pt x="2939797" y="1431608"/>
                    <a:pt x="2850262" y="1457325"/>
                    <a:pt x="2759774" y="1482090"/>
                  </a:cubicBezTo>
                  <a:cubicBezTo>
                    <a:pt x="2733104" y="1460183"/>
                    <a:pt x="2707387" y="1438275"/>
                    <a:pt x="2680717" y="1416368"/>
                  </a:cubicBezTo>
                  <a:cubicBezTo>
                    <a:pt x="2716912" y="1407795"/>
                    <a:pt x="2755012" y="1394460"/>
                    <a:pt x="2791207" y="1385888"/>
                  </a:cubicBezTo>
                  <a:close/>
                  <a:moveTo>
                    <a:pt x="3916109" y="1785938"/>
                  </a:moveTo>
                  <a:cubicBezTo>
                    <a:pt x="3898012" y="1800225"/>
                    <a:pt x="3879914" y="1814513"/>
                    <a:pt x="3861817" y="1828800"/>
                  </a:cubicBezTo>
                  <a:cubicBezTo>
                    <a:pt x="3841814" y="1822133"/>
                    <a:pt x="3820859" y="1817370"/>
                    <a:pt x="3799904" y="1811655"/>
                  </a:cubicBezTo>
                  <a:cubicBezTo>
                    <a:pt x="3758947" y="1800225"/>
                    <a:pt x="3717037" y="1789748"/>
                    <a:pt x="3676079" y="1782128"/>
                  </a:cubicBezTo>
                  <a:cubicBezTo>
                    <a:pt x="3589402" y="1766888"/>
                    <a:pt x="3503677" y="1750695"/>
                    <a:pt x="3416999" y="1738313"/>
                  </a:cubicBezTo>
                  <a:cubicBezTo>
                    <a:pt x="3333179" y="1725930"/>
                    <a:pt x="3250312" y="1718310"/>
                    <a:pt x="3166492" y="1713548"/>
                  </a:cubicBezTo>
                  <a:cubicBezTo>
                    <a:pt x="3117914" y="1710690"/>
                    <a:pt x="3068384" y="1707833"/>
                    <a:pt x="3018854" y="1708785"/>
                  </a:cubicBezTo>
                  <a:cubicBezTo>
                    <a:pt x="2984564" y="1679258"/>
                    <a:pt x="2950274" y="1648778"/>
                    <a:pt x="2915984" y="1618298"/>
                  </a:cubicBezTo>
                  <a:cubicBezTo>
                    <a:pt x="2987422" y="1624965"/>
                    <a:pt x="3061717" y="1618298"/>
                    <a:pt x="3131249" y="1622108"/>
                  </a:cubicBezTo>
                  <a:cubicBezTo>
                    <a:pt x="3233167" y="1627823"/>
                    <a:pt x="3335084" y="1642110"/>
                    <a:pt x="3436049" y="1657350"/>
                  </a:cubicBezTo>
                  <a:cubicBezTo>
                    <a:pt x="3540824" y="1673543"/>
                    <a:pt x="3644647" y="1698308"/>
                    <a:pt x="3746564" y="1728788"/>
                  </a:cubicBezTo>
                  <a:cubicBezTo>
                    <a:pt x="3793237" y="1743075"/>
                    <a:pt x="3839909" y="1758315"/>
                    <a:pt x="3885629" y="1774508"/>
                  </a:cubicBezTo>
                  <a:cubicBezTo>
                    <a:pt x="3896107" y="1777365"/>
                    <a:pt x="3905632" y="1782128"/>
                    <a:pt x="3916109" y="1785938"/>
                  </a:cubicBezTo>
                  <a:close/>
                  <a:moveTo>
                    <a:pt x="2693099" y="1477328"/>
                  </a:moveTo>
                  <a:cubicBezTo>
                    <a:pt x="2686432" y="1470660"/>
                    <a:pt x="2678812" y="1464945"/>
                    <a:pt x="2672144" y="1458278"/>
                  </a:cubicBezTo>
                  <a:cubicBezTo>
                    <a:pt x="2671192" y="1456373"/>
                    <a:pt x="2669287" y="1453515"/>
                    <a:pt x="2668334" y="1451610"/>
                  </a:cubicBezTo>
                  <a:cubicBezTo>
                    <a:pt x="2676907" y="1460183"/>
                    <a:pt x="2684527" y="1468755"/>
                    <a:pt x="2693099" y="1477328"/>
                  </a:cubicBezTo>
                  <a:close/>
                  <a:moveTo>
                    <a:pt x="2534032" y="1321118"/>
                  </a:moveTo>
                  <a:cubicBezTo>
                    <a:pt x="2524507" y="1313498"/>
                    <a:pt x="2515934" y="1305878"/>
                    <a:pt x="2507362" y="1299210"/>
                  </a:cubicBezTo>
                  <a:cubicBezTo>
                    <a:pt x="2440687" y="1242060"/>
                    <a:pt x="2373059" y="1187768"/>
                    <a:pt x="2303527" y="1134428"/>
                  </a:cubicBezTo>
                  <a:cubicBezTo>
                    <a:pt x="2293049" y="1126808"/>
                    <a:pt x="2283524" y="1119188"/>
                    <a:pt x="2273047" y="1111568"/>
                  </a:cubicBezTo>
                  <a:cubicBezTo>
                    <a:pt x="2365439" y="1171575"/>
                    <a:pt x="2452117" y="1244918"/>
                    <a:pt x="2534032" y="1321118"/>
                  </a:cubicBezTo>
                  <a:close/>
                  <a:moveTo>
                    <a:pt x="2047304" y="1010603"/>
                  </a:moveTo>
                  <a:cubicBezTo>
                    <a:pt x="2052067" y="1014413"/>
                    <a:pt x="2056829" y="1018223"/>
                    <a:pt x="2061592" y="1022033"/>
                  </a:cubicBezTo>
                  <a:cubicBezTo>
                    <a:pt x="2059687" y="1030605"/>
                    <a:pt x="2057782" y="1039178"/>
                    <a:pt x="2055877" y="1047750"/>
                  </a:cubicBezTo>
                  <a:cubicBezTo>
                    <a:pt x="2053019" y="1042035"/>
                    <a:pt x="2051114" y="1035368"/>
                    <a:pt x="2048257" y="1029653"/>
                  </a:cubicBezTo>
                  <a:cubicBezTo>
                    <a:pt x="2048257" y="1029653"/>
                    <a:pt x="2048257" y="1029653"/>
                    <a:pt x="2048257" y="1029653"/>
                  </a:cubicBezTo>
                  <a:cubicBezTo>
                    <a:pt x="2048257" y="1029653"/>
                    <a:pt x="2048257" y="1029653"/>
                    <a:pt x="2048257" y="1029653"/>
                  </a:cubicBezTo>
                  <a:cubicBezTo>
                    <a:pt x="2047304" y="1026795"/>
                    <a:pt x="2046352" y="1024890"/>
                    <a:pt x="2045399" y="1022033"/>
                  </a:cubicBezTo>
                  <a:cubicBezTo>
                    <a:pt x="2045399" y="1018223"/>
                    <a:pt x="2046352" y="1014413"/>
                    <a:pt x="2047304" y="1010603"/>
                  </a:cubicBezTo>
                  <a:close/>
                  <a:moveTo>
                    <a:pt x="1995869" y="1789748"/>
                  </a:moveTo>
                  <a:cubicBezTo>
                    <a:pt x="1995869" y="1792605"/>
                    <a:pt x="1995869" y="1796415"/>
                    <a:pt x="1995869" y="1799273"/>
                  </a:cubicBezTo>
                  <a:cubicBezTo>
                    <a:pt x="1994917" y="1792605"/>
                    <a:pt x="1993012" y="1784985"/>
                    <a:pt x="1992059" y="1778318"/>
                  </a:cubicBezTo>
                  <a:cubicBezTo>
                    <a:pt x="1993964" y="1781175"/>
                    <a:pt x="1995869" y="1784985"/>
                    <a:pt x="1995869" y="1789748"/>
                  </a:cubicBezTo>
                  <a:close/>
                  <a:moveTo>
                    <a:pt x="1988249" y="2134553"/>
                  </a:moveTo>
                  <a:cubicBezTo>
                    <a:pt x="1994917" y="2168843"/>
                    <a:pt x="2002537" y="2204085"/>
                    <a:pt x="2009204" y="2238375"/>
                  </a:cubicBezTo>
                  <a:cubicBezTo>
                    <a:pt x="2018729" y="2284095"/>
                    <a:pt x="2024444" y="2332673"/>
                    <a:pt x="2048257" y="2370773"/>
                  </a:cubicBezTo>
                  <a:cubicBezTo>
                    <a:pt x="2051114" y="2374583"/>
                    <a:pt x="2054924" y="2374583"/>
                    <a:pt x="2056829" y="2371725"/>
                  </a:cubicBezTo>
                  <a:cubicBezTo>
                    <a:pt x="2057782" y="2379345"/>
                    <a:pt x="2059687" y="2386013"/>
                    <a:pt x="2060639" y="2393633"/>
                  </a:cubicBezTo>
                  <a:cubicBezTo>
                    <a:pt x="2060639" y="2395538"/>
                    <a:pt x="2060639" y="2397443"/>
                    <a:pt x="2060639" y="2398395"/>
                  </a:cubicBezTo>
                  <a:cubicBezTo>
                    <a:pt x="2069212" y="2431733"/>
                    <a:pt x="2078737" y="2466023"/>
                    <a:pt x="2089214" y="2498408"/>
                  </a:cubicBezTo>
                  <a:cubicBezTo>
                    <a:pt x="2094929" y="2517458"/>
                    <a:pt x="2070164" y="2525078"/>
                    <a:pt x="2064449" y="2506980"/>
                  </a:cubicBezTo>
                  <a:cubicBezTo>
                    <a:pt x="2031112" y="2400300"/>
                    <a:pt x="2008252" y="2287905"/>
                    <a:pt x="1987297" y="2175510"/>
                  </a:cubicBezTo>
                  <a:cubicBezTo>
                    <a:pt x="1989202" y="2172653"/>
                    <a:pt x="1990154" y="2168843"/>
                    <a:pt x="1990154" y="2165033"/>
                  </a:cubicBezTo>
                  <a:cubicBezTo>
                    <a:pt x="1989202" y="2154555"/>
                    <a:pt x="1989202" y="2144078"/>
                    <a:pt x="1988249" y="2134553"/>
                  </a:cubicBezTo>
                  <a:close/>
                  <a:moveTo>
                    <a:pt x="1976819" y="1001078"/>
                  </a:moveTo>
                  <a:cubicBezTo>
                    <a:pt x="1975867" y="1009650"/>
                    <a:pt x="1975867" y="1018223"/>
                    <a:pt x="1975867" y="1026795"/>
                  </a:cubicBezTo>
                  <a:cubicBezTo>
                    <a:pt x="1973962" y="1016318"/>
                    <a:pt x="1972057" y="1005840"/>
                    <a:pt x="1971104" y="995363"/>
                  </a:cubicBezTo>
                  <a:cubicBezTo>
                    <a:pt x="1973009" y="997268"/>
                    <a:pt x="1974914" y="999173"/>
                    <a:pt x="1976819" y="1001078"/>
                  </a:cubicBezTo>
                  <a:close/>
                  <a:moveTo>
                    <a:pt x="1782509" y="1945005"/>
                  </a:moveTo>
                  <a:cubicBezTo>
                    <a:pt x="1771079" y="1946910"/>
                    <a:pt x="1759649" y="1949768"/>
                    <a:pt x="1748219" y="1951673"/>
                  </a:cubicBezTo>
                  <a:cubicBezTo>
                    <a:pt x="1733932" y="1952625"/>
                    <a:pt x="1719644" y="1952625"/>
                    <a:pt x="1705357" y="1952625"/>
                  </a:cubicBezTo>
                  <a:cubicBezTo>
                    <a:pt x="1730122" y="1936433"/>
                    <a:pt x="1754887" y="1918335"/>
                    <a:pt x="1779652" y="1901190"/>
                  </a:cubicBezTo>
                  <a:cubicBezTo>
                    <a:pt x="1780604" y="1916430"/>
                    <a:pt x="1781557" y="1930718"/>
                    <a:pt x="1782509" y="1945005"/>
                  </a:cubicBezTo>
                  <a:close/>
                  <a:moveTo>
                    <a:pt x="1621537" y="1895475"/>
                  </a:moveTo>
                  <a:cubicBezTo>
                    <a:pt x="1632967" y="1886903"/>
                    <a:pt x="1646302" y="1877378"/>
                    <a:pt x="1661542" y="1867853"/>
                  </a:cubicBezTo>
                  <a:cubicBezTo>
                    <a:pt x="1661542" y="1864043"/>
                    <a:pt x="1660589" y="1860233"/>
                    <a:pt x="1660589" y="1856423"/>
                  </a:cubicBezTo>
                  <a:cubicBezTo>
                    <a:pt x="1659637" y="1845945"/>
                    <a:pt x="1664399" y="1839278"/>
                    <a:pt x="1671067" y="1836420"/>
                  </a:cubicBezTo>
                  <a:cubicBezTo>
                    <a:pt x="1671067" y="1834515"/>
                    <a:pt x="1671067" y="1833563"/>
                    <a:pt x="1671067" y="1831658"/>
                  </a:cubicBezTo>
                  <a:cubicBezTo>
                    <a:pt x="1684402" y="1821180"/>
                    <a:pt x="1696784" y="1808798"/>
                    <a:pt x="1706309" y="1792605"/>
                  </a:cubicBezTo>
                  <a:cubicBezTo>
                    <a:pt x="1706309" y="1791653"/>
                    <a:pt x="1707262" y="1791653"/>
                    <a:pt x="1707262" y="1790700"/>
                  </a:cubicBezTo>
                  <a:cubicBezTo>
                    <a:pt x="1715834" y="1783080"/>
                    <a:pt x="1725359" y="1776413"/>
                    <a:pt x="1733932" y="1769745"/>
                  </a:cubicBezTo>
                  <a:cubicBezTo>
                    <a:pt x="1744409" y="1762125"/>
                    <a:pt x="1755839" y="1754505"/>
                    <a:pt x="1767269" y="1746885"/>
                  </a:cubicBezTo>
                  <a:cubicBezTo>
                    <a:pt x="1769174" y="1768793"/>
                    <a:pt x="1771079" y="1790700"/>
                    <a:pt x="1772984" y="1812608"/>
                  </a:cubicBezTo>
                  <a:cubicBezTo>
                    <a:pt x="1771079" y="1813560"/>
                    <a:pt x="1770127" y="1814513"/>
                    <a:pt x="1768222" y="1815465"/>
                  </a:cubicBezTo>
                  <a:cubicBezTo>
                    <a:pt x="1726312" y="1843088"/>
                    <a:pt x="1675829" y="1857375"/>
                    <a:pt x="1639634" y="1893570"/>
                  </a:cubicBezTo>
                  <a:cubicBezTo>
                    <a:pt x="1636777" y="1896428"/>
                    <a:pt x="1638682" y="1902143"/>
                    <a:pt x="1641539" y="1903095"/>
                  </a:cubicBezTo>
                  <a:cubicBezTo>
                    <a:pt x="1673924" y="1908810"/>
                    <a:pt x="1706309" y="1896428"/>
                    <a:pt x="1737742" y="1880235"/>
                  </a:cubicBezTo>
                  <a:cubicBezTo>
                    <a:pt x="1716787" y="1898333"/>
                    <a:pt x="1697737" y="1919288"/>
                    <a:pt x="1681544" y="1943100"/>
                  </a:cubicBezTo>
                  <a:cubicBezTo>
                    <a:pt x="1679639" y="1945958"/>
                    <a:pt x="1678687" y="1949768"/>
                    <a:pt x="1679639" y="1952625"/>
                  </a:cubicBezTo>
                  <a:cubicBezTo>
                    <a:pt x="1675829" y="1952625"/>
                    <a:pt x="1672019" y="1952625"/>
                    <a:pt x="1667257" y="1952625"/>
                  </a:cubicBezTo>
                  <a:cubicBezTo>
                    <a:pt x="1667257" y="1950720"/>
                    <a:pt x="1667257" y="1948815"/>
                    <a:pt x="1667257" y="1947863"/>
                  </a:cubicBezTo>
                  <a:cubicBezTo>
                    <a:pt x="1650112" y="1947863"/>
                    <a:pt x="1632967" y="1949768"/>
                    <a:pt x="1616774" y="1951673"/>
                  </a:cubicBezTo>
                  <a:cubicBezTo>
                    <a:pt x="1603439" y="1951673"/>
                    <a:pt x="1590104" y="1950720"/>
                    <a:pt x="1575817" y="1949768"/>
                  </a:cubicBezTo>
                  <a:lnTo>
                    <a:pt x="1575817" y="1950720"/>
                  </a:lnTo>
                  <a:cubicBezTo>
                    <a:pt x="1567244" y="1951673"/>
                    <a:pt x="1561529" y="1956435"/>
                    <a:pt x="1558672" y="1963103"/>
                  </a:cubicBezTo>
                  <a:cubicBezTo>
                    <a:pt x="1555814" y="1964055"/>
                    <a:pt x="1552957" y="1965008"/>
                    <a:pt x="1550099" y="1965960"/>
                  </a:cubicBezTo>
                  <a:cubicBezTo>
                    <a:pt x="1549147" y="1965960"/>
                    <a:pt x="1548194" y="1966913"/>
                    <a:pt x="1548194" y="1966913"/>
                  </a:cubicBezTo>
                  <a:cubicBezTo>
                    <a:pt x="1540574" y="1966913"/>
                    <a:pt x="1532954" y="1966913"/>
                    <a:pt x="1525334" y="1966913"/>
                  </a:cubicBezTo>
                  <a:cubicBezTo>
                    <a:pt x="1557719" y="1945005"/>
                    <a:pt x="1590104" y="1920240"/>
                    <a:pt x="1621537" y="1895475"/>
                  </a:cubicBezTo>
                  <a:close/>
                  <a:moveTo>
                    <a:pt x="673799" y="2871788"/>
                  </a:moveTo>
                  <a:cubicBezTo>
                    <a:pt x="664274" y="2850833"/>
                    <a:pt x="653797" y="2830830"/>
                    <a:pt x="643319" y="2809875"/>
                  </a:cubicBezTo>
                  <a:cubicBezTo>
                    <a:pt x="646177" y="2810828"/>
                    <a:pt x="649034" y="2811780"/>
                    <a:pt x="650939" y="2812733"/>
                  </a:cubicBezTo>
                  <a:cubicBezTo>
                    <a:pt x="661417" y="2832735"/>
                    <a:pt x="672847" y="2853690"/>
                    <a:pt x="684277" y="2873693"/>
                  </a:cubicBezTo>
                  <a:cubicBezTo>
                    <a:pt x="680467" y="2873693"/>
                    <a:pt x="677609" y="2872740"/>
                    <a:pt x="673799" y="2871788"/>
                  </a:cubicBezTo>
                  <a:close/>
                  <a:moveTo>
                    <a:pt x="705232" y="2705100"/>
                  </a:moveTo>
                  <a:cubicBezTo>
                    <a:pt x="704279" y="2702243"/>
                    <a:pt x="702374" y="2699385"/>
                    <a:pt x="701422" y="2696528"/>
                  </a:cubicBezTo>
                  <a:cubicBezTo>
                    <a:pt x="707137" y="2700338"/>
                    <a:pt x="712852" y="2703195"/>
                    <a:pt x="719519" y="2706053"/>
                  </a:cubicBezTo>
                  <a:cubicBezTo>
                    <a:pt x="714757" y="2707005"/>
                    <a:pt x="709994" y="2706053"/>
                    <a:pt x="705232" y="2705100"/>
                  </a:cubicBezTo>
                  <a:close/>
                  <a:moveTo>
                    <a:pt x="801434" y="2910840"/>
                  </a:moveTo>
                  <a:cubicBezTo>
                    <a:pt x="798577" y="2903220"/>
                    <a:pt x="796672" y="2895600"/>
                    <a:pt x="793814" y="2888933"/>
                  </a:cubicBezTo>
                  <a:cubicBezTo>
                    <a:pt x="809054" y="2897505"/>
                    <a:pt x="824294" y="2906078"/>
                    <a:pt x="839534" y="2913698"/>
                  </a:cubicBezTo>
                  <a:cubicBezTo>
                    <a:pt x="838582" y="2916555"/>
                    <a:pt x="837629" y="2920365"/>
                    <a:pt x="838582" y="2924175"/>
                  </a:cubicBezTo>
                  <a:cubicBezTo>
                    <a:pt x="826199" y="2919413"/>
                    <a:pt x="813817" y="2915603"/>
                    <a:pt x="801434" y="2910840"/>
                  </a:cubicBezTo>
                  <a:close/>
                  <a:moveTo>
                    <a:pt x="809054" y="2963228"/>
                  </a:moveTo>
                  <a:cubicBezTo>
                    <a:pt x="809054" y="2962275"/>
                    <a:pt x="809054" y="2962275"/>
                    <a:pt x="809054" y="2963228"/>
                  </a:cubicBezTo>
                  <a:cubicBezTo>
                    <a:pt x="826199" y="2968943"/>
                    <a:pt x="842392" y="2974658"/>
                    <a:pt x="858584" y="2981325"/>
                  </a:cubicBezTo>
                  <a:cubicBezTo>
                    <a:pt x="869062" y="2985135"/>
                    <a:pt x="880492" y="2989898"/>
                    <a:pt x="890969" y="2993708"/>
                  </a:cubicBezTo>
                  <a:cubicBezTo>
                    <a:pt x="894779" y="2997518"/>
                    <a:pt x="897637" y="3000375"/>
                    <a:pt x="901447" y="3003233"/>
                  </a:cubicBezTo>
                  <a:cubicBezTo>
                    <a:pt x="870014" y="2990850"/>
                    <a:pt x="839534" y="2977515"/>
                    <a:pt x="809054" y="2963228"/>
                  </a:cubicBezTo>
                  <a:close/>
                  <a:moveTo>
                    <a:pt x="1879664" y="3029903"/>
                  </a:moveTo>
                  <a:cubicBezTo>
                    <a:pt x="1880617" y="3040380"/>
                    <a:pt x="1881569" y="3051810"/>
                    <a:pt x="1882522" y="3062288"/>
                  </a:cubicBezTo>
                  <a:cubicBezTo>
                    <a:pt x="1868234" y="3052763"/>
                    <a:pt x="1849184" y="3051810"/>
                    <a:pt x="1838707" y="3068955"/>
                  </a:cubicBezTo>
                  <a:lnTo>
                    <a:pt x="1838707" y="3069908"/>
                  </a:lnTo>
                  <a:cubicBezTo>
                    <a:pt x="1835849" y="3060383"/>
                    <a:pt x="1829182" y="3051810"/>
                    <a:pt x="1822514" y="3047048"/>
                  </a:cubicBezTo>
                  <a:cubicBezTo>
                    <a:pt x="1812989" y="3018473"/>
                    <a:pt x="1806322" y="2989898"/>
                    <a:pt x="1799654" y="2960370"/>
                  </a:cubicBezTo>
                  <a:cubicBezTo>
                    <a:pt x="1792034" y="2947035"/>
                    <a:pt x="1789177" y="2925128"/>
                    <a:pt x="1789177" y="2908935"/>
                  </a:cubicBezTo>
                  <a:cubicBezTo>
                    <a:pt x="1789177" y="2899410"/>
                    <a:pt x="1792987" y="2892743"/>
                    <a:pt x="1798702" y="2888933"/>
                  </a:cubicBezTo>
                  <a:cubicBezTo>
                    <a:pt x="1797749" y="2885123"/>
                    <a:pt x="1797749" y="2881313"/>
                    <a:pt x="1796797" y="2877503"/>
                  </a:cubicBezTo>
                  <a:cubicBezTo>
                    <a:pt x="1791082" y="2887980"/>
                    <a:pt x="1786319" y="2899410"/>
                    <a:pt x="1780604" y="2909888"/>
                  </a:cubicBezTo>
                  <a:cubicBezTo>
                    <a:pt x="1793939" y="2954655"/>
                    <a:pt x="1806322" y="2999423"/>
                    <a:pt x="1817752" y="3044190"/>
                  </a:cubicBezTo>
                  <a:cubicBezTo>
                    <a:pt x="1803464" y="3036570"/>
                    <a:pt x="1785367" y="3040380"/>
                    <a:pt x="1776794" y="3061335"/>
                  </a:cubicBezTo>
                  <a:cubicBezTo>
                    <a:pt x="1773937" y="3068003"/>
                    <a:pt x="1772032" y="3074670"/>
                    <a:pt x="1769174" y="3081338"/>
                  </a:cubicBezTo>
                  <a:lnTo>
                    <a:pt x="1767269" y="3072765"/>
                  </a:lnTo>
                  <a:cubicBezTo>
                    <a:pt x="1761554" y="3053715"/>
                    <a:pt x="1747267" y="3044190"/>
                    <a:pt x="1733932" y="3045143"/>
                  </a:cubicBezTo>
                  <a:cubicBezTo>
                    <a:pt x="1733932" y="3043238"/>
                    <a:pt x="1733932" y="3041333"/>
                    <a:pt x="1732979" y="3039428"/>
                  </a:cubicBezTo>
                  <a:cubicBezTo>
                    <a:pt x="1729169" y="3007043"/>
                    <a:pt x="1685354" y="3007995"/>
                    <a:pt x="1680592" y="3039428"/>
                  </a:cubicBezTo>
                  <a:cubicBezTo>
                    <a:pt x="1680592" y="3040380"/>
                    <a:pt x="1680592" y="3041333"/>
                    <a:pt x="1679639" y="3042285"/>
                  </a:cubicBezTo>
                  <a:cubicBezTo>
                    <a:pt x="1654874" y="3034665"/>
                    <a:pt x="1629157" y="3027998"/>
                    <a:pt x="1605344" y="3021330"/>
                  </a:cubicBezTo>
                  <a:cubicBezTo>
                    <a:pt x="1549147" y="3004185"/>
                    <a:pt x="1492949" y="2987040"/>
                    <a:pt x="1437704" y="2967990"/>
                  </a:cubicBezTo>
                  <a:cubicBezTo>
                    <a:pt x="1428179" y="2965133"/>
                    <a:pt x="1418654" y="2961323"/>
                    <a:pt x="1409129" y="2958465"/>
                  </a:cubicBezTo>
                  <a:cubicBezTo>
                    <a:pt x="1358647" y="2939415"/>
                    <a:pt x="1308164" y="2920365"/>
                    <a:pt x="1257682" y="2902268"/>
                  </a:cubicBezTo>
                  <a:cubicBezTo>
                    <a:pt x="1201484" y="2880360"/>
                    <a:pt x="1146239" y="2857500"/>
                    <a:pt x="1090994" y="2834640"/>
                  </a:cubicBezTo>
                  <a:cubicBezTo>
                    <a:pt x="1063372" y="2823210"/>
                    <a:pt x="1034797" y="2809875"/>
                    <a:pt x="1007174" y="2797493"/>
                  </a:cubicBezTo>
                  <a:cubicBezTo>
                    <a:pt x="1008127" y="2760345"/>
                    <a:pt x="1008127" y="2722245"/>
                    <a:pt x="1009079" y="2685098"/>
                  </a:cubicBezTo>
                  <a:cubicBezTo>
                    <a:pt x="1001459" y="2681288"/>
                    <a:pt x="992887" y="2677478"/>
                    <a:pt x="985267" y="2673668"/>
                  </a:cubicBezTo>
                  <a:cubicBezTo>
                    <a:pt x="986219" y="2711768"/>
                    <a:pt x="986219" y="2749868"/>
                    <a:pt x="987172" y="2788920"/>
                  </a:cubicBezTo>
                  <a:cubicBezTo>
                    <a:pt x="877634" y="2737485"/>
                    <a:pt x="770954" y="2681288"/>
                    <a:pt x="664274" y="2623185"/>
                  </a:cubicBezTo>
                  <a:cubicBezTo>
                    <a:pt x="655702" y="2602230"/>
                    <a:pt x="647129" y="2581275"/>
                    <a:pt x="638557" y="2560320"/>
                  </a:cubicBezTo>
                  <a:cubicBezTo>
                    <a:pt x="638557" y="2538413"/>
                    <a:pt x="637604" y="2517458"/>
                    <a:pt x="637604" y="2495550"/>
                  </a:cubicBezTo>
                  <a:cubicBezTo>
                    <a:pt x="636652" y="2343150"/>
                    <a:pt x="632842" y="2191703"/>
                    <a:pt x="627127" y="2040255"/>
                  </a:cubicBezTo>
                  <a:cubicBezTo>
                    <a:pt x="627127" y="2039303"/>
                    <a:pt x="627127" y="2038350"/>
                    <a:pt x="626174" y="2037398"/>
                  </a:cubicBezTo>
                  <a:cubicBezTo>
                    <a:pt x="745237" y="2037398"/>
                    <a:pt x="865252" y="2036445"/>
                    <a:pt x="984314" y="2036445"/>
                  </a:cubicBezTo>
                  <a:cubicBezTo>
                    <a:pt x="984314" y="2037398"/>
                    <a:pt x="984314" y="2039303"/>
                    <a:pt x="984314" y="2040255"/>
                  </a:cubicBezTo>
                  <a:cubicBezTo>
                    <a:pt x="984314" y="2043113"/>
                    <a:pt x="984314" y="2045970"/>
                    <a:pt x="984314" y="2047875"/>
                  </a:cubicBezTo>
                  <a:cubicBezTo>
                    <a:pt x="992887" y="2045018"/>
                    <a:pt x="1001459" y="2042160"/>
                    <a:pt x="1010032" y="2040255"/>
                  </a:cubicBezTo>
                  <a:cubicBezTo>
                    <a:pt x="1010032" y="2040255"/>
                    <a:pt x="1010032" y="2040255"/>
                    <a:pt x="1010032" y="2040255"/>
                  </a:cubicBezTo>
                  <a:cubicBezTo>
                    <a:pt x="1010032" y="2038350"/>
                    <a:pt x="1010032" y="2037398"/>
                    <a:pt x="1009079" y="2036445"/>
                  </a:cubicBezTo>
                  <a:cubicBezTo>
                    <a:pt x="1015747" y="2036445"/>
                    <a:pt x="1022414" y="2036445"/>
                    <a:pt x="1028129" y="2036445"/>
                  </a:cubicBezTo>
                  <a:cubicBezTo>
                    <a:pt x="1081469" y="2025015"/>
                    <a:pt x="1135762" y="2024063"/>
                    <a:pt x="1190054" y="2035493"/>
                  </a:cubicBezTo>
                  <a:cubicBezTo>
                    <a:pt x="1318642" y="2034540"/>
                    <a:pt x="1447229" y="2031683"/>
                    <a:pt x="1575817" y="2028825"/>
                  </a:cubicBezTo>
                  <a:cubicBezTo>
                    <a:pt x="1575817" y="2025968"/>
                    <a:pt x="1575817" y="2023110"/>
                    <a:pt x="1575817" y="2020253"/>
                  </a:cubicBezTo>
                  <a:cubicBezTo>
                    <a:pt x="1585342" y="2019300"/>
                    <a:pt x="1593914" y="2018348"/>
                    <a:pt x="1603439" y="2016443"/>
                  </a:cubicBezTo>
                  <a:cubicBezTo>
                    <a:pt x="1604392" y="2026920"/>
                    <a:pt x="1611059" y="2037398"/>
                    <a:pt x="1621537" y="2038350"/>
                  </a:cubicBezTo>
                  <a:cubicBezTo>
                    <a:pt x="1677734" y="2044065"/>
                    <a:pt x="1732027" y="2035493"/>
                    <a:pt x="1783462" y="2014538"/>
                  </a:cubicBezTo>
                  <a:cubicBezTo>
                    <a:pt x="1783462" y="2022158"/>
                    <a:pt x="1784414" y="2028825"/>
                    <a:pt x="1784414" y="2036445"/>
                  </a:cubicBezTo>
                  <a:cubicBezTo>
                    <a:pt x="1812037" y="2212658"/>
                    <a:pt x="1835849" y="2389823"/>
                    <a:pt x="1838707" y="2569845"/>
                  </a:cubicBezTo>
                  <a:cubicBezTo>
                    <a:pt x="1862519" y="2716530"/>
                    <a:pt x="1885379" y="2863215"/>
                    <a:pt x="1908239" y="3010853"/>
                  </a:cubicBezTo>
                  <a:cubicBezTo>
                    <a:pt x="1913954" y="3031808"/>
                    <a:pt x="1892047" y="3043238"/>
                    <a:pt x="1879664" y="3029903"/>
                  </a:cubicBezTo>
                  <a:close/>
                  <a:moveTo>
                    <a:pt x="1909192" y="2620328"/>
                  </a:moveTo>
                  <a:cubicBezTo>
                    <a:pt x="1908239" y="2603183"/>
                    <a:pt x="1907287" y="2586038"/>
                    <a:pt x="1906334" y="2568893"/>
                  </a:cubicBezTo>
                  <a:cubicBezTo>
                    <a:pt x="1907287" y="2562225"/>
                    <a:pt x="1907287" y="2555558"/>
                    <a:pt x="1905382" y="2547938"/>
                  </a:cubicBezTo>
                  <a:cubicBezTo>
                    <a:pt x="1905382" y="2546985"/>
                    <a:pt x="1905382" y="2546985"/>
                    <a:pt x="1905382" y="2546033"/>
                  </a:cubicBezTo>
                  <a:cubicBezTo>
                    <a:pt x="1902524" y="2493645"/>
                    <a:pt x="1898714" y="2441258"/>
                    <a:pt x="1895857" y="2389823"/>
                  </a:cubicBezTo>
                  <a:cubicBezTo>
                    <a:pt x="1898714" y="2383155"/>
                    <a:pt x="1900619" y="2374583"/>
                    <a:pt x="1900619" y="2365058"/>
                  </a:cubicBezTo>
                  <a:cubicBezTo>
                    <a:pt x="1899667" y="2347913"/>
                    <a:pt x="1898714" y="2329815"/>
                    <a:pt x="1897762" y="2312670"/>
                  </a:cubicBezTo>
                  <a:cubicBezTo>
                    <a:pt x="1898714" y="2305050"/>
                    <a:pt x="1900619" y="2298383"/>
                    <a:pt x="1902524" y="2290763"/>
                  </a:cubicBezTo>
                  <a:cubicBezTo>
                    <a:pt x="1916812" y="2375535"/>
                    <a:pt x="1933004" y="2459355"/>
                    <a:pt x="1951102" y="2542223"/>
                  </a:cubicBezTo>
                  <a:cubicBezTo>
                    <a:pt x="1936814" y="2568893"/>
                    <a:pt x="1922527" y="2594610"/>
                    <a:pt x="1909192" y="2620328"/>
                  </a:cubicBezTo>
                  <a:close/>
                  <a:moveTo>
                    <a:pt x="1948244" y="1279208"/>
                  </a:moveTo>
                  <a:cubicBezTo>
                    <a:pt x="1948244" y="1299210"/>
                    <a:pt x="1949197" y="1319213"/>
                    <a:pt x="1949197" y="1339215"/>
                  </a:cubicBezTo>
                  <a:cubicBezTo>
                    <a:pt x="1942529" y="1272540"/>
                    <a:pt x="1935862" y="1206818"/>
                    <a:pt x="1928242" y="1140143"/>
                  </a:cubicBezTo>
                  <a:cubicBezTo>
                    <a:pt x="1928242" y="1136333"/>
                    <a:pt x="1927289" y="1132523"/>
                    <a:pt x="1927289" y="1128713"/>
                  </a:cubicBezTo>
                  <a:cubicBezTo>
                    <a:pt x="1926337" y="1119188"/>
                    <a:pt x="1925384" y="1110615"/>
                    <a:pt x="1925384" y="1101090"/>
                  </a:cubicBezTo>
                  <a:cubicBezTo>
                    <a:pt x="1933004" y="1129665"/>
                    <a:pt x="1940624" y="1157288"/>
                    <a:pt x="1948244" y="1185863"/>
                  </a:cubicBezTo>
                  <a:cubicBezTo>
                    <a:pt x="1949197" y="1223963"/>
                    <a:pt x="1950149" y="1261110"/>
                    <a:pt x="1951102" y="1298258"/>
                  </a:cubicBezTo>
                  <a:cubicBezTo>
                    <a:pt x="1949197" y="1292543"/>
                    <a:pt x="1949197" y="1285875"/>
                    <a:pt x="1948244" y="1279208"/>
                  </a:cubicBezTo>
                  <a:close/>
                  <a:moveTo>
                    <a:pt x="2304479" y="3221355"/>
                  </a:moveTo>
                  <a:cubicBezTo>
                    <a:pt x="2304479" y="3226118"/>
                    <a:pt x="2305432" y="3229928"/>
                    <a:pt x="2307337" y="3233738"/>
                  </a:cubicBezTo>
                  <a:cubicBezTo>
                    <a:pt x="2192084" y="3233738"/>
                    <a:pt x="2077784" y="3233738"/>
                    <a:pt x="1962532" y="3233738"/>
                  </a:cubicBezTo>
                  <a:cubicBezTo>
                    <a:pt x="1947292" y="3206115"/>
                    <a:pt x="1956817" y="3157538"/>
                    <a:pt x="1992059" y="3157538"/>
                  </a:cubicBezTo>
                  <a:lnTo>
                    <a:pt x="2285429" y="3157538"/>
                  </a:lnTo>
                  <a:cubicBezTo>
                    <a:pt x="2295907" y="3157538"/>
                    <a:pt x="2303527" y="3161348"/>
                    <a:pt x="2309242" y="3168015"/>
                  </a:cubicBezTo>
                  <a:cubicBezTo>
                    <a:pt x="2308289" y="3170873"/>
                    <a:pt x="2307337" y="3172778"/>
                    <a:pt x="2306384" y="3175635"/>
                  </a:cubicBezTo>
                  <a:lnTo>
                    <a:pt x="2304479" y="3189923"/>
                  </a:lnTo>
                  <a:cubicBezTo>
                    <a:pt x="2304479" y="3201353"/>
                    <a:pt x="2303527" y="3209925"/>
                    <a:pt x="2304479" y="3221355"/>
                  </a:cubicBezTo>
                  <a:close/>
                  <a:moveTo>
                    <a:pt x="2558797" y="3232785"/>
                  </a:moveTo>
                  <a:cubicBezTo>
                    <a:pt x="2553082" y="3223260"/>
                    <a:pt x="2551177" y="3209925"/>
                    <a:pt x="2552129" y="3197543"/>
                  </a:cubicBezTo>
                  <a:cubicBezTo>
                    <a:pt x="2555939" y="3205163"/>
                    <a:pt x="2561654" y="3209925"/>
                    <a:pt x="2569274" y="3207068"/>
                  </a:cubicBezTo>
                  <a:cubicBezTo>
                    <a:pt x="2569274" y="3207068"/>
                    <a:pt x="2569274" y="3207068"/>
                    <a:pt x="2570227" y="3207068"/>
                  </a:cubicBezTo>
                  <a:cubicBezTo>
                    <a:pt x="2575942" y="3211830"/>
                    <a:pt x="2584514" y="3212783"/>
                    <a:pt x="2589277" y="3205163"/>
                  </a:cubicBezTo>
                  <a:cubicBezTo>
                    <a:pt x="2597849" y="3192780"/>
                    <a:pt x="2597849" y="3174683"/>
                    <a:pt x="2589277" y="3163253"/>
                  </a:cubicBezTo>
                  <a:cubicBezTo>
                    <a:pt x="2589277" y="3161348"/>
                    <a:pt x="2588324" y="3158490"/>
                    <a:pt x="2588324" y="3156585"/>
                  </a:cubicBezTo>
                  <a:cubicBezTo>
                    <a:pt x="2588324" y="3156585"/>
                    <a:pt x="2588324" y="3156585"/>
                    <a:pt x="2589277" y="3156585"/>
                  </a:cubicBezTo>
                  <a:lnTo>
                    <a:pt x="2853119" y="3156585"/>
                  </a:lnTo>
                  <a:cubicBezTo>
                    <a:pt x="2852167" y="3174683"/>
                    <a:pt x="2852167" y="3193733"/>
                    <a:pt x="2854072" y="3210878"/>
                  </a:cubicBezTo>
                  <a:cubicBezTo>
                    <a:pt x="2853119" y="3215640"/>
                    <a:pt x="2854072" y="3219450"/>
                    <a:pt x="2855977" y="3223260"/>
                  </a:cubicBezTo>
                  <a:cubicBezTo>
                    <a:pt x="2856929" y="3227070"/>
                    <a:pt x="2858834" y="3229928"/>
                    <a:pt x="2859787" y="3232785"/>
                  </a:cubicBezTo>
                  <a:cubicBezTo>
                    <a:pt x="2759774" y="3233738"/>
                    <a:pt x="2659762" y="3232785"/>
                    <a:pt x="2558797" y="3232785"/>
                  </a:cubicBezTo>
                  <a:close/>
                  <a:moveTo>
                    <a:pt x="2906459" y="3233738"/>
                  </a:moveTo>
                  <a:cubicBezTo>
                    <a:pt x="2907412" y="3228023"/>
                    <a:pt x="2907412" y="3222308"/>
                    <a:pt x="2907412" y="3216593"/>
                  </a:cubicBezTo>
                  <a:cubicBezTo>
                    <a:pt x="2912174" y="3222308"/>
                    <a:pt x="2916937" y="3228023"/>
                    <a:pt x="2921699" y="3233738"/>
                  </a:cubicBezTo>
                  <a:cubicBezTo>
                    <a:pt x="2915984" y="3233738"/>
                    <a:pt x="2911222" y="3233738"/>
                    <a:pt x="2906459" y="3233738"/>
                  </a:cubicBezTo>
                  <a:close/>
                  <a:moveTo>
                    <a:pt x="2934082" y="3233738"/>
                  </a:moveTo>
                  <a:cubicBezTo>
                    <a:pt x="2924557" y="3224213"/>
                    <a:pt x="2915032" y="3214688"/>
                    <a:pt x="2905507" y="3206115"/>
                  </a:cubicBezTo>
                  <a:cubicBezTo>
                    <a:pt x="2903602" y="3191828"/>
                    <a:pt x="2898839" y="3177540"/>
                    <a:pt x="2892172" y="3167063"/>
                  </a:cubicBezTo>
                  <a:cubicBezTo>
                    <a:pt x="2892172" y="3164205"/>
                    <a:pt x="2892172" y="3160395"/>
                    <a:pt x="2891219" y="3157538"/>
                  </a:cubicBezTo>
                  <a:lnTo>
                    <a:pt x="2918842" y="3157538"/>
                  </a:lnTo>
                  <a:cubicBezTo>
                    <a:pt x="2936939" y="3183255"/>
                    <a:pt x="2955989" y="3208973"/>
                    <a:pt x="2975039" y="3233738"/>
                  </a:cubicBezTo>
                  <a:cubicBezTo>
                    <a:pt x="2962657" y="3233738"/>
                    <a:pt x="2948369" y="3233738"/>
                    <a:pt x="2934082" y="3233738"/>
                  </a:cubicBezTo>
                  <a:close/>
                  <a:moveTo>
                    <a:pt x="2994089" y="3233738"/>
                  </a:moveTo>
                  <a:cubicBezTo>
                    <a:pt x="2975039" y="3208020"/>
                    <a:pt x="2955037" y="3182303"/>
                    <a:pt x="2935034" y="3157538"/>
                  </a:cubicBezTo>
                  <a:lnTo>
                    <a:pt x="2966467" y="3157538"/>
                  </a:lnTo>
                  <a:cubicBezTo>
                    <a:pt x="2982659" y="3178493"/>
                    <a:pt x="2999804" y="3199448"/>
                    <a:pt x="3015997" y="3220403"/>
                  </a:cubicBezTo>
                  <a:cubicBezTo>
                    <a:pt x="3018854" y="3224213"/>
                    <a:pt x="3022664" y="3228975"/>
                    <a:pt x="3026474" y="3233738"/>
                  </a:cubicBezTo>
                  <a:lnTo>
                    <a:pt x="2994089" y="3233738"/>
                  </a:lnTo>
                  <a:close/>
                  <a:moveTo>
                    <a:pt x="3041714" y="3208973"/>
                  </a:moveTo>
                  <a:cubicBezTo>
                    <a:pt x="3041714" y="3208973"/>
                    <a:pt x="3041714" y="3208973"/>
                    <a:pt x="3041714" y="3208973"/>
                  </a:cubicBezTo>
                  <a:cubicBezTo>
                    <a:pt x="3025522" y="3190875"/>
                    <a:pt x="3009329" y="3173730"/>
                    <a:pt x="2993137" y="3157538"/>
                  </a:cubicBezTo>
                  <a:lnTo>
                    <a:pt x="3005519" y="3157538"/>
                  </a:lnTo>
                  <a:cubicBezTo>
                    <a:pt x="3031237" y="3157538"/>
                    <a:pt x="3043619" y="3184208"/>
                    <a:pt x="3041714" y="3208973"/>
                  </a:cubicBezTo>
                  <a:close/>
                  <a:moveTo>
                    <a:pt x="3178874" y="2778443"/>
                  </a:moveTo>
                  <a:cubicBezTo>
                    <a:pt x="3170302" y="2767965"/>
                    <a:pt x="3159824" y="2760345"/>
                    <a:pt x="3149347" y="2752725"/>
                  </a:cubicBezTo>
                  <a:cubicBezTo>
                    <a:pt x="3134107" y="2741295"/>
                    <a:pt x="3117914" y="2767013"/>
                    <a:pt x="3131249" y="2782253"/>
                  </a:cubicBezTo>
                  <a:cubicBezTo>
                    <a:pt x="3142679" y="2796540"/>
                    <a:pt x="3157919" y="2816543"/>
                    <a:pt x="3175064" y="2818448"/>
                  </a:cubicBezTo>
                  <a:cubicBezTo>
                    <a:pt x="3174112" y="2826068"/>
                    <a:pt x="3174112" y="2833688"/>
                    <a:pt x="3173159" y="2842260"/>
                  </a:cubicBezTo>
                  <a:cubicBezTo>
                    <a:pt x="3171254" y="2844165"/>
                    <a:pt x="3170302" y="2847023"/>
                    <a:pt x="3170302" y="2849880"/>
                  </a:cubicBezTo>
                  <a:cubicBezTo>
                    <a:pt x="3169349" y="2853690"/>
                    <a:pt x="3168397" y="2858453"/>
                    <a:pt x="3168397" y="2862263"/>
                  </a:cubicBezTo>
                  <a:cubicBezTo>
                    <a:pt x="3156967" y="2855595"/>
                    <a:pt x="3146489" y="2849880"/>
                    <a:pt x="3135059" y="2843213"/>
                  </a:cubicBezTo>
                  <a:cubicBezTo>
                    <a:pt x="3123629" y="2836545"/>
                    <a:pt x="3108389" y="2855595"/>
                    <a:pt x="3119819" y="2867025"/>
                  </a:cubicBezTo>
                  <a:cubicBezTo>
                    <a:pt x="3132202" y="2880360"/>
                    <a:pt x="3142679" y="2894648"/>
                    <a:pt x="3156014" y="2906078"/>
                  </a:cubicBezTo>
                  <a:cubicBezTo>
                    <a:pt x="3157919" y="2907983"/>
                    <a:pt x="3159824" y="2909888"/>
                    <a:pt x="3162682" y="2911793"/>
                  </a:cubicBezTo>
                  <a:cubicBezTo>
                    <a:pt x="3161729" y="2920365"/>
                    <a:pt x="3161729" y="2928938"/>
                    <a:pt x="3160777" y="2937510"/>
                  </a:cubicBezTo>
                  <a:cubicBezTo>
                    <a:pt x="3148394" y="2927985"/>
                    <a:pt x="3135059" y="2919413"/>
                    <a:pt x="3121724" y="2910840"/>
                  </a:cubicBezTo>
                  <a:cubicBezTo>
                    <a:pt x="3107437" y="2902268"/>
                    <a:pt x="3090292" y="2925128"/>
                    <a:pt x="3103627" y="2939415"/>
                  </a:cubicBezTo>
                  <a:cubicBezTo>
                    <a:pt x="3120772" y="2957513"/>
                    <a:pt x="3139822" y="2976563"/>
                    <a:pt x="3158872" y="2992755"/>
                  </a:cubicBezTo>
                  <a:cubicBezTo>
                    <a:pt x="3158872" y="3004185"/>
                    <a:pt x="3158872" y="3016568"/>
                    <a:pt x="3158872" y="3027998"/>
                  </a:cubicBezTo>
                  <a:cubicBezTo>
                    <a:pt x="3153157" y="3020378"/>
                    <a:pt x="3147442" y="3013710"/>
                    <a:pt x="3141727" y="3007043"/>
                  </a:cubicBezTo>
                  <a:cubicBezTo>
                    <a:pt x="3137917" y="3001328"/>
                    <a:pt x="3134107" y="2998470"/>
                    <a:pt x="3128392" y="2994660"/>
                  </a:cubicBezTo>
                  <a:cubicBezTo>
                    <a:pt x="3124582" y="2991803"/>
                    <a:pt x="3121724" y="2993708"/>
                    <a:pt x="3118867" y="2989898"/>
                  </a:cubicBezTo>
                  <a:cubicBezTo>
                    <a:pt x="3113152" y="2982278"/>
                    <a:pt x="3100769" y="2992755"/>
                    <a:pt x="3106484" y="3002280"/>
                  </a:cubicBezTo>
                  <a:cubicBezTo>
                    <a:pt x="3108389" y="3006090"/>
                    <a:pt x="3108389" y="3009900"/>
                    <a:pt x="3109342" y="3013710"/>
                  </a:cubicBezTo>
                  <a:cubicBezTo>
                    <a:pt x="3111247" y="3020378"/>
                    <a:pt x="3113152" y="3025140"/>
                    <a:pt x="3116962" y="3031808"/>
                  </a:cubicBezTo>
                  <a:cubicBezTo>
                    <a:pt x="3123629" y="3044190"/>
                    <a:pt x="3130297" y="3057525"/>
                    <a:pt x="3137917" y="3068955"/>
                  </a:cubicBezTo>
                  <a:cubicBezTo>
                    <a:pt x="3140774" y="3072765"/>
                    <a:pt x="3143632" y="3077528"/>
                    <a:pt x="3146489" y="3082290"/>
                  </a:cubicBezTo>
                  <a:cubicBezTo>
                    <a:pt x="3142679" y="3082290"/>
                    <a:pt x="3138869" y="3082290"/>
                    <a:pt x="3134107" y="3082290"/>
                  </a:cubicBezTo>
                  <a:cubicBezTo>
                    <a:pt x="3133154" y="3081338"/>
                    <a:pt x="3132202" y="3079433"/>
                    <a:pt x="3131249" y="3078480"/>
                  </a:cubicBezTo>
                  <a:cubicBezTo>
                    <a:pt x="3110294" y="3052763"/>
                    <a:pt x="3086482" y="3025140"/>
                    <a:pt x="3059812" y="3008948"/>
                  </a:cubicBezTo>
                  <a:cubicBezTo>
                    <a:pt x="3055049" y="3006090"/>
                    <a:pt x="3049334" y="3011805"/>
                    <a:pt x="3052192" y="3018473"/>
                  </a:cubicBezTo>
                  <a:cubicBezTo>
                    <a:pt x="3061717" y="3042285"/>
                    <a:pt x="3076004" y="3062288"/>
                    <a:pt x="3090292" y="3082290"/>
                  </a:cubicBezTo>
                  <a:cubicBezTo>
                    <a:pt x="3075052" y="3082290"/>
                    <a:pt x="3060764" y="3082290"/>
                    <a:pt x="3045524" y="3082290"/>
                  </a:cubicBezTo>
                  <a:cubicBezTo>
                    <a:pt x="3045524" y="3082290"/>
                    <a:pt x="3045524" y="3082290"/>
                    <a:pt x="3045524" y="3082290"/>
                  </a:cubicBezTo>
                  <a:cubicBezTo>
                    <a:pt x="3042667" y="3079433"/>
                    <a:pt x="3039809" y="3080385"/>
                    <a:pt x="3037904" y="3082290"/>
                  </a:cubicBezTo>
                  <a:cubicBezTo>
                    <a:pt x="3023617" y="3082290"/>
                    <a:pt x="3009329" y="3082290"/>
                    <a:pt x="2995042" y="3082290"/>
                  </a:cubicBezTo>
                  <a:cubicBezTo>
                    <a:pt x="2994089" y="3080385"/>
                    <a:pt x="2993137" y="3078480"/>
                    <a:pt x="2991232" y="3077528"/>
                  </a:cubicBezTo>
                  <a:cubicBezTo>
                    <a:pt x="2985517" y="3069908"/>
                    <a:pt x="2978849" y="3070860"/>
                    <a:pt x="2974087" y="3075623"/>
                  </a:cubicBezTo>
                  <a:cubicBezTo>
                    <a:pt x="2907412" y="3025140"/>
                    <a:pt x="2842642" y="2967990"/>
                    <a:pt x="2780729" y="2909888"/>
                  </a:cubicBezTo>
                  <a:cubicBezTo>
                    <a:pt x="2776919" y="2907030"/>
                    <a:pt x="2773109" y="2904173"/>
                    <a:pt x="2769299" y="2901315"/>
                  </a:cubicBezTo>
                  <a:cubicBezTo>
                    <a:pt x="2750249" y="2907030"/>
                    <a:pt x="2726437" y="2892743"/>
                    <a:pt x="2723579" y="2865120"/>
                  </a:cubicBezTo>
                  <a:cubicBezTo>
                    <a:pt x="2722627" y="2864168"/>
                    <a:pt x="2720722" y="2863215"/>
                    <a:pt x="2719769" y="2861310"/>
                  </a:cubicBezTo>
                  <a:cubicBezTo>
                    <a:pt x="2709292" y="2862263"/>
                    <a:pt x="2697862" y="2860358"/>
                    <a:pt x="2685479" y="2852738"/>
                  </a:cubicBezTo>
                  <a:cubicBezTo>
                    <a:pt x="2669287" y="2842260"/>
                    <a:pt x="2653094" y="2831783"/>
                    <a:pt x="2636902" y="2820353"/>
                  </a:cubicBezTo>
                  <a:cubicBezTo>
                    <a:pt x="2574989" y="2757488"/>
                    <a:pt x="2511172" y="2697480"/>
                    <a:pt x="2445449" y="2641283"/>
                  </a:cubicBezTo>
                  <a:cubicBezTo>
                    <a:pt x="2410207" y="2609850"/>
                    <a:pt x="2374012" y="2580323"/>
                    <a:pt x="2337817" y="2550795"/>
                  </a:cubicBezTo>
                  <a:cubicBezTo>
                    <a:pt x="2310194" y="2438400"/>
                    <a:pt x="2293049" y="2322195"/>
                    <a:pt x="2280667" y="2205038"/>
                  </a:cubicBezTo>
                  <a:cubicBezTo>
                    <a:pt x="2224469" y="1893570"/>
                    <a:pt x="2171129" y="1581150"/>
                    <a:pt x="2151127" y="1263968"/>
                  </a:cubicBezTo>
                  <a:cubicBezTo>
                    <a:pt x="2150174" y="1255395"/>
                    <a:pt x="2148269" y="1246823"/>
                    <a:pt x="2147317" y="1238250"/>
                  </a:cubicBezTo>
                  <a:cubicBezTo>
                    <a:pt x="2146364" y="1237298"/>
                    <a:pt x="2145412" y="1236345"/>
                    <a:pt x="2144459" y="1235393"/>
                  </a:cubicBezTo>
                  <a:cubicBezTo>
                    <a:pt x="2146364" y="1186815"/>
                    <a:pt x="2139697" y="1140143"/>
                    <a:pt x="2122552" y="1096328"/>
                  </a:cubicBezTo>
                  <a:cubicBezTo>
                    <a:pt x="2120647" y="1090613"/>
                    <a:pt x="2118742" y="1084898"/>
                    <a:pt x="2116837" y="1080135"/>
                  </a:cubicBezTo>
                  <a:cubicBezTo>
                    <a:pt x="2115884" y="1072515"/>
                    <a:pt x="2115884" y="1065848"/>
                    <a:pt x="2114932" y="1058228"/>
                  </a:cubicBezTo>
                  <a:cubicBezTo>
                    <a:pt x="2157794" y="1090613"/>
                    <a:pt x="2200657" y="1122998"/>
                    <a:pt x="2242567" y="1157288"/>
                  </a:cubicBezTo>
                  <a:cubicBezTo>
                    <a:pt x="2266379" y="1174433"/>
                    <a:pt x="2290192" y="1192530"/>
                    <a:pt x="2313052" y="1210628"/>
                  </a:cubicBezTo>
                  <a:cubicBezTo>
                    <a:pt x="2398777" y="1279208"/>
                    <a:pt x="2480692" y="1354455"/>
                    <a:pt x="2562607" y="1429703"/>
                  </a:cubicBezTo>
                  <a:cubicBezTo>
                    <a:pt x="2707387" y="1564958"/>
                    <a:pt x="2858834" y="1685925"/>
                    <a:pt x="2996947" y="1829753"/>
                  </a:cubicBezTo>
                  <a:cubicBezTo>
                    <a:pt x="3007424" y="1839278"/>
                    <a:pt x="3017902" y="1849755"/>
                    <a:pt x="3027427" y="1859280"/>
                  </a:cubicBezTo>
                  <a:cubicBezTo>
                    <a:pt x="3042667" y="1874520"/>
                    <a:pt x="3058859" y="1891665"/>
                    <a:pt x="3075052" y="1909763"/>
                  </a:cubicBezTo>
                  <a:cubicBezTo>
                    <a:pt x="3075052" y="1911668"/>
                    <a:pt x="3075052" y="1912620"/>
                    <a:pt x="3074099" y="1914525"/>
                  </a:cubicBezTo>
                  <a:cubicBezTo>
                    <a:pt x="3096007" y="1939290"/>
                    <a:pt x="3116962" y="1965008"/>
                    <a:pt x="3137917" y="1991678"/>
                  </a:cubicBezTo>
                  <a:cubicBezTo>
                    <a:pt x="3149347" y="2005965"/>
                    <a:pt x="3132202" y="2027873"/>
                    <a:pt x="3119819" y="2013585"/>
                  </a:cubicBezTo>
                  <a:cubicBezTo>
                    <a:pt x="3118867" y="2012633"/>
                    <a:pt x="3116962" y="2010728"/>
                    <a:pt x="3116009" y="2009775"/>
                  </a:cubicBezTo>
                  <a:cubicBezTo>
                    <a:pt x="3116962" y="2015490"/>
                    <a:pt x="3117914" y="2021205"/>
                    <a:pt x="3118867" y="2026920"/>
                  </a:cubicBezTo>
                  <a:cubicBezTo>
                    <a:pt x="3130297" y="2036445"/>
                    <a:pt x="3138869" y="2049780"/>
                    <a:pt x="3143632" y="2067878"/>
                  </a:cubicBezTo>
                  <a:cubicBezTo>
                    <a:pt x="3116962" y="2037398"/>
                    <a:pt x="3088387" y="2009775"/>
                    <a:pt x="3060764" y="1983105"/>
                  </a:cubicBezTo>
                  <a:cubicBezTo>
                    <a:pt x="3056954" y="1983105"/>
                    <a:pt x="3053144" y="1981200"/>
                    <a:pt x="3051239" y="1975485"/>
                  </a:cubicBezTo>
                  <a:cubicBezTo>
                    <a:pt x="3050287" y="1974533"/>
                    <a:pt x="3050287" y="1972628"/>
                    <a:pt x="3049334" y="1971675"/>
                  </a:cubicBezTo>
                  <a:cubicBezTo>
                    <a:pt x="3044572" y="1966913"/>
                    <a:pt x="3038857" y="1961198"/>
                    <a:pt x="3034094" y="1956435"/>
                  </a:cubicBezTo>
                  <a:cubicBezTo>
                    <a:pt x="3035047" y="1964055"/>
                    <a:pt x="3036952" y="1971675"/>
                    <a:pt x="3036952" y="1979295"/>
                  </a:cubicBezTo>
                  <a:cubicBezTo>
                    <a:pt x="3037904" y="1999298"/>
                    <a:pt x="3012187" y="1999298"/>
                    <a:pt x="3011234" y="1979295"/>
                  </a:cubicBezTo>
                  <a:cubicBezTo>
                    <a:pt x="3010282" y="1957388"/>
                    <a:pt x="3003614" y="1936433"/>
                    <a:pt x="2993137" y="1916430"/>
                  </a:cubicBezTo>
                  <a:cubicBezTo>
                    <a:pt x="2946464" y="1874520"/>
                    <a:pt x="2902649" y="1827848"/>
                    <a:pt x="2858834" y="1782128"/>
                  </a:cubicBezTo>
                  <a:cubicBezTo>
                    <a:pt x="2829307" y="1753553"/>
                    <a:pt x="2799779" y="1725930"/>
                    <a:pt x="2770252" y="1697355"/>
                  </a:cubicBezTo>
                  <a:cubicBezTo>
                    <a:pt x="2757869" y="1685925"/>
                    <a:pt x="2746439" y="1674495"/>
                    <a:pt x="2734057" y="1662113"/>
                  </a:cubicBezTo>
                  <a:cubicBezTo>
                    <a:pt x="2732152" y="1647825"/>
                    <a:pt x="2729294" y="1633538"/>
                    <a:pt x="2727389" y="1619250"/>
                  </a:cubicBezTo>
                  <a:cubicBezTo>
                    <a:pt x="2726437" y="1611630"/>
                    <a:pt x="2715959" y="1613535"/>
                    <a:pt x="2715959" y="1621155"/>
                  </a:cubicBezTo>
                  <a:cubicBezTo>
                    <a:pt x="2715959" y="1629728"/>
                    <a:pt x="2716912" y="1637348"/>
                    <a:pt x="2716912" y="1645920"/>
                  </a:cubicBezTo>
                  <a:cubicBezTo>
                    <a:pt x="2713102" y="1642110"/>
                    <a:pt x="2709292" y="1639253"/>
                    <a:pt x="2705482" y="1635443"/>
                  </a:cubicBezTo>
                  <a:cubicBezTo>
                    <a:pt x="2694052" y="1625918"/>
                    <a:pt x="2683574" y="1616393"/>
                    <a:pt x="2672144" y="1606868"/>
                  </a:cubicBezTo>
                  <a:cubicBezTo>
                    <a:pt x="2571179" y="1520190"/>
                    <a:pt x="2469262" y="1434465"/>
                    <a:pt x="2367344" y="1348740"/>
                  </a:cubicBezTo>
                  <a:cubicBezTo>
                    <a:pt x="2358772" y="1330643"/>
                    <a:pt x="2350199" y="1313498"/>
                    <a:pt x="2346389" y="1291590"/>
                  </a:cubicBezTo>
                  <a:cubicBezTo>
                    <a:pt x="2344484" y="1281113"/>
                    <a:pt x="2332102" y="1283970"/>
                    <a:pt x="2331149" y="1294448"/>
                  </a:cubicBezTo>
                  <a:cubicBezTo>
                    <a:pt x="2331149" y="1302068"/>
                    <a:pt x="2331149" y="1310640"/>
                    <a:pt x="2331149" y="1319213"/>
                  </a:cubicBezTo>
                  <a:cubicBezTo>
                    <a:pt x="2309242" y="1301115"/>
                    <a:pt x="2287334" y="1283018"/>
                    <a:pt x="2265427" y="1263968"/>
                  </a:cubicBezTo>
                  <a:cubicBezTo>
                    <a:pt x="2286382" y="1283970"/>
                    <a:pt x="2307337" y="1303020"/>
                    <a:pt x="2329244" y="1323023"/>
                  </a:cubicBezTo>
                  <a:cubicBezTo>
                    <a:pt x="2330197" y="1323975"/>
                    <a:pt x="2330197" y="1323975"/>
                    <a:pt x="2331149" y="1324928"/>
                  </a:cubicBezTo>
                  <a:cubicBezTo>
                    <a:pt x="2331149" y="1512570"/>
                    <a:pt x="2353057" y="1704023"/>
                    <a:pt x="2365439" y="1891665"/>
                  </a:cubicBezTo>
                  <a:cubicBezTo>
                    <a:pt x="2378774" y="2098358"/>
                    <a:pt x="2393062" y="2305050"/>
                    <a:pt x="2411159" y="2510790"/>
                  </a:cubicBezTo>
                  <a:cubicBezTo>
                    <a:pt x="2412112" y="2517458"/>
                    <a:pt x="2419732" y="2517458"/>
                    <a:pt x="2419732" y="2510790"/>
                  </a:cubicBezTo>
                  <a:cubicBezTo>
                    <a:pt x="2412112" y="2304098"/>
                    <a:pt x="2400682" y="2097405"/>
                    <a:pt x="2388299" y="1891665"/>
                  </a:cubicBezTo>
                  <a:cubicBezTo>
                    <a:pt x="2376869" y="1710690"/>
                    <a:pt x="2374012" y="1524000"/>
                    <a:pt x="2354009" y="1343025"/>
                  </a:cubicBezTo>
                  <a:cubicBezTo>
                    <a:pt x="2358772" y="1347788"/>
                    <a:pt x="2364487" y="1351598"/>
                    <a:pt x="2369249" y="1356360"/>
                  </a:cubicBezTo>
                  <a:cubicBezTo>
                    <a:pt x="2370202" y="1357313"/>
                    <a:pt x="2370202" y="1358265"/>
                    <a:pt x="2371154" y="1360170"/>
                  </a:cubicBezTo>
                  <a:cubicBezTo>
                    <a:pt x="2372107" y="1361123"/>
                    <a:pt x="2373059" y="1360170"/>
                    <a:pt x="2373059" y="1359218"/>
                  </a:cubicBezTo>
                  <a:cubicBezTo>
                    <a:pt x="2492122" y="1460183"/>
                    <a:pt x="2610232" y="1562100"/>
                    <a:pt x="2718817" y="1676400"/>
                  </a:cubicBezTo>
                  <a:cubicBezTo>
                    <a:pt x="2719769" y="1697355"/>
                    <a:pt x="2719769" y="1718310"/>
                    <a:pt x="2720722" y="1739265"/>
                  </a:cubicBezTo>
                  <a:cubicBezTo>
                    <a:pt x="2720722" y="1742123"/>
                    <a:pt x="2724532" y="1742123"/>
                    <a:pt x="2724532" y="1739265"/>
                  </a:cubicBezTo>
                  <a:cubicBezTo>
                    <a:pt x="2724532" y="1735455"/>
                    <a:pt x="2724532" y="1730693"/>
                    <a:pt x="2724532" y="1726883"/>
                  </a:cubicBezTo>
                  <a:cubicBezTo>
                    <a:pt x="2727389" y="1759268"/>
                    <a:pt x="2731199" y="1790700"/>
                    <a:pt x="2734057" y="1823085"/>
                  </a:cubicBezTo>
                  <a:cubicBezTo>
                    <a:pt x="2724532" y="1815465"/>
                    <a:pt x="2715007" y="1807845"/>
                    <a:pt x="2705482" y="1799273"/>
                  </a:cubicBezTo>
                  <a:cubicBezTo>
                    <a:pt x="2715007" y="1807845"/>
                    <a:pt x="2724532" y="1816418"/>
                    <a:pt x="2734057" y="1824038"/>
                  </a:cubicBezTo>
                  <a:cubicBezTo>
                    <a:pt x="2735009" y="1831658"/>
                    <a:pt x="2735962" y="1838325"/>
                    <a:pt x="2736914" y="1845945"/>
                  </a:cubicBezTo>
                  <a:cubicBezTo>
                    <a:pt x="2742629" y="1840230"/>
                    <a:pt x="2750249" y="1837373"/>
                    <a:pt x="2757869" y="1837373"/>
                  </a:cubicBezTo>
                  <a:cubicBezTo>
                    <a:pt x="2752154" y="1791653"/>
                    <a:pt x="2746439" y="1745933"/>
                    <a:pt x="2739772" y="1700213"/>
                  </a:cubicBezTo>
                  <a:cubicBezTo>
                    <a:pt x="2797874" y="1762125"/>
                    <a:pt x="2853119" y="1828800"/>
                    <a:pt x="2904554" y="1900238"/>
                  </a:cubicBezTo>
                  <a:cubicBezTo>
                    <a:pt x="2926462" y="1925003"/>
                    <a:pt x="2947417" y="1950720"/>
                    <a:pt x="2968372" y="1975485"/>
                  </a:cubicBezTo>
                  <a:cubicBezTo>
                    <a:pt x="3004567" y="2018348"/>
                    <a:pt x="3036952" y="2065020"/>
                    <a:pt x="3072194" y="2108835"/>
                  </a:cubicBezTo>
                  <a:cubicBezTo>
                    <a:pt x="3098864" y="2142173"/>
                    <a:pt x="3123629" y="2177415"/>
                    <a:pt x="3153157" y="2205990"/>
                  </a:cubicBezTo>
                  <a:cubicBezTo>
                    <a:pt x="3153157" y="2210753"/>
                    <a:pt x="3153157" y="2214563"/>
                    <a:pt x="3154109" y="2219325"/>
                  </a:cubicBezTo>
                  <a:cubicBezTo>
                    <a:pt x="3156014" y="2230755"/>
                    <a:pt x="3156967" y="2242185"/>
                    <a:pt x="3157919" y="2253615"/>
                  </a:cubicBezTo>
                  <a:cubicBezTo>
                    <a:pt x="3158872" y="2256473"/>
                    <a:pt x="3158872" y="2259330"/>
                    <a:pt x="3159824" y="2262188"/>
                  </a:cubicBezTo>
                  <a:cubicBezTo>
                    <a:pt x="3162682" y="2284095"/>
                    <a:pt x="3164587" y="2306003"/>
                    <a:pt x="3167444" y="2327910"/>
                  </a:cubicBezTo>
                  <a:cubicBezTo>
                    <a:pt x="3158872" y="2331720"/>
                    <a:pt x="3152204" y="2340293"/>
                    <a:pt x="3152204" y="2352675"/>
                  </a:cubicBezTo>
                  <a:cubicBezTo>
                    <a:pt x="3150299" y="2423160"/>
                    <a:pt x="3148394" y="2493645"/>
                    <a:pt x="3145537" y="2563178"/>
                  </a:cubicBezTo>
                  <a:cubicBezTo>
                    <a:pt x="3144584" y="2587943"/>
                    <a:pt x="3170302" y="2591753"/>
                    <a:pt x="3178874" y="2574608"/>
                  </a:cubicBezTo>
                  <a:cubicBezTo>
                    <a:pt x="3178874" y="2581275"/>
                    <a:pt x="3178874" y="2587943"/>
                    <a:pt x="3178874" y="2594610"/>
                  </a:cubicBezTo>
                  <a:cubicBezTo>
                    <a:pt x="3178874" y="2598420"/>
                    <a:pt x="3178874" y="2601278"/>
                    <a:pt x="3179827" y="2605088"/>
                  </a:cubicBezTo>
                  <a:cubicBezTo>
                    <a:pt x="3179827" y="2605088"/>
                    <a:pt x="3178874" y="2604135"/>
                    <a:pt x="3178874" y="2604135"/>
                  </a:cubicBezTo>
                  <a:cubicBezTo>
                    <a:pt x="3168397" y="2599373"/>
                    <a:pt x="3161729" y="2601278"/>
                    <a:pt x="3151252" y="2606040"/>
                  </a:cubicBezTo>
                  <a:cubicBezTo>
                    <a:pt x="3146489" y="2607945"/>
                    <a:pt x="3141727" y="2612708"/>
                    <a:pt x="3136964" y="2615565"/>
                  </a:cubicBezTo>
                  <a:cubicBezTo>
                    <a:pt x="3131249" y="2619375"/>
                    <a:pt x="3124582" y="2623185"/>
                    <a:pt x="3118867" y="2626043"/>
                  </a:cubicBezTo>
                  <a:cubicBezTo>
                    <a:pt x="3112199" y="2629853"/>
                    <a:pt x="3111247" y="2638425"/>
                    <a:pt x="3114104" y="2646045"/>
                  </a:cubicBezTo>
                  <a:cubicBezTo>
                    <a:pt x="3112199" y="2652713"/>
                    <a:pt x="3112199" y="2660333"/>
                    <a:pt x="3116962" y="2667000"/>
                  </a:cubicBezTo>
                  <a:cubicBezTo>
                    <a:pt x="3123629" y="2675573"/>
                    <a:pt x="3130297" y="2685098"/>
                    <a:pt x="3137917" y="2693670"/>
                  </a:cubicBezTo>
                  <a:cubicBezTo>
                    <a:pt x="3145537" y="2704148"/>
                    <a:pt x="3153157" y="2716530"/>
                    <a:pt x="3164587" y="2720340"/>
                  </a:cubicBezTo>
                  <a:cubicBezTo>
                    <a:pt x="3175064" y="2725103"/>
                    <a:pt x="3186494" y="2710815"/>
                    <a:pt x="3183637" y="2697480"/>
                  </a:cubicBezTo>
                  <a:cubicBezTo>
                    <a:pt x="3179827" y="2684145"/>
                    <a:pt x="3172207" y="2676525"/>
                    <a:pt x="3164587" y="2667953"/>
                  </a:cubicBezTo>
                  <a:cubicBezTo>
                    <a:pt x="3158872" y="2661285"/>
                    <a:pt x="3153157" y="2654618"/>
                    <a:pt x="3147442" y="2647950"/>
                  </a:cubicBezTo>
                  <a:cubicBezTo>
                    <a:pt x="3151252" y="2646045"/>
                    <a:pt x="3156014" y="2644140"/>
                    <a:pt x="3159824" y="2642235"/>
                  </a:cubicBezTo>
                  <a:cubicBezTo>
                    <a:pt x="3169349" y="2638425"/>
                    <a:pt x="3176969" y="2630805"/>
                    <a:pt x="3181732" y="2619375"/>
                  </a:cubicBezTo>
                  <a:cubicBezTo>
                    <a:pt x="3184589" y="2670810"/>
                    <a:pt x="3186494" y="2723198"/>
                    <a:pt x="3185542" y="2774633"/>
                  </a:cubicBezTo>
                  <a:cubicBezTo>
                    <a:pt x="3180779" y="2771775"/>
                    <a:pt x="3179827" y="2774633"/>
                    <a:pt x="3178874" y="2778443"/>
                  </a:cubicBezTo>
                  <a:close/>
                  <a:moveTo>
                    <a:pt x="2361629" y="1342073"/>
                  </a:moveTo>
                  <a:cubicBezTo>
                    <a:pt x="2357819" y="1339215"/>
                    <a:pt x="2354009" y="1335405"/>
                    <a:pt x="2350199" y="1332548"/>
                  </a:cubicBezTo>
                  <a:cubicBezTo>
                    <a:pt x="2349247" y="1327785"/>
                    <a:pt x="2349247" y="1323975"/>
                    <a:pt x="2348294" y="1319213"/>
                  </a:cubicBezTo>
                  <a:cubicBezTo>
                    <a:pt x="2354009" y="1326833"/>
                    <a:pt x="2357819" y="1334453"/>
                    <a:pt x="2361629" y="1342073"/>
                  </a:cubicBezTo>
                  <a:close/>
                  <a:moveTo>
                    <a:pt x="3184589" y="2009775"/>
                  </a:moveTo>
                  <a:cubicBezTo>
                    <a:pt x="3183637" y="2010728"/>
                    <a:pt x="3181732" y="2010728"/>
                    <a:pt x="3180779" y="2011680"/>
                  </a:cubicBezTo>
                  <a:cubicBezTo>
                    <a:pt x="3178874" y="2005965"/>
                    <a:pt x="3176969" y="2000250"/>
                    <a:pt x="3175064" y="1994535"/>
                  </a:cubicBezTo>
                  <a:cubicBezTo>
                    <a:pt x="3174112" y="1992630"/>
                    <a:pt x="3173159" y="1989773"/>
                    <a:pt x="3173159" y="1987868"/>
                  </a:cubicBezTo>
                  <a:cubicBezTo>
                    <a:pt x="3174112" y="1987868"/>
                    <a:pt x="3174112" y="1988820"/>
                    <a:pt x="3175064" y="1988820"/>
                  </a:cubicBezTo>
                  <a:cubicBezTo>
                    <a:pt x="3175064" y="1988820"/>
                    <a:pt x="3175064" y="1988820"/>
                    <a:pt x="3176017" y="1988820"/>
                  </a:cubicBezTo>
                  <a:cubicBezTo>
                    <a:pt x="3178874" y="1995488"/>
                    <a:pt x="3181732" y="2002155"/>
                    <a:pt x="3185542" y="2008823"/>
                  </a:cubicBezTo>
                  <a:cubicBezTo>
                    <a:pt x="3184589" y="2008823"/>
                    <a:pt x="3184589" y="2009775"/>
                    <a:pt x="3184589" y="2009775"/>
                  </a:cubicBezTo>
                  <a:close/>
                  <a:moveTo>
                    <a:pt x="3675127" y="3081338"/>
                  </a:moveTo>
                  <a:cubicBezTo>
                    <a:pt x="3686557" y="3075623"/>
                    <a:pt x="3696082" y="3066098"/>
                    <a:pt x="3705607" y="3049905"/>
                  </a:cubicBezTo>
                  <a:cubicBezTo>
                    <a:pt x="3714179" y="3034665"/>
                    <a:pt x="3707512" y="3010853"/>
                    <a:pt x="3695129" y="3002280"/>
                  </a:cubicBezTo>
                  <a:cubicBezTo>
                    <a:pt x="3665602" y="2982278"/>
                    <a:pt x="3649409" y="2990850"/>
                    <a:pt x="3617977" y="3000375"/>
                  </a:cubicBezTo>
                  <a:cubicBezTo>
                    <a:pt x="3587497" y="3009900"/>
                    <a:pt x="3557017" y="3015615"/>
                    <a:pt x="3525584" y="3020378"/>
                  </a:cubicBezTo>
                  <a:cubicBezTo>
                    <a:pt x="3524632" y="2994660"/>
                    <a:pt x="3522727" y="2969895"/>
                    <a:pt x="3521774" y="2945130"/>
                  </a:cubicBezTo>
                  <a:cubicBezTo>
                    <a:pt x="3581782" y="2935605"/>
                    <a:pt x="3658934" y="2911793"/>
                    <a:pt x="3685604" y="2852738"/>
                  </a:cubicBezTo>
                  <a:cubicBezTo>
                    <a:pt x="3697034" y="2827973"/>
                    <a:pt x="3682747" y="2797493"/>
                    <a:pt x="3659887" y="2797493"/>
                  </a:cubicBezTo>
                  <a:cubicBezTo>
                    <a:pt x="3631312" y="2796540"/>
                    <a:pt x="3611309" y="2814638"/>
                    <a:pt x="3585592" y="2828925"/>
                  </a:cubicBezTo>
                  <a:cubicBezTo>
                    <a:pt x="3563684" y="2841308"/>
                    <a:pt x="3540824" y="2850833"/>
                    <a:pt x="3517964" y="2859405"/>
                  </a:cubicBezTo>
                  <a:cubicBezTo>
                    <a:pt x="3517012" y="2834640"/>
                    <a:pt x="3516059" y="2810828"/>
                    <a:pt x="3515107" y="2786063"/>
                  </a:cubicBezTo>
                  <a:cubicBezTo>
                    <a:pt x="3575114" y="2787015"/>
                    <a:pt x="3663697" y="2785110"/>
                    <a:pt x="3706559" y="2736533"/>
                  </a:cubicBezTo>
                  <a:cubicBezTo>
                    <a:pt x="3702749" y="2850833"/>
                    <a:pt x="3702749" y="2966085"/>
                    <a:pt x="3714179" y="3080385"/>
                  </a:cubicBezTo>
                  <a:cubicBezTo>
                    <a:pt x="3700844" y="3081338"/>
                    <a:pt x="3687509" y="3081338"/>
                    <a:pt x="3675127" y="3081338"/>
                  </a:cubicBezTo>
                  <a:close/>
                  <a:moveTo>
                    <a:pt x="3726562" y="2293620"/>
                  </a:moveTo>
                  <a:cubicBezTo>
                    <a:pt x="3722752" y="2422208"/>
                    <a:pt x="3714179" y="2549843"/>
                    <a:pt x="3708464" y="2678430"/>
                  </a:cubicBezTo>
                  <a:cubicBezTo>
                    <a:pt x="3706559" y="2677478"/>
                    <a:pt x="3705607" y="2676525"/>
                    <a:pt x="3703702" y="2675573"/>
                  </a:cubicBezTo>
                  <a:cubicBezTo>
                    <a:pt x="3674174" y="2662238"/>
                    <a:pt x="3650362" y="2677478"/>
                    <a:pt x="3620834" y="2687003"/>
                  </a:cubicBezTo>
                  <a:cubicBezTo>
                    <a:pt x="3584639" y="2698433"/>
                    <a:pt x="3547492" y="2708910"/>
                    <a:pt x="3511297" y="2715578"/>
                  </a:cubicBezTo>
                  <a:cubicBezTo>
                    <a:pt x="3509392" y="2687003"/>
                    <a:pt x="3508439" y="2659380"/>
                    <a:pt x="3506534" y="2630805"/>
                  </a:cubicBezTo>
                  <a:cubicBezTo>
                    <a:pt x="3506534" y="2628900"/>
                    <a:pt x="3506534" y="2626043"/>
                    <a:pt x="3506534" y="2624138"/>
                  </a:cubicBezTo>
                  <a:cubicBezTo>
                    <a:pt x="3508439" y="2624138"/>
                    <a:pt x="3509392" y="2624138"/>
                    <a:pt x="3511297" y="2623185"/>
                  </a:cubicBezTo>
                  <a:cubicBezTo>
                    <a:pt x="3551302" y="2617470"/>
                    <a:pt x="3591307" y="2605088"/>
                    <a:pt x="3629407" y="2589848"/>
                  </a:cubicBezTo>
                  <a:cubicBezTo>
                    <a:pt x="3659887" y="2577465"/>
                    <a:pt x="3688462" y="2568893"/>
                    <a:pt x="3698939" y="2528888"/>
                  </a:cubicBezTo>
                  <a:cubicBezTo>
                    <a:pt x="3701797" y="2516505"/>
                    <a:pt x="3695129" y="2506028"/>
                    <a:pt x="3686557" y="2502218"/>
                  </a:cubicBezTo>
                  <a:cubicBezTo>
                    <a:pt x="3658934" y="2488883"/>
                    <a:pt x="3640837" y="2506980"/>
                    <a:pt x="3614167" y="2520315"/>
                  </a:cubicBezTo>
                  <a:cubicBezTo>
                    <a:pt x="3578924" y="2537460"/>
                    <a:pt x="3541777" y="2548890"/>
                    <a:pt x="3503677" y="2556510"/>
                  </a:cubicBezTo>
                  <a:cubicBezTo>
                    <a:pt x="3503677" y="2556510"/>
                    <a:pt x="3502724" y="2556510"/>
                    <a:pt x="3502724" y="2556510"/>
                  </a:cubicBezTo>
                  <a:cubicBezTo>
                    <a:pt x="3500819" y="2526030"/>
                    <a:pt x="3499867" y="2495550"/>
                    <a:pt x="3498914" y="2465070"/>
                  </a:cubicBezTo>
                  <a:cubicBezTo>
                    <a:pt x="3506534" y="2464118"/>
                    <a:pt x="3513202" y="2464118"/>
                    <a:pt x="3520822" y="2463165"/>
                  </a:cubicBezTo>
                  <a:cubicBezTo>
                    <a:pt x="3576067" y="2459355"/>
                    <a:pt x="3665602" y="2462213"/>
                    <a:pt x="3708464" y="2414588"/>
                  </a:cubicBezTo>
                  <a:cubicBezTo>
                    <a:pt x="3718942" y="2403158"/>
                    <a:pt x="3713227" y="2382203"/>
                    <a:pt x="3700844" y="2377440"/>
                  </a:cubicBezTo>
                  <a:cubicBezTo>
                    <a:pt x="3672269" y="2366963"/>
                    <a:pt x="3648457" y="2378393"/>
                    <a:pt x="3619882" y="2385060"/>
                  </a:cubicBezTo>
                  <a:cubicBezTo>
                    <a:pt x="3581782" y="2394585"/>
                    <a:pt x="3542729" y="2400300"/>
                    <a:pt x="3503677" y="2405063"/>
                  </a:cubicBezTo>
                  <a:cubicBezTo>
                    <a:pt x="3501772" y="2405063"/>
                    <a:pt x="3499867" y="2405063"/>
                    <a:pt x="3497962" y="2406015"/>
                  </a:cubicBezTo>
                  <a:cubicBezTo>
                    <a:pt x="3497009" y="2380298"/>
                    <a:pt x="3497009" y="2355533"/>
                    <a:pt x="3497009" y="2329815"/>
                  </a:cubicBezTo>
                  <a:cubicBezTo>
                    <a:pt x="3497009" y="2327910"/>
                    <a:pt x="3497009" y="2325053"/>
                    <a:pt x="3497009" y="2323148"/>
                  </a:cubicBezTo>
                  <a:cubicBezTo>
                    <a:pt x="3509392" y="2323148"/>
                    <a:pt x="3520822" y="2323148"/>
                    <a:pt x="3533204" y="2322195"/>
                  </a:cubicBezTo>
                  <a:cubicBezTo>
                    <a:pt x="3581782" y="2320290"/>
                    <a:pt x="3630359" y="2308860"/>
                    <a:pt x="3677984" y="2296478"/>
                  </a:cubicBezTo>
                  <a:cubicBezTo>
                    <a:pt x="3693224" y="2292668"/>
                    <a:pt x="3712274" y="2286953"/>
                    <a:pt x="3731324" y="2278380"/>
                  </a:cubicBezTo>
                  <a:cubicBezTo>
                    <a:pt x="3731324" y="2283143"/>
                    <a:pt x="3731324" y="2287905"/>
                    <a:pt x="3731324" y="2292668"/>
                  </a:cubicBezTo>
                  <a:cubicBezTo>
                    <a:pt x="3728467" y="2293620"/>
                    <a:pt x="3727514" y="2293620"/>
                    <a:pt x="3726562" y="2293620"/>
                  </a:cubicBezTo>
                  <a:close/>
                  <a:moveTo>
                    <a:pt x="3729419" y="2201228"/>
                  </a:moveTo>
                  <a:cubicBezTo>
                    <a:pt x="3711322" y="2208848"/>
                    <a:pt x="3695129" y="2222183"/>
                    <a:pt x="3677032" y="2230755"/>
                  </a:cubicBezTo>
                  <a:cubicBezTo>
                    <a:pt x="3635122" y="2252663"/>
                    <a:pt x="3592259" y="2266950"/>
                    <a:pt x="3546539" y="2274570"/>
                  </a:cubicBezTo>
                  <a:cubicBezTo>
                    <a:pt x="3529394" y="2277428"/>
                    <a:pt x="3512249" y="2279333"/>
                    <a:pt x="3495104" y="2280285"/>
                  </a:cubicBezTo>
                  <a:cubicBezTo>
                    <a:pt x="3495104" y="2197418"/>
                    <a:pt x="3496057" y="2112645"/>
                    <a:pt x="3483674" y="2031683"/>
                  </a:cubicBezTo>
                  <a:cubicBezTo>
                    <a:pt x="3483674" y="2029778"/>
                    <a:pt x="3481769" y="2029778"/>
                    <a:pt x="3480817" y="2031683"/>
                  </a:cubicBezTo>
                  <a:cubicBezTo>
                    <a:pt x="3468434" y="2112645"/>
                    <a:pt x="3469387" y="2197418"/>
                    <a:pt x="3469387" y="2280285"/>
                  </a:cubicBezTo>
                  <a:cubicBezTo>
                    <a:pt x="3454147" y="2280285"/>
                    <a:pt x="3437954" y="2279333"/>
                    <a:pt x="3422714" y="2278380"/>
                  </a:cubicBezTo>
                  <a:cubicBezTo>
                    <a:pt x="3385567" y="2274570"/>
                    <a:pt x="3335084" y="2245043"/>
                    <a:pt x="3299842" y="2260283"/>
                  </a:cubicBezTo>
                  <a:cubicBezTo>
                    <a:pt x="3296984" y="2261235"/>
                    <a:pt x="3295079" y="2265998"/>
                    <a:pt x="3296984" y="2269808"/>
                  </a:cubicBezTo>
                  <a:cubicBezTo>
                    <a:pt x="3316987" y="2303145"/>
                    <a:pt x="3356992" y="2305050"/>
                    <a:pt x="3388424" y="2311718"/>
                  </a:cubicBezTo>
                  <a:cubicBezTo>
                    <a:pt x="3415094" y="2317433"/>
                    <a:pt x="3442717" y="2321243"/>
                    <a:pt x="3470339" y="2323148"/>
                  </a:cubicBezTo>
                  <a:cubicBezTo>
                    <a:pt x="3470339" y="2351723"/>
                    <a:pt x="3469387" y="2380298"/>
                    <a:pt x="3468434" y="2408873"/>
                  </a:cubicBezTo>
                  <a:cubicBezTo>
                    <a:pt x="3419857" y="2410778"/>
                    <a:pt x="3370327" y="2408873"/>
                    <a:pt x="3326512" y="2432685"/>
                  </a:cubicBezTo>
                  <a:cubicBezTo>
                    <a:pt x="3324607" y="2433638"/>
                    <a:pt x="3325559" y="2436495"/>
                    <a:pt x="3326512" y="2436495"/>
                  </a:cubicBezTo>
                  <a:cubicBezTo>
                    <a:pt x="3367469" y="2467928"/>
                    <a:pt x="3417952" y="2469833"/>
                    <a:pt x="3467482" y="2466975"/>
                  </a:cubicBezTo>
                  <a:cubicBezTo>
                    <a:pt x="3466529" y="2498408"/>
                    <a:pt x="3464624" y="2530793"/>
                    <a:pt x="3463672" y="2562225"/>
                  </a:cubicBezTo>
                  <a:cubicBezTo>
                    <a:pt x="3404617" y="2567940"/>
                    <a:pt x="3343657" y="2562225"/>
                    <a:pt x="3285554" y="2560320"/>
                  </a:cubicBezTo>
                  <a:cubicBezTo>
                    <a:pt x="3275077" y="2560320"/>
                    <a:pt x="3270314" y="2579370"/>
                    <a:pt x="3279839" y="2586038"/>
                  </a:cubicBezTo>
                  <a:cubicBezTo>
                    <a:pt x="3337942" y="2620328"/>
                    <a:pt x="3397949" y="2630805"/>
                    <a:pt x="3459862" y="2627948"/>
                  </a:cubicBezTo>
                  <a:cubicBezTo>
                    <a:pt x="3457957" y="2659380"/>
                    <a:pt x="3456052" y="2690813"/>
                    <a:pt x="3454147" y="2722245"/>
                  </a:cubicBezTo>
                  <a:cubicBezTo>
                    <a:pt x="3393187" y="2726055"/>
                    <a:pt x="3332227" y="2717483"/>
                    <a:pt x="3272219" y="2712720"/>
                  </a:cubicBezTo>
                  <a:cubicBezTo>
                    <a:pt x="3262694" y="2711768"/>
                    <a:pt x="3257932" y="2730818"/>
                    <a:pt x="3267457" y="2735580"/>
                  </a:cubicBezTo>
                  <a:cubicBezTo>
                    <a:pt x="3326512" y="2767013"/>
                    <a:pt x="3388424" y="2778443"/>
                    <a:pt x="3451289" y="2783205"/>
                  </a:cubicBezTo>
                  <a:cubicBezTo>
                    <a:pt x="3449384" y="2814638"/>
                    <a:pt x="3448432" y="2847023"/>
                    <a:pt x="3447479" y="2878455"/>
                  </a:cubicBezTo>
                  <a:cubicBezTo>
                    <a:pt x="3390329" y="2888933"/>
                    <a:pt x="3327464" y="2890838"/>
                    <a:pt x="3274124" y="2876550"/>
                  </a:cubicBezTo>
                  <a:cubicBezTo>
                    <a:pt x="3266504" y="2874645"/>
                    <a:pt x="3259837" y="2888933"/>
                    <a:pt x="3268409" y="2893695"/>
                  </a:cubicBezTo>
                  <a:cubicBezTo>
                    <a:pt x="3327464" y="2926080"/>
                    <a:pt x="3382709" y="2947988"/>
                    <a:pt x="3443669" y="2951798"/>
                  </a:cubicBezTo>
                  <a:cubicBezTo>
                    <a:pt x="3441764" y="2978468"/>
                    <a:pt x="3440812" y="3005138"/>
                    <a:pt x="3439859" y="3031808"/>
                  </a:cubicBezTo>
                  <a:cubicBezTo>
                    <a:pt x="3387472" y="3036570"/>
                    <a:pt x="3335084" y="3041333"/>
                    <a:pt x="3283649" y="3053715"/>
                  </a:cubicBezTo>
                  <a:cubicBezTo>
                    <a:pt x="3275077" y="3055620"/>
                    <a:pt x="3276982" y="3068955"/>
                    <a:pt x="3283649" y="3071813"/>
                  </a:cubicBezTo>
                  <a:cubicBezTo>
                    <a:pt x="3289364" y="3074670"/>
                    <a:pt x="3295079" y="3077528"/>
                    <a:pt x="3300794" y="3079433"/>
                  </a:cubicBezTo>
                  <a:cubicBezTo>
                    <a:pt x="3278887" y="3079433"/>
                    <a:pt x="3256979" y="3079433"/>
                    <a:pt x="3234119" y="3079433"/>
                  </a:cubicBezTo>
                  <a:cubicBezTo>
                    <a:pt x="3234119" y="2975610"/>
                    <a:pt x="3234119" y="2871788"/>
                    <a:pt x="3234119" y="2767013"/>
                  </a:cubicBezTo>
                  <a:cubicBezTo>
                    <a:pt x="3236024" y="2698433"/>
                    <a:pt x="3236024" y="2629853"/>
                    <a:pt x="3236024" y="2561273"/>
                  </a:cubicBezTo>
                  <a:cubicBezTo>
                    <a:pt x="3236024" y="2471738"/>
                    <a:pt x="3236024" y="2383155"/>
                    <a:pt x="3236024" y="2293620"/>
                  </a:cubicBezTo>
                  <a:cubicBezTo>
                    <a:pt x="3236977" y="2294573"/>
                    <a:pt x="3237929" y="2295525"/>
                    <a:pt x="3238882" y="2296478"/>
                  </a:cubicBezTo>
                  <a:cubicBezTo>
                    <a:pt x="3242692" y="2300288"/>
                    <a:pt x="3247454" y="2295525"/>
                    <a:pt x="3245549" y="2290763"/>
                  </a:cubicBezTo>
                  <a:cubicBezTo>
                    <a:pt x="3242692" y="2284095"/>
                    <a:pt x="3239834" y="2278380"/>
                    <a:pt x="3236977" y="2272665"/>
                  </a:cubicBezTo>
                  <a:cubicBezTo>
                    <a:pt x="3240787" y="2229803"/>
                    <a:pt x="3243644" y="2186940"/>
                    <a:pt x="3247454" y="2144078"/>
                  </a:cubicBezTo>
                  <a:cubicBezTo>
                    <a:pt x="3248407" y="2144078"/>
                    <a:pt x="3249359" y="2143125"/>
                    <a:pt x="3250312" y="2143125"/>
                  </a:cubicBezTo>
                  <a:cubicBezTo>
                    <a:pt x="3251264" y="2144078"/>
                    <a:pt x="3252217" y="2145983"/>
                    <a:pt x="3252217" y="2147888"/>
                  </a:cubicBezTo>
                  <a:cubicBezTo>
                    <a:pt x="3255074" y="2152650"/>
                    <a:pt x="3260789" y="2150745"/>
                    <a:pt x="3261742" y="2145030"/>
                  </a:cubicBezTo>
                  <a:cubicBezTo>
                    <a:pt x="3261742" y="2143125"/>
                    <a:pt x="3261742" y="2140268"/>
                    <a:pt x="3261742" y="2138363"/>
                  </a:cubicBezTo>
                  <a:cubicBezTo>
                    <a:pt x="3267457" y="2134553"/>
                    <a:pt x="3273172" y="2130743"/>
                    <a:pt x="3278887" y="2125028"/>
                  </a:cubicBezTo>
                  <a:cubicBezTo>
                    <a:pt x="3282697" y="2121218"/>
                    <a:pt x="3283649" y="2115503"/>
                    <a:pt x="3281744" y="2109788"/>
                  </a:cubicBezTo>
                  <a:cubicBezTo>
                    <a:pt x="3283649" y="2108835"/>
                    <a:pt x="3285554" y="2107883"/>
                    <a:pt x="3286507" y="2106930"/>
                  </a:cubicBezTo>
                  <a:cubicBezTo>
                    <a:pt x="3281744" y="2096453"/>
                    <a:pt x="3278887" y="2083118"/>
                    <a:pt x="3279839" y="2065973"/>
                  </a:cubicBezTo>
                  <a:cubicBezTo>
                    <a:pt x="3272219" y="2069783"/>
                    <a:pt x="3265552" y="2074545"/>
                    <a:pt x="3258884" y="2079308"/>
                  </a:cubicBezTo>
                  <a:cubicBezTo>
                    <a:pt x="3256979" y="2065973"/>
                    <a:pt x="3255074" y="2053590"/>
                    <a:pt x="3251264" y="2040255"/>
                  </a:cubicBezTo>
                  <a:cubicBezTo>
                    <a:pt x="3254122" y="2042160"/>
                    <a:pt x="3256979" y="2044065"/>
                    <a:pt x="3259837" y="2043113"/>
                  </a:cubicBezTo>
                  <a:cubicBezTo>
                    <a:pt x="3268409" y="2041208"/>
                    <a:pt x="3276982" y="2039303"/>
                    <a:pt x="3284602" y="2038350"/>
                  </a:cubicBezTo>
                  <a:cubicBezTo>
                    <a:pt x="3286507" y="2029778"/>
                    <a:pt x="3290317" y="2022158"/>
                    <a:pt x="3293174" y="2015490"/>
                  </a:cubicBezTo>
                  <a:cubicBezTo>
                    <a:pt x="3328417" y="2005013"/>
                    <a:pt x="3363659" y="1996440"/>
                    <a:pt x="3400807" y="1994535"/>
                  </a:cubicBezTo>
                  <a:cubicBezTo>
                    <a:pt x="3479864" y="1988820"/>
                    <a:pt x="3553207" y="2025015"/>
                    <a:pt x="3630359" y="2029778"/>
                  </a:cubicBezTo>
                  <a:cubicBezTo>
                    <a:pt x="3661792" y="2040255"/>
                    <a:pt x="3694177" y="2051685"/>
                    <a:pt x="3725609" y="2064068"/>
                  </a:cubicBezTo>
                  <a:cubicBezTo>
                    <a:pt x="3728467" y="2065020"/>
                    <a:pt x="3731324" y="2065973"/>
                    <a:pt x="3734182" y="2066925"/>
                  </a:cubicBezTo>
                  <a:cubicBezTo>
                    <a:pt x="3731324" y="2111693"/>
                    <a:pt x="3730372" y="2156460"/>
                    <a:pt x="3729419" y="2201228"/>
                  </a:cubicBezTo>
                  <a:close/>
                  <a:moveTo>
                    <a:pt x="3234119" y="2149793"/>
                  </a:moveTo>
                  <a:cubicBezTo>
                    <a:pt x="3235072" y="2149793"/>
                    <a:pt x="3236024" y="2149793"/>
                    <a:pt x="3236977" y="2148840"/>
                  </a:cubicBezTo>
                  <a:cubicBezTo>
                    <a:pt x="3236024" y="2162175"/>
                    <a:pt x="3235072" y="2174558"/>
                    <a:pt x="3234119" y="2187893"/>
                  </a:cubicBezTo>
                  <a:cubicBezTo>
                    <a:pt x="3234119" y="2174558"/>
                    <a:pt x="3234119" y="2162175"/>
                    <a:pt x="3234119" y="2149793"/>
                  </a:cubicBezTo>
                  <a:close/>
                  <a:moveTo>
                    <a:pt x="3292222" y="1936433"/>
                  </a:moveTo>
                  <a:cubicBezTo>
                    <a:pt x="3298889" y="1932623"/>
                    <a:pt x="3305557" y="1929765"/>
                    <a:pt x="3312224" y="1926908"/>
                  </a:cubicBezTo>
                  <a:cubicBezTo>
                    <a:pt x="3312224" y="1932623"/>
                    <a:pt x="3313177" y="1937385"/>
                    <a:pt x="3316034" y="1941195"/>
                  </a:cubicBezTo>
                  <a:cubicBezTo>
                    <a:pt x="3311272" y="1942148"/>
                    <a:pt x="3306509" y="1944053"/>
                    <a:pt x="3302699" y="1945005"/>
                  </a:cubicBezTo>
                  <a:cubicBezTo>
                    <a:pt x="3298889" y="1943100"/>
                    <a:pt x="3296032" y="1939290"/>
                    <a:pt x="3292222" y="1936433"/>
                  </a:cubicBezTo>
                  <a:close/>
                  <a:moveTo>
                    <a:pt x="3681794" y="2007870"/>
                  </a:moveTo>
                  <a:cubicBezTo>
                    <a:pt x="3685604" y="2007870"/>
                    <a:pt x="3688462" y="2007870"/>
                    <a:pt x="3692272" y="2006918"/>
                  </a:cubicBezTo>
                  <a:cubicBezTo>
                    <a:pt x="3693224" y="2012633"/>
                    <a:pt x="3695129" y="2017395"/>
                    <a:pt x="3697987" y="2021205"/>
                  </a:cubicBezTo>
                  <a:cubicBezTo>
                    <a:pt x="3697034" y="2022158"/>
                    <a:pt x="3696082" y="2023110"/>
                    <a:pt x="3695129" y="2024063"/>
                  </a:cubicBezTo>
                  <a:cubicBezTo>
                    <a:pt x="3691319" y="2018348"/>
                    <a:pt x="3686557" y="2012633"/>
                    <a:pt x="3681794" y="2007870"/>
                  </a:cubicBezTo>
                  <a:close/>
                  <a:moveTo>
                    <a:pt x="3747517" y="3081338"/>
                  </a:moveTo>
                  <a:lnTo>
                    <a:pt x="3746564" y="3081338"/>
                  </a:lnTo>
                  <a:cubicBezTo>
                    <a:pt x="3746564" y="3048000"/>
                    <a:pt x="3746564" y="3015615"/>
                    <a:pt x="3746564" y="2984183"/>
                  </a:cubicBezTo>
                  <a:cubicBezTo>
                    <a:pt x="3747517" y="2990850"/>
                    <a:pt x="3747517" y="2997518"/>
                    <a:pt x="3748469" y="3004185"/>
                  </a:cubicBezTo>
                  <a:cubicBezTo>
                    <a:pt x="3747517" y="3028950"/>
                    <a:pt x="3746564" y="3055620"/>
                    <a:pt x="3747517" y="3081338"/>
                  </a:cubicBezTo>
                  <a:close/>
                  <a:moveTo>
                    <a:pt x="3755137" y="1922145"/>
                  </a:moveTo>
                  <a:cubicBezTo>
                    <a:pt x="3753232" y="1924050"/>
                    <a:pt x="3750374" y="1925003"/>
                    <a:pt x="3748469" y="1926908"/>
                  </a:cubicBezTo>
                  <a:cubicBezTo>
                    <a:pt x="3730372" y="1944053"/>
                    <a:pt x="3714179" y="1963103"/>
                    <a:pt x="3697987" y="1983105"/>
                  </a:cubicBezTo>
                  <a:cubicBezTo>
                    <a:pt x="3688462" y="1981200"/>
                    <a:pt x="3678937" y="1978343"/>
                    <a:pt x="3669412" y="1977390"/>
                  </a:cubicBezTo>
                  <a:cubicBezTo>
                    <a:pt x="3671317" y="1969770"/>
                    <a:pt x="3667507" y="1960245"/>
                    <a:pt x="3660839" y="1957388"/>
                  </a:cubicBezTo>
                  <a:cubicBezTo>
                    <a:pt x="3653219" y="1954530"/>
                    <a:pt x="3645599" y="1952625"/>
                    <a:pt x="3637979" y="1951673"/>
                  </a:cubicBezTo>
                  <a:cubicBezTo>
                    <a:pt x="3619882" y="1931670"/>
                    <a:pt x="3597022" y="1917383"/>
                    <a:pt x="3573209" y="1906905"/>
                  </a:cubicBezTo>
                  <a:cubicBezTo>
                    <a:pt x="3524632" y="1856423"/>
                    <a:pt x="3453194" y="1842135"/>
                    <a:pt x="3392234" y="1845945"/>
                  </a:cubicBezTo>
                  <a:cubicBezTo>
                    <a:pt x="3341752" y="1848803"/>
                    <a:pt x="3292222" y="1867853"/>
                    <a:pt x="3249359" y="1898333"/>
                  </a:cubicBezTo>
                  <a:cubicBezTo>
                    <a:pt x="3234119" y="1884998"/>
                    <a:pt x="3218879" y="1871663"/>
                    <a:pt x="3203639" y="1858328"/>
                  </a:cubicBezTo>
                  <a:cubicBezTo>
                    <a:pt x="3184589" y="1867853"/>
                    <a:pt x="3160777" y="1864995"/>
                    <a:pt x="3141727" y="1841183"/>
                  </a:cubicBezTo>
                  <a:cubicBezTo>
                    <a:pt x="3119819" y="1814513"/>
                    <a:pt x="3097912" y="1788795"/>
                    <a:pt x="3075052" y="1764030"/>
                  </a:cubicBezTo>
                  <a:cubicBezTo>
                    <a:pt x="3099817" y="1765935"/>
                    <a:pt x="3124582" y="1768793"/>
                    <a:pt x="3148394" y="1771650"/>
                  </a:cubicBezTo>
                  <a:cubicBezTo>
                    <a:pt x="3235072" y="1783080"/>
                    <a:pt x="3322702" y="1798320"/>
                    <a:pt x="3408427" y="1815465"/>
                  </a:cubicBezTo>
                  <a:cubicBezTo>
                    <a:pt x="3491294" y="1831658"/>
                    <a:pt x="3573209" y="1851660"/>
                    <a:pt x="3654172" y="1880235"/>
                  </a:cubicBezTo>
                  <a:cubicBezTo>
                    <a:pt x="3690367" y="1892618"/>
                    <a:pt x="3727514" y="1903095"/>
                    <a:pt x="3763709" y="1915478"/>
                  </a:cubicBezTo>
                  <a:cubicBezTo>
                    <a:pt x="3761804" y="1916430"/>
                    <a:pt x="3757994" y="1919288"/>
                    <a:pt x="3755137" y="1922145"/>
                  </a:cubicBezTo>
                  <a:close/>
                  <a:moveTo>
                    <a:pt x="3792284" y="2043113"/>
                  </a:moveTo>
                  <a:cubicBezTo>
                    <a:pt x="3794189" y="2041208"/>
                    <a:pt x="3796094" y="2039303"/>
                    <a:pt x="3798952" y="2038350"/>
                  </a:cubicBezTo>
                  <a:cubicBezTo>
                    <a:pt x="3799904" y="2041208"/>
                    <a:pt x="3800857" y="2043113"/>
                    <a:pt x="3801809" y="2045018"/>
                  </a:cubicBezTo>
                  <a:cubicBezTo>
                    <a:pt x="3798952" y="2047875"/>
                    <a:pt x="3796094" y="2050733"/>
                    <a:pt x="3793237" y="2053590"/>
                  </a:cubicBezTo>
                  <a:cubicBezTo>
                    <a:pt x="3793237" y="2049780"/>
                    <a:pt x="3792284" y="2045970"/>
                    <a:pt x="3792284" y="2043113"/>
                  </a:cubicBezTo>
                  <a:close/>
                  <a:moveTo>
                    <a:pt x="3797999" y="2767965"/>
                  </a:moveTo>
                  <a:cubicBezTo>
                    <a:pt x="3797999" y="2747963"/>
                    <a:pt x="3797047" y="2727960"/>
                    <a:pt x="3797047" y="2707958"/>
                  </a:cubicBezTo>
                  <a:cubicBezTo>
                    <a:pt x="3797999" y="2707958"/>
                    <a:pt x="3799904" y="2707005"/>
                    <a:pt x="3800857" y="2705100"/>
                  </a:cubicBezTo>
                  <a:cubicBezTo>
                    <a:pt x="3806572" y="2698433"/>
                    <a:pt x="3811334" y="2689860"/>
                    <a:pt x="3816097" y="2681288"/>
                  </a:cubicBezTo>
                  <a:cubicBezTo>
                    <a:pt x="3816097" y="2699385"/>
                    <a:pt x="3824669" y="2716530"/>
                    <a:pt x="3840862" y="2719388"/>
                  </a:cubicBezTo>
                  <a:cubicBezTo>
                    <a:pt x="3824669" y="2743200"/>
                    <a:pt x="3810382" y="2794635"/>
                    <a:pt x="3800857" y="2820353"/>
                  </a:cubicBezTo>
                  <a:cubicBezTo>
                    <a:pt x="3799904" y="2802255"/>
                    <a:pt x="3798952" y="2785110"/>
                    <a:pt x="3797999" y="2767965"/>
                  </a:cubicBezTo>
                  <a:close/>
                  <a:moveTo>
                    <a:pt x="4032314" y="3199448"/>
                  </a:moveTo>
                  <a:cubicBezTo>
                    <a:pt x="4025647" y="3208973"/>
                    <a:pt x="4024694" y="3223260"/>
                    <a:pt x="4030409" y="3233738"/>
                  </a:cubicBezTo>
                  <a:cubicBezTo>
                    <a:pt x="3983737" y="3233738"/>
                    <a:pt x="3937064" y="3233738"/>
                    <a:pt x="3889439" y="3233738"/>
                  </a:cubicBezTo>
                  <a:cubicBezTo>
                    <a:pt x="3880867" y="3206115"/>
                    <a:pt x="3892297" y="3168015"/>
                    <a:pt x="3923729" y="3168015"/>
                  </a:cubicBezTo>
                  <a:lnTo>
                    <a:pt x="4034219" y="3168015"/>
                  </a:lnTo>
                  <a:cubicBezTo>
                    <a:pt x="4032314" y="3179445"/>
                    <a:pt x="4032314" y="3189923"/>
                    <a:pt x="4032314" y="3199448"/>
                  </a:cubicBezTo>
                  <a:close/>
                  <a:moveTo>
                    <a:pt x="4055174" y="3234690"/>
                  </a:moveTo>
                  <a:cubicBezTo>
                    <a:pt x="4054222" y="3230880"/>
                    <a:pt x="4054222" y="3228023"/>
                    <a:pt x="4053269" y="3224213"/>
                  </a:cubicBezTo>
                  <a:cubicBezTo>
                    <a:pt x="4055174" y="3214688"/>
                    <a:pt x="4057079" y="3204210"/>
                    <a:pt x="4058984" y="3193733"/>
                  </a:cubicBezTo>
                  <a:cubicBezTo>
                    <a:pt x="4067557" y="3208020"/>
                    <a:pt x="4077082" y="3221355"/>
                    <a:pt x="4086607" y="3234690"/>
                  </a:cubicBezTo>
                  <a:cubicBezTo>
                    <a:pt x="4077082" y="3234690"/>
                    <a:pt x="4066604" y="3234690"/>
                    <a:pt x="4055174" y="3234690"/>
                  </a:cubicBezTo>
                  <a:close/>
                  <a:moveTo>
                    <a:pt x="4096132" y="3234690"/>
                  </a:moveTo>
                  <a:cubicBezTo>
                    <a:pt x="4085654" y="3217545"/>
                    <a:pt x="4073272" y="3201353"/>
                    <a:pt x="4060889" y="3185160"/>
                  </a:cubicBezTo>
                  <a:cubicBezTo>
                    <a:pt x="4061842" y="3179445"/>
                    <a:pt x="4062794" y="3174683"/>
                    <a:pt x="4063747" y="3168968"/>
                  </a:cubicBezTo>
                  <a:lnTo>
                    <a:pt x="4100894" y="3168968"/>
                  </a:lnTo>
                  <a:cubicBezTo>
                    <a:pt x="4119944" y="3191828"/>
                    <a:pt x="4139947" y="3213735"/>
                    <a:pt x="4159949" y="3234690"/>
                  </a:cubicBezTo>
                  <a:cubicBezTo>
                    <a:pt x="4138994" y="3234690"/>
                    <a:pt x="4117087" y="3234690"/>
                    <a:pt x="4096132" y="3234690"/>
                  </a:cubicBezTo>
                  <a:close/>
                  <a:moveTo>
                    <a:pt x="4164712" y="3234690"/>
                  </a:moveTo>
                  <a:cubicBezTo>
                    <a:pt x="4144709" y="3211830"/>
                    <a:pt x="4124707" y="3189923"/>
                    <a:pt x="4103752" y="3168968"/>
                  </a:cubicBezTo>
                  <a:lnTo>
                    <a:pt x="4140899" y="3168968"/>
                  </a:lnTo>
                  <a:cubicBezTo>
                    <a:pt x="4160902" y="3190875"/>
                    <a:pt x="4181857" y="3213735"/>
                    <a:pt x="4202812" y="3234690"/>
                  </a:cubicBezTo>
                  <a:cubicBezTo>
                    <a:pt x="4190429" y="3234690"/>
                    <a:pt x="4178047" y="3234690"/>
                    <a:pt x="4164712" y="3234690"/>
                  </a:cubicBezTo>
                  <a:close/>
                  <a:moveTo>
                    <a:pt x="4214242" y="3234690"/>
                  </a:moveTo>
                  <a:cubicBezTo>
                    <a:pt x="4193287" y="3211830"/>
                    <a:pt x="4170427" y="3189923"/>
                    <a:pt x="4148519" y="3168968"/>
                  </a:cubicBezTo>
                  <a:lnTo>
                    <a:pt x="4201859" y="3168968"/>
                  </a:lnTo>
                  <a:cubicBezTo>
                    <a:pt x="4211384" y="3194685"/>
                    <a:pt x="4228529" y="3215640"/>
                    <a:pt x="4244722" y="3234690"/>
                  </a:cubicBezTo>
                  <a:cubicBezTo>
                    <a:pt x="4234244" y="3234690"/>
                    <a:pt x="4223767" y="3234690"/>
                    <a:pt x="4214242" y="3234690"/>
                  </a:cubicBezTo>
                  <a:close/>
                  <a:moveTo>
                    <a:pt x="4261867" y="3234690"/>
                  </a:moveTo>
                  <a:cubicBezTo>
                    <a:pt x="4259962" y="3232785"/>
                    <a:pt x="4258057" y="3230880"/>
                    <a:pt x="4255200" y="3228023"/>
                  </a:cubicBezTo>
                  <a:cubicBezTo>
                    <a:pt x="4239007" y="3209925"/>
                    <a:pt x="4225672" y="3188018"/>
                    <a:pt x="4211384" y="3168968"/>
                  </a:cubicBezTo>
                  <a:lnTo>
                    <a:pt x="4244722" y="3168968"/>
                  </a:lnTo>
                  <a:cubicBezTo>
                    <a:pt x="4259009" y="3189923"/>
                    <a:pt x="4273297" y="3208020"/>
                    <a:pt x="4290442" y="3225165"/>
                  </a:cubicBezTo>
                  <a:cubicBezTo>
                    <a:pt x="4293300" y="3228023"/>
                    <a:pt x="4296157" y="3231833"/>
                    <a:pt x="4299967" y="3234690"/>
                  </a:cubicBezTo>
                  <a:cubicBezTo>
                    <a:pt x="4287584" y="3234690"/>
                    <a:pt x="4275202" y="3234690"/>
                    <a:pt x="4261867" y="3234690"/>
                  </a:cubicBezTo>
                  <a:close/>
                  <a:moveTo>
                    <a:pt x="4327590" y="3234690"/>
                  </a:moveTo>
                  <a:cubicBezTo>
                    <a:pt x="4319969" y="3229928"/>
                    <a:pt x="4312350" y="3224213"/>
                    <a:pt x="4305682" y="3218498"/>
                  </a:cubicBezTo>
                  <a:cubicBezTo>
                    <a:pt x="4288537" y="3204210"/>
                    <a:pt x="4273297" y="3187065"/>
                    <a:pt x="4259009" y="3168968"/>
                  </a:cubicBezTo>
                  <a:lnTo>
                    <a:pt x="4314254" y="3168968"/>
                  </a:lnTo>
                  <a:cubicBezTo>
                    <a:pt x="4326637" y="3183255"/>
                    <a:pt x="4339019" y="3196590"/>
                    <a:pt x="4350450" y="3210878"/>
                  </a:cubicBezTo>
                  <a:cubicBezTo>
                    <a:pt x="4357117" y="3218498"/>
                    <a:pt x="4364737" y="3227070"/>
                    <a:pt x="4371404" y="3235643"/>
                  </a:cubicBezTo>
                  <a:cubicBezTo>
                    <a:pt x="4357117" y="3234690"/>
                    <a:pt x="4342829" y="3234690"/>
                    <a:pt x="4327590" y="3234690"/>
                  </a:cubicBezTo>
                  <a:close/>
                  <a:moveTo>
                    <a:pt x="4391407" y="3234690"/>
                  </a:moveTo>
                  <a:cubicBezTo>
                    <a:pt x="4378072" y="3220403"/>
                    <a:pt x="4364737" y="3207068"/>
                    <a:pt x="4351402" y="3192780"/>
                  </a:cubicBezTo>
                  <a:cubicBezTo>
                    <a:pt x="4343782" y="3184208"/>
                    <a:pt x="4335209" y="3176588"/>
                    <a:pt x="4327590" y="3168015"/>
                  </a:cubicBezTo>
                  <a:lnTo>
                    <a:pt x="4371404" y="3168015"/>
                  </a:lnTo>
                  <a:cubicBezTo>
                    <a:pt x="4390454" y="3189923"/>
                    <a:pt x="4410457" y="3212783"/>
                    <a:pt x="4431412" y="3234690"/>
                  </a:cubicBezTo>
                  <a:cubicBezTo>
                    <a:pt x="4418077" y="3235643"/>
                    <a:pt x="4404742" y="3234690"/>
                    <a:pt x="4391407" y="3234690"/>
                  </a:cubicBezTo>
                  <a:close/>
                  <a:moveTo>
                    <a:pt x="4453319" y="3235643"/>
                  </a:moveTo>
                  <a:cubicBezTo>
                    <a:pt x="4432365" y="3211830"/>
                    <a:pt x="4409504" y="3190875"/>
                    <a:pt x="4387597" y="3168968"/>
                  </a:cubicBezTo>
                  <a:lnTo>
                    <a:pt x="4437127" y="3168968"/>
                  </a:lnTo>
                  <a:cubicBezTo>
                    <a:pt x="4458082" y="3190875"/>
                    <a:pt x="4479037" y="3214688"/>
                    <a:pt x="4501897" y="3235643"/>
                  </a:cubicBezTo>
                  <a:cubicBezTo>
                    <a:pt x="4485704" y="3235643"/>
                    <a:pt x="4469512" y="3235643"/>
                    <a:pt x="4453319" y="3235643"/>
                  </a:cubicBezTo>
                  <a:close/>
                  <a:moveTo>
                    <a:pt x="4525709" y="3235643"/>
                  </a:moveTo>
                  <a:cubicBezTo>
                    <a:pt x="4502850" y="3211830"/>
                    <a:pt x="4478084" y="3189923"/>
                    <a:pt x="4453319" y="3168968"/>
                  </a:cubicBezTo>
                  <a:lnTo>
                    <a:pt x="4511422" y="3168968"/>
                  </a:lnTo>
                  <a:cubicBezTo>
                    <a:pt x="4531425" y="3191828"/>
                    <a:pt x="4551427" y="3214688"/>
                    <a:pt x="4573334" y="3235643"/>
                  </a:cubicBezTo>
                  <a:cubicBezTo>
                    <a:pt x="4557142" y="3235643"/>
                    <a:pt x="4541902" y="3235643"/>
                    <a:pt x="4525709" y="3235643"/>
                  </a:cubicBezTo>
                  <a:close/>
                  <a:moveTo>
                    <a:pt x="4590479" y="3235643"/>
                  </a:moveTo>
                  <a:cubicBezTo>
                    <a:pt x="4570477" y="3211830"/>
                    <a:pt x="4549522" y="3189923"/>
                    <a:pt x="4527615" y="3168968"/>
                  </a:cubicBezTo>
                  <a:lnTo>
                    <a:pt x="4581907" y="3168968"/>
                  </a:lnTo>
                  <a:cubicBezTo>
                    <a:pt x="4601909" y="3191828"/>
                    <a:pt x="4620959" y="3214688"/>
                    <a:pt x="4641915" y="3235643"/>
                  </a:cubicBezTo>
                  <a:cubicBezTo>
                    <a:pt x="4624769" y="3235643"/>
                    <a:pt x="4607625" y="3235643"/>
                    <a:pt x="4590479" y="3235643"/>
                  </a:cubicBezTo>
                  <a:close/>
                  <a:moveTo>
                    <a:pt x="4654297" y="3235643"/>
                  </a:moveTo>
                  <a:cubicBezTo>
                    <a:pt x="4634294" y="3211830"/>
                    <a:pt x="4613340" y="3189923"/>
                    <a:pt x="4592384" y="3168015"/>
                  </a:cubicBezTo>
                  <a:lnTo>
                    <a:pt x="4642867" y="3168015"/>
                  </a:lnTo>
                  <a:cubicBezTo>
                    <a:pt x="4661917" y="3190875"/>
                    <a:pt x="4681919" y="3213735"/>
                    <a:pt x="4701922" y="3235643"/>
                  </a:cubicBezTo>
                  <a:cubicBezTo>
                    <a:pt x="4685729" y="3236595"/>
                    <a:pt x="4669537" y="3236595"/>
                    <a:pt x="4654297" y="3235643"/>
                  </a:cubicBezTo>
                  <a:close/>
                  <a:moveTo>
                    <a:pt x="4725734" y="3236595"/>
                  </a:moveTo>
                  <a:cubicBezTo>
                    <a:pt x="4705732" y="3212783"/>
                    <a:pt x="4684777" y="3190875"/>
                    <a:pt x="4663822" y="3168968"/>
                  </a:cubicBezTo>
                  <a:lnTo>
                    <a:pt x="4722877" y="3168968"/>
                  </a:lnTo>
                  <a:cubicBezTo>
                    <a:pt x="4729544" y="3177540"/>
                    <a:pt x="4737165" y="3187065"/>
                    <a:pt x="4743832" y="3196590"/>
                  </a:cubicBezTo>
                  <a:cubicBezTo>
                    <a:pt x="4754309" y="3209925"/>
                    <a:pt x="4763834" y="3224213"/>
                    <a:pt x="4774312" y="3237548"/>
                  </a:cubicBezTo>
                  <a:cubicBezTo>
                    <a:pt x="4758119" y="3236595"/>
                    <a:pt x="4741927" y="3236595"/>
                    <a:pt x="4725734" y="3236595"/>
                  </a:cubicBezTo>
                  <a:close/>
                  <a:moveTo>
                    <a:pt x="4791457" y="3230880"/>
                  </a:moveTo>
                  <a:cubicBezTo>
                    <a:pt x="4780979" y="3217545"/>
                    <a:pt x="4769550" y="3205163"/>
                    <a:pt x="4759072" y="3192780"/>
                  </a:cubicBezTo>
                  <a:cubicBezTo>
                    <a:pt x="4752404" y="3185160"/>
                    <a:pt x="4745737" y="3176588"/>
                    <a:pt x="4739069" y="3168968"/>
                  </a:cubicBezTo>
                  <a:lnTo>
                    <a:pt x="4757167" y="3168968"/>
                  </a:lnTo>
                  <a:cubicBezTo>
                    <a:pt x="4785742" y="3168968"/>
                    <a:pt x="4798125" y="3203258"/>
                    <a:pt x="4791457" y="3230880"/>
                  </a:cubicBezTo>
                  <a:close/>
                  <a:moveTo>
                    <a:pt x="4988624" y="3021330"/>
                  </a:moveTo>
                  <a:cubicBezTo>
                    <a:pt x="4961002" y="3034665"/>
                    <a:pt x="4933379" y="3048000"/>
                    <a:pt x="4904804" y="3062288"/>
                  </a:cubicBezTo>
                  <a:cubicBezTo>
                    <a:pt x="4909567" y="3054668"/>
                    <a:pt x="4914329" y="3048000"/>
                    <a:pt x="4920045" y="3040380"/>
                  </a:cubicBezTo>
                  <a:cubicBezTo>
                    <a:pt x="4943857" y="3031808"/>
                    <a:pt x="4967670" y="3023235"/>
                    <a:pt x="4991482" y="3013710"/>
                  </a:cubicBezTo>
                  <a:cubicBezTo>
                    <a:pt x="4990529" y="3016568"/>
                    <a:pt x="4989577" y="3019425"/>
                    <a:pt x="4988624" y="3021330"/>
                  </a:cubicBezTo>
                  <a:close/>
                  <a:moveTo>
                    <a:pt x="5153407" y="3082290"/>
                  </a:moveTo>
                  <a:cubicBezTo>
                    <a:pt x="5149597" y="3073718"/>
                    <a:pt x="5145787" y="3065145"/>
                    <a:pt x="5142929" y="3055620"/>
                  </a:cubicBezTo>
                  <a:cubicBezTo>
                    <a:pt x="5144834" y="3054668"/>
                    <a:pt x="5146740" y="3053715"/>
                    <a:pt x="5148645" y="3052763"/>
                  </a:cubicBezTo>
                  <a:cubicBezTo>
                    <a:pt x="5153407" y="3062288"/>
                    <a:pt x="5158170" y="3072765"/>
                    <a:pt x="5162932" y="3082290"/>
                  </a:cubicBezTo>
                  <a:cubicBezTo>
                    <a:pt x="5160074" y="3082290"/>
                    <a:pt x="5156265" y="3082290"/>
                    <a:pt x="5153407" y="3082290"/>
                  </a:cubicBezTo>
                  <a:close/>
                  <a:moveTo>
                    <a:pt x="5215320" y="3083243"/>
                  </a:moveTo>
                  <a:cubicBezTo>
                    <a:pt x="5204842" y="3066098"/>
                    <a:pt x="5194365" y="3048953"/>
                    <a:pt x="5182934" y="3032760"/>
                  </a:cubicBezTo>
                  <a:cubicBezTo>
                    <a:pt x="5191507" y="3027998"/>
                    <a:pt x="5200079" y="3022283"/>
                    <a:pt x="5208652" y="3017520"/>
                  </a:cubicBezTo>
                  <a:cubicBezTo>
                    <a:pt x="5211509" y="3040380"/>
                    <a:pt x="5216272" y="3062288"/>
                    <a:pt x="5221987" y="3083243"/>
                  </a:cubicBezTo>
                  <a:cubicBezTo>
                    <a:pt x="5220082" y="3083243"/>
                    <a:pt x="5217224" y="3083243"/>
                    <a:pt x="5215320" y="3083243"/>
                  </a:cubicBezTo>
                  <a:close/>
                  <a:moveTo>
                    <a:pt x="5174362" y="2844165"/>
                  </a:moveTo>
                  <a:cubicBezTo>
                    <a:pt x="5177220" y="2832735"/>
                    <a:pt x="5180077" y="2820353"/>
                    <a:pt x="5182934" y="2808923"/>
                  </a:cubicBezTo>
                  <a:cubicBezTo>
                    <a:pt x="5185792" y="2807018"/>
                    <a:pt x="5188649" y="2806065"/>
                    <a:pt x="5191507" y="2804160"/>
                  </a:cubicBezTo>
                  <a:cubicBezTo>
                    <a:pt x="5191507" y="2814638"/>
                    <a:pt x="5192459" y="2825115"/>
                    <a:pt x="5192459" y="2835593"/>
                  </a:cubicBezTo>
                  <a:cubicBezTo>
                    <a:pt x="5186745" y="2838450"/>
                    <a:pt x="5181029" y="2841308"/>
                    <a:pt x="5174362" y="2844165"/>
                  </a:cubicBezTo>
                  <a:close/>
                  <a:moveTo>
                    <a:pt x="5311522" y="3027998"/>
                  </a:moveTo>
                  <a:cubicBezTo>
                    <a:pt x="5300092" y="3036570"/>
                    <a:pt x="5289615" y="3046095"/>
                    <a:pt x="5278184" y="3054668"/>
                  </a:cubicBezTo>
                  <a:cubicBezTo>
                    <a:pt x="5270565" y="3032760"/>
                    <a:pt x="5264849" y="3008948"/>
                    <a:pt x="5260087" y="2985135"/>
                  </a:cubicBezTo>
                  <a:cubicBezTo>
                    <a:pt x="5277232" y="2974658"/>
                    <a:pt x="5294377" y="2965133"/>
                    <a:pt x="5311522" y="2954655"/>
                  </a:cubicBezTo>
                  <a:cubicBezTo>
                    <a:pt x="5313427" y="2979420"/>
                    <a:pt x="5313427" y="3003233"/>
                    <a:pt x="5311522" y="3027998"/>
                  </a:cubicBezTo>
                  <a:close/>
                  <a:moveTo>
                    <a:pt x="5327715" y="2779395"/>
                  </a:moveTo>
                  <a:cubicBezTo>
                    <a:pt x="5321047" y="2780348"/>
                    <a:pt x="5315332" y="2782253"/>
                    <a:pt x="5309617" y="2787015"/>
                  </a:cubicBezTo>
                  <a:cubicBezTo>
                    <a:pt x="5276279" y="2801303"/>
                    <a:pt x="5242942" y="2814638"/>
                    <a:pt x="5209604" y="2828925"/>
                  </a:cubicBezTo>
                  <a:cubicBezTo>
                    <a:pt x="5209604" y="2817495"/>
                    <a:pt x="5210557" y="2806065"/>
                    <a:pt x="5210557" y="2794635"/>
                  </a:cubicBezTo>
                  <a:cubicBezTo>
                    <a:pt x="5413440" y="2692718"/>
                    <a:pt x="5617274" y="2591753"/>
                    <a:pt x="5823015" y="2496503"/>
                  </a:cubicBezTo>
                  <a:cubicBezTo>
                    <a:pt x="5800154" y="2522220"/>
                    <a:pt x="5777295" y="2546985"/>
                    <a:pt x="5753482" y="2572703"/>
                  </a:cubicBezTo>
                  <a:cubicBezTo>
                    <a:pt x="5750624" y="2575560"/>
                    <a:pt x="5748720" y="2579370"/>
                    <a:pt x="5747767" y="2583180"/>
                  </a:cubicBezTo>
                  <a:cubicBezTo>
                    <a:pt x="5653470" y="2629853"/>
                    <a:pt x="5559172" y="2674620"/>
                    <a:pt x="5463922" y="2718435"/>
                  </a:cubicBezTo>
                  <a:cubicBezTo>
                    <a:pt x="5418202" y="2740343"/>
                    <a:pt x="5373434" y="2760345"/>
                    <a:pt x="5327715" y="2779395"/>
                  </a:cubicBezTo>
                  <a:close/>
                  <a:moveTo>
                    <a:pt x="5466779" y="2864168"/>
                  </a:moveTo>
                  <a:cubicBezTo>
                    <a:pt x="5467732" y="2863215"/>
                    <a:pt x="5468684" y="2863215"/>
                    <a:pt x="5469637" y="2862263"/>
                  </a:cubicBezTo>
                  <a:cubicBezTo>
                    <a:pt x="5470590" y="2868930"/>
                    <a:pt x="5471542" y="2874645"/>
                    <a:pt x="5472495" y="2881313"/>
                  </a:cubicBezTo>
                  <a:cubicBezTo>
                    <a:pt x="5471542" y="2875598"/>
                    <a:pt x="5469637" y="2869883"/>
                    <a:pt x="5466779" y="2864168"/>
                  </a:cubicBezTo>
                  <a:close/>
                  <a:moveTo>
                    <a:pt x="5497259" y="3016568"/>
                  </a:moveTo>
                  <a:cubicBezTo>
                    <a:pt x="5497259" y="3005138"/>
                    <a:pt x="5496307" y="2994660"/>
                    <a:pt x="5495354" y="2983230"/>
                  </a:cubicBezTo>
                  <a:cubicBezTo>
                    <a:pt x="5498212" y="2992755"/>
                    <a:pt x="5500117" y="3003233"/>
                    <a:pt x="5502974" y="3012758"/>
                  </a:cubicBezTo>
                  <a:cubicBezTo>
                    <a:pt x="5500117" y="3013710"/>
                    <a:pt x="5499165" y="3015615"/>
                    <a:pt x="5497259" y="3016568"/>
                  </a:cubicBezTo>
                  <a:close/>
                  <a:moveTo>
                    <a:pt x="5531549" y="2859405"/>
                  </a:moveTo>
                  <a:cubicBezTo>
                    <a:pt x="5528692" y="2850833"/>
                    <a:pt x="5524882" y="2842260"/>
                    <a:pt x="5522024" y="2834640"/>
                  </a:cubicBezTo>
                  <a:cubicBezTo>
                    <a:pt x="5523929" y="2833688"/>
                    <a:pt x="5525834" y="2832735"/>
                    <a:pt x="5527740" y="2830830"/>
                  </a:cubicBezTo>
                  <a:cubicBezTo>
                    <a:pt x="5528692" y="2839403"/>
                    <a:pt x="5530597" y="2848928"/>
                    <a:pt x="5531549" y="2859405"/>
                  </a:cubicBezTo>
                  <a:cubicBezTo>
                    <a:pt x="5531549" y="2858453"/>
                    <a:pt x="5531549" y="2858453"/>
                    <a:pt x="5531549" y="2859405"/>
                  </a:cubicBezTo>
                  <a:close/>
                  <a:moveTo>
                    <a:pt x="5594415" y="2796540"/>
                  </a:moveTo>
                  <a:cubicBezTo>
                    <a:pt x="5604892" y="2791778"/>
                    <a:pt x="5614417" y="2786063"/>
                    <a:pt x="5624895" y="2781300"/>
                  </a:cubicBezTo>
                  <a:cubicBezTo>
                    <a:pt x="5625847" y="2784158"/>
                    <a:pt x="5625847" y="2787015"/>
                    <a:pt x="5626799" y="2789873"/>
                  </a:cubicBezTo>
                  <a:cubicBezTo>
                    <a:pt x="5617274" y="2796540"/>
                    <a:pt x="5606797" y="2804160"/>
                    <a:pt x="5597272" y="2810828"/>
                  </a:cubicBezTo>
                  <a:cubicBezTo>
                    <a:pt x="5596320" y="2807018"/>
                    <a:pt x="5595367" y="2802255"/>
                    <a:pt x="5594415" y="2796540"/>
                  </a:cubicBezTo>
                  <a:close/>
                  <a:moveTo>
                    <a:pt x="5602034" y="2847023"/>
                  </a:moveTo>
                  <a:cubicBezTo>
                    <a:pt x="5612512" y="2839403"/>
                    <a:pt x="5622990" y="2831783"/>
                    <a:pt x="5633467" y="2823210"/>
                  </a:cubicBezTo>
                  <a:cubicBezTo>
                    <a:pt x="5638229" y="2847975"/>
                    <a:pt x="5642992" y="2871788"/>
                    <a:pt x="5648707" y="2896553"/>
                  </a:cubicBezTo>
                  <a:cubicBezTo>
                    <a:pt x="5638229" y="2905125"/>
                    <a:pt x="5626799" y="2913698"/>
                    <a:pt x="5616322" y="2922270"/>
                  </a:cubicBezTo>
                  <a:cubicBezTo>
                    <a:pt x="5609654" y="2897505"/>
                    <a:pt x="5605845" y="2872740"/>
                    <a:pt x="5602034" y="2847023"/>
                  </a:cubicBezTo>
                  <a:close/>
                  <a:moveTo>
                    <a:pt x="5670615" y="3083243"/>
                  </a:moveTo>
                  <a:lnTo>
                    <a:pt x="5659184" y="3083243"/>
                  </a:lnTo>
                  <a:cubicBezTo>
                    <a:pt x="5654422" y="3068955"/>
                    <a:pt x="5649659" y="3053715"/>
                    <a:pt x="5644897" y="3039428"/>
                  </a:cubicBezTo>
                  <a:cubicBezTo>
                    <a:pt x="5640134" y="3025140"/>
                    <a:pt x="5636324" y="3010853"/>
                    <a:pt x="5632515" y="2996565"/>
                  </a:cubicBezTo>
                  <a:cubicBezTo>
                    <a:pt x="5642992" y="2987993"/>
                    <a:pt x="5654422" y="2978468"/>
                    <a:pt x="5664899" y="2969895"/>
                  </a:cubicBezTo>
                  <a:cubicBezTo>
                    <a:pt x="5666804" y="2975610"/>
                    <a:pt x="5667757" y="2981325"/>
                    <a:pt x="5669662" y="2987993"/>
                  </a:cubicBezTo>
                  <a:cubicBezTo>
                    <a:pt x="5670615" y="2991803"/>
                    <a:pt x="5671567" y="2995613"/>
                    <a:pt x="5672520" y="2999423"/>
                  </a:cubicBezTo>
                  <a:cubicBezTo>
                    <a:pt x="5674424" y="3027045"/>
                    <a:pt x="5673472" y="3055620"/>
                    <a:pt x="5670615" y="3083243"/>
                  </a:cubicBezTo>
                  <a:close/>
                  <a:moveTo>
                    <a:pt x="5724907" y="2836545"/>
                  </a:moveTo>
                  <a:cubicBezTo>
                    <a:pt x="5719192" y="2813685"/>
                    <a:pt x="5713477" y="2791778"/>
                    <a:pt x="5705857" y="2769870"/>
                  </a:cubicBezTo>
                  <a:cubicBezTo>
                    <a:pt x="5711572" y="2766060"/>
                    <a:pt x="5717287" y="2761298"/>
                    <a:pt x="5723002" y="2757488"/>
                  </a:cubicBezTo>
                  <a:cubicBezTo>
                    <a:pt x="5723002" y="2783205"/>
                    <a:pt x="5723954" y="2808923"/>
                    <a:pt x="5726812" y="2835593"/>
                  </a:cubicBezTo>
                  <a:cubicBezTo>
                    <a:pt x="5725859" y="2834640"/>
                    <a:pt x="5725859" y="2835593"/>
                    <a:pt x="5724907" y="2836545"/>
                  </a:cubicBezTo>
                  <a:close/>
                  <a:moveTo>
                    <a:pt x="5779199" y="3084195"/>
                  </a:moveTo>
                  <a:cubicBezTo>
                    <a:pt x="5767770" y="3048953"/>
                    <a:pt x="5755387" y="3014663"/>
                    <a:pt x="5744909" y="2978468"/>
                  </a:cubicBezTo>
                  <a:cubicBezTo>
                    <a:pt x="5743957" y="2958465"/>
                    <a:pt x="5742052" y="2938463"/>
                    <a:pt x="5739195" y="2918460"/>
                  </a:cubicBezTo>
                  <a:cubicBezTo>
                    <a:pt x="5749672" y="2974658"/>
                    <a:pt x="5765865" y="3030855"/>
                    <a:pt x="5783962" y="3083243"/>
                  </a:cubicBezTo>
                  <a:cubicBezTo>
                    <a:pt x="5783009" y="3084195"/>
                    <a:pt x="5781104" y="3084195"/>
                    <a:pt x="5779199" y="3084195"/>
                  </a:cubicBezTo>
                  <a:close/>
                  <a:moveTo>
                    <a:pt x="5790629" y="2783205"/>
                  </a:moveTo>
                  <a:cubicBezTo>
                    <a:pt x="5789677" y="2770823"/>
                    <a:pt x="5787772" y="2757488"/>
                    <a:pt x="5786820" y="2745105"/>
                  </a:cubicBezTo>
                  <a:cubicBezTo>
                    <a:pt x="5788724" y="2757488"/>
                    <a:pt x="5790629" y="2769870"/>
                    <a:pt x="5792534" y="2781300"/>
                  </a:cubicBezTo>
                  <a:lnTo>
                    <a:pt x="5790629" y="2783205"/>
                  </a:lnTo>
                  <a:close/>
                  <a:moveTo>
                    <a:pt x="5847779" y="3040380"/>
                  </a:moveTo>
                  <a:cubicBezTo>
                    <a:pt x="5834445" y="2999423"/>
                    <a:pt x="5822062" y="2957513"/>
                    <a:pt x="5812537" y="2914650"/>
                  </a:cubicBezTo>
                  <a:cubicBezTo>
                    <a:pt x="5807774" y="2895600"/>
                    <a:pt x="5804917" y="2877503"/>
                    <a:pt x="5802059" y="2858453"/>
                  </a:cubicBezTo>
                  <a:cubicBezTo>
                    <a:pt x="5803965" y="2857500"/>
                    <a:pt x="5805870" y="2855595"/>
                    <a:pt x="5806822" y="2854643"/>
                  </a:cubicBezTo>
                  <a:cubicBezTo>
                    <a:pt x="5813490" y="2888933"/>
                    <a:pt x="5821109" y="2922270"/>
                    <a:pt x="5829682" y="2955608"/>
                  </a:cubicBezTo>
                  <a:cubicBezTo>
                    <a:pt x="5835397" y="2978468"/>
                    <a:pt x="5842065" y="3004185"/>
                    <a:pt x="5848732" y="3029903"/>
                  </a:cubicBezTo>
                  <a:cubicBezTo>
                    <a:pt x="5847779" y="3033713"/>
                    <a:pt x="5847779" y="3036570"/>
                    <a:pt x="5847779" y="3040380"/>
                  </a:cubicBezTo>
                  <a:close/>
                  <a:moveTo>
                    <a:pt x="5866829" y="2723198"/>
                  </a:moveTo>
                  <a:cubicBezTo>
                    <a:pt x="5864924" y="2718435"/>
                    <a:pt x="5863972" y="2714625"/>
                    <a:pt x="5862067" y="2709863"/>
                  </a:cubicBezTo>
                  <a:cubicBezTo>
                    <a:pt x="5863972" y="2708910"/>
                    <a:pt x="5865877" y="2707958"/>
                    <a:pt x="5867782" y="2707958"/>
                  </a:cubicBezTo>
                  <a:cubicBezTo>
                    <a:pt x="5868734" y="2711768"/>
                    <a:pt x="5869687" y="2716530"/>
                    <a:pt x="5870640" y="2720340"/>
                  </a:cubicBezTo>
                  <a:lnTo>
                    <a:pt x="5866829" y="2723198"/>
                  </a:lnTo>
                  <a:close/>
                  <a:moveTo>
                    <a:pt x="5947792" y="3084195"/>
                  </a:moveTo>
                  <a:cubicBezTo>
                    <a:pt x="5939220" y="3053715"/>
                    <a:pt x="5928742" y="3023235"/>
                    <a:pt x="5918265" y="2993708"/>
                  </a:cubicBezTo>
                  <a:cubicBezTo>
                    <a:pt x="5916359" y="2934653"/>
                    <a:pt x="5907787" y="2877503"/>
                    <a:pt x="5894452" y="2820353"/>
                  </a:cubicBezTo>
                  <a:cubicBezTo>
                    <a:pt x="5900167" y="2842260"/>
                    <a:pt x="5905882" y="2864168"/>
                    <a:pt x="5910645" y="2886075"/>
                  </a:cubicBezTo>
                  <a:lnTo>
                    <a:pt x="5959222" y="3084195"/>
                  </a:lnTo>
                  <a:lnTo>
                    <a:pt x="5947792" y="3084195"/>
                  </a:lnTo>
                  <a:close/>
                  <a:moveTo>
                    <a:pt x="5984940" y="2861310"/>
                  </a:moveTo>
                  <a:cubicBezTo>
                    <a:pt x="5974462" y="2823210"/>
                    <a:pt x="5964937" y="2783205"/>
                    <a:pt x="5954459" y="2744153"/>
                  </a:cubicBezTo>
                  <a:cubicBezTo>
                    <a:pt x="5965890" y="2735580"/>
                    <a:pt x="5977320" y="2726055"/>
                    <a:pt x="5987797" y="2717483"/>
                  </a:cubicBezTo>
                  <a:cubicBezTo>
                    <a:pt x="5988749" y="2722245"/>
                    <a:pt x="5989702" y="2727008"/>
                    <a:pt x="5989702" y="2731770"/>
                  </a:cubicBezTo>
                  <a:cubicBezTo>
                    <a:pt x="5996370" y="2792730"/>
                    <a:pt x="5999227" y="2854643"/>
                    <a:pt x="5998274" y="2915603"/>
                  </a:cubicBezTo>
                  <a:cubicBezTo>
                    <a:pt x="5994465" y="2897505"/>
                    <a:pt x="5989702" y="2879408"/>
                    <a:pt x="5984940" y="2861310"/>
                  </a:cubicBezTo>
                  <a:close/>
                  <a:moveTo>
                    <a:pt x="6014467" y="2446973"/>
                  </a:moveTo>
                  <a:cubicBezTo>
                    <a:pt x="6015420" y="2426970"/>
                    <a:pt x="6015420" y="2406015"/>
                    <a:pt x="6015420" y="2386013"/>
                  </a:cubicBezTo>
                  <a:cubicBezTo>
                    <a:pt x="5996370" y="2386965"/>
                    <a:pt x="5978272" y="2371725"/>
                    <a:pt x="5979224" y="2343150"/>
                  </a:cubicBezTo>
                  <a:cubicBezTo>
                    <a:pt x="5980177" y="2269808"/>
                    <a:pt x="5999227" y="2194560"/>
                    <a:pt x="6017324" y="2124075"/>
                  </a:cubicBezTo>
                  <a:cubicBezTo>
                    <a:pt x="6017324" y="2111693"/>
                    <a:pt x="6017324" y="2099310"/>
                    <a:pt x="6017324" y="2086928"/>
                  </a:cubicBezTo>
                  <a:cubicBezTo>
                    <a:pt x="6003037" y="2105978"/>
                    <a:pt x="5988749" y="2125028"/>
                    <a:pt x="5974462" y="2142173"/>
                  </a:cubicBezTo>
                  <a:cubicBezTo>
                    <a:pt x="5974462" y="2249805"/>
                    <a:pt x="5974462" y="2358390"/>
                    <a:pt x="5978272" y="2466023"/>
                  </a:cubicBezTo>
                  <a:cubicBezTo>
                    <a:pt x="5938267" y="2486978"/>
                    <a:pt x="5898262" y="2507933"/>
                    <a:pt x="5858257" y="2527935"/>
                  </a:cubicBezTo>
                  <a:lnTo>
                    <a:pt x="5931599" y="2445068"/>
                  </a:lnTo>
                  <a:cubicBezTo>
                    <a:pt x="5945887" y="2428875"/>
                    <a:pt x="5930647" y="2393633"/>
                    <a:pt x="5911597" y="2403158"/>
                  </a:cubicBezTo>
                  <a:cubicBezTo>
                    <a:pt x="5769674" y="2470785"/>
                    <a:pt x="5625847" y="2536508"/>
                    <a:pt x="5482972" y="2601278"/>
                  </a:cubicBezTo>
                  <a:cubicBezTo>
                    <a:pt x="5442015" y="2630805"/>
                    <a:pt x="5401057" y="2660333"/>
                    <a:pt x="5360099" y="2688908"/>
                  </a:cubicBezTo>
                  <a:cubicBezTo>
                    <a:pt x="5311522" y="2722245"/>
                    <a:pt x="5261992" y="2754630"/>
                    <a:pt x="5210557" y="2786063"/>
                  </a:cubicBezTo>
                  <a:cubicBezTo>
                    <a:pt x="5212462" y="2712720"/>
                    <a:pt x="5213415" y="2640330"/>
                    <a:pt x="5214367" y="2566988"/>
                  </a:cubicBezTo>
                  <a:cubicBezTo>
                    <a:pt x="5205795" y="2580323"/>
                    <a:pt x="5197222" y="2593658"/>
                    <a:pt x="5188649" y="2606040"/>
                  </a:cubicBezTo>
                  <a:cubicBezTo>
                    <a:pt x="5189602" y="2669858"/>
                    <a:pt x="5190554" y="2733675"/>
                    <a:pt x="5192459" y="2797493"/>
                  </a:cubicBezTo>
                  <a:cubicBezTo>
                    <a:pt x="5141024" y="2828925"/>
                    <a:pt x="5089590" y="2857500"/>
                    <a:pt x="5036249" y="2884170"/>
                  </a:cubicBezTo>
                  <a:cubicBezTo>
                    <a:pt x="5035297" y="2889885"/>
                    <a:pt x="5033392" y="2895600"/>
                    <a:pt x="5032440" y="2901315"/>
                  </a:cubicBezTo>
                  <a:cubicBezTo>
                    <a:pt x="5023867" y="2904173"/>
                    <a:pt x="5016247" y="2907983"/>
                    <a:pt x="5007674" y="2910840"/>
                  </a:cubicBezTo>
                  <a:cubicBezTo>
                    <a:pt x="5011484" y="2905125"/>
                    <a:pt x="5016247" y="2898458"/>
                    <a:pt x="5020057" y="2892743"/>
                  </a:cubicBezTo>
                  <a:cubicBezTo>
                    <a:pt x="4895279" y="2952750"/>
                    <a:pt x="4765740" y="2995613"/>
                    <a:pt x="4633342" y="3002280"/>
                  </a:cubicBezTo>
                  <a:cubicBezTo>
                    <a:pt x="4632390" y="3002280"/>
                    <a:pt x="4631437" y="3002280"/>
                    <a:pt x="4631437" y="3002280"/>
                  </a:cubicBezTo>
                  <a:cubicBezTo>
                    <a:pt x="4611434" y="3011805"/>
                    <a:pt x="4592384" y="3021330"/>
                    <a:pt x="4572382" y="3031808"/>
                  </a:cubicBezTo>
                  <a:cubicBezTo>
                    <a:pt x="4565715" y="3031808"/>
                    <a:pt x="4558094" y="3031808"/>
                    <a:pt x="4551427" y="3032760"/>
                  </a:cubicBezTo>
                  <a:cubicBezTo>
                    <a:pt x="4540950" y="3032760"/>
                    <a:pt x="4536187" y="3041333"/>
                    <a:pt x="4536187" y="3050858"/>
                  </a:cubicBezTo>
                  <a:cubicBezTo>
                    <a:pt x="4515232" y="3061335"/>
                    <a:pt x="4493325" y="3072765"/>
                    <a:pt x="4472369" y="3083243"/>
                  </a:cubicBezTo>
                  <a:cubicBezTo>
                    <a:pt x="4296157" y="3083243"/>
                    <a:pt x="4120897" y="3083243"/>
                    <a:pt x="3944684" y="3083243"/>
                  </a:cubicBezTo>
                  <a:cubicBezTo>
                    <a:pt x="3945637" y="3082290"/>
                    <a:pt x="3946589" y="3081338"/>
                    <a:pt x="3947542" y="3080385"/>
                  </a:cubicBezTo>
                  <a:cubicBezTo>
                    <a:pt x="3959924" y="3068003"/>
                    <a:pt x="3943732" y="3043238"/>
                    <a:pt x="3930397" y="3053715"/>
                  </a:cubicBezTo>
                  <a:cubicBezTo>
                    <a:pt x="3918967" y="3062288"/>
                    <a:pt x="3909442" y="3072765"/>
                    <a:pt x="3900869" y="3083243"/>
                  </a:cubicBezTo>
                  <a:cubicBezTo>
                    <a:pt x="3889439" y="3083243"/>
                    <a:pt x="3878009" y="3083243"/>
                    <a:pt x="3867532" y="3083243"/>
                  </a:cubicBezTo>
                  <a:cubicBezTo>
                    <a:pt x="3880867" y="3054668"/>
                    <a:pt x="3896107" y="3026093"/>
                    <a:pt x="3913252" y="3003233"/>
                  </a:cubicBezTo>
                  <a:cubicBezTo>
                    <a:pt x="3918967" y="2995613"/>
                    <a:pt x="3911347" y="2983230"/>
                    <a:pt x="3904679" y="2988945"/>
                  </a:cubicBezTo>
                  <a:cubicBezTo>
                    <a:pt x="3892297" y="2998470"/>
                    <a:pt x="3878962" y="3010853"/>
                    <a:pt x="3866579" y="3025140"/>
                  </a:cubicBezTo>
                  <a:cubicBezTo>
                    <a:pt x="3884677" y="2982278"/>
                    <a:pt x="3901822" y="2937510"/>
                    <a:pt x="3913252" y="2892743"/>
                  </a:cubicBezTo>
                  <a:cubicBezTo>
                    <a:pt x="3915157" y="2884170"/>
                    <a:pt x="3905632" y="2876550"/>
                    <a:pt x="3900869" y="2883218"/>
                  </a:cubicBezTo>
                  <a:cubicBezTo>
                    <a:pt x="3866579" y="2927985"/>
                    <a:pt x="3841814" y="2981325"/>
                    <a:pt x="3814192" y="3032760"/>
                  </a:cubicBezTo>
                  <a:cubicBezTo>
                    <a:pt x="3812287" y="3036570"/>
                    <a:pt x="3809429" y="3041333"/>
                    <a:pt x="3807524" y="3045143"/>
                  </a:cubicBezTo>
                  <a:cubicBezTo>
                    <a:pt x="3807524" y="3037523"/>
                    <a:pt x="3807524" y="3028950"/>
                    <a:pt x="3807524" y="3021330"/>
                  </a:cubicBezTo>
                  <a:cubicBezTo>
                    <a:pt x="3818954" y="2992755"/>
                    <a:pt x="3829432" y="2963228"/>
                    <a:pt x="3839909" y="2934653"/>
                  </a:cubicBezTo>
                  <a:cubicBezTo>
                    <a:pt x="3849434" y="2908935"/>
                    <a:pt x="3859912" y="2882265"/>
                    <a:pt x="3868484" y="2855595"/>
                  </a:cubicBezTo>
                  <a:cubicBezTo>
                    <a:pt x="3872294" y="2849880"/>
                    <a:pt x="3877057" y="2845118"/>
                    <a:pt x="3880867" y="2839403"/>
                  </a:cubicBezTo>
                  <a:cubicBezTo>
                    <a:pt x="3880867" y="2838450"/>
                    <a:pt x="3880867" y="2838450"/>
                    <a:pt x="3879914" y="2838450"/>
                  </a:cubicBezTo>
                  <a:lnTo>
                    <a:pt x="3868484" y="2852738"/>
                  </a:lnTo>
                  <a:cubicBezTo>
                    <a:pt x="3875152" y="2830830"/>
                    <a:pt x="3879914" y="2807970"/>
                    <a:pt x="3881819" y="2785110"/>
                  </a:cubicBezTo>
                  <a:cubicBezTo>
                    <a:pt x="3881819" y="2780348"/>
                    <a:pt x="3877057" y="2778443"/>
                    <a:pt x="3874199" y="2781300"/>
                  </a:cubicBezTo>
                  <a:cubicBezTo>
                    <a:pt x="3844672" y="2816543"/>
                    <a:pt x="3827527" y="2867978"/>
                    <a:pt x="3810382" y="2913698"/>
                  </a:cubicBezTo>
                  <a:cubicBezTo>
                    <a:pt x="3808477" y="2917508"/>
                    <a:pt x="3807524" y="2922270"/>
                    <a:pt x="3805619" y="2926080"/>
                  </a:cubicBezTo>
                  <a:cubicBezTo>
                    <a:pt x="3805619" y="2916555"/>
                    <a:pt x="3804667" y="2906078"/>
                    <a:pt x="3804667" y="2896553"/>
                  </a:cubicBezTo>
                  <a:cubicBezTo>
                    <a:pt x="3822764" y="2854643"/>
                    <a:pt x="3837052" y="2808923"/>
                    <a:pt x="3853244" y="2767013"/>
                  </a:cubicBezTo>
                  <a:cubicBezTo>
                    <a:pt x="3865627" y="2734628"/>
                    <a:pt x="3898964" y="2680335"/>
                    <a:pt x="3860864" y="2653665"/>
                  </a:cubicBezTo>
                  <a:cubicBezTo>
                    <a:pt x="3847529" y="2644140"/>
                    <a:pt x="3837052" y="2643188"/>
                    <a:pt x="3829432" y="2647950"/>
                  </a:cubicBezTo>
                  <a:cubicBezTo>
                    <a:pt x="3831337" y="2641283"/>
                    <a:pt x="3834194" y="2634615"/>
                    <a:pt x="3836099" y="2628900"/>
                  </a:cubicBezTo>
                  <a:cubicBezTo>
                    <a:pt x="3845624" y="2601278"/>
                    <a:pt x="3856102" y="2573655"/>
                    <a:pt x="3862769" y="2544128"/>
                  </a:cubicBezTo>
                  <a:cubicBezTo>
                    <a:pt x="3865627" y="2528888"/>
                    <a:pt x="3847529" y="2518410"/>
                    <a:pt x="3841814" y="2533650"/>
                  </a:cubicBezTo>
                  <a:cubicBezTo>
                    <a:pt x="3827527" y="2561273"/>
                    <a:pt x="3817049" y="2591753"/>
                    <a:pt x="3805619" y="2621280"/>
                  </a:cubicBezTo>
                  <a:cubicBezTo>
                    <a:pt x="3801809" y="2630805"/>
                    <a:pt x="3797999" y="2641283"/>
                    <a:pt x="3795142" y="2651760"/>
                  </a:cubicBezTo>
                  <a:cubicBezTo>
                    <a:pt x="3795142" y="2637473"/>
                    <a:pt x="3794189" y="2622233"/>
                    <a:pt x="3794189" y="2607945"/>
                  </a:cubicBezTo>
                  <a:cubicBezTo>
                    <a:pt x="3794189" y="2560320"/>
                    <a:pt x="3794189" y="2511743"/>
                    <a:pt x="3794189" y="2464118"/>
                  </a:cubicBezTo>
                  <a:cubicBezTo>
                    <a:pt x="3797047" y="2448878"/>
                    <a:pt x="3798952" y="2433638"/>
                    <a:pt x="3800857" y="2417445"/>
                  </a:cubicBezTo>
                  <a:cubicBezTo>
                    <a:pt x="3801809" y="2412683"/>
                    <a:pt x="3797999" y="2409825"/>
                    <a:pt x="3794189" y="2409825"/>
                  </a:cubicBezTo>
                  <a:cubicBezTo>
                    <a:pt x="3795142" y="2296478"/>
                    <a:pt x="3797047" y="2181225"/>
                    <a:pt x="3792284" y="2066925"/>
                  </a:cubicBezTo>
                  <a:cubicBezTo>
                    <a:pt x="3798952" y="2062163"/>
                    <a:pt x="3804667" y="2057400"/>
                    <a:pt x="3811334" y="2052638"/>
                  </a:cubicBezTo>
                  <a:cubicBezTo>
                    <a:pt x="3829432" y="2061210"/>
                    <a:pt x="3846577" y="2056448"/>
                    <a:pt x="3858959" y="2042160"/>
                  </a:cubicBezTo>
                  <a:cubicBezTo>
                    <a:pt x="3859912" y="2032635"/>
                    <a:pt x="3862769" y="2022158"/>
                    <a:pt x="3868484" y="2011680"/>
                  </a:cubicBezTo>
                  <a:cubicBezTo>
                    <a:pt x="3936112" y="1877378"/>
                    <a:pt x="4034219" y="1770698"/>
                    <a:pt x="4135184" y="1675448"/>
                  </a:cubicBezTo>
                  <a:cubicBezTo>
                    <a:pt x="4256152" y="1560195"/>
                    <a:pt x="4387597" y="1460183"/>
                    <a:pt x="4521900" y="1370648"/>
                  </a:cubicBezTo>
                  <a:cubicBezTo>
                    <a:pt x="4613340" y="1310640"/>
                    <a:pt x="4708590" y="1249680"/>
                    <a:pt x="4806697" y="1196340"/>
                  </a:cubicBezTo>
                  <a:cubicBezTo>
                    <a:pt x="4847654" y="1169670"/>
                    <a:pt x="4888612" y="1143000"/>
                    <a:pt x="4929570" y="1117283"/>
                  </a:cubicBezTo>
                  <a:cubicBezTo>
                    <a:pt x="5127690" y="1007745"/>
                    <a:pt x="5330572" y="910590"/>
                    <a:pt x="5533454" y="815340"/>
                  </a:cubicBezTo>
                  <a:cubicBezTo>
                    <a:pt x="5482020" y="843915"/>
                    <a:pt x="5431537" y="872490"/>
                    <a:pt x="5380102" y="902018"/>
                  </a:cubicBezTo>
                  <a:cubicBezTo>
                    <a:pt x="4894327" y="1183005"/>
                    <a:pt x="4437127" y="1522095"/>
                    <a:pt x="3989452" y="1884998"/>
                  </a:cubicBezTo>
                  <a:cubicBezTo>
                    <a:pt x="3981832" y="1890713"/>
                    <a:pt x="3988499" y="1905953"/>
                    <a:pt x="3996119" y="1900238"/>
                  </a:cubicBezTo>
                  <a:cubicBezTo>
                    <a:pt x="4432365" y="1544003"/>
                    <a:pt x="4900042" y="1243965"/>
                    <a:pt x="5374387" y="974408"/>
                  </a:cubicBezTo>
                  <a:cubicBezTo>
                    <a:pt x="5574412" y="861060"/>
                    <a:pt x="5776342" y="755333"/>
                    <a:pt x="5982082" y="658178"/>
                  </a:cubicBezTo>
                  <a:cubicBezTo>
                    <a:pt x="5978272" y="694373"/>
                    <a:pt x="5973509" y="730568"/>
                    <a:pt x="5967795" y="768668"/>
                  </a:cubicBezTo>
                  <a:cubicBezTo>
                    <a:pt x="5963984" y="788670"/>
                    <a:pt x="5971604" y="802005"/>
                    <a:pt x="5982082" y="807720"/>
                  </a:cubicBezTo>
                  <a:cubicBezTo>
                    <a:pt x="5979224" y="1010603"/>
                    <a:pt x="5978272" y="1213485"/>
                    <a:pt x="5977320" y="1417320"/>
                  </a:cubicBezTo>
                  <a:cubicBezTo>
                    <a:pt x="5987797" y="1408748"/>
                    <a:pt x="6001132" y="1410653"/>
                    <a:pt x="6011609" y="1417320"/>
                  </a:cubicBezTo>
                  <a:cubicBezTo>
                    <a:pt x="6010657" y="1214438"/>
                    <a:pt x="6009704" y="1010603"/>
                    <a:pt x="6006847" y="807720"/>
                  </a:cubicBezTo>
                  <a:cubicBezTo>
                    <a:pt x="6017324" y="802005"/>
                    <a:pt x="6024945" y="789623"/>
                    <a:pt x="6021134" y="768668"/>
                  </a:cubicBezTo>
                  <a:cubicBezTo>
                    <a:pt x="6014467" y="727710"/>
                    <a:pt x="6008752" y="687705"/>
                    <a:pt x="6004942" y="646748"/>
                  </a:cubicBezTo>
                  <a:cubicBezTo>
                    <a:pt x="6058282" y="621030"/>
                    <a:pt x="6112574" y="596265"/>
                    <a:pt x="6166867" y="572453"/>
                  </a:cubicBezTo>
                  <a:cubicBezTo>
                    <a:pt x="6163057" y="899160"/>
                    <a:pt x="6164009" y="1226820"/>
                    <a:pt x="6164009" y="1553528"/>
                  </a:cubicBezTo>
                  <a:cubicBezTo>
                    <a:pt x="6180202" y="1586865"/>
                    <a:pt x="6188774" y="1625918"/>
                    <a:pt x="6185917" y="1667828"/>
                  </a:cubicBezTo>
                  <a:cubicBezTo>
                    <a:pt x="6184012" y="1692593"/>
                    <a:pt x="6181154" y="1717358"/>
                    <a:pt x="6177345" y="1742123"/>
                  </a:cubicBezTo>
                  <a:cubicBezTo>
                    <a:pt x="6189727" y="1748790"/>
                    <a:pt x="6200204" y="1764983"/>
                    <a:pt x="6200204" y="1783080"/>
                  </a:cubicBezTo>
                  <a:cubicBezTo>
                    <a:pt x="6199252" y="1872615"/>
                    <a:pt x="6185917" y="1963103"/>
                    <a:pt x="6164962" y="2050733"/>
                  </a:cubicBezTo>
                  <a:cubicBezTo>
                    <a:pt x="6164962" y="2154555"/>
                    <a:pt x="6165915" y="2259330"/>
                    <a:pt x="6167820" y="2363153"/>
                  </a:cubicBezTo>
                  <a:cubicBezTo>
                    <a:pt x="6122099" y="2388870"/>
                    <a:pt x="6076379" y="2413635"/>
                    <a:pt x="6030659" y="2438400"/>
                  </a:cubicBezTo>
                  <a:cubicBezTo>
                    <a:pt x="6025897" y="2441258"/>
                    <a:pt x="6020182" y="2444115"/>
                    <a:pt x="6014467" y="2446973"/>
                  </a:cubicBezTo>
                  <a:close/>
                  <a:moveTo>
                    <a:pt x="6083999" y="2833688"/>
                  </a:moveTo>
                  <a:cubicBezTo>
                    <a:pt x="6079237" y="2802255"/>
                    <a:pt x="6073522" y="2770823"/>
                    <a:pt x="6068759" y="2740343"/>
                  </a:cubicBezTo>
                  <a:cubicBezTo>
                    <a:pt x="6065902" y="2713673"/>
                    <a:pt x="6062092" y="2686050"/>
                    <a:pt x="6058282" y="2659380"/>
                  </a:cubicBezTo>
                  <a:cubicBezTo>
                    <a:pt x="6065902" y="2652713"/>
                    <a:pt x="6074474" y="2646045"/>
                    <a:pt x="6082095" y="2638425"/>
                  </a:cubicBezTo>
                  <a:cubicBezTo>
                    <a:pt x="6086857" y="2703195"/>
                    <a:pt x="6087809" y="2768918"/>
                    <a:pt x="6083999" y="2833688"/>
                  </a:cubicBezTo>
                  <a:close/>
                  <a:moveTo>
                    <a:pt x="6148770" y="3053715"/>
                  </a:moveTo>
                  <a:cubicBezTo>
                    <a:pt x="6144007" y="3061335"/>
                    <a:pt x="6139245" y="3068955"/>
                    <a:pt x="6134482" y="3076575"/>
                  </a:cubicBezTo>
                  <a:cubicBezTo>
                    <a:pt x="6140197" y="3046095"/>
                    <a:pt x="6145912" y="3015615"/>
                    <a:pt x="6149722" y="2984183"/>
                  </a:cubicBezTo>
                  <a:cubicBezTo>
                    <a:pt x="6152579" y="3000375"/>
                    <a:pt x="6155437" y="3015615"/>
                    <a:pt x="6158295" y="3031808"/>
                  </a:cubicBezTo>
                  <a:cubicBezTo>
                    <a:pt x="6154484" y="3034665"/>
                    <a:pt x="6151627" y="3037523"/>
                    <a:pt x="6147817" y="3040380"/>
                  </a:cubicBezTo>
                  <a:cubicBezTo>
                    <a:pt x="6144007" y="3044190"/>
                    <a:pt x="6144959" y="3051810"/>
                    <a:pt x="6148770" y="3053715"/>
                  </a:cubicBezTo>
                  <a:close/>
                  <a:moveTo>
                    <a:pt x="6156390" y="2572703"/>
                  </a:moveTo>
                  <a:cubicBezTo>
                    <a:pt x="6162104" y="2567940"/>
                    <a:pt x="6166867" y="2563178"/>
                    <a:pt x="6172582" y="2558415"/>
                  </a:cubicBezTo>
                  <a:cubicBezTo>
                    <a:pt x="6173534" y="2595563"/>
                    <a:pt x="6174487" y="2632710"/>
                    <a:pt x="6175440" y="2669858"/>
                  </a:cubicBezTo>
                  <a:cubicBezTo>
                    <a:pt x="6168772" y="2637473"/>
                    <a:pt x="6163057" y="2605088"/>
                    <a:pt x="6156390" y="2572703"/>
                  </a:cubicBezTo>
                  <a:close/>
                  <a:moveTo>
                    <a:pt x="6204967" y="1606868"/>
                  </a:moveTo>
                  <a:cubicBezTo>
                    <a:pt x="6204967" y="1257300"/>
                    <a:pt x="6205920" y="907733"/>
                    <a:pt x="6202109" y="557213"/>
                  </a:cubicBezTo>
                  <a:cubicBezTo>
                    <a:pt x="6251640" y="535305"/>
                    <a:pt x="6300217" y="514350"/>
                    <a:pt x="6349747" y="492443"/>
                  </a:cubicBezTo>
                  <a:cubicBezTo>
                    <a:pt x="6349747" y="492443"/>
                    <a:pt x="6349747" y="493395"/>
                    <a:pt x="6349747" y="493395"/>
                  </a:cubicBezTo>
                  <a:cubicBezTo>
                    <a:pt x="6327840" y="645795"/>
                    <a:pt x="6337365" y="809625"/>
                    <a:pt x="6335459" y="962978"/>
                  </a:cubicBezTo>
                  <a:cubicBezTo>
                    <a:pt x="6333554" y="1126808"/>
                    <a:pt x="6333554" y="1290638"/>
                    <a:pt x="6332602" y="1453515"/>
                  </a:cubicBezTo>
                  <a:cubicBezTo>
                    <a:pt x="6331649" y="1701165"/>
                    <a:pt x="6324029" y="1950720"/>
                    <a:pt x="6330697" y="2199323"/>
                  </a:cubicBezTo>
                  <a:cubicBezTo>
                    <a:pt x="6328792" y="2220278"/>
                    <a:pt x="6325934" y="2241233"/>
                    <a:pt x="6324029" y="2262188"/>
                  </a:cubicBezTo>
                  <a:cubicBezTo>
                    <a:pt x="6321172" y="2266950"/>
                    <a:pt x="6319267" y="2271713"/>
                    <a:pt x="6318315" y="2277428"/>
                  </a:cubicBezTo>
                  <a:cubicBezTo>
                    <a:pt x="6279262" y="2299335"/>
                    <a:pt x="6241162" y="2321243"/>
                    <a:pt x="6202109" y="2343150"/>
                  </a:cubicBezTo>
                  <a:cubicBezTo>
                    <a:pt x="6204967" y="2098358"/>
                    <a:pt x="6204967" y="1852613"/>
                    <a:pt x="6204967" y="1606868"/>
                  </a:cubicBezTo>
                  <a:close/>
                  <a:moveTo>
                    <a:pt x="6282120" y="2481263"/>
                  </a:moveTo>
                  <a:cubicBezTo>
                    <a:pt x="6281167" y="2488883"/>
                    <a:pt x="6279262" y="2496503"/>
                    <a:pt x="6278309" y="2504123"/>
                  </a:cubicBezTo>
                  <a:cubicBezTo>
                    <a:pt x="6278309" y="2497455"/>
                    <a:pt x="6277357" y="2490788"/>
                    <a:pt x="6277357" y="2484120"/>
                  </a:cubicBezTo>
                  <a:cubicBezTo>
                    <a:pt x="6278309" y="2483168"/>
                    <a:pt x="6280215" y="2482215"/>
                    <a:pt x="6282120" y="2481263"/>
                  </a:cubicBezTo>
                  <a:close/>
                  <a:moveTo>
                    <a:pt x="6279262" y="3056573"/>
                  </a:moveTo>
                  <a:cubicBezTo>
                    <a:pt x="6273547" y="3066098"/>
                    <a:pt x="6267832" y="3075623"/>
                    <a:pt x="6262117" y="3084195"/>
                  </a:cubicBezTo>
                  <a:cubicBezTo>
                    <a:pt x="6261165" y="3084195"/>
                    <a:pt x="6260212" y="3084195"/>
                    <a:pt x="6259259" y="3084195"/>
                  </a:cubicBezTo>
                  <a:cubicBezTo>
                    <a:pt x="6263070" y="3068003"/>
                    <a:pt x="6266879" y="3051810"/>
                    <a:pt x="6268784" y="3035618"/>
                  </a:cubicBezTo>
                  <a:cubicBezTo>
                    <a:pt x="6272595" y="3028950"/>
                    <a:pt x="6275452" y="3023235"/>
                    <a:pt x="6278309" y="3016568"/>
                  </a:cubicBezTo>
                  <a:cubicBezTo>
                    <a:pt x="6281167" y="3014663"/>
                    <a:pt x="6284024" y="3013710"/>
                    <a:pt x="6286882" y="3011805"/>
                  </a:cubicBezTo>
                  <a:cubicBezTo>
                    <a:pt x="6291645" y="3000375"/>
                    <a:pt x="6295454" y="2989898"/>
                    <a:pt x="6300217" y="2979420"/>
                  </a:cubicBezTo>
                  <a:cubicBezTo>
                    <a:pt x="6307837" y="2977515"/>
                    <a:pt x="6314504" y="2975610"/>
                    <a:pt x="6322124" y="2973705"/>
                  </a:cubicBezTo>
                  <a:cubicBezTo>
                    <a:pt x="6308790" y="3002280"/>
                    <a:pt x="6295454" y="3029903"/>
                    <a:pt x="6279262" y="3056573"/>
                  </a:cubicBezTo>
                  <a:close/>
                  <a:moveTo>
                    <a:pt x="6324029" y="3085148"/>
                  </a:moveTo>
                  <a:cubicBezTo>
                    <a:pt x="6348795" y="3044190"/>
                    <a:pt x="6372607" y="3001328"/>
                    <a:pt x="6389752" y="2954655"/>
                  </a:cubicBezTo>
                  <a:cubicBezTo>
                    <a:pt x="6403087" y="2950845"/>
                    <a:pt x="6416422" y="2946083"/>
                    <a:pt x="6428804" y="2941320"/>
                  </a:cubicBezTo>
                  <a:cubicBezTo>
                    <a:pt x="6405945" y="2988945"/>
                    <a:pt x="6382132" y="3036570"/>
                    <a:pt x="6359272" y="3084195"/>
                  </a:cubicBezTo>
                  <a:cubicBezTo>
                    <a:pt x="6347842" y="3085148"/>
                    <a:pt x="6335459" y="3085148"/>
                    <a:pt x="6324029" y="3085148"/>
                  </a:cubicBezTo>
                  <a:close/>
                  <a:moveTo>
                    <a:pt x="6458332" y="2931795"/>
                  </a:moveTo>
                  <a:cubicBezTo>
                    <a:pt x="6485954" y="2922270"/>
                    <a:pt x="6513577" y="2911793"/>
                    <a:pt x="6540247" y="2901315"/>
                  </a:cubicBezTo>
                  <a:cubicBezTo>
                    <a:pt x="6565012" y="2893695"/>
                    <a:pt x="6588824" y="2886075"/>
                    <a:pt x="6613590" y="2878455"/>
                  </a:cubicBezTo>
                  <a:cubicBezTo>
                    <a:pt x="6612637" y="2879408"/>
                    <a:pt x="6611684" y="2880360"/>
                    <a:pt x="6610732" y="2882265"/>
                  </a:cubicBezTo>
                  <a:cubicBezTo>
                    <a:pt x="6577395" y="2926080"/>
                    <a:pt x="6546915" y="2973705"/>
                    <a:pt x="6515482" y="3019425"/>
                  </a:cubicBezTo>
                  <a:cubicBezTo>
                    <a:pt x="6501195" y="3041333"/>
                    <a:pt x="6486907" y="3063240"/>
                    <a:pt x="6472620" y="3085148"/>
                  </a:cubicBezTo>
                  <a:cubicBezTo>
                    <a:pt x="6447854" y="3085148"/>
                    <a:pt x="6424042" y="3085148"/>
                    <a:pt x="6399277" y="3086100"/>
                  </a:cubicBezTo>
                  <a:cubicBezTo>
                    <a:pt x="6419279" y="3033713"/>
                    <a:pt x="6438329" y="2982278"/>
                    <a:pt x="6458332" y="2931795"/>
                  </a:cubicBezTo>
                  <a:close/>
                  <a:moveTo>
                    <a:pt x="6461190" y="3246120"/>
                  </a:moveTo>
                  <a:cubicBezTo>
                    <a:pt x="6430709" y="3226118"/>
                    <a:pt x="6436424" y="3157538"/>
                    <a:pt x="6479287" y="3157538"/>
                  </a:cubicBezTo>
                  <a:lnTo>
                    <a:pt x="6587872" y="3157538"/>
                  </a:lnTo>
                  <a:cubicBezTo>
                    <a:pt x="6587872" y="3170873"/>
                    <a:pt x="6588824" y="3183255"/>
                    <a:pt x="6589777" y="3196590"/>
                  </a:cubicBezTo>
                  <a:cubicBezTo>
                    <a:pt x="6589777" y="3205163"/>
                    <a:pt x="6590729" y="3214688"/>
                    <a:pt x="6590729" y="3223260"/>
                  </a:cubicBezTo>
                  <a:cubicBezTo>
                    <a:pt x="6589777" y="3229928"/>
                    <a:pt x="6589777" y="3235643"/>
                    <a:pt x="6588824" y="3242310"/>
                  </a:cubicBezTo>
                  <a:lnTo>
                    <a:pt x="6588824" y="3244215"/>
                  </a:lnTo>
                  <a:cubicBezTo>
                    <a:pt x="6589777" y="3244215"/>
                    <a:pt x="6589777" y="3244215"/>
                    <a:pt x="6590729" y="3244215"/>
                  </a:cubicBezTo>
                  <a:cubicBezTo>
                    <a:pt x="6590729" y="3245168"/>
                    <a:pt x="6590729" y="3246120"/>
                    <a:pt x="6590729" y="3247073"/>
                  </a:cubicBezTo>
                  <a:cubicBezTo>
                    <a:pt x="6547867" y="3246120"/>
                    <a:pt x="6505004" y="3246120"/>
                    <a:pt x="6461190" y="3246120"/>
                  </a:cubicBezTo>
                  <a:close/>
                  <a:moveTo>
                    <a:pt x="6596445" y="3246120"/>
                  </a:moveTo>
                  <a:cubicBezTo>
                    <a:pt x="6600254" y="3233738"/>
                    <a:pt x="6600254" y="3219450"/>
                    <a:pt x="6602159" y="3206115"/>
                  </a:cubicBezTo>
                  <a:lnTo>
                    <a:pt x="6604065" y="3187065"/>
                  </a:lnTo>
                  <a:cubicBezTo>
                    <a:pt x="6605970" y="3201353"/>
                    <a:pt x="6607874" y="3214688"/>
                    <a:pt x="6611684" y="3228023"/>
                  </a:cubicBezTo>
                  <a:cubicBezTo>
                    <a:pt x="6612637" y="3231833"/>
                    <a:pt x="6617399" y="3231833"/>
                    <a:pt x="6617399" y="3227070"/>
                  </a:cubicBezTo>
                  <a:cubicBezTo>
                    <a:pt x="6617399" y="3225165"/>
                    <a:pt x="6617399" y="3223260"/>
                    <a:pt x="6617399" y="3221355"/>
                  </a:cubicBezTo>
                  <a:cubicBezTo>
                    <a:pt x="6618352" y="3224213"/>
                    <a:pt x="6620257" y="3226118"/>
                    <a:pt x="6621209" y="3228975"/>
                  </a:cubicBezTo>
                  <a:cubicBezTo>
                    <a:pt x="6624067" y="3234690"/>
                    <a:pt x="6626924" y="3240405"/>
                    <a:pt x="6629782" y="3246120"/>
                  </a:cubicBezTo>
                  <a:cubicBezTo>
                    <a:pt x="6619304" y="3246120"/>
                    <a:pt x="6607874" y="3246120"/>
                    <a:pt x="6596445" y="3246120"/>
                  </a:cubicBezTo>
                  <a:close/>
                  <a:moveTo>
                    <a:pt x="6648832" y="3246120"/>
                  </a:moveTo>
                  <a:cubicBezTo>
                    <a:pt x="6644070" y="3237548"/>
                    <a:pt x="6638354" y="3228975"/>
                    <a:pt x="6633592" y="3219450"/>
                  </a:cubicBezTo>
                  <a:cubicBezTo>
                    <a:pt x="6630734" y="3214688"/>
                    <a:pt x="6628829" y="3208020"/>
                    <a:pt x="6625972" y="3204210"/>
                  </a:cubicBezTo>
                  <a:cubicBezTo>
                    <a:pt x="6622162" y="3199448"/>
                    <a:pt x="6621209" y="3204210"/>
                    <a:pt x="6617399" y="3194685"/>
                  </a:cubicBezTo>
                  <a:cubicBezTo>
                    <a:pt x="6617399" y="3194685"/>
                    <a:pt x="6617399" y="3194685"/>
                    <a:pt x="6617399" y="3194685"/>
                  </a:cubicBezTo>
                  <a:cubicBezTo>
                    <a:pt x="6616447" y="3182303"/>
                    <a:pt x="6614542" y="3169920"/>
                    <a:pt x="6612637" y="3157538"/>
                  </a:cubicBezTo>
                  <a:lnTo>
                    <a:pt x="6655499" y="3157538"/>
                  </a:lnTo>
                  <a:cubicBezTo>
                    <a:pt x="6672645" y="3179445"/>
                    <a:pt x="6689790" y="3201353"/>
                    <a:pt x="6705982" y="3225165"/>
                  </a:cubicBezTo>
                  <a:cubicBezTo>
                    <a:pt x="6710745" y="3232785"/>
                    <a:pt x="6715507" y="3239453"/>
                    <a:pt x="6719317" y="3247073"/>
                  </a:cubicBezTo>
                  <a:cubicBezTo>
                    <a:pt x="6695504" y="3247073"/>
                    <a:pt x="6671692" y="3246120"/>
                    <a:pt x="6648832" y="3246120"/>
                  </a:cubicBezTo>
                  <a:close/>
                  <a:moveTo>
                    <a:pt x="6756465" y="2867025"/>
                  </a:moveTo>
                  <a:cubicBezTo>
                    <a:pt x="6765037" y="2853690"/>
                    <a:pt x="6774562" y="2839403"/>
                    <a:pt x="6783134" y="2825115"/>
                  </a:cubicBezTo>
                  <a:cubicBezTo>
                    <a:pt x="6809804" y="2817495"/>
                    <a:pt x="6835522" y="2808923"/>
                    <a:pt x="6862192" y="2801303"/>
                  </a:cubicBezTo>
                  <a:cubicBezTo>
                    <a:pt x="6861240" y="2803208"/>
                    <a:pt x="6860287" y="2804160"/>
                    <a:pt x="6859334" y="2806065"/>
                  </a:cubicBezTo>
                  <a:cubicBezTo>
                    <a:pt x="6830759" y="2856548"/>
                    <a:pt x="6802184" y="2907983"/>
                    <a:pt x="6772657" y="2958465"/>
                  </a:cubicBezTo>
                  <a:cubicBezTo>
                    <a:pt x="6749797" y="2999423"/>
                    <a:pt x="6726937" y="3041333"/>
                    <a:pt x="6704077" y="3082290"/>
                  </a:cubicBezTo>
                  <a:cubicBezTo>
                    <a:pt x="6673597" y="3082290"/>
                    <a:pt x="6644070" y="3082290"/>
                    <a:pt x="6613590" y="3083243"/>
                  </a:cubicBezTo>
                  <a:cubicBezTo>
                    <a:pt x="6629782" y="3059430"/>
                    <a:pt x="6645022" y="3035618"/>
                    <a:pt x="6661215" y="3011805"/>
                  </a:cubicBezTo>
                  <a:cubicBezTo>
                    <a:pt x="6693599" y="2963228"/>
                    <a:pt x="6725984" y="2915603"/>
                    <a:pt x="6756465" y="2867025"/>
                  </a:cubicBezTo>
                  <a:close/>
                  <a:moveTo>
                    <a:pt x="6680265" y="2871788"/>
                  </a:moveTo>
                  <a:cubicBezTo>
                    <a:pt x="6683122" y="2866073"/>
                    <a:pt x="6685027" y="2860358"/>
                    <a:pt x="6686932" y="2854643"/>
                  </a:cubicBezTo>
                  <a:cubicBezTo>
                    <a:pt x="6688837" y="2853690"/>
                    <a:pt x="6691695" y="2853690"/>
                    <a:pt x="6693599" y="2852738"/>
                  </a:cubicBezTo>
                  <a:cubicBezTo>
                    <a:pt x="6688837" y="2859405"/>
                    <a:pt x="6685027" y="2866073"/>
                    <a:pt x="6680265" y="2871788"/>
                  </a:cubicBezTo>
                  <a:close/>
                  <a:moveTo>
                    <a:pt x="6867907" y="3003233"/>
                  </a:moveTo>
                  <a:cubicBezTo>
                    <a:pt x="6899340" y="2945130"/>
                    <a:pt x="6930772" y="2887028"/>
                    <a:pt x="6961252" y="2829878"/>
                  </a:cubicBezTo>
                  <a:cubicBezTo>
                    <a:pt x="6973634" y="2807018"/>
                    <a:pt x="6986017" y="2783205"/>
                    <a:pt x="6997447" y="2760345"/>
                  </a:cubicBezTo>
                  <a:cubicBezTo>
                    <a:pt x="7010782" y="2756535"/>
                    <a:pt x="7024117" y="2751773"/>
                    <a:pt x="7037452" y="2747963"/>
                  </a:cubicBezTo>
                  <a:cubicBezTo>
                    <a:pt x="7014592" y="2795588"/>
                    <a:pt x="6991732" y="2843213"/>
                    <a:pt x="6967920" y="2887028"/>
                  </a:cubicBezTo>
                  <a:cubicBezTo>
                    <a:pt x="6938392" y="2941320"/>
                    <a:pt x="6908865" y="2995613"/>
                    <a:pt x="6878384" y="3048953"/>
                  </a:cubicBezTo>
                  <a:cubicBezTo>
                    <a:pt x="6871717" y="3060383"/>
                    <a:pt x="6865049" y="3071813"/>
                    <a:pt x="6858382" y="3083243"/>
                  </a:cubicBezTo>
                  <a:cubicBezTo>
                    <a:pt x="6846952" y="3083243"/>
                    <a:pt x="6835522" y="3083243"/>
                    <a:pt x="6824092" y="3083243"/>
                  </a:cubicBezTo>
                  <a:cubicBezTo>
                    <a:pt x="6838379" y="3055620"/>
                    <a:pt x="6852667" y="3029903"/>
                    <a:pt x="6867907" y="3003233"/>
                  </a:cubicBezTo>
                  <a:close/>
                  <a:moveTo>
                    <a:pt x="6739320" y="3247073"/>
                  </a:moveTo>
                  <a:cubicBezTo>
                    <a:pt x="6719317" y="3212783"/>
                    <a:pt x="6694552" y="3181350"/>
                    <a:pt x="6669787" y="3157538"/>
                  </a:cubicBezTo>
                  <a:lnTo>
                    <a:pt x="6712649" y="3157538"/>
                  </a:lnTo>
                  <a:cubicBezTo>
                    <a:pt x="6728842" y="3188018"/>
                    <a:pt x="6746940" y="3217545"/>
                    <a:pt x="6765037" y="3247073"/>
                  </a:cubicBezTo>
                  <a:cubicBezTo>
                    <a:pt x="6756465" y="3247073"/>
                    <a:pt x="6747892" y="3247073"/>
                    <a:pt x="6739320" y="3247073"/>
                  </a:cubicBezTo>
                  <a:close/>
                  <a:moveTo>
                    <a:pt x="6780277" y="3247073"/>
                  </a:moveTo>
                  <a:cubicBezTo>
                    <a:pt x="6779324" y="3245168"/>
                    <a:pt x="6778372" y="3243263"/>
                    <a:pt x="6777420" y="3242310"/>
                  </a:cubicBezTo>
                  <a:cubicBezTo>
                    <a:pt x="6760274" y="3213735"/>
                    <a:pt x="6744082" y="3185160"/>
                    <a:pt x="6726937" y="3157538"/>
                  </a:cubicBezTo>
                  <a:lnTo>
                    <a:pt x="6775515" y="3157538"/>
                  </a:lnTo>
                  <a:cubicBezTo>
                    <a:pt x="6788849" y="3183255"/>
                    <a:pt x="6804090" y="3208020"/>
                    <a:pt x="6817424" y="3233738"/>
                  </a:cubicBezTo>
                  <a:cubicBezTo>
                    <a:pt x="6820282" y="3238500"/>
                    <a:pt x="6822187" y="3242310"/>
                    <a:pt x="6825045" y="3247073"/>
                  </a:cubicBezTo>
                  <a:cubicBezTo>
                    <a:pt x="6809804" y="3247073"/>
                    <a:pt x="6794565" y="3247073"/>
                    <a:pt x="6780277" y="3247073"/>
                  </a:cubicBezTo>
                  <a:close/>
                  <a:moveTo>
                    <a:pt x="6843142" y="3247073"/>
                  </a:moveTo>
                  <a:cubicBezTo>
                    <a:pt x="6838379" y="3239453"/>
                    <a:pt x="6833617" y="3231833"/>
                    <a:pt x="6828854" y="3225165"/>
                  </a:cubicBezTo>
                  <a:cubicBezTo>
                    <a:pt x="6814567" y="3202305"/>
                    <a:pt x="6801232" y="3179445"/>
                    <a:pt x="6786945" y="3157538"/>
                  </a:cubicBezTo>
                  <a:lnTo>
                    <a:pt x="6837427" y="3157538"/>
                  </a:lnTo>
                  <a:cubicBezTo>
                    <a:pt x="6856477" y="3188018"/>
                    <a:pt x="6875527" y="3217545"/>
                    <a:pt x="6895529" y="3247073"/>
                  </a:cubicBezTo>
                  <a:cubicBezTo>
                    <a:pt x="6877432" y="3247073"/>
                    <a:pt x="6860287" y="3247073"/>
                    <a:pt x="6843142" y="3247073"/>
                  </a:cubicBezTo>
                  <a:close/>
                  <a:moveTo>
                    <a:pt x="6939345" y="3247073"/>
                  </a:moveTo>
                  <a:cubicBezTo>
                    <a:pt x="6929820" y="3247073"/>
                    <a:pt x="6921247" y="3247073"/>
                    <a:pt x="6911722" y="3247073"/>
                  </a:cubicBezTo>
                  <a:cubicBezTo>
                    <a:pt x="6892672" y="3216593"/>
                    <a:pt x="6872670" y="3186113"/>
                    <a:pt x="6851715" y="3157538"/>
                  </a:cubicBezTo>
                  <a:lnTo>
                    <a:pt x="6898387" y="3157538"/>
                  </a:lnTo>
                  <a:cubicBezTo>
                    <a:pt x="6915532" y="3184208"/>
                    <a:pt x="6932677" y="3211830"/>
                    <a:pt x="6950774" y="3236595"/>
                  </a:cubicBezTo>
                  <a:cubicBezTo>
                    <a:pt x="6948870" y="3240405"/>
                    <a:pt x="6944107" y="3244215"/>
                    <a:pt x="6939345" y="3247073"/>
                  </a:cubicBezTo>
                  <a:close/>
                  <a:moveTo>
                    <a:pt x="6960299" y="3212783"/>
                  </a:moveTo>
                  <a:cubicBezTo>
                    <a:pt x="6946965" y="3193733"/>
                    <a:pt x="6933629" y="3174683"/>
                    <a:pt x="6919342" y="3156585"/>
                  </a:cubicBezTo>
                  <a:lnTo>
                    <a:pt x="6924104" y="3156585"/>
                  </a:lnTo>
                  <a:cubicBezTo>
                    <a:pt x="6951727" y="3157538"/>
                    <a:pt x="6964109" y="3187065"/>
                    <a:pt x="6960299" y="3212783"/>
                  </a:cubicBezTo>
                  <a:close/>
                  <a:moveTo>
                    <a:pt x="7187947" y="3083243"/>
                  </a:moveTo>
                  <a:cubicBezTo>
                    <a:pt x="7180327" y="3087053"/>
                    <a:pt x="7172707" y="3091815"/>
                    <a:pt x="7165087" y="3095625"/>
                  </a:cubicBezTo>
                  <a:cubicBezTo>
                    <a:pt x="7161277" y="3095625"/>
                    <a:pt x="7157467" y="3094673"/>
                    <a:pt x="7153657" y="3094673"/>
                  </a:cubicBezTo>
                  <a:cubicBezTo>
                    <a:pt x="7190804" y="3028950"/>
                    <a:pt x="7225095" y="2960370"/>
                    <a:pt x="7261290" y="2896553"/>
                  </a:cubicBezTo>
                  <a:cubicBezTo>
                    <a:pt x="7294627" y="2837498"/>
                    <a:pt x="7330822" y="2780348"/>
                    <a:pt x="7367017" y="2723198"/>
                  </a:cubicBezTo>
                  <a:cubicBezTo>
                    <a:pt x="7374637" y="2710815"/>
                    <a:pt x="7383209" y="2697480"/>
                    <a:pt x="7391782" y="2685098"/>
                  </a:cubicBezTo>
                  <a:cubicBezTo>
                    <a:pt x="7391782" y="2687955"/>
                    <a:pt x="7391782" y="2690813"/>
                    <a:pt x="7391782" y="2693670"/>
                  </a:cubicBezTo>
                  <a:cubicBezTo>
                    <a:pt x="7391782" y="2701290"/>
                    <a:pt x="7401307" y="2701290"/>
                    <a:pt x="7401307" y="2693670"/>
                  </a:cubicBezTo>
                  <a:cubicBezTo>
                    <a:pt x="7403212" y="2650808"/>
                    <a:pt x="7404165" y="2606993"/>
                    <a:pt x="7405117" y="2564130"/>
                  </a:cubicBezTo>
                  <a:cubicBezTo>
                    <a:pt x="7399402" y="2566988"/>
                    <a:pt x="7393687" y="2569845"/>
                    <a:pt x="7387020" y="2572703"/>
                  </a:cubicBezTo>
                  <a:cubicBezTo>
                    <a:pt x="7387972" y="2608898"/>
                    <a:pt x="7388924" y="2645093"/>
                    <a:pt x="7390829" y="2681288"/>
                  </a:cubicBezTo>
                  <a:cubicBezTo>
                    <a:pt x="7363207" y="2687003"/>
                    <a:pt x="7335584" y="2692718"/>
                    <a:pt x="7307962" y="2697480"/>
                  </a:cubicBezTo>
                  <a:cubicBezTo>
                    <a:pt x="7280340" y="2740343"/>
                    <a:pt x="7253670" y="2785110"/>
                    <a:pt x="7228904" y="2826068"/>
                  </a:cubicBezTo>
                  <a:cubicBezTo>
                    <a:pt x="7179374" y="2907983"/>
                    <a:pt x="7127940" y="2995613"/>
                    <a:pt x="7091745" y="3090863"/>
                  </a:cubicBezTo>
                  <a:cubicBezTo>
                    <a:pt x="7076504" y="3089910"/>
                    <a:pt x="7061265" y="3088958"/>
                    <a:pt x="7046977" y="3088005"/>
                  </a:cubicBezTo>
                  <a:cubicBezTo>
                    <a:pt x="7095554" y="3022283"/>
                    <a:pt x="7137465" y="2945130"/>
                    <a:pt x="7179374" y="2877503"/>
                  </a:cubicBezTo>
                  <a:cubicBezTo>
                    <a:pt x="7209854" y="2828925"/>
                    <a:pt x="7240334" y="2780348"/>
                    <a:pt x="7268909" y="2730818"/>
                  </a:cubicBezTo>
                  <a:cubicBezTo>
                    <a:pt x="7274624" y="2721293"/>
                    <a:pt x="7280340" y="2711768"/>
                    <a:pt x="7286054" y="2701290"/>
                  </a:cubicBezTo>
                  <a:cubicBezTo>
                    <a:pt x="7258432" y="2706053"/>
                    <a:pt x="7230809" y="2710815"/>
                    <a:pt x="7203187" y="2715578"/>
                  </a:cubicBezTo>
                  <a:cubicBezTo>
                    <a:pt x="7181279" y="2750820"/>
                    <a:pt x="7160324" y="2786063"/>
                    <a:pt x="7139370" y="2822258"/>
                  </a:cubicBezTo>
                  <a:cubicBezTo>
                    <a:pt x="7109842" y="2871788"/>
                    <a:pt x="7082220" y="2922270"/>
                    <a:pt x="7054597" y="2972753"/>
                  </a:cubicBezTo>
                  <a:cubicBezTo>
                    <a:pt x="7033642" y="3009900"/>
                    <a:pt x="7010782" y="3047048"/>
                    <a:pt x="6992684" y="3086100"/>
                  </a:cubicBezTo>
                  <a:cubicBezTo>
                    <a:pt x="6989827" y="3086100"/>
                    <a:pt x="6986017" y="3086100"/>
                    <a:pt x="6983159" y="3086100"/>
                  </a:cubicBezTo>
                  <a:cubicBezTo>
                    <a:pt x="7014592" y="3031808"/>
                    <a:pt x="7045072" y="2976563"/>
                    <a:pt x="7075552" y="2921318"/>
                  </a:cubicBezTo>
                  <a:cubicBezTo>
                    <a:pt x="7103174" y="2870835"/>
                    <a:pt x="7128892" y="2820353"/>
                    <a:pt x="7155562" y="2768918"/>
                  </a:cubicBezTo>
                  <a:cubicBezTo>
                    <a:pt x="7163182" y="2753678"/>
                    <a:pt x="7170802" y="2737485"/>
                    <a:pt x="7177470" y="2720340"/>
                  </a:cubicBezTo>
                  <a:cubicBezTo>
                    <a:pt x="7157467" y="2724150"/>
                    <a:pt x="7136512" y="2727008"/>
                    <a:pt x="7116509" y="2730818"/>
                  </a:cubicBezTo>
                  <a:cubicBezTo>
                    <a:pt x="7089840" y="2775585"/>
                    <a:pt x="7065074" y="2823210"/>
                    <a:pt x="7041262" y="2869883"/>
                  </a:cubicBezTo>
                  <a:cubicBezTo>
                    <a:pt x="7005067" y="2940368"/>
                    <a:pt x="6967920" y="3011805"/>
                    <a:pt x="6933629" y="3084195"/>
                  </a:cubicBezTo>
                  <a:cubicBezTo>
                    <a:pt x="6928867" y="3084195"/>
                    <a:pt x="6923152" y="3084195"/>
                    <a:pt x="6918390" y="3084195"/>
                  </a:cubicBezTo>
                  <a:cubicBezTo>
                    <a:pt x="6946012" y="3034665"/>
                    <a:pt x="6973634" y="2985135"/>
                    <a:pt x="6999352" y="2934653"/>
                  </a:cubicBezTo>
                  <a:cubicBezTo>
                    <a:pt x="7032690" y="2870835"/>
                    <a:pt x="7071742" y="2803208"/>
                    <a:pt x="7104127" y="2732723"/>
                  </a:cubicBezTo>
                  <a:cubicBezTo>
                    <a:pt x="7096507" y="2733675"/>
                    <a:pt x="7087934" y="2735580"/>
                    <a:pt x="7080315" y="2736533"/>
                  </a:cubicBezTo>
                  <a:cubicBezTo>
                    <a:pt x="6912674" y="2765108"/>
                    <a:pt x="6746940" y="2802255"/>
                    <a:pt x="6577395" y="2810828"/>
                  </a:cubicBezTo>
                  <a:cubicBezTo>
                    <a:pt x="6561202" y="2817495"/>
                    <a:pt x="6541199" y="2836545"/>
                    <a:pt x="6517387" y="2825115"/>
                  </a:cubicBezTo>
                  <a:cubicBezTo>
                    <a:pt x="6514529" y="2823210"/>
                    <a:pt x="6510720" y="2822258"/>
                    <a:pt x="6507862" y="2820353"/>
                  </a:cubicBezTo>
                  <a:cubicBezTo>
                    <a:pt x="6482145" y="2827020"/>
                    <a:pt x="6457379" y="2834640"/>
                    <a:pt x="6431662" y="2841308"/>
                  </a:cubicBezTo>
                  <a:cubicBezTo>
                    <a:pt x="6405945" y="2847975"/>
                    <a:pt x="6379274" y="2854643"/>
                    <a:pt x="6353557" y="2861310"/>
                  </a:cubicBezTo>
                  <a:cubicBezTo>
                    <a:pt x="6355462" y="2857500"/>
                    <a:pt x="6357367" y="2854643"/>
                    <a:pt x="6358320" y="2850833"/>
                  </a:cubicBezTo>
                  <a:cubicBezTo>
                    <a:pt x="6361177" y="2849880"/>
                    <a:pt x="6363082" y="2849880"/>
                    <a:pt x="6365940" y="2848928"/>
                  </a:cubicBezTo>
                  <a:cubicBezTo>
                    <a:pt x="6369749" y="2847975"/>
                    <a:pt x="6369749" y="2844165"/>
                    <a:pt x="6368797" y="2840355"/>
                  </a:cubicBezTo>
                  <a:cubicBezTo>
                    <a:pt x="6369749" y="2838450"/>
                    <a:pt x="6371654" y="2837498"/>
                    <a:pt x="6372607" y="2835593"/>
                  </a:cubicBezTo>
                  <a:cubicBezTo>
                    <a:pt x="6384037" y="2832735"/>
                    <a:pt x="6394515" y="2825115"/>
                    <a:pt x="6401182" y="2809875"/>
                  </a:cubicBezTo>
                  <a:cubicBezTo>
                    <a:pt x="6418327" y="2770823"/>
                    <a:pt x="6436424" y="2732723"/>
                    <a:pt x="6453570" y="2693670"/>
                  </a:cubicBezTo>
                  <a:cubicBezTo>
                    <a:pt x="6472620" y="2660333"/>
                    <a:pt x="6488812" y="2624138"/>
                    <a:pt x="6502147" y="2586038"/>
                  </a:cubicBezTo>
                  <a:cubicBezTo>
                    <a:pt x="6510720" y="2566988"/>
                    <a:pt x="6519292" y="2547938"/>
                    <a:pt x="6527865" y="2528888"/>
                  </a:cubicBezTo>
                  <a:cubicBezTo>
                    <a:pt x="6543104" y="2503170"/>
                    <a:pt x="6558345" y="2476500"/>
                    <a:pt x="6573584" y="2450783"/>
                  </a:cubicBezTo>
                  <a:cubicBezTo>
                    <a:pt x="6584062" y="2446973"/>
                    <a:pt x="6594540" y="2439353"/>
                    <a:pt x="6599302" y="2425065"/>
                  </a:cubicBezTo>
                  <a:cubicBezTo>
                    <a:pt x="6605970" y="2407920"/>
                    <a:pt x="6612637" y="2390775"/>
                    <a:pt x="6619304" y="2373630"/>
                  </a:cubicBezTo>
                  <a:cubicBezTo>
                    <a:pt x="6631687" y="2352675"/>
                    <a:pt x="6645022" y="2331720"/>
                    <a:pt x="6658357" y="2310765"/>
                  </a:cubicBezTo>
                  <a:cubicBezTo>
                    <a:pt x="6677407" y="2264093"/>
                    <a:pt x="6698362" y="2217420"/>
                    <a:pt x="6722174" y="2172653"/>
                  </a:cubicBezTo>
                  <a:cubicBezTo>
                    <a:pt x="6730747" y="2134553"/>
                    <a:pt x="6738367" y="2096453"/>
                    <a:pt x="6745987" y="2057400"/>
                  </a:cubicBezTo>
                  <a:cubicBezTo>
                    <a:pt x="6767895" y="2001203"/>
                    <a:pt x="6790754" y="1945958"/>
                    <a:pt x="6812662" y="1889760"/>
                  </a:cubicBezTo>
                  <a:cubicBezTo>
                    <a:pt x="6825045" y="1857375"/>
                    <a:pt x="6813615" y="1827848"/>
                    <a:pt x="6794565" y="1812608"/>
                  </a:cubicBezTo>
                  <a:cubicBezTo>
                    <a:pt x="6795517" y="1808798"/>
                    <a:pt x="6796470" y="1804035"/>
                    <a:pt x="6797422" y="1800225"/>
                  </a:cubicBezTo>
                  <a:cubicBezTo>
                    <a:pt x="6804090" y="1801178"/>
                    <a:pt x="6811709" y="1798320"/>
                    <a:pt x="6816472" y="1790700"/>
                  </a:cubicBezTo>
                  <a:cubicBezTo>
                    <a:pt x="6869812" y="1798320"/>
                    <a:pt x="6924104" y="1804988"/>
                    <a:pt x="6978397" y="1811655"/>
                  </a:cubicBezTo>
                  <a:cubicBezTo>
                    <a:pt x="6978397" y="1812608"/>
                    <a:pt x="6978397" y="1812608"/>
                    <a:pt x="6978397" y="1813560"/>
                  </a:cubicBezTo>
                  <a:cubicBezTo>
                    <a:pt x="6986017" y="1813560"/>
                    <a:pt x="6993637" y="1813560"/>
                    <a:pt x="7001257" y="1814513"/>
                  </a:cubicBezTo>
                  <a:cubicBezTo>
                    <a:pt x="7068884" y="1822133"/>
                    <a:pt x="7136512" y="1829753"/>
                    <a:pt x="7204140" y="1836420"/>
                  </a:cubicBezTo>
                  <a:cubicBezTo>
                    <a:pt x="7302247" y="1846898"/>
                    <a:pt x="7401307" y="1860233"/>
                    <a:pt x="7500367" y="1870710"/>
                  </a:cubicBezTo>
                  <a:cubicBezTo>
                    <a:pt x="7514654" y="1868805"/>
                    <a:pt x="7528942" y="1866900"/>
                    <a:pt x="7543229" y="1864995"/>
                  </a:cubicBezTo>
                  <a:cubicBezTo>
                    <a:pt x="7560374" y="1862138"/>
                    <a:pt x="7573709" y="1867853"/>
                    <a:pt x="7583234" y="1878330"/>
                  </a:cubicBezTo>
                  <a:cubicBezTo>
                    <a:pt x="7661340" y="1884045"/>
                    <a:pt x="7740397" y="1885950"/>
                    <a:pt x="7817549" y="1881188"/>
                  </a:cubicBezTo>
                  <a:cubicBezTo>
                    <a:pt x="7838504" y="1884045"/>
                    <a:pt x="7858507" y="1886903"/>
                    <a:pt x="7879462" y="1890713"/>
                  </a:cubicBezTo>
                  <a:cubicBezTo>
                    <a:pt x="7877557" y="1924050"/>
                    <a:pt x="7875652" y="1958340"/>
                    <a:pt x="7873747" y="1991678"/>
                  </a:cubicBezTo>
                  <a:cubicBezTo>
                    <a:pt x="7878509" y="1990725"/>
                    <a:pt x="7884224" y="1990725"/>
                    <a:pt x="7888987" y="1990725"/>
                  </a:cubicBezTo>
                  <a:cubicBezTo>
                    <a:pt x="7895654" y="1990725"/>
                    <a:pt x="7902322" y="1995488"/>
                    <a:pt x="7905179" y="2003108"/>
                  </a:cubicBezTo>
                  <a:cubicBezTo>
                    <a:pt x="7903274" y="1965960"/>
                    <a:pt x="7901370" y="1929765"/>
                    <a:pt x="7899465" y="1893570"/>
                  </a:cubicBezTo>
                  <a:cubicBezTo>
                    <a:pt x="7901370" y="1893570"/>
                    <a:pt x="7902322" y="1894523"/>
                    <a:pt x="7904227" y="1894523"/>
                  </a:cubicBezTo>
                  <a:cubicBezTo>
                    <a:pt x="7927087" y="1899285"/>
                    <a:pt x="7949947" y="1903095"/>
                    <a:pt x="7971854" y="1906905"/>
                  </a:cubicBezTo>
                  <a:cubicBezTo>
                    <a:pt x="7968045" y="1920240"/>
                    <a:pt x="7963282" y="1933575"/>
                    <a:pt x="7959472" y="1946910"/>
                  </a:cubicBezTo>
                  <a:cubicBezTo>
                    <a:pt x="7968997" y="1948815"/>
                    <a:pt x="7978522" y="1950720"/>
                    <a:pt x="7988047" y="1955483"/>
                  </a:cubicBezTo>
                  <a:cubicBezTo>
                    <a:pt x="7991857" y="1941195"/>
                    <a:pt x="7995667" y="1925955"/>
                    <a:pt x="7999477" y="1910715"/>
                  </a:cubicBezTo>
                  <a:cubicBezTo>
                    <a:pt x="8012812" y="1912620"/>
                    <a:pt x="8025195" y="1914525"/>
                    <a:pt x="8038529" y="1915478"/>
                  </a:cubicBezTo>
                  <a:cubicBezTo>
                    <a:pt x="8039482" y="1915478"/>
                    <a:pt x="8040434" y="1915478"/>
                    <a:pt x="8040434" y="1915478"/>
                  </a:cubicBezTo>
                  <a:cubicBezTo>
                    <a:pt x="8044245" y="1916430"/>
                    <a:pt x="8048054" y="1916430"/>
                    <a:pt x="8051865" y="1917383"/>
                  </a:cubicBezTo>
                  <a:cubicBezTo>
                    <a:pt x="8079487" y="1922145"/>
                    <a:pt x="8107109" y="1926908"/>
                    <a:pt x="8135684" y="1931670"/>
                  </a:cubicBezTo>
                  <a:cubicBezTo>
                    <a:pt x="8109967" y="1961198"/>
                    <a:pt x="8085202" y="1991678"/>
                    <a:pt x="8061390" y="2023110"/>
                  </a:cubicBezTo>
                  <a:cubicBezTo>
                    <a:pt x="8058532" y="2019300"/>
                    <a:pt x="8055674" y="2016443"/>
                    <a:pt x="8052817" y="2014538"/>
                  </a:cubicBezTo>
                  <a:cubicBezTo>
                    <a:pt x="8069009" y="1991678"/>
                    <a:pt x="8085202" y="1967865"/>
                    <a:pt x="8101395" y="1945005"/>
                  </a:cubicBezTo>
                  <a:cubicBezTo>
                    <a:pt x="8104252" y="1941195"/>
                    <a:pt x="8099490" y="1935480"/>
                    <a:pt x="8096632" y="1939290"/>
                  </a:cubicBezTo>
                  <a:cubicBezTo>
                    <a:pt x="8087107" y="1950720"/>
                    <a:pt x="8076629" y="1962150"/>
                    <a:pt x="8067104" y="1972628"/>
                  </a:cubicBezTo>
                  <a:cubicBezTo>
                    <a:pt x="8066152" y="1974533"/>
                    <a:pt x="8066152" y="1976438"/>
                    <a:pt x="8068057" y="1977390"/>
                  </a:cubicBezTo>
                  <a:cubicBezTo>
                    <a:pt x="8060437" y="1987868"/>
                    <a:pt x="8051865" y="1999298"/>
                    <a:pt x="8044245" y="2009775"/>
                  </a:cubicBezTo>
                  <a:cubicBezTo>
                    <a:pt x="8039482" y="2008823"/>
                    <a:pt x="8034720" y="2008823"/>
                    <a:pt x="8030909" y="2011680"/>
                  </a:cubicBezTo>
                  <a:cubicBezTo>
                    <a:pt x="8030909" y="1996440"/>
                    <a:pt x="8029957" y="1980248"/>
                    <a:pt x="8029957" y="1965008"/>
                  </a:cubicBezTo>
                  <a:cubicBezTo>
                    <a:pt x="8029957" y="1953578"/>
                    <a:pt x="8015670" y="1953578"/>
                    <a:pt x="8015670" y="1965008"/>
                  </a:cubicBezTo>
                  <a:cubicBezTo>
                    <a:pt x="8015670" y="1986915"/>
                    <a:pt x="8014717" y="2008823"/>
                    <a:pt x="8014717" y="2030730"/>
                  </a:cubicBezTo>
                  <a:cubicBezTo>
                    <a:pt x="8002334" y="2055495"/>
                    <a:pt x="7989952" y="2080260"/>
                    <a:pt x="7977570" y="2105025"/>
                  </a:cubicBezTo>
                  <a:cubicBezTo>
                    <a:pt x="7956615" y="2135505"/>
                    <a:pt x="7935659" y="2165985"/>
                    <a:pt x="7915657" y="2197418"/>
                  </a:cubicBezTo>
                  <a:cubicBezTo>
                    <a:pt x="7913752" y="2140268"/>
                    <a:pt x="7910895" y="2082165"/>
                    <a:pt x="7908037" y="2025015"/>
                  </a:cubicBezTo>
                  <a:cubicBezTo>
                    <a:pt x="7905179" y="2078355"/>
                    <a:pt x="7889940" y="2124075"/>
                    <a:pt x="7868032" y="2163128"/>
                  </a:cubicBezTo>
                  <a:cubicBezTo>
                    <a:pt x="7866127" y="2201228"/>
                    <a:pt x="7865174" y="2239328"/>
                    <a:pt x="7864222" y="2277428"/>
                  </a:cubicBezTo>
                  <a:cubicBezTo>
                    <a:pt x="7836599" y="2320290"/>
                    <a:pt x="7809929" y="2364105"/>
                    <a:pt x="7784212" y="2407920"/>
                  </a:cubicBezTo>
                  <a:cubicBezTo>
                    <a:pt x="7767067" y="2432685"/>
                    <a:pt x="7749922" y="2457450"/>
                    <a:pt x="7731824" y="2481263"/>
                  </a:cubicBezTo>
                  <a:cubicBezTo>
                    <a:pt x="7727062" y="2487930"/>
                    <a:pt x="7722299" y="2494598"/>
                    <a:pt x="7717537" y="2501265"/>
                  </a:cubicBezTo>
                  <a:cubicBezTo>
                    <a:pt x="7718490" y="2438400"/>
                    <a:pt x="7719442" y="2374583"/>
                    <a:pt x="7718490" y="2311718"/>
                  </a:cubicBezTo>
                  <a:cubicBezTo>
                    <a:pt x="7707059" y="2319338"/>
                    <a:pt x="7695629" y="2326005"/>
                    <a:pt x="7684199" y="2332673"/>
                  </a:cubicBezTo>
                  <a:cubicBezTo>
                    <a:pt x="7684199" y="2402205"/>
                    <a:pt x="7685152" y="2472690"/>
                    <a:pt x="7686104" y="2542223"/>
                  </a:cubicBezTo>
                  <a:cubicBezTo>
                    <a:pt x="7670865" y="2563178"/>
                    <a:pt x="7656577" y="2584133"/>
                    <a:pt x="7644195" y="2606993"/>
                  </a:cubicBezTo>
                  <a:cubicBezTo>
                    <a:pt x="7624192" y="2614613"/>
                    <a:pt x="7603237" y="2622233"/>
                    <a:pt x="7582282" y="2628900"/>
                  </a:cubicBezTo>
                  <a:cubicBezTo>
                    <a:pt x="7567042" y="2654618"/>
                    <a:pt x="7551802" y="2680335"/>
                    <a:pt x="7537515" y="2706053"/>
                  </a:cubicBezTo>
                  <a:cubicBezTo>
                    <a:pt x="7505129" y="2763203"/>
                    <a:pt x="7471792" y="2820353"/>
                    <a:pt x="7439407" y="2876550"/>
                  </a:cubicBezTo>
                  <a:cubicBezTo>
                    <a:pt x="7421309" y="2907030"/>
                    <a:pt x="7399402" y="2939415"/>
                    <a:pt x="7383209" y="2974658"/>
                  </a:cubicBezTo>
                  <a:cubicBezTo>
                    <a:pt x="7377495" y="2977515"/>
                    <a:pt x="7371779" y="2981325"/>
                    <a:pt x="7366065" y="2984183"/>
                  </a:cubicBezTo>
                  <a:cubicBezTo>
                    <a:pt x="7400354" y="2928938"/>
                    <a:pt x="7430834" y="2867978"/>
                    <a:pt x="7460362" y="2813685"/>
                  </a:cubicBezTo>
                  <a:cubicBezTo>
                    <a:pt x="7492747" y="2755583"/>
                    <a:pt x="7526084" y="2697480"/>
                    <a:pt x="7556565" y="2636520"/>
                  </a:cubicBezTo>
                  <a:cubicBezTo>
                    <a:pt x="7535609" y="2642235"/>
                    <a:pt x="7513702" y="2647950"/>
                    <a:pt x="7492747" y="2653665"/>
                  </a:cubicBezTo>
                  <a:cubicBezTo>
                    <a:pt x="7470840" y="2689860"/>
                    <a:pt x="7448932" y="2727008"/>
                    <a:pt x="7427024" y="2763203"/>
                  </a:cubicBezTo>
                  <a:cubicBezTo>
                    <a:pt x="7419404" y="2775585"/>
                    <a:pt x="7411784" y="2787968"/>
                    <a:pt x="7404165" y="2801303"/>
                  </a:cubicBezTo>
                  <a:cubicBezTo>
                    <a:pt x="7425120" y="2761298"/>
                    <a:pt x="7446074" y="2721293"/>
                    <a:pt x="7466077" y="2681288"/>
                  </a:cubicBezTo>
                  <a:cubicBezTo>
                    <a:pt x="7469887" y="2673668"/>
                    <a:pt x="7473697" y="2665095"/>
                    <a:pt x="7478459" y="2657475"/>
                  </a:cubicBezTo>
                  <a:cubicBezTo>
                    <a:pt x="7474649" y="2658428"/>
                    <a:pt x="7470840" y="2659380"/>
                    <a:pt x="7467029" y="2660333"/>
                  </a:cubicBezTo>
                  <a:cubicBezTo>
                    <a:pt x="7449884" y="2664143"/>
                    <a:pt x="7433692" y="2667953"/>
                    <a:pt x="7416547" y="2671763"/>
                  </a:cubicBezTo>
                  <a:cubicBezTo>
                    <a:pt x="7387972" y="2721293"/>
                    <a:pt x="7359397" y="2770823"/>
                    <a:pt x="7331774" y="2821305"/>
                  </a:cubicBezTo>
                  <a:cubicBezTo>
                    <a:pt x="7284149" y="2907983"/>
                    <a:pt x="7228904" y="2992755"/>
                    <a:pt x="7187947" y="308324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2" name="任意多边形: 形状 121"/>
            <p:cNvSpPr/>
            <p:nvPr/>
          </p:nvSpPr>
          <p:spPr>
            <a:xfrm>
              <a:off x="4196276" y="8455978"/>
              <a:ext cx="23812" cy="162401"/>
            </a:xfrm>
            <a:custGeom>
              <a:avLst/>
              <a:gdLst>
                <a:gd name="connsiteX0" fmla="*/ 23813 w 23812"/>
                <a:gd name="connsiteY0" fmla="*/ 148114 h 162401"/>
                <a:gd name="connsiteX1" fmla="*/ 16193 w 23812"/>
                <a:gd name="connsiteY1" fmla="*/ 4286 h 162401"/>
                <a:gd name="connsiteX2" fmla="*/ 8573 w 23812"/>
                <a:gd name="connsiteY2" fmla="*/ 4286 h 162401"/>
                <a:gd name="connsiteX3" fmla="*/ 0 w 23812"/>
                <a:gd name="connsiteY3" fmla="*/ 162401 h 162401"/>
                <a:gd name="connsiteX4" fmla="*/ 21907 w 23812"/>
                <a:gd name="connsiteY4" fmla="*/ 149066 h 162401"/>
                <a:gd name="connsiteX5" fmla="*/ 23813 w 23812"/>
                <a:gd name="connsiteY5" fmla="*/ 148114 h 16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12" h="162401">
                  <a:moveTo>
                    <a:pt x="23813" y="148114"/>
                  </a:moveTo>
                  <a:cubicBezTo>
                    <a:pt x="21907" y="99536"/>
                    <a:pt x="19050" y="51911"/>
                    <a:pt x="16193" y="4286"/>
                  </a:cubicBezTo>
                  <a:cubicBezTo>
                    <a:pt x="16193" y="-1429"/>
                    <a:pt x="9525" y="-1429"/>
                    <a:pt x="8573" y="4286"/>
                  </a:cubicBezTo>
                  <a:cubicBezTo>
                    <a:pt x="4763" y="56674"/>
                    <a:pt x="1905" y="110014"/>
                    <a:pt x="0" y="162401"/>
                  </a:cubicBezTo>
                  <a:cubicBezTo>
                    <a:pt x="6668" y="157639"/>
                    <a:pt x="14288" y="152876"/>
                    <a:pt x="21907" y="149066"/>
                  </a:cubicBezTo>
                  <a:cubicBezTo>
                    <a:pt x="22860" y="149066"/>
                    <a:pt x="22860" y="149066"/>
                    <a:pt x="23813" y="1481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3" name="任意多边形: 形状 122"/>
            <p:cNvSpPr/>
            <p:nvPr/>
          </p:nvSpPr>
          <p:spPr>
            <a:xfrm>
              <a:off x="4192465" y="8661242"/>
              <a:ext cx="14287" cy="73342"/>
            </a:xfrm>
            <a:custGeom>
              <a:avLst/>
              <a:gdLst>
                <a:gd name="connsiteX0" fmla="*/ 1905 w 14287"/>
                <a:gd name="connsiteY0" fmla="*/ 10478 h 73342"/>
                <a:gd name="connsiteX1" fmla="*/ 0 w 14287"/>
                <a:gd name="connsiteY1" fmla="*/ 73342 h 73342"/>
                <a:gd name="connsiteX2" fmla="*/ 14288 w 14287"/>
                <a:gd name="connsiteY2" fmla="*/ 0 h 73342"/>
                <a:gd name="connsiteX3" fmla="*/ 1905 w 14287"/>
                <a:gd name="connsiteY3" fmla="*/ 10478 h 73342"/>
              </a:gdLst>
              <a:ahLst/>
              <a:cxnLst>
                <a:cxn ang="0">
                  <a:pos x="connsiteX0" y="connsiteY0"/>
                </a:cxn>
                <a:cxn ang="0">
                  <a:pos x="connsiteX1" y="connsiteY1"/>
                </a:cxn>
                <a:cxn ang="0">
                  <a:pos x="connsiteX2" y="connsiteY2"/>
                </a:cxn>
                <a:cxn ang="0">
                  <a:pos x="connsiteX3" y="connsiteY3"/>
                </a:cxn>
              </a:cxnLst>
              <a:rect l="l" t="t" r="r" b="b"/>
              <a:pathLst>
                <a:path w="14287" h="73342">
                  <a:moveTo>
                    <a:pt x="1905" y="10478"/>
                  </a:moveTo>
                  <a:cubicBezTo>
                    <a:pt x="953" y="31433"/>
                    <a:pt x="953" y="52388"/>
                    <a:pt x="0" y="73342"/>
                  </a:cubicBezTo>
                  <a:cubicBezTo>
                    <a:pt x="6668" y="49530"/>
                    <a:pt x="11430" y="24765"/>
                    <a:pt x="14288" y="0"/>
                  </a:cubicBezTo>
                  <a:cubicBezTo>
                    <a:pt x="10478" y="3810"/>
                    <a:pt x="5715" y="7620"/>
                    <a:pt x="1905" y="1047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4" name="任意多边形: 形状 123"/>
            <p:cNvSpPr/>
            <p:nvPr/>
          </p:nvSpPr>
          <p:spPr>
            <a:xfrm>
              <a:off x="3894333" y="8852694"/>
              <a:ext cx="21907" cy="140017"/>
            </a:xfrm>
            <a:custGeom>
              <a:avLst/>
              <a:gdLst>
                <a:gd name="connsiteX0" fmla="*/ 21907 w 21907"/>
                <a:gd name="connsiteY0" fmla="*/ 9525 h 140017"/>
                <a:gd name="connsiteX1" fmla="*/ 0 w 21907"/>
                <a:gd name="connsiteY1" fmla="*/ 0 h 140017"/>
                <a:gd name="connsiteX2" fmla="*/ 0 w 21907"/>
                <a:gd name="connsiteY2" fmla="*/ 140017 h 140017"/>
                <a:gd name="connsiteX3" fmla="*/ 21907 w 21907"/>
                <a:gd name="connsiteY3" fmla="*/ 130492 h 140017"/>
                <a:gd name="connsiteX4" fmla="*/ 21907 w 21907"/>
                <a:gd name="connsiteY4" fmla="*/ 9525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7" h="140017">
                  <a:moveTo>
                    <a:pt x="21907" y="9525"/>
                  </a:moveTo>
                  <a:cubicBezTo>
                    <a:pt x="14288" y="6667"/>
                    <a:pt x="7620" y="3810"/>
                    <a:pt x="0" y="0"/>
                  </a:cubicBezTo>
                  <a:cubicBezTo>
                    <a:pt x="0" y="46672"/>
                    <a:pt x="0" y="93345"/>
                    <a:pt x="0" y="140017"/>
                  </a:cubicBezTo>
                  <a:cubicBezTo>
                    <a:pt x="7620" y="137160"/>
                    <a:pt x="14288" y="133350"/>
                    <a:pt x="21907" y="130492"/>
                  </a:cubicBezTo>
                  <a:cubicBezTo>
                    <a:pt x="21907" y="89535"/>
                    <a:pt x="21907" y="49530"/>
                    <a:pt x="21907" y="952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5" name="任意多边形: 形状 124"/>
            <p:cNvSpPr/>
            <p:nvPr/>
          </p:nvSpPr>
          <p:spPr>
            <a:xfrm>
              <a:off x="3894333" y="8480266"/>
              <a:ext cx="20717" cy="334327"/>
            </a:xfrm>
            <a:custGeom>
              <a:avLst/>
              <a:gdLst>
                <a:gd name="connsiteX0" fmla="*/ 20003 w 20717"/>
                <a:gd name="connsiteY0" fmla="*/ 258128 h 334327"/>
                <a:gd name="connsiteX1" fmla="*/ 14288 w 20717"/>
                <a:gd name="connsiteY1" fmla="*/ 247650 h 334327"/>
                <a:gd name="connsiteX2" fmla="*/ 19050 w 20717"/>
                <a:gd name="connsiteY2" fmla="*/ 220028 h 334327"/>
                <a:gd name="connsiteX3" fmla="*/ 13335 w 20717"/>
                <a:gd name="connsiteY3" fmla="*/ 2858 h 334327"/>
                <a:gd name="connsiteX4" fmla="*/ 7620 w 20717"/>
                <a:gd name="connsiteY4" fmla="*/ 2858 h 334327"/>
                <a:gd name="connsiteX5" fmla="*/ 0 w 20717"/>
                <a:gd name="connsiteY5" fmla="*/ 325755 h 334327"/>
                <a:gd name="connsiteX6" fmla="*/ 20003 w 20717"/>
                <a:gd name="connsiteY6" fmla="*/ 334328 h 334327"/>
                <a:gd name="connsiteX7" fmla="*/ 20003 w 20717"/>
                <a:gd name="connsiteY7" fmla="*/ 258128 h 33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717" h="334327">
                  <a:moveTo>
                    <a:pt x="20003" y="258128"/>
                  </a:moveTo>
                  <a:cubicBezTo>
                    <a:pt x="18098" y="254318"/>
                    <a:pt x="16193" y="251460"/>
                    <a:pt x="14288" y="247650"/>
                  </a:cubicBezTo>
                  <a:cubicBezTo>
                    <a:pt x="8573" y="236220"/>
                    <a:pt x="12382" y="225743"/>
                    <a:pt x="19050" y="220028"/>
                  </a:cubicBezTo>
                  <a:cubicBezTo>
                    <a:pt x="17145" y="147638"/>
                    <a:pt x="15240" y="75247"/>
                    <a:pt x="13335" y="2858"/>
                  </a:cubicBezTo>
                  <a:cubicBezTo>
                    <a:pt x="13335" y="-953"/>
                    <a:pt x="8573" y="-953"/>
                    <a:pt x="7620" y="2858"/>
                  </a:cubicBezTo>
                  <a:cubicBezTo>
                    <a:pt x="4763" y="110490"/>
                    <a:pt x="1905" y="218122"/>
                    <a:pt x="0" y="325755"/>
                  </a:cubicBezTo>
                  <a:cubicBezTo>
                    <a:pt x="6668" y="328613"/>
                    <a:pt x="13335" y="331470"/>
                    <a:pt x="20003" y="334328"/>
                  </a:cubicBezTo>
                  <a:cubicBezTo>
                    <a:pt x="20955" y="309563"/>
                    <a:pt x="20955" y="283845"/>
                    <a:pt x="20003" y="2581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6" name="任意多边形: 形状 125"/>
            <p:cNvSpPr/>
            <p:nvPr/>
          </p:nvSpPr>
          <p:spPr>
            <a:xfrm>
              <a:off x="-2508371" y="8761254"/>
              <a:ext cx="29527" cy="200977"/>
            </a:xfrm>
            <a:custGeom>
              <a:avLst/>
              <a:gdLst>
                <a:gd name="connsiteX0" fmla="*/ 0 w 29527"/>
                <a:gd name="connsiteY0" fmla="*/ 0 h 200977"/>
                <a:gd name="connsiteX1" fmla="*/ 0 w 29527"/>
                <a:gd name="connsiteY1" fmla="*/ 185738 h 200977"/>
                <a:gd name="connsiteX2" fmla="*/ 29527 w 29527"/>
                <a:gd name="connsiteY2" fmla="*/ 200978 h 200977"/>
                <a:gd name="connsiteX3" fmla="*/ 29527 w 29527"/>
                <a:gd name="connsiteY3" fmla="*/ 6667 h 200977"/>
                <a:gd name="connsiteX4" fmla="*/ 0 w 29527"/>
                <a:gd name="connsiteY4" fmla="*/ 0 h 20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 h="200977">
                  <a:moveTo>
                    <a:pt x="0" y="0"/>
                  </a:moveTo>
                  <a:cubicBezTo>
                    <a:pt x="0" y="61913"/>
                    <a:pt x="0" y="123825"/>
                    <a:pt x="0" y="185738"/>
                  </a:cubicBezTo>
                  <a:cubicBezTo>
                    <a:pt x="9525" y="190500"/>
                    <a:pt x="20002" y="195263"/>
                    <a:pt x="29527" y="200978"/>
                  </a:cubicBezTo>
                  <a:cubicBezTo>
                    <a:pt x="29527" y="136208"/>
                    <a:pt x="29527" y="71438"/>
                    <a:pt x="29527" y="6667"/>
                  </a:cubicBezTo>
                  <a:cubicBezTo>
                    <a:pt x="20002" y="4763"/>
                    <a:pt x="9525" y="2858"/>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7" name="任意多边形: 形状 126"/>
            <p:cNvSpPr/>
            <p:nvPr/>
          </p:nvSpPr>
          <p:spPr>
            <a:xfrm>
              <a:off x="-2508371" y="8618379"/>
              <a:ext cx="28575" cy="52387"/>
            </a:xfrm>
            <a:custGeom>
              <a:avLst/>
              <a:gdLst>
                <a:gd name="connsiteX0" fmla="*/ 28575 w 28575"/>
                <a:gd name="connsiteY0" fmla="*/ 0 h 52387"/>
                <a:gd name="connsiteX1" fmla="*/ 952 w 28575"/>
                <a:gd name="connsiteY1" fmla="*/ 8572 h 52387"/>
                <a:gd name="connsiteX2" fmla="*/ 0 w 28575"/>
                <a:gd name="connsiteY2" fmla="*/ 52388 h 52387"/>
                <a:gd name="connsiteX3" fmla="*/ 28575 w 28575"/>
                <a:gd name="connsiteY3" fmla="*/ 47625 h 52387"/>
                <a:gd name="connsiteX4" fmla="*/ 28575 w 28575"/>
                <a:gd name="connsiteY4" fmla="*/ 0 h 5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52387">
                  <a:moveTo>
                    <a:pt x="28575" y="0"/>
                  </a:moveTo>
                  <a:cubicBezTo>
                    <a:pt x="19050" y="2858"/>
                    <a:pt x="10477" y="5715"/>
                    <a:pt x="952" y="8572"/>
                  </a:cubicBezTo>
                  <a:cubicBezTo>
                    <a:pt x="952" y="22860"/>
                    <a:pt x="952" y="38100"/>
                    <a:pt x="0" y="52388"/>
                  </a:cubicBezTo>
                  <a:cubicBezTo>
                    <a:pt x="9525" y="51435"/>
                    <a:pt x="19050" y="49530"/>
                    <a:pt x="28575" y="47625"/>
                  </a:cubicBezTo>
                  <a:cubicBezTo>
                    <a:pt x="28575" y="31433"/>
                    <a:pt x="28575" y="16192"/>
                    <a:pt x="2857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8" name="任意多边形: 形状 127"/>
            <p:cNvSpPr/>
            <p:nvPr/>
          </p:nvSpPr>
          <p:spPr>
            <a:xfrm>
              <a:off x="-2507419" y="9079389"/>
              <a:ext cx="27622" cy="58102"/>
            </a:xfrm>
            <a:custGeom>
              <a:avLst/>
              <a:gdLst>
                <a:gd name="connsiteX0" fmla="*/ 0 w 27622"/>
                <a:gd name="connsiteY0" fmla="*/ 50483 h 58102"/>
                <a:gd name="connsiteX1" fmla="*/ 26670 w 27622"/>
                <a:gd name="connsiteY1" fmla="*/ 58103 h 58102"/>
                <a:gd name="connsiteX2" fmla="*/ 27623 w 27622"/>
                <a:gd name="connsiteY2" fmla="*/ 15240 h 58102"/>
                <a:gd name="connsiteX3" fmla="*/ 0 w 27622"/>
                <a:gd name="connsiteY3" fmla="*/ 0 h 58102"/>
                <a:gd name="connsiteX4" fmla="*/ 0 w 27622"/>
                <a:gd name="connsiteY4" fmla="*/ 50483 h 58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22" h="58102">
                  <a:moveTo>
                    <a:pt x="0" y="50483"/>
                  </a:moveTo>
                  <a:cubicBezTo>
                    <a:pt x="8573" y="53340"/>
                    <a:pt x="17145" y="56197"/>
                    <a:pt x="26670" y="58103"/>
                  </a:cubicBezTo>
                  <a:cubicBezTo>
                    <a:pt x="26670" y="43815"/>
                    <a:pt x="27623" y="29528"/>
                    <a:pt x="27623" y="15240"/>
                  </a:cubicBezTo>
                  <a:cubicBezTo>
                    <a:pt x="18098" y="10478"/>
                    <a:pt x="9525" y="4763"/>
                    <a:pt x="0" y="0"/>
                  </a:cubicBezTo>
                  <a:cubicBezTo>
                    <a:pt x="0" y="17145"/>
                    <a:pt x="0" y="34290"/>
                    <a:pt x="0" y="504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29" name="任意多边形: 形状 128"/>
            <p:cNvSpPr/>
            <p:nvPr/>
          </p:nvSpPr>
          <p:spPr>
            <a:xfrm>
              <a:off x="-2508371" y="8997474"/>
              <a:ext cx="29527" cy="73342"/>
            </a:xfrm>
            <a:custGeom>
              <a:avLst/>
              <a:gdLst>
                <a:gd name="connsiteX0" fmla="*/ 952 w 29527"/>
                <a:gd name="connsiteY0" fmla="*/ 58103 h 73342"/>
                <a:gd name="connsiteX1" fmla="*/ 29527 w 29527"/>
                <a:gd name="connsiteY1" fmla="*/ 73343 h 73342"/>
                <a:gd name="connsiteX2" fmla="*/ 29527 w 29527"/>
                <a:gd name="connsiteY2" fmla="*/ 18098 h 73342"/>
                <a:gd name="connsiteX3" fmla="*/ 0 w 29527"/>
                <a:gd name="connsiteY3" fmla="*/ 0 h 73342"/>
                <a:gd name="connsiteX4" fmla="*/ 952 w 29527"/>
                <a:gd name="connsiteY4" fmla="*/ 58103 h 73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 h="73342">
                  <a:moveTo>
                    <a:pt x="952" y="58103"/>
                  </a:moveTo>
                  <a:cubicBezTo>
                    <a:pt x="10477" y="62865"/>
                    <a:pt x="20002" y="68580"/>
                    <a:pt x="29527" y="73343"/>
                  </a:cubicBezTo>
                  <a:cubicBezTo>
                    <a:pt x="29527" y="55245"/>
                    <a:pt x="29527" y="37148"/>
                    <a:pt x="29527" y="18098"/>
                  </a:cubicBezTo>
                  <a:cubicBezTo>
                    <a:pt x="20002" y="12383"/>
                    <a:pt x="10477" y="5715"/>
                    <a:pt x="0" y="0"/>
                  </a:cubicBezTo>
                  <a:cubicBezTo>
                    <a:pt x="0" y="20003"/>
                    <a:pt x="0" y="39053"/>
                    <a:pt x="952" y="581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0" name="任意多边形: 形状 129"/>
            <p:cNvSpPr/>
            <p:nvPr/>
          </p:nvSpPr>
          <p:spPr>
            <a:xfrm>
              <a:off x="1698820" y="8919369"/>
              <a:ext cx="24765" cy="71437"/>
            </a:xfrm>
            <a:custGeom>
              <a:avLst/>
              <a:gdLst>
                <a:gd name="connsiteX0" fmla="*/ 0 w 24765"/>
                <a:gd name="connsiteY0" fmla="*/ 71438 h 71437"/>
                <a:gd name="connsiteX1" fmla="*/ 24765 w 24765"/>
                <a:gd name="connsiteY1" fmla="*/ 9525 h 71437"/>
                <a:gd name="connsiteX2" fmla="*/ 24765 w 24765"/>
                <a:gd name="connsiteY2" fmla="*/ 3810 h 71437"/>
                <a:gd name="connsiteX3" fmla="*/ 10478 w 24765"/>
                <a:gd name="connsiteY3" fmla="*/ 0 h 71437"/>
                <a:gd name="connsiteX4" fmla="*/ 0 w 24765"/>
                <a:gd name="connsiteY4" fmla="*/ 71438 h 71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 h="71437">
                  <a:moveTo>
                    <a:pt x="0" y="71438"/>
                  </a:moveTo>
                  <a:cubicBezTo>
                    <a:pt x="9525" y="51435"/>
                    <a:pt x="18098" y="30480"/>
                    <a:pt x="24765" y="9525"/>
                  </a:cubicBezTo>
                  <a:cubicBezTo>
                    <a:pt x="24765" y="7620"/>
                    <a:pt x="24765" y="5715"/>
                    <a:pt x="24765" y="3810"/>
                  </a:cubicBezTo>
                  <a:cubicBezTo>
                    <a:pt x="20003" y="3810"/>
                    <a:pt x="14288" y="2857"/>
                    <a:pt x="10478" y="0"/>
                  </a:cubicBezTo>
                  <a:cubicBezTo>
                    <a:pt x="6668" y="23813"/>
                    <a:pt x="2857" y="47625"/>
                    <a:pt x="0" y="714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1" name="任意多边形: 形状 130"/>
            <p:cNvSpPr/>
            <p:nvPr/>
          </p:nvSpPr>
          <p:spPr>
            <a:xfrm>
              <a:off x="1695011" y="8618379"/>
              <a:ext cx="20954" cy="37147"/>
            </a:xfrm>
            <a:custGeom>
              <a:avLst/>
              <a:gdLst>
                <a:gd name="connsiteX0" fmla="*/ 18097 w 20954"/>
                <a:gd name="connsiteY0" fmla="*/ 33338 h 37147"/>
                <a:gd name="connsiteX1" fmla="*/ 20955 w 20954"/>
                <a:gd name="connsiteY1" fmla="*/ 0 h 37147"/>
                <a:gd name="connsiteX2" fmla="*/ 0 w 20954"/>
                <a:gd name="connsiteY2" fmla="*/ 28575 h 37147"/>
                <a:gd name="connsiteX3" fmla="*/ 0 w 20954"/>
                <a:gd name="connsiteY3" fmla="*/ 37147 h 37147"/>
                <a:gd name="connsiteX4" fmla="*/ 18097 w 20954"/>
                <a:gd name="connsiteY4" fmla="*/ 33338 h 37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4" h="37147">
                  <a:moveTo>
                    <a:pt x="18097" y="33338"/>
                  </a:moveTo>
                  <a:cubicBezTo>
                    <a:pt x="19050" y="21908"/>
                    <a:pt x="20002" y="11430"/>
                    <a:pt x="20955" y="0"/>
                  </a:cubicBezTo>
                  <a:cubicBezTo>
                    <a:pt x="13335" y="9525"/>
                    <a:pt x="6667" y="19050"/>
                    <a:pt x="0" y="28575"/>
                  </a:cubicBezTo>
                  <a:cubicBezTo>
                    <a:pt x="0" y="31433"/>
                    <a:pt x="0" y="34290"/>
                    <a:pt x="0" y="37147"/>
                  </a:cubicBezTo>
                  <a:cubicBezTo>
                    <a:pt x="4763" y="34290"/>
                    <a:pt x="11430" y="33338"/>
                    <a:pt x="18097" y="333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2" name="任意多边形: 形状 131"/>
            <p:cNvSpPr/>
            <p:nvPr/>
          </p:nvSpPr>
          <p:spPr>
            <a:xfrm>
              <a:off x="1694058" y="8414544"/>
              <a:ext cx="30480" cy="92392"/>
            </a:xfrm>
            <a:custGeom>
              <a:avLst/>
              <a:gdLst>
                <a:gd name="connsiteX0" fmla="*/ 0 w 30480"/>
                <a:gd name="connsiteY0" fmla="*/ 92392 h 92392"/>
                <a:gd name="connsiteX1" fmla="*/ 27623 w 30480"/>
                <a:gd name="connsiteY1" fmla="*/ 60960 h 92392"/>
                <a:gd name="connsiteX2" fmla="*/ 30480 w 30480"/>
                <a:gd name="connsiteY2" fmla="*/ 59055 h 92392"/>
                <a:gd name="connsiteX3" fmla="*/ 30480 w 30480"/>
                <a:gd name="connsiteY3" fmla="*/ 0 h 92392"/>
                <a:gd name="connsiteX4" fmla="*/ 0 w 30480"/>
                <a:gd name="connsiteY4" fmla="*/ 60960 h 92392"/>
                <a:gd name="connsiteX5" fmla="*/ 0 w 30480"/>
                <a:gd name="connsiteY5" fmla="*/ 92392 h 9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0" h="92392">
                  <a:moveTo>
                    <a:pt x="0" y="92392"/>
                  </a:moveTo>
                  <a:cubicBezTo>
                    <a:pt x="8573" y="81915"/>
                    <a:pt x="18098" y="71438"/>
                    <a:pt x="27623" y="60960"/>
                  </a:cubicBezTo>
                  <a:cubicBezTo>
                    <a:pt x="28575" y="60007"/>
                    <a:pt x="29528" y="59055"/>
                    <a:pt x="30480" y="59055"/>
                  </a:cubicBezTo>
                  <a:cubicBezTo>
                    <a:pt x="30480" y="39052"/>
                    <a:pt x="30480" y="19050"/>
                    <a:pt x="30480" y="0"/>
                  </a:cubicBezTo>
                  <a:cubicBezTo>
                    <a:pt x="19050" y="19050"/>
                    <a:pt x="8573" y="40005"/>
                    <a:pt x="0" y="60960"/>
                  </a:cubicBezTo>
                  <a:cubicBezTo>
                    <a:pt x="0" y="71438"/>
                    <a:pt x="0" y="81915"/>
                    <a:pt x="0" y="923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3" name="任意多边形: 形状 132"/>
            <p:cNvSpPr/>
            <p:nvPr/>
          </p:nvSpPr>
          <p:spPr>
            <a:xfrm>
              <a:off x="-680524" y="8840312"/>
              <a:ext cx="21011" cy="233203"/>
            </a:xfrm>
            <a:custGeom>
              <a:avLst/>
              <a:gdLst>
                <a:gd name="connsiteX0" fmla="*/ 6668 w 21011"/>
                <a:gd name="connsiteY0" fmla="*/ 216217 h 233203"/>
                <a:gd name="connsiteX1" fmla="*/ 8572 w 21011"/>
                <a:gd name="connsiteY1" fmla="*/ 227648 h 233203"/>
                <a:gd name="connsiteX2" fmla="*/ 20955 w 21011"/>
                <a:gd name="connsiteY2" fmla="*/ 225742 h 233203"/>
                <a:gd name="connsiteX3" fmla="*/ 0 w 21011"/>
                <a:gd name="connsiteY3" fmla="*/ 0 h 233203"/>
                <a:gd name="connsiteX4" fmla="*/ 6668 w 21011"/>
                <a:gd name="connsiteY4" fmla="*/ 216217 h 233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11" h="233203">
                  <a:moveTo>
                    <a:pt x="6668" y="216217"/>
                  </a:moveTo>
                  <a:cubicBezTo>
                    <a:pt x="7620" y="220027"/>
                    <a:pt x="7620" y="223837"/>
                    <a:pt x="8572" y="227648"/>
                  </a:cubicBezTo>
                  <a:cubicBezTo>
                    <a:pt x="10478" y="236220"/>
                    <a:pt x="21907" y="234315"/>
                    <a:pt x="20955" y="225742"/>
                  </a:cubicBezTo>
                  <a:cubicBezTo>
                    <a:pt x="16193" y="150495"/>
                    <a:pt x="8572" y="75247"/>
                    <a:pt x="0" y="0"/>
                  </a:cubicBezTo>
                  <a:cubicBezTo>
                    <a:pt x="3810" y="72390"/>
                    <a:pt x="6668" y="144780"/>
                    <a:pt x="6668" y="21621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4" name="任意多边形: 形状 133"/>
            <p:cNvSpPr/>
            <p:nvPr/>
          </p:nvSpPr>
          <p:spPr>
            <a:xfrm>
              <a:off x="1118510" y="8523129"/>
              <a:ext cx="13246" cy="372427"/>
            </a:xfrm>
            <a:custGeom>
              <a:avLst/>
              <a:gdLst>
                <a:gd name="connsiteX0" fmla="*/ 9763 w 13246"/>
                <a:gd name="connsiteY0" fmla="*/ 372428 h 372427"/>
                <a:gd name="connsiteX1" fmla="*/ 12621 w 13246"/>
                <a:gd name="connsiteY1" fmla="*/ 353378 h 372427"/>
                <a:gd name="connsiteX2" fmla="*/ 11668 w 13246"/>
                <a:gd name="connsiteY2" fmla="*/ 0 h 372427"/>
                <a:gd name="connsiteX3" fmla="*/ 9763 w 13246"/>
                <a:gd name="connsiteY3" fmla="*/ 372428 h 372427"/>
              </a:gdLst>
              <a:ahLst/>
              <a:cxnLst>
                <a:cxn ang="0">
                  <a:pos x="connsiteX0" y="connsiteY0"/>
                </a:cxn>
                <a:cxn ang="0">
                  <a:pos x="connsiteX1" y="connsiteY1"/>
                </a:cxn>
                <a:cxn ang="0">
                  <a:pos x="connsiteX2" y="connsiteY2"/>
                </a:cxn>
                <a:cxn ang="0">
                  <a:pos x="connsiteX3" y="connsiteY3"/>
                </a:cxn>
              </a:cxnLst>
              <a:rect l="l" t="t" r="r" b="b"/>
              <a:pathLst>
                <a:path w="13246" h="372427">
                  <a:moveTo>
                    <a:pt x="9763" y="372428"/>
                  </a:moveTo>
                  <a:cubicBezTo>
                    <a:pt x="10716" y="365760"/>
                    <a:pt x="11668" y="360045"/>
                    <a:pt x="12621" y="353378"/>
                  </a:cubicBezTo>
                  <a:cubicBezTo>
                    <a:pt x="13573" y="235267"/>
                    <a:pt x="13573" y="118110"/>
                    <a:pt x="11668" y="0"/>
                  </a:cubicBezTo>
                  <a:cubicBezTo>
                    <a:pt x="-4524" y="122872"/>
                    <a:pt x="-2619" y="248603"/>
                    <a:pt x="9763" y="3724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5" name="任意多边形: 形状 134"/>
            <p:cNvSpPr/>
            <p:nvPr/>
          </p:nvSpPr>
          <p:spPr>
            <a:xfrm>
              <a:off x="1116843" y="9132729"/>
              <a:ext cx="12382" cy="242649"/>
            </a:xfrm>
            <a:custGeom>
              <a:avLst/>
              <a:gdLst>
                <a:gd name="connsiteX0" fmla="*/ 2857 w 12382"/>
                <a:gd name="connsiteY0" fmla="*/ 239078 h 242649"/>
                <a:gd name="connsiteX1" fmla="*/ 9525 w 12382"/>
                <a:gd name="connsiteY1" fmla="*/ 239078 h 242649"/>
                <a:gd name="connsiteX2" fmla="*/ 12382 w 12382"/>
                <a:gd name="connsiteY2" fmla="*/ 0 h 242649"/>
                <a:gd name="connsiteX3" fmla="*/ 0 w 12382"/>
                <a:gd name="connsiteY3" fmla="*/ 953 h 242649"/>
                <a:gd name="connsiteX4" fmla="*/ 2857 w 12382"/>
                <a:gd name="connsiteY4" fmla="*/ 239078 h 242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 h="242649">
                  <a:moveTo>
                    <a:pt x="2857" y="239078"/>
                  </a:moveTo>
                  <a:cubicBezTo>
                    <a:pt x="2857" y="243840"/>
                    <a:pt x="8572" y="243840"/>
                    <a:pt x="9525" y="239078"/>
                  </a:cubicBezTo>
                  <a:cubicBezTo>
                    <a:pt x="10477" y="159068"/>
                    <a:pt x="11430" y="80010"/>
                    <a:pt x="12382" y="0"/>
                  </a:cubicBezTo>
                  <a:cubicBezTo>
                    <a:pt x="8572" y="953"/>
                    <a:pt x="3810" y="1905"/>
                    <a:pt x="0" y="953"/>
                  </a:cubicBezTo>
                  <a:cubicBezTo>
                    <a:pt x="0" y="80963"/>
                    <a:pt x="952" y="160020"/>
                    <a:pt x="2857" y="23907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6" name="任意多边形: 形状 135"/>
            <p:cNvSpPr/>
            <p:nvPr/>
          </p:nvSpPr>
          <p:spPr>
            <a:xfrm>
              <a:off x="1398156" y="7934484"/>
              <a:ext cx="54593" cy="646747"/>
            </a:xfrm>
            <a:custGeom>
              <a:avLst/>
              <a:gdLst>
                <a:gd name="connsiteX0" fmla="*/ 27296 w 54593"/>
                <a:gd name="connsiteY0" fmla="*/ 0 h 646747"/>
                <a:gd name="connsiteX1" fmla="*/ 23487 w 54593"/>
                <a:gd name="connsiteY1" fmla="*/ 69533 h 646747"/>
                <a:gd name="connsiteX2" fmla="*/ 21582 w 54593"/>
                <a:gd name="connsiteY2" fmla="*/ 129540 h 646747"/>
                <a:gd name="connsiteX3" fmla="*/ 25392 w 54593"/>
                <a:gd name="connsiteY3" fmla="*/ 152400 h 646747"/>
                <a:gd name="connsiteX4" fmla="*/ 28249 w 54593"/>
                <a:gd name="connsiteY4" fmla="*/ 646748 h 646747"/>
                <a:gd name="connsiteX5" fmla="*/ 39679 w 54593"/>
                <a:gd name="connsiteY5" fmla="*/ 471488 h 646747"/>
                <a:gd name="connsiteX6" fmla="*/ 31107 w 54593"/>
                <a:gd name="connsiteY6" fmla="*/ 69533 h 646747"/>
                <a:gd name="connsiteX7" fmla="*/ 27296 w 54593"/>
                <a:gd name="connsiteY7" fmla="*/ 0 h 646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593" h="646747">
                  <a:moveTo>
                    <a:pt x="27296" y="0"/>
                  </a:moveTo>
                  <a:cubicBezTo>
                    <a:pt x="-7946" y="0"/>
                    <a:pt x="-8898" y="64770"/>
                    <a:pt x="23487" y="69533"/>
                  </a:cubicBezTo>
                  <a:cubicBezTo>
                    <a:pt x="22534" y="89535"/>
                    <a:pt x="22534" y="109538"/>
                    <a:pt x="21582" y="129540"/>
                  </a:cubicBezTo>
                  <a:cubicBezTo>
                    <a:pt x="24439" y="135255"/>
                    <a:pt x="25392" y="142875"/>
                    <a:pt x="25392" y="152400"/>
                  </a:cubicBezTo>
                  <a:cubicBezTo>
                    <a:pt x="14914" y="316230"/>
                    <a:pt x="15867" y="482917"/>
                    <a:pt x="28249" y="646748"/>
                  </a:cubicBezTo>
                  <a:cubicBezTo>
                    <a:pt x="32059" y="588645"/>
                    <a:pt x="35869" y="529590"/>
                    <a:pt x="39679" y="471488"/>
                  </a:cubicBezTo>
                  <a:cubicBezTo>
                    <a:pt x="38727" y="337185"/>
                    <a:pt x="35869" y="203835"/>
                    <a:pt x="31107" y="69533"/>
                  </a:cubicBezTo>
                  <a:cubicBezTo>
                    <a:pt x="63492" y="64770"/>
                    <a:pt x="62539" y="0"/>
                    <a:pt x="27296"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7" name="任意多边形: 形状 136"/>
            <p:cNvSpPr/>
            <p:nvPr/>
          </p:nvSpPr>
          <p:spPr>
            <a:xfrm>
              <a:off x="1415928" y="9002236"/>
              <a:ext cx="18097" cy="50482"/>
            </a:xfrm>
            <a:custGeom>
              <a:avLst/>
              <a:gdLst>
                <a:gd name="connsiteX0" fmla="*/ 0 w 18097"/>
                <a:gd name="connsiteY0" fmla="*/ 0 h 50482"/>
                <a:gd name="connsiteX1" fmla="*/ 1905 w 18097"/>
                <a:gd name="connsiteY1" fmla="*/ 41910 h 50482"/>
                <a:gd name="connsiteX2" fmla="*/ 16193 w 18097"/>
                <a:gd name="connsiteY2" fmla="*/ 41910 h 50482"/>
                <a:gd name="connsiteX3" fmla="*/ 18098 w 18097"/>
                <a:gd name="connsiteY3" fmla="*/ 13335 h 50482"/>
                <a:gd name="connsiteX4" fmla="*/ 0 w 18097"/>
                <a:gd name="connsiteY4" fmla="*/ 0 h 50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97" h="50482">
                  <a:moveTo>
                    <a:pt x="0" y="0"/>
                  </a:moveTo>
                  <a:cubicBezTo>
                    <a:pt x="953" y="14288"/>
                    <a:pt x="953" y="28575"/>
                    <a:pt x="1905" y="41910"/>
                  </a:cubicBezTo>
                  <a:cubicBezTo>
                    <a:pt x="2858" y="53340"/>
                    <a:pt x="15240" y="53340"/>
                    <a:pt x="16193" y="41910"/>
                  </a:cubicBezTo>
                  <a:cubicBezTo>
                    <a:pt x="17145" y="32385"/>
                    <a:pt x="17145" y="22860"/>
                    <a:pt x="18098" y="13335"/>
                  </a:cubicBezTo>
                  <a:cubicBezTo>
                    <a:pt x="11430" y="12383"/>
                    <a:pt x="4763" y="7620"/>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8" name="任意多边形: 形状 137"/>
            <p:cNvSpPr/>
            <p:nvPr/>
          </p:nvSpPr>
          <p:spPr>
            <a:xfrm>
              <a:off x="1841152" y="7670642"/>
              <a:ext cx="39186" cy="1266348"/>
            </a:xfrm>
            <a:custGeom>
              <a:avLst/>
              <a:gdLst>
                <a:gd name="connsiteX0" fmla="*/ 34833 w 39186"/>
                <a:gd name="connsiteY0" fmla="*/ 18098 h 1266348"/>
                <a:gd name="connsiteX1" fmla="*/ 19593 w 39186"/>
                <a:gd name="connsiteY1" fmla="*/ 0 h 1266348"/>
                <a:gd name="connsiteX2" fmla="*/ 4353 w 39186"/>
                <a:gd name="connsiteY2" fmla="*/ 18098 h 1266348"/>
                <a:gd name="connsiteX3" fmla="*/ 3400 w 39186"/>
                <a:gd name="connsiteY3" fmla="*/ 637222 h 1266348"/>
                <a:gd name="connsiteX4" fmla="*/ 11021 w 39186"/>
                <a:gd name="connsiteY4" fmla="*/ 1256348 h 1266348"/>
                <a:gd name="connsiteX5" fmla="*/ 28166 w 39186"/>
                <a:gd name="connsiteY5" fmla="*/ 1256348 h 1266348"/>
                <a:gd name="connsiteX6" fmla="*/ 35786 w 39186"/>
                <a:gd name="connsiteY6" fmla="*/ 637222 h 1266348"/>
                <a:gd name="connsiteX7" fmla="*/ 34833 w 39186"/>
                <a:gd name="connsiteY7" fmla="*/ 18098 h 126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186" h="1266348">
                  <a:moveTo>
                    <a:pt x="34833" y="18098"/>
                  </a:moveTo>
                  <a:cubicBezTo>
                    <a:pt x="34833" y="5715"/>
                    <a:pt x="27213" y="0"/>
                    <a:pt x="19593" y="0"/>
                  </a:cubicBezTo>
                  <a:cubicBezTo>
                    <a:pt x="11973" y="0"/>
                    <a:pt x="4353" y="5715"/>
                    <a:pt x="4353" y="18098"/>
                  </a:cubicBezTo>
                  <a:cubicBezTo>
                    <a:pt x="3400" y="224790"/>
                    <a:pt x="3400" y="431483"/>
                    <a:pt x="3400" y="637222"/>
                  </a:cubicBezTo>
                  <a:cubicBezTo>
                    <a:pt x="3400" y="842010"/>
                    <a:pt x="-8029" y="1053465"/>
                    <a:pt x="11021" y="1256348"/>
                  </a:cubicBezTo>
                  <a:cubicBezTo>
                    <a:pt x="11973" y="1269683"/>
                    <a:pt x="26261" y="1269683"/>
                    <a:pt x="28166" y="1256348"/>
                  </a:cubicBezTo>
                  <a:cubicBezTo>
                    <a:pt x="47216" y="1053465"/>
                    <a:pt x="35786" y="841058"/>
                    <a:pt x="35786" y="637222"/>
                  </a:cubicBezTo>
                  <a:cubicBezTo>
                    <a:pt x="35786" y="431483"/>
                    <a:pt x="35786" y="224790"/>
                    <a:pt x="34833" y="1809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39" name="任意多边形: 形状 138"/>
            <p:cNvSpPr/>
            <p:nvPr/>
          </p:nvSpPr>
          <p:spPr>
            <a:xfrm>
              <a:off x="2119826" y="8702199"/>
              <a:ext cx="13335" cy="46196"/>
            </a:xfrm>
            <a:custGeom>
              <a:avLst/>
              <a:gdLst>
                <a:gd name="connsiteX0" fmla="*/ 0 w 13335"/>
                <a:gd name="connsiteY0" fmla="*/ 39052 h 46196"/>
                <a:gd name="connsiteX1" fmla="*/ 12382 w 13335"/>
                <a:gd name="connsiteY1" fmla="*/ 39052 h 46196"/>
                <a:gd name="connsiteX2" fmla="*/ 13335 w 13335"/>
                <a:gd name="connsiteY2" fmla="*/ 10477 h 46196"/>
                <a:gd name="connsiteX3" fmla="*/ 0 w 13335"/>
                <a:gd name="connsiteY3" fmla="*/ 0 h 46196"/>
                <a:gd name="connsiteX4" fmla="*/ 0 w 13335"/>
                <a:gd name="connsiteY4" fmla="*/ 39052 h 46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46196">
                  <a:moveTo>
                    <a:pt x="0" y="39052"/>
                  </a:moveTo>
                  <a:cubicBezTo>
                    <a:pt x="0" y="48577"/>
                    <a:pt x="11430" y="48577"/>
                    <a:pt x="12382" y="39052"/>
                  </a:cubicBezTo>
                  <a:cubicBezTo>
                    <a:pt x="12382" y="29527"/>
                    <a:pt x="12382" y="20002"/>
                    <a:pt x="13335" y="10477"/>
                  </a:cubicBezTo>
                  <a:cubicBezTo>
                    <a:pt x="8573" y="8572"/>
                    <a:pt x="3810" y="4763"/>
                    <a:pt x="0" y="0"/>
                  </a:cubicBezTo>
                  <a:cubicBezTo>
                    <a:pt x="0" y="12383"/>
                    <a:pt x="0" y="25717"/>
                    <a:pt x="0"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0" name="任意多边形: 形状 139"/>
            <p:cNvSpPr/>
            <p:nvPr/>
          </p:nvSpPr>
          <p:spPr>
            <a:xfrm>
              <a:off x="2114025" y="7762082"/>
              <a:ext cx="23319" cy="681989"/>
            </a:xfrm>
            <a:custGeom>
              <a:avLst/>
              <a:gdLst>
                <a:gd name="connsiteX0" fmla="*/ 5801 w 23319"/>
                <a:gd name="connsiteY0" fmla="*/ 9525 h 681989"/>
                <a:gd name="connsiteX1" fmla="*/ 1991 w 23319"/>
                <a:gd name="connsiteY1" fmla="*/ 13335 h 681989"/>
                <a:gd name="connsiteX2" fmla="*/ 1038 w 23319"/>
                <a:gd name="connsiteY2" fmla="*/ 681990 h 681989"/>
                <a:gd name="connsiteX3" fmla="*/ 22946 w 23319"/>
                <a:gd name="connsiteY3" fmla="*/ 590550 h 681989"/>
                <a:gd name="connsiteX4" fmla="*/ 21041 w 23319"/>
                <a:gd name="connsiteY4" fmla="*/ 0 h 681989"/>
                <a:gd name="connsiteX5" fmla="*/ 5801 w 23319"/>
                <a:gd name="connsiteY5" fmla="*/ 9525 h 681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19" h="681989">
                  <a:moveTo>
                    <a:pt x="5801" y="9525"/>
                  </a:moveTo>
                  <a:cubicBezTo>
                    <a:pt x="4849" y="10477"/>
                    <a:pt x="2944" y="12382"/>
                    <a:pt x="1991" y="13335"/>
                  </a:cubicBezTo>
                  <a:cubicBezTo>
                    <a:pt x="86" y="236220"/>
                    <a:pt x="-867" y="459105"/>
                    <a:pt x="1038" y="681990"/>
                  </a:cubicBezTo>
                  <a:cubicBezTo>
                    <a:pt x="6753" y="651510"/>
                    <a:pt x="14374" y="621030"/>
                    <a:pt x="22946" y="590550"/>
                  </a:cubicBezTo>
                  <a:cubicBezTo>
                    <a:pt x="23899" y="393382"/>
                    <a:pt x="22946" y="196215"/>
                    <a:pt x="21041" y="0"/>
                  </a:cubicBezTo>
                  <a:cubicBezTo>
                    <a:pt x="16278" y="1905"/>
                    <a:pt x="11516" y="4763"/>
                    <a:pt x="5801" y="952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1" name="任意多边形: 形状 140"/>
            <p:cNvSpPr/>
            <p:nvPr/>
          </p:nvSpPr>
          <p:spPr>
            <a:xfrm>
              <a:off x="2318898" y="8179276"/>
              <a:ext cx="31432" cy="341947"/>
            </a:xfrm>
            <a:custGeom>
              <a:avLst/>
              <a:gdLst>
                <a:gd name="connsiteX0" fmla="*/ 0 w 31432"/>
                <a:gd name="connsiteY0" fmla="*/ 35243 h 341947"/>
                <a:gd name="connsiteX1" fmla="*/ 6667 w 31432"/>
                <a:gd name="connsiteY1" fmla="*/ 341948 h 341947"/>
                <a:gd name="connsiteX2" fmla="*/ 25717 w 31432"/>
                <a:gd name="connsiteY2" fmla="*/ 326708 h 341947"/>
                <a:gd name="connsiteX3" fmla="*/ 31432 w 31432"/>
                <a:gd name="connsiteY3" fmla="*/ 0 h 341947"/>
                <a:gd name="connsiteX4" fmla="*/ 2857 w 31432"/>
                <a:gd name="connsiteY4" fmla="*/ 31433 h 341947"/>
                <a:gd name="connsiteX5" fmla="*/ 0 w 31432"/>
                <a:gd name="connsiteY5" fmla="*/ 35243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32" h="341947">
                  <a:moveTo>
                    <a:pt x="0" y="35243"/>
                  </a:moveTo>
                  <a:cubicBezTo>
                    <a:pt x="952" y="138113"/>
                    <a:pt x="2857" y="240030"/>
                    <a:pt x="6667" y="341948"/>
                  </a:cubicBezTo>
                  <a:cubicBezTo>
                    <a:pt x="13335" y="337185"/>
                    <a:pt x="19050" y="332423"/>
                    <a:pt x="25717" y="326708"/>
                  </a:cubicBezTo>
                  <a:cubicBezTo>
                    <a:pt x="29527" y="218123"/>
                    <a:pt x="31432" y="109538"/>
                    <a:pt x="31432" y="0"/>
                  </a:cubicBezTo>
                  <a:cubicBezTo>
                    <a:pt x="21907" y="10478"/>
                    <a:pt x="12382" y="20955"/>
                    <a:pt x="2857" y="31433"/>
                  </a:cubicBezTo>
                  <a:cubicBezTo>
                    <a:pt x="1905" y="33338"/>
                    <a:pt x="952" y="34290"/>
                    <a:pt x="0" y="3524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2" name="任意多边形: 形状 141"/>
            <p:cNvSpPr/>
            <p:nvPr/>
          </p:nvSpPr>
          <p:spPr>
            <a:xfrm>
              <a:off x="2317945" y="7703265"/>
              <a:ext cx="30480" cy="380761"/>
            </a:xfrm>
            <a:custGeom>
              <a:avLst/>
              <a:gdLst>
                <a:gd name="connsiteX0" fmla="*/ 23813 w 30480"/>
                <a:gd name="connsiteY0" fmla="*/ 9287 h 380761"/>
                <a:gd name="connsiteX1" fmla="*/ 7620 w 30480"/>
                <a:gd name="connsiteY1" fmla="*/ 9287 h 380761"/>
                <a:gd name="connsiteX2" fmla="*/ 0 w 30480"/>
                <a:gd name="connsiteY2" fmla="*/ 380762 h 380761"/>
                <a:gd name="connsiteX3" fmla="*/ 30480 w 30480"/>
                <a:gd name="connsiteY3" fmla="*/ 350282 h 380761"/>
                <a:gd name="connsiteX4" fmla="*/ 23813 w 30480"/>
                <a:gd name="connsiteY4" fmla="*/ 9287 h 3807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 h="380761">
                  <a:moveTo>
                    <a:pt x="23813" y="9287"/>
                  </a:moveTo>
                  <a:cubicBezTo>
                    <a:pt x="23813" y="-3096"/>
                    <a:pt x="8573" y="-3096"/>
                    <a:pt x="7620" y="9287"/>
                  </a:cubicBezTo>
                  <a:cubicBezTo>
                    <a:pt x="3810" y="132159"/>
                    <a:pt x="953" y="256937"/>
                    <a:pt x="0" y="380762"/>
                  </a:cubicBezTo>
                  <a:cubicBezTo>
                    <a:pt x="9525" y="370284"/>
                    <a:pt x="20003" y="359807"/>
                    <a:pt x="30480" y="350282"/>
                  </a:cubicBezTo>
                  <a:cubicBezTo>
                    <a:pt x="30480" y="235982"/>
                    <a:pt x="27623" y="122634"/>
                    <a:pt x="23813" y="92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3" name="任意多边形: 形状 142"/>
            <p:cNvSpPr/>
            <p:nvPr/>
          </p:nvSpPr>
          <p:spPr>
            <a:xfrm>
              <a:off x="3582865" y="8879840"/>
              <a:ext cx="1219" cy="142160"/>
            </a:xfrm>
            <a:custGeom>
              <a:avLst/>
              <a:gdLst>
                <a:gd name="connsiteX0" fmla="*/ 0 w 1219"/>
                <a:gd name="connsiteY0" fmla="*/ 1429 h 142160"/>
                <a:gd name="connsiteX1" fmla="*/ 0 w 1219"/>
                <a:gd name="connsiteY1" fmla="*/ 141446 h 142160"/>
                <a:gd name="connsiteX2" fmla="*/ 953 w 1219"/>
                <a:gd name="connsiteY2" fmla="*/ 141446 h 142160"/>
                <a:gd name="connsiteX3" fmla="*/ 953 w 1219"/>
                <a:gd name="connsiteY3" fmla="*/ 1429 h 142160"/>
                <a:gd name="connsiteX4" fmla="*/ 0 w 1219"/>
                <a:gd name="connsiteY4" fmla="*/ 1429 h 14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 h="142160">
                  <a:moveTo>
                    <a:pt x="0" y="1429"/>
                  </a:moveTo>
                  <a:lnTo>
                    <a:pt x="0" y="141446"/>
                  </a:lnTo>
                  <a:cubicBezTo>
                    <a:pt x="0" y="142399"/>
                    <a:pt x="953" y="142399"/>
                    <a:pt x="953" y="141446"/>
                  </a:cubicBezTo>
                  <a:lnTo>
                    <a:pt x="953" y="1429"/>
                  </a:lnTo>
                  <a:cubicBezTo>
                    <a:pt x="1905" y="-476"/>
                    <a:pt x="0" y="-476"/>
                    <a:pt x="0" y="14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4" name="任意多边形: 形状 143"/>
            <p:cNvSpPr/>
            <p:nvPr/>
          </p:nvSpPr>
          <p:spPr>
            <a:xfrm>
              <a:off x="3727645" y="8665051"/>
              <a:ext cx="15240" cy="87630"/>
            </a:xfrm>
            <a:custGeom>
              <a:avLst/>
              <a:gdLst>
                <a:gd name="connsiteX0" fmla="*/ 12382 w 15240"/>
                <a:gd name="connsiteY0" fmla="*/ 5715 h 87630"/>
                <a:gd name="connsiteX1" fmla="*/ 2857 w 15240"/>
                <a:gd name="connsiteY1" fmla="*/ 5715 h 87630"/>
                <a:gd name="connsiteX2" fmla="*/ 0 w 15240"/>
                <a:gd name="connsiteY2" fmla="*/ 83820 h 87630"/>
                <a:gd name="connsiteX3" fmla="*/ 15240 w 15240"/>
                <a:gd name="connsiteY3" fmla="*/ 87630 h 87630"/>
                <a:gd name="connsiteX4" fmla="*/ 12382 w 15240"/>
                <a:gd name="connsiteY4" fmla="*/ 5715 h 87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 h="87630">
                  <a:moveTo>
                    <a:pt x="12382" y="5715"/>
                  </a:moveTo>
                  <a:cubicBezTo>
                    <a:pt x="12382" y="-1905"/>
                    <a:pt x="2857" y="-1905"/>
                    <a:pt x="2857" y="5715"/>
                  </a:cubicBezTo>
                  <a:cubicBezTo>
                    <a:pt x="1905" y="31432"/>
                    <a:pt x="953" y="58103"/>
                    <a:pt x="0" y="83820"/>
                  </a:cubicBezTo>
                  <a:cubicBezTo>
                    <a:pt x="4763" y="84773"/>
                    <a:pt x="10478" y="86678"/>
                    <a:pt x="15240" y="87630"/>
                  </a:cubicBezTo>
                  <a:cubicBezTo>
                    <a:pt x="14288" y="60007"/>
                    <a:pt x="13335" y="33337"/>
                    <a:pt x="12382" y="57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5" name="任意多边形: 形状 144"/>
            <p:cNvSpPr/>
            <p:nvPr/>
          </p:nvSpPr>
          <p:spPr>
            <a:xfrm>
              <a:off x="3726076" y="8802594"/>
              <a:ext cx="18509" cy="364424"/>
            </a:xfrm>
            <a:custGeom>
              <a:avLst/>
              <a:gdLst>
                <a:gd name="connsiteX0" fmla="*/ 617 w 18509"/>
                <a:gd name="connsiteY0" fmla="*/ 570 h 364424"/>
                <a:gd name="connsiteX1" fmla="*/ 4427 w 18509"/>
                <a:gd name="connsiteY1" fmla="*/ 358710 h 364424"/>
                <a:gd name="connsiteX2" fmla="*/ 13952 w 18509"/>
                <a:gd name="connsiteY2" fmla="*/ 358710 h 364424"/>
                <a:gd name="connsiteX3" fmla="*/ 17762 w 18509"/>
                <a:gd name="connsiteY3" fmla="*/ 2475 h 364424"/>
                <a:gd name="connsiteX4" fmla="*/ 617 w 18509"/>
                <a:gd name="connsiteY4" fmla="*/ 570 h 364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09" h="364424">
                  <a:moveTo>
                    <a:pt x="617" y="570"/>
                  </a:moveTo>
                  <a:cubicBezTo>
                    <a:pt x="-1288" y="119632"/>
                    <a:pt x="1569" y="239647"/>
                    <a:pt x="4427" y="358710"/>
                  </a:cubicBezTo>
                  <a:cubicBezTo>
                    <a:pt x="4427" y="366330"/>
                    <a:pt x="13952" y="366330"/>
                    <a:pt x="13952" y="358710"/>
                  </a:cubicBezTo>
                  <a:cubicBezTo>
                    <a:pt x="17762" y="239647"/>
                    <a:pt x="19667" y="121537"/>
                    <a:pt x="17762" y="2475"/>
                  </a:cubicBezTo>
                  <a:cubicBezTo>
                    <a:pt x="12999" y="-383"/>
                    <a:pt x="6332" y="-383"/>
                    <a:pt x="617" y="5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6" name="任意多边形: 形状 145"/>
            <p:cNvSpPr/>
            <p:nvPr/>
          </p:nvSpPr>
          <p:spPr>
            <a:xfrm>
              <a:off x="4044828" y="8962232"/>
              <a:ext cx="24765" cy="60007"/>
            </a:xfrm>
            <a:custGeom>
              <a:avLst/>
              <a:gdLst>
                <a:gd name="connsiteX0" fmla="*/ 23813 w 24765"/>
                <a:gd name="connsiteY0" fmla="*/ 0 h 60007"/>
                <a:gd name="connsiteX1" fmla="*/ 5715 w 24765"/>
                <a:gd name="connsiteY1" fmla="*/ 7620 h 60007"/>
                <a:gd name="connsiteX2" fmla="*/ 953 w 24765"/>
                <a:gd name="connsiteY2" fmla="*/ 11430 h 60007"/>
                <a:gd name="connsiteX3" fmla="*/ 0 w 24765"/>
                <a:gd name="connsiteY3" fmla="*/ 57150 h 60007"/>
                <a:gd name="connsiteX4" fmla="*/ 24765 w 24765"/>
                <a:gd name="connsiteY4" fmla="*/ 60007 h 60007"/>
                <a:gd name="connsiteX5" fmla="*/ 23813 w 24765"/>
                <a:gd name="connsiteY5" fmla="*/ 0 h 6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65" h="60007">
                  <a:moveTo>
                    <a:pt x="23813" y="0"/>
                  </a:moveTo>
                  <a:cubicBezTo>
                    <a:pt x="18098" y="2857"/>
                    <a:pt x="11430" y="5715"/>
                    <a:pt x="5715" y="7620"/>
                  </a:cubicBezTo>
                  <a:cubicBezTo>
                    <a:pt x="3810" y="8572"/>
                    <a:pt x="2858" y="10477"/>
                    <a:pt x="953" y="11430"/>
                  </a:cubicBezTo>
                  <a:cubicBezTo>
                    <a:pt x="953" y="26670"/>
                    <a:pt x="0" y="41910"/>
                    <a:pt x="0" y="57150"/>
                  </a:cubicBezTo>
                  <a:cubicBezTo>
                    <a:pt x="7620" y="57150"/>
                    <a:pt x="16193" y="58103"/>
                    <a:pt x="24765" y="60007"/>
                  </a:cubicBezTo>
                  <a:cubicBezTo>
                    <a:pt x="24765" y="40005"/>
                    <a:pt x="23813" y="20003"/>
                    <a:pt x="23813"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7" name="任意多边形: 形状 146"/>
            <p:cNvSpPr/>
            <p:nvPr/>
          </p:nvSpPr>
          <p:spPr>
            <a:xfrm>
              <a:off x="4044828" y="9067007"/>
              <a:ext cx="22860" cy="78343"/>
            </a:xfrm>
            <a:custGeom>
              <a:avLst/>
              <a:gdLst>
                <a:gd name="connsiteX0" fmla="*/ 6668 w 22860"/>
                <a:gd name="connsiteY0" fmla="*/ 73342 h 78343"/>
                <a:gd name="connsiteX1" fmla="*/ 17145 w 22860"/>
                <a:gd name="connsiteY1" fmla="*/ 73342 h 78343"/>
                <a:gd name="connsiteX2" fmla="*/ 22860 w 22860"/>
                <a:gd name="connsiteY2" fmla="*/ 0 h 78343"/>
                <a:gd name="connsiteX3" fmla="*/ 0 w 22860"/>
                <a:gd name="connsiteY3" fmla="*/ 953 h 78343"/>
                <a:gd name="connsiteX4" fmla="*/ 6668 w 22860"/>
                <a:gd name="connsiteY4" fmla="*/ 73342 h 78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 h="78343">
                  <a:moveTo>
                    <a:pt x="6668" y="73342"/>
                  </a:moveTo>
                  <a:cubicBezTo>
                    <a:pt x="7620" y="80010"/>
                    <a:pt x="16193" y="80010"/>
                    <a:pt x="17145" y="73342"/>
                  </a:cubicBezTo>
                  <a:cubicBezTo>
                    <a:pt x="20955" y="49530"/>
                    <a:pt x="21908" y="24765"/>
                    <a:pt x="22860" y="0"/>
                  </a:cubicBezTo>
                  <a:cubicBezTo>
                    <a:pt x="15240" y="0"/>
                    <a:pt x="7620" y="0"/>
                    <a:pt x="0" y="953"/>
                  </a:cubicBezTo>
                  <a:cubicBezTo>
                    <a:pt x="1905" y="24765"/>
                    <a:pt x="3810" y="49530"/>
                    <a:pt x="6668" y="7334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8" name="任意多边形: 形状 147"/>
            <p:cNvSpPr/>
            <p:nvPr/>
          </p:nvSpPr>
          <p:spPr>
            <a:xfrm>
              <a:off x="4058163" y="8800307"/>
              <a:ext cx="8572" cy="67627"/>
            </a:xfrm>
            <a:custGeom>
              <a:avLst/>
              <a:gdLst>
                <a:gd name="connsiteX0" fmla="*/ 7620 w 8572"/>
                <a:gd name="connsiteY0" fmla="*/ 0 h 67627"/>
                <a:gd name="connsiteX1" fmla="*/ 0 w 8572"/>
                <a:gd name="connsiteY1" fmla="*/ 59055 h 67627"/>
                <a:gd name="connsiteX2" fmla="*/ 8573 w 8572"/>
                <a:gd name="connsiteY2" fmla="*/ 67627 h 67627"/>
                <a:gd name="connsiteX3" fmla="*/ 7620 w 8572"/>
                <a:gd name="connsiteY3" fmla="*/ 0 h 67627"/>
              </a:gdLst>
              <a:ahLst/>
              <a:cxnLst>
                <a:cxn ang="0">
                  <a:pos x="connsiteX0" y="connsiteY0"/>
                </a:cxn>
                <a:cxn ang="0">
                  <a:pos x="connsiteX1" y="connsiteY1"/>
                </a:cxn>
                <a:cxn ang="0">
                  <a:pos x="connsiteX2" y="connsiteY2"/>
                </a:cxn>
                <a:cxn ang="0">
                  <a:pos x="connsiteX3" y="connsiteY3"/>
                </a:cxn>
              </a:cxnLst>
              <a:rect l="l" t="t" r="r" b="b"/>
              <a:pathLst>
                <a:path w="8572" h="67627">
                  <a:moveTo>
                    <a:pt x="7620" y="0"/>
                  </a:moveTo>
                  <a:cubicBezTo>
                    <a:pt x="5715" y="20002"/>
                    <a:pt x="2857" y="39052"/>
                    <a:pt x="0" y="59055"/>
                  </a:cubicBezTo>
                  <a:cubicBezTo>
                    <a:pt x="2857" y="61913"/>
                    <a:pt x="5715" y="64770"/>
                    <a:pt x="8573" y="67627"/>
                  </a:cubicBezTo>
                  <a:cubicBezTo>
                    <a:pt x="8573" y="45720"/>
                    <a:pt x="7620" y="22860"/>
                    <a:pt x="762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49" name="任意多边形: 形状 148"/>
            <p:cNvSpPr/>
            <p:nvPr/>
          </p:nvSpPr>
          <p:spPr>
            <a:xfrm>
              <a:off x="-2766499" y="8756968"/>
              <a:ext cx="14287" cy="151923"/>
            </a:xfrm>
            <a:custGeom>
              <a:avLst/>
              <a:gdLst>
                <a:gd name="connsiteX0" fmla="*/ 14288 w 14287"/>
                <a:gd name="connsiteY0" fmla="*/ 151924 h 151923"/>
                <a:gd name="connsiteX1" fmla="*/ 13335 w 14287"/>
                <a:gd name="connsiteY1" fmla="*/ 7144 h 151923"/>
                <a:gd name="connsiteX2" fmla="*/ 952 w 14287"/>
                <a:gd name="connsiteY2" fmla="*/ 7144 h 151923"/>
                <a:gd name="connsiteX3" fmla="*/ 0 w 14287"/>
                <a:gd name="connsiteY3" fmla="*/ 142399 h 151923"/>
                <a:gd name="connsiteX4" fmla="*/ 14288 w 14287"/>
                <a:gd name="connsiteY4" fmla="*/ 151924 h 151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 h="151923">
                  <a:moveTo>
                    <a:pt x="14288" y="151924"/>
                  </a:moveTo>
                  <a:cubicBezTo>
                    <a:pt x="13335" y="103346"/>
                    <a:pt x="12383" y="55721"/>
                    <a:pt x="13335" y="7144"/>
                  </a:cubicBezTo>
                  <a:cubicBezTo>
                    <a:pt x="13335" y="-2381"/>
                    <a:pt x="952" y="-2381"/>
                    <a:pt x="952" y="7144"/>
                  </a:cubicBezTo>
                  <a:cubicBezTo>
                    <a:pt x="1905" y="51911"/>
                    <a:pt x="952" y="97631"/>
                    <a:pt x="0" y="142399"/>
                  </a:cubicBezTo>
                  <a:cubicBezTo>
                    <a:pt x="5715" y="146209"/>
                    <a:pt x="10477" y="149066"/>
                    <a:pt x="14288" y="15192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0" name="任意多边形: 形状 149"/>
            <p:cNvSpPr/>
            <p:nvPr/>
          </p:nvSpPr>
          <p:spPr>
            <a:xfrm>
              <a:off x="-2766398" y="8925084"/>
              <a:ext cx="16943" cy="219789"/>
            </a:xfrm>
            <a:custGeom>
              <a:avLst/>
              <a:gdLst>
                <a:gd name="connsiteX0" fmla="*/ 852 w 16943"/>
                <a:gd name="connsiteY0" fmla="*/ 0 h 219789"/>
                <a:gd name="connsiteX1" fmla="*/ 2757 w 16943"/>
                <a:gd name="connsiteY1" fmla="*/ 213360 h 219789"/>
                <a:gd name="connsiteX2" fmla="*/ 14187 w 16943"/>
                <a:gd name="connsiteY2" fmla="*/ 213360 h 219789"/>
                <a:gd name="connsiteX3" fmla="*/ 16092 w 16943"/>
                <a:gd name="connsiteY3" fmla="*/ 9525 h 219789"/>
                <a:gd name="connsiteX4" fmla="*/ 852 w 16943"/>
                <a:gd name="connsiteY4" fmla="*/ 0 h 219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 h="219789">
                  <a:moveTo>
                    <a:pt x="852" y="0"/>
                  </a:moveTo>
                  <a:cubicBezTo>
                    <a:pt x="-101" y="71438"/>
                    <a:pt x="-1053" y="141923"/>
                    <a:pt x="2757" y="213360"/>
                  </a:cubicBezTo>
                  <a:cubicBezTo>
                    <a:pt x="2757" y="221933"/>
                    <a:pt x="13234" y="221933"/>
                    <a:pt x="14187" y="213360"/>
                  </a:cubicBezTo>
                  <a:cubicBezTo>
                    <a:pt x="17997" y="145733"/>
                    <a:pt x="17044" y="77152"/>
                    <a:pt x="16092" y="9525"/>
                  </a:cubicBezTo>
                  <a:cubicBezTo>
                    <a:pt x="10377" y="6667"/>
                    <a:pt x="5614" y="2858"/>
                    <a:pt x="85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1" name="任意多边形: 形状 150"/>
            <p:cNvSpPr/>
            <p:nvPr/>
          </p:nvSpPr>
          <p:spPr>
            <a:xfrm>
              <a:off x="-2675390" y="8983186"/>
              <a:ext cx="22482" cy="232886"/>
            </a:xfrm>
            <a:custGeom>
              <a:avLst/>
              <a:gdLst>
                <a:gd name="connsiteX0" fmla="*/ 332 w 22482"/>
                <a:gd name="connsiteY0" fmla="*/ 0 h 232886"/>
                <a:gd name="connsiteX1" fmla="*/ 5094 w 22482"/>
                <a:gd name="connsiteY1" fmla="*/ 225743 h 232886"/>
                <a:gd name="connsiteX2" fmla="*/ 17477 w 22482"/>
                <a:gd name="connsiteY2" fmla="*/ 225743 h 232886"/>
                <a:gd name="connsiteX3" fmla="*/ 22239 w 22482"/>
                <a:gd name="connsiteY3" fmla="*/ 14288 h 232886"/>
                <a:gd name="connsiteX4" fmla="*/ 332 w 22482"/>
                <a:gd name="connsiteY4" fmla="*/ 0 h 232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82" h="232886">
                  <a:moveTo>
                    <a:pt x="332" y="0"/>
                  </a:moveTo>
                  <a:cubicBezTo>
                    <a:pt x="-621" y="75248"/>
                    <a:pt x="332" y="149543"/>
                    <a:pt x="5094" y="225743"/>
                  </a:cubicBezTo>
                  <a:cubicBezTo>
                    <a:pt x="6047" y="235268"/>
                    <a:pt x="16524" y="235268"/>
                    <a:pt x="17477" y="225743"/>
                  </a:cubicBezTo>
                  <a:cubicBezTo>
                    <a:pt x="21287" y="154305"/>
                    <a:pt x="23192" y="84773"/>
                    <a:pt x="22239" y="14288"/>
                  </a:cubicBezTo>
                  <a:cubicBezTo>
                    <a:pt x="14619" y="9525"/>
                    <a:pt x="7952" y="4763"/>
                    <a:pt x="33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2" name="任意多边形: 形状 151"/>
            <p:cNvSpPr/>
            <p:nvPr/>
          </p:nvSpPr>
          <p:spPr>
            <a:xfrm>
              <a:off x="-2674106" y="8899367"/>
              <a:ext cx="20955" cy="72390"/>
            </a:xfrm>
            <a:custGeom>
              <a:avLst/>
              <a:gdLst>
                <a:gd name="connsiteX0" fmla="*/ 19050 w 20955"/>
                <a:gd name="connsiteY0" fmla="*/ 9525 h 72390"/>
                <a:gd name="connsiteX1" fmla="*/ 1905 w 20955"/>
                <a:gd name="connsiteY1" fmla="*/ 0 h 72390"/>
                <a:gd name="connsiteX2" fmla="*/ 0 w 20955"/>
                <a:gd name="connsiteY2" fmla="*/ 59055 h 72390"/>
                <a:gd name="connsiteX3" fmla="*/ 20955 w 20955"/>
                <a:gd name="connsiteY3" fmla="*/ 72390 h 72390"/>
                <a:gd name="connsiteX4" fmla="*/ 19050 w 20955"/>
                <a:gd name="connsiteY4" fmla="*/ 9525 h 7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 h="72390">
                  <a:moveTo>
                    <a:pt x="19050" y="9525"/>
                  </a:moveTo>
                  <a:lnTo>
                    <a:pt x="1905" y="0"/>
                  </a:lnTo>
                  <a:cubicBezTo>
                    <a:pt x="953" y="20003"/>
                    <a:pt x="0" y="39053"/>
                    <a:pt x="0" y="59055"/>
                  </a:cubicBezTo>
                  <a:cubicBezTo>
                    <a:pt x="6668" y="63817"/>
                    <a:pt x="14288" y="67628"/>
                    <a:pt x="20955" y="72390"/>
                  </a:cubicBezTo>
                  <a:cubicBezTo>
                    <a:pt x="20003" y="51435"/>
                    <a:pt x="20003" y="30480"/>
                    <a:pt x="19050" y="952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3" name="任意多边形: 形状 152"/>
            <p:cNvSpPr/>
            <p:nvPr/>
          </p:nvSpPr>
          <p:spPr>
            <a:xfrm>
              <a:off x="-2670296" y="8828881"/>
              <a:ext cx="13335" cy="45719"/>
            </a:xfrm>
            <a:custGeom>
              <a:avLst/>
              <a:gdLst>
                <a:gd name="connsiteX0" fmla="*/ 8573 w 13335"/>
                <a:gd name="connsiteY0" fmla="*/ 41910 h 45719"/>
                <a:gd name="connsiteX1" fmla="*/ 13335 w 13335"/>
                <a:gd name="connsiteY1" fmla="*/ 43815 h 45719"/>
                <a:gd name="connsiteX2" fmla="*/ 11430 w 13335"/>
                <a:gd name="connsiteY2" fmla="*/ 5715 h 45719"/>
                <a:gd name="connsiteX3" fmla="*/ 1905 w 13335"/>
                <a:gd name="connsiteY3" fmla="*/ 5715 h 45719"/>
                <a:gd name="connsiteX4" fmla="*/ 0 w 13335"/>
                <a:gd name="connsiteY4" fmla="*/ 45720 h 45719"/>
                <a:gd name="connsiteX5" fmla="*/ 8573 w 13335"/>
                <a:gd name="connsiteY5" fmla="*/ 4191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 h="45719">
                  <a:moveTo>
                    <a:pt x="8573" y="41910"/>
                  </a:moveTo>
                  <a:cubicBezTo>
                    <a:pt x="10477" y="42863"/>
                    <a:pt x="11430" y="43815"/>
                    <a:pt x="13335" y="43815"/>
                  </a:cubicBezTo>
                  <a:cubicBezTo>
                    <a:pt x="12383" y="31432"/>
                    <a:pt x="12383" y="18098"/>
                    <a:pt x="11430" y="5715"/>
                  </a:cubicBezTo>
                  <a:cubicBezTo>
                    <a:pt x="10477" y="-1905"/>
                    <a:pt x="2858" y="-1905"/>
                    <a:pt x="1905" y="5715"/>
                  </a:cubicBezTo>
                  <a:cubicBezTo>
                    <a:pt x="952" y="19050"/>
                    <a:pt x="0" y="32385"/>
                    <a:pt x="0" y="45720"/>
                  </a:cubicBezTo>
                  <a:cubicBezTo>
                    <a:pt x="952" y="41910"/>
                    <a:pt x="4763" y="39053"/>
                    <a:pt x="8573" y="4191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4" name="任意多边形: 形状 153"/>
            <p:cNvSpPr/>
            <p:nvPr/>
          </p:nvSpPr>
          <p:spPr>
            <a:xfrm>
              <a:off x="-2299774" y="8851027"/>
              <a:ext cx="26670" cy="209311"/>
            </a:xfrm>
            <a:custGeom>
              <a:avLst/>
              <a:gdLst>
                <a:gd name="connsiteX0" fmla="*/ 19050 w 26670"/>
                <a:gd name="connsiteY0" fmla="*/ 6429 h 209311"/>
                <a:gd name="connsiteX1" fmla="*/ 8573 w 26670"/>
                <a:gd name="connsiteY1" fmla="*/ 6429 h 209311"/>
                <a:gd name="connsiteX2" fmla="*/ 0 w 26670"/>
                <a:gd name="connsiteY2" fmla="*/ 196929 h 209311"/>
                <a:gd name="connsiteX3" fmla="*/ 26670 w 26670"/>
                <a:gd name="connsiteY3" fmla="*/ 209312 h 209311"/>
                <a:gd name="connsiteX4" fmla="*/ 19050 w 26670"/>
                <a:gd name="connsiteY4" fmla="*/ 6429 h 209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70" h="209311">
                  <a:moveTo>
                    <a:pt x="19050" y="6429"/>
                  </a:moveTo>
                  <a:cubicBezTo>
                    <a:pt x="19050" y="-2143"/>
                    <a:pt x="9525" y="-2143"/>
                    <a:pt x="8573" y="6429"/>
                  </a:cubicBezTo>
                  <a:cubicBezTo>
                    <a:pt x="5715" y="68342"/>
                    <a:pt x="1905" y="133112"/>
                    <a:pt x="0" y="196929"/>
                  </a:cubicBezTo>
                  <a:cubicBezTo>
                    <a:pt x="8573" y="200739"/>
                    <a:pt x="18098" y="205502"/>
                    <a:pt x="26670" y="209312"/>
                  </a:cubicBezTo>
                  <a:cubicBezTo>
                    <a:pt x="26670" y="141684"/>
                    <a:pt x="22860" y="73104"/>
                    <a:pt x="19050" y="64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5" name="任意多边形: 形状 154"/>
            <p:cNvSpPr/>
            <p:nvPr/>
          </p:nvSpPr>
          <p:spPr>
            <a:xfrm>
              <a:off x="-2299774" y="9112726"/>
              <a:ext cx="28575" cy="69532"/>
            </a:xfrm>
            <a:custGeom>
              <a:avLst/>
              <a:gdLst>
                <a:gd name="connsiteX0" fmla="*/ 952 w 28575"/>
                <a:gd name="connsiteY0" fmla="*/ 55245 h 69532"/>
                <a:gd name="connsiteX1" fmla="*/ 27623 w 28575"/>
                <a:gd name="connsiteY1" fmla="*/ 69533 h 69532"/>
                <a:gd name="connsiteX2" fmla="*/ 28575 w 28575"/>
                <a:gd name="connsiteY2" fmla="*/ 12383 h 69532"/>
                <a:gd name="connsiteX3" fmla="*/ 0 w 28575"/>
                <a:gd name="connsiteY3" fmla="*/ 0 h 69532"/>
                <a:gd name="connsiteX4" fmla="*/ 952 w 28575"/>
                <a:gd name="connsiteY4" fmla="*/ 55245 h 69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69532">
                  <a:moveTo>
                    <a:pt x="952" y="55245"/>
                  </a:moveTo>
                  <a:cubicBezTo>
                    <a:pt x="9525" y="60008"/>
                    <a:pt x="19050" y="64770"/>
                    <a:pt x="27623" y="69533"/>
                  </a:cubicBezTo>
                  <a:cubicBezTo>
                    <a:pt x="28575" y="50483"/>
                    <a:pt x="28575" y="31433"/>
                    <a:pt x="28575" y="12383"/>
                  </a:cubicBezTo>
                  <a:cubicBezTo>
                    <a:pt x="19050" y="8572"/>
                    <a:pt x="9525" y="4763"/>
                    <a:pt x="0" y="0"/>
                  </a:cubicBezTo>
                  <a:cubicBezTo>
                    <a:pt x="0" y="19050"/>
                    <a:pt x="0" y="37147"/>
                    <a:pt x="952" y="5524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6" name="任意多边形: 形状 155"/>
            <p:cNvSpPr/>
            <p:nvPr/>
          </p:nvSpPr>
          <p:spPr>
            <a:xfrm>
              <a:off x="-2295963" y="9223217"/>
              <a:ext cx="20954" cy="60959"/>
            </a:xfrm>
            <a:custGeom>
              <a:avLst/>
              <a:gdLst>
                <a:gd name="connsiteX0" fmla="*/ 4763 w 20954"/>
                <a:gd name="connsiteY0" fmla="*/ 57150 h 60959"/>
                <a:gd name="connsiteX1" fmla="*/ 4763 w 20954"/>
                <a:gd name="connsiteY1" fmla="*/ 57150 h 60959"/>
                <a:gd name="connsiteX2" fmla="*/ 14288 w 20954"/>
                <a:gd name="connsiteY2" fmla="*/ 60960 h 60959"/>
                <a:gd name="connsiteX3" fmla="*/ 16192 w 20954"/>
                <a:gd name="connsiteY3" fmla="*/ 57150 h 60959"/>
                <a:gd name="connsiteX4" fmla="*/ 20955 w 20954"/>
                <a:gd name="connsiteY4" fmla="*/ 10478 h 60959"/>
                <a:gd name="connsiteX5" fmla="*/ 0 w 20954"/>
                <a:gd name="connsiteY5" fmla="*/ 0 h 60959"/>
                <a:gd name="connsiteX6" fmla="*/ 4763 w 20954"/>
                <a:gd name="connsiteY6" fmla="*/ 57150 h 60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4" h="60959">
                  <a:moveTo>
                    <a:pt x="4763" y="57150"/>
                  </a:moveTo>
                  <a:cubicBezTo>
                    <a:pt x="4763" y="57150"/>
                    <a:pt x="4763" y="57150"/>
                    <a:pt x="4763" y="57150"/>
                  </a:cubicBezTo>
                  <a:cubicBezTo>
                    <a:pt x="7620" y="58103"/>
                    <a:pt x="11430" y="60007"/>
                    <a:pt x="14288" y="60960"/>
                  </a:cubicBezTo>
                  <a:cubicBezTo>
                    <a:pt x="15240" y="60007"/>
                    <a:pt x="16192" y="59055"/>
                    <a:pt x="16192" y="57150"/>
                  </a:cubicBezTo>
                  <a:cubicBezTo>
                    <a:pt x="18098" y="41910"/>
                    <a:pt x="19050" y="26670"/>
                    <a:pt x="20955" y="10478"/>
                  </a:cubicBezTo>
                  <a:cubicBezTo>
                    <a:pt x="14288" y="6668"/>
                    <a:pt x="6667" y="3810"/>
                    <a:pt x="0" y="0"/>
                  </a:cubicBezTo>
                  <a:cubicBezTo>
                    <a:pt x="952" y="20003"/>
                    <a:pt x="2857" y="39053"/>
                    <a:pt x="4763" y="5715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7" name="任意多边形: 形状 156"/>
            <p:cNvSpPr/>
            <p:nvPr/>
          </p:nvSpPr>
          <p:spPr>
            <a:xfrm>
              <a:off x="-2166424" y="8898289"/>
              <a:ext cx="27745" cy="220152"/>
            </a:xfrm>
            <a:custGeom>
              <a:avLst/>
              <a:gdLst>
                <a:gd name="connsiteX0" fmla="*/ 8572 w 27745"/>
                <a:gd name="connsiteY0" fmla="*/ 5840 h 220152"/>
                <a:gd name="connsiteX1" fmla="*/ 0 w 27745"/>
                <a:gd name="connsiteY1" fmla="*/ 208722 h 220152"/>
                <a:gd name="connsiteX2" fmla="*/ 27622 w 27745"/>
                <a:gd name="connsiteY2" fmla="*/ 220153 h 220152"/>
                <a:gd name="connsiteX3" fmla="*/ 19050 w 27745"/>
                <a:gd name="connsiteY3" fmla="*/ 4887 h 220152"/>
                <a:gd name="connsiteX4" fmla="*/ 8572 w 27745"/>
                <a:gd name="connsiteY4" fmla="*/ 5840 h 220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5" h="220152">
                  <a:moveTo>
                    <a:pt x="8572" y="5840"/>
                  </a:moveTo>
                  <a:cubicBezTo>
                    <a:pt x="3810" y="74420"/>
                    <a:pt x="0" y="142047"/>
                    <a:pt x="0" y="208722"/>
                  </a:cubicBezTo>
                  <a:cubicBezTo>
                    <a:pt x="9525" y="212533"/>
                    <a:pt x="18097" y="216343"/>
                    <a:pt x="27622" y="220153"/>
                  </a:cubicBezTo>
                  <a:cubicBezTo>
                    <a:pt x="28575" y="148715"/>
                    <a:pt x="23813" y="78230"/>
                    <a:pt x="19050" y="4887"/>
                  </a:cubicBezTo>
                  <a:cubicBezTo>
                    <a:pt x="18097" y="-1780"/>
                    <a:pt x="8572" y="-1780"/>
                    <a:pt x="8572" y="584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8" name="任意多边形: 形状 157"/>
            <p:cNvSpPr/>
            <p:nvPr/>
          </p:nvSpPr>
          <p:spPr>
            <a:xfrm>
              <a:off x="-2163566" y="9184164"/>
              <a:ext cx="22859" cy="53340"/>
            </a:xfrm>
            <a:custGeom>
              <a:avLst/>
              <a:gdLst>
                <a:gd name="connsiteX0" fmla="*/ 2858 w 22859"/>
                <a:gd name="connsiteY0" fmla="*/ 47625 h 53340"/>
                <a:gd name="connsiteX1" fmla="*/ 3810 w 22859"/>
                <a:gd name="connsiteY1" fmla="*/ 51435 h 53340"/>
                <a:gd name="connsiteX2" fmla="*/ 18097 w 22859"/>
                <a:gd name="connsiteY2" fmla="*/ 53340 h 53340"/>
                <a:gd name="connsiteX3" fmla="*/ 20002 w 22859"/>
                <a:gd name="connsiteY3" fmla="*/ 47625 h 53340"/>
                <a:gd name="connsiteX4" fmla="*/ 22860 w 22859"/>
                <a:gd name="connsiteY4" fmla="*/ 12383 h 53340"/>
                <a:gd name="connsiteX5" fmla="*/ 0 w 22859"/>
                <a:gd name="connsiteY5" fmla="*/ 0 h 53340"/>
                <a:gd name="connsiteX6" fmla="*/ 2858 w 22859"/>
                <a:gd name="connsiteY6" fmla="*/ 47625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59" h="53340">
                  <a:moveTo>
                    <a:pt x="2858" y="47625"/>
                  </a:moveTo>
                  <a:cubicBezTo>
                    <a:pt x="2858" y="48578"/>
                    <a:pt x="2858" y="49530"/>
                    <a:pt x="3810" y="51435"/>
                  </a:cubicBezTo>
                  <a:cubicBezTo>
                    <a:pt x="8572" y="52388"/>
                    <a:pt x="13335" y="52388"/>
                    <a:pt x="18097" y="53340"/>
                  </a:cubicBezTo>
                  <a:cubicBezTo>
                    <a:pt x="19050" y="51435"/>
                    <a:pt x="20002" y="50483"/>
                    <a:pt x="20002" y="47625"/>
                  </a:cubicBezTo>
                  <a:cubicBezTo>
                    <a:pt x="20955" y="36195"/>
                    <a:pt x="21908" y="24765"/>
                    <a:pt x="22860" y="12383"/>
                  </a:cubicBezTo>
                  <a:cubicBezTo>
                    <a:pt x="15240" y="8572"/>
                    <a:pt x="7620" y="3810"/>
                    <a:pt x="0" y="0"/>
                  </a:cubicBezTo>
                  <a:cubicBezTo>
                    <a:pt x="0" y="16193"/>
                    <a:pt x="952" y="31433"/>
                    <a:pt x="2858" y="4762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59" name="任意多边形: 形状 158"/>
            <p:cNvSpPr/>
            <p:nvPr/>
          </p:nvSpPr>
          <p:spPr>
            <a:xfrm>
              <a:off x="-1060352" y="8439870"/>
              <a:ext cx="54847" cy="65733"/>
            </a:xfrm>
            <a:custGeom>
              <a:avLst/>
              <a:gdLst>
                <a:gd name="connsiteX0" fmla="*/ 51216 w 54847"/>
                <a:gd name="connsiteY0" fmla="*/ 24204 h 65733"/>
                <a:gd name="connsiteX1" fmla="*/ 10258 w 54847"/>
                <a:gd name="connsiteY1" fmla="*/ 55636 h 65733"/>
                <a:gd name="connsiteX2" fmla="*/ 38833 w 54847"/>
                <a:gd name="connsiteY2" fmla="*/ 6106 h 65733"/>
                <a:gd name="connsiteX3" fmla="*/ 40738 w 54847"/>
                <a:gd name="connsiteY3" fmla="*/ 3249 h 65733"/>
                <a:gd name="connsiteX4" fmla="*/ 5496 w 54847"/>
                <a:gd name="connsiteY4" fmla="*/ 55636 h 65733"/>
                <a:gd name="connsiteX5" fmla="*/ 54073 w 54847"/>
                <a:gd name="connsiteY5" fmla="*/ 24204 h 65733"/>
                <a:gd name="connsiteX6" fmla="*/ 51216 w 54847"/>
                <a:gd name="connsiteY6" fmla="*/ 24204 h 6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847" h="65733">
                  <a:moveTo>
                    <a:pt x="51216" y="24204"/>
                  </a:moveTo>
                  <a:cubicBezTo>
                    <a:pt x="55978" y="49921"/>
                    <a:pt x="26451" y="70876"/>
                    <a:pt x="10258" y="55636"/>
                  </a:cubicBezTo>
                  <a:cubicBezTo>
                    <a:pt x="-10697" y="35634"/>
                    <a:pt x="17878" y="-5324"/>
                    <a:pt x="38833" y="6106"/>
                  </a:cubicBezTo>
                  <a:cubicBezTo>
                    <a:pt x="40738" y="7059"/>
                    <a:pt x="42643" y="4201"/>
                    <a:pt x="40738" y="3249"/>
                  </a:cubicBezTo>
                  <a:cubicBezTo>
                    <a:pt x="17878" y="-11991"/>
                    <a:pt x="-12602" y="29919"/>
                    <a:pt x="5496" y="55636"/>
                  </a:cubicBezTo>
                  <a:cubicBezTo>
                    <a:pt x="22641" y="80401"/>
                    <a:pt x="60741" y="55636"/>
                    <a:pt x="54073" y="24204"/>
                  </a:cubicBezTo>
                  <a:cubicBezTo>
                    <a:pt x="54073" y="21346"/>
                    <a:pt x="50263" y="22299"/>
                    <a:pt x="51216" y="242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0" name="任意多边形: 形状 159"/>
            <p:cNvSpPr/>
            <p:nvPr/>
          </p:nvSpPr>
          <p:spPr>
            <a:xfrm>
              <a:off x="-998658" y="8545037"/>
              <a:ext cx="29527" cy="459193"/>
            </a:xfrm>
            <a:custGeom>
              <a:avLst/>
              <a:gdLst>
                <a:gd name="connsiteX0" fmla="*/ 1905 w 29527"/>
                <a:gd name="connsiteY0" fmla="*/ 43815 h 459193"/>
                <a:gd name="connsiteX1" fmla="*/ 17145 w 29527"/>
                <a:gd name="connsiteY1" fmla="*/ 454342 h 459193"/>
                <a:gd name="connsiteX2" fmla="*/ 27622 w 29527"/>
                <a:gd name="connsiteY2" fmla="*/ 452437 h 459193"/>
                <a:gd name="connsiteX3" fmla="*/ 29528 w 29527"/>
                <a:gd name="connsiteY3" fmla="*/ 408622 h 459193"/>
                <a:gd name="connsiteX4" fmla="*/ 0 w 29527"/>
                <a:gd name="connsiteY4" fmla="*/ 0 h 459193"/>
                <a:gd name="connsiteX5" fmla="*/ 1905 w 29527"/>
                <a:gd name="connsiteY5" fmla="*/ 43815 h 459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459193">
                  <a:moveTo>
                    <a:pt x="1905" y="43815"/>
                  </a:moveTo>
                  <a:cubicBezTo>
                    <a:pt x="4763" y="180022"/>
                    <a:pt x="1905" y="320040"/>
                    <a:pt x="17145" y="454342"/>
                  </a:cubicBezTo>
                  <a:cubicBezTo>
                    <a:pt x="18097" y="461962"/>
                    <a:pt x="27622" y="460058"/>
                    <a:pt x="27622" y="452437"/>
                  </a:cubicBezTo>
                  <a:cubicBezTo>
                    <a:pt x="28575" y="438150"/>
                    <a:pt x="28575" y="422910"/>
                    <a:pt x="29528" y="408622"/>
                  </a:cubicBezTo>
                  <a:cubicBezTo>
                    <a:pt x="11430" y="273367"/>
                    <a:pt x="8572" y="136208"/>
                    <a:pt x="0" y="0"/>
                  </a:cubicBezTo>
                  <a:cubicBezTo>
                    <a:pt x="953" y="15240"/>
                    <a:pt x="953" y="29527"/>
                    <a:pt x="1905" y="438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1" name="任意多边形: 形状 160"/>
            <p:cNvSpPr/>
            <p:nvPr/>
          </p:nvSpPr>
          <p:spPr>
            <a:xfrm>
              <a:off x="-634104" y="8680292"/>
              <a:ext cx="29386" cy="466010"/>
            </a:xfrm>
            <a:custGeom>
              <a:avLst/>
              <a:gdLst>
                <a:gd name="connsiteX0" fmla="*/ 3110 w 29386"/>
                <a:gd name="connsiteY0" fmla="*/ 14288 h 466010"/>
                <a:gd name="connsiteX1" fmla="*/ 7873 w 29386"/>
                <a:gd name="connsiteY1" fmla="*/ 458153 h 466010"/>
                <a:gd name="connsiteX2" fmla="*/ 21208 w 29386"/>
                <a:gd name="connsiteY2" fmla="*/ 458153 h 466010"/>
                <a:gd name="connsiteX3" fmla="*/ 25970 w 29386"/>
                <a:gd name="connsiteY3" fmla="*/ 14288 h 466010"/>
                <a:gd name="connsiteX4" fmla="*/ 3110 w 29386"/>
                <a:gd name="connsiteY4" fmla="*/ 14288 h 46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6" h="466010">
                  <a:moveTo>
                    <a:pt x="3110" y="14288"/>
                  </a:moveTo>
                  <a:cubicBezTo>
                    <a:pt x="3110" y="160972"/>
                    <a:pt x="-6415" y="312420"/>
                    <a:pt x="7873" y="458153"/>
                  </a:cubicBezTo>
                  <a:cubicBezTo>
                    <a:pt x="8825" y="468630"/>
                    <a:pt x="20255" y="468630"/>
                    <a:pt x="21208" y="458153"/>
                  </a:cubicBezTo>
                  <a:cubicBezTo>
                    <a:pt x="35495" y="312420"/>
                    <a:pt x="26923" y="160972"/>
                    <a:pt x="25970" y="14288"/>
                  </a:cubicBezTo>
                  <a:cubicBezTo>
                    <a:pt x="26923" y="-4763"/>
                    <a:pt x="3110" y="-4763"/>
                    <a:pt x="3110" y="142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grpSp>
      <p:sp>
        <p:nvSpPr>
          <p:cNvPr id="4" name="TextBox 15"/>
          <p:cNvSpPr txBox="1"/>
          <p:nvPr>
            <p:custDataLst>
              <p:tags r:id="rId4"/>
            </p:custDataLst>
          </p:nvPr>
        </p:nvSpPr>
        <p:spPr>
          <a:xfrm>
            <a:off x="3178423" y="1655971"/>
            <a:ext cx="5835154" cy="685602"/>
          </a:xfrm>
          <a:custGeom>
            <a:avLst/>
            <a:gdLst/>
            <a:ahLst/>
            <a:cxnLst/>
            <a:rect l="l" t="t" r="r" b="b"/>
            <a:pathLst>
              <a:path w="3806590" h="447256">
                <a:moveTo>
                  <a:pt x="1667789" y="429644"/>
                </a:moveTo>
                <a:lnTo>
                  <a:pt x="1667851" y="429798"/>
                </a:lnTo>
                <a:lnTo>
                  <a:pt x="1666560" y="430873"/>
                </a:lnTo>
                <a:close/>
                <a:moveTo>
                  <a:pt x="2227678" y="396469"/>
                </a:moveTo>
                <a:lnTo>
                  <a:pt x="2221944" y="400974"/>
                </a:lnTo>
                <a:lnTo>
                  <a:pt x="2223582" y="401384"/>
                </a:lnTo>
                <a:cubicBezTo>
                  <a:pt x="2224674" y="401384"/>
                  <a:pt x="2225699" y="401042"/>
                  <a:pt x="2226654" y="400360"/>
                </a:cubicBezTo>
                <a:cubicBezTo>
                  <a:pt x="2227610" y="399677"/>
                  <a:pt x="2228088" y="398790"/>
                  <a:pt x="2228088" y="397698"/>
                </a:cubicBezTo>
                <a:close/>
                <a:moveTo>
                  <a:pt x="2355875" y="391554"/>
                </a:moveTo>
                <a:lnTo>
                  <a:pt x="2357104" y="392373"/>
                </a:lnTo>
                <a:cubicBezTo>
                  <a:pt x="2357104" y="394284"/>
                  <a:pt x="2355944" y="395786"/>
                  <a:pt x="2353622" y="396878"/>
                </a:cubicBezTo>
                <a:cubicBezTo>
                  <a:pt x="2351302" y="397971"/>
                  <a:pt x="2349049" y="398517"/>
                  <a:pt x="2346864" y="398517"/>
                </a:cubicBezTo>
                <a:cubicBezTo>
                  <a:pt x="2344953" y="398517"/>
                  <a:pt x="2343998" y="398107"/>
                  <a:pt x="2343998" y="397288"/>
                </a:cubicBezTo>
                <a:cubicBezTo>
                  <a:pt x="2343998" y="396469"/>
                  <a:pt x="2344680" y="395923"/>
                  <a:pt x="2346045" y="395650"/>
                </a:cubicBezTo>
                <a:cubicBezTo>
                  <a:pt x="2347411" y="395377"/>
                  <a:pt x="2348503" y="395240"/>
                  <a:pt x="2349322" y="395240"/>
                </a:cubicBezTo>
                <a:lnTo>
                  <a:pt x="2353008" y="396059"/>
                </a:lnTo>
                <a:cubicBezTo>
                  <a:pt x="2353008" y="393056"/>
                  <a:pt x="2353964" y="391554"/>
                  <a:pt x="2355875" y="391554"/>
                </a:cubicBezTo>
                <a:close/>
                <a:moveTo>
                  <a:pt x="2330072" y="380495"/>
                </a:moveTo>
                <a:cubicBezTo>
                  <a:pt x="2330072" y="381588"/>
                  <a:pt x="2331506" y="382612"/>
                  <a:pt x="2334372" y="383567"/>
                </a:cubicBezTo>
                <a:cubicBezTo>
                  <a:pt x="2337240" y="384523"/>
                  <a:pt x="2338673" y="385410"/>
                  <a:pt x="2338673" y="386229"/>
                </a:cubicBezTo>
                <a:cubicBezTo>
                  <a:pt x="2339219" y="386229"/>
                  <a:pt x="2339970" y="385956"/>
                  <a:pt x="2340926" y="385410"/>
                </a:cubicBezTo>
                <a:cubicBezTo>
                  <a:pt x="2341882" y="384864"/>
                  <a:pt x="2342632" y="384591"/>
                  <a:pt x="2343178" y="384591"/>
                </a:cubicBezTo>
                <a:lnTo>
                  <a:pt x="2344817" y="385820"/>
                </a:lnTo>
                <a:cubicBezTo>
                  <a:pt x="2347820" y="385820"/>
                  <a:pt x="2350278" y="385001"/>
                  <a:pt x="2352189" y="383362"/>
                </a:cubicBezTo>
                <a:close/>
                <a:moveTo>
                  <a:pt x="3712797" y="380086"/>
                </a:moveTo>
                <a:lnTo>
                  <a:pt x="3713207" y="380495"/>
                </a:lnTo>
                <a:lnTo>
                  <a:pt x="3712797" y="383362"/>
                </a:lnTo>
                <a:lnTo>
                  <a:pt x="3713579" y="382469"/>
                </a:lnTo>
                <a:lnTo>
                  <a:pt x="3712388" y="384182"/>
                </a:lnTo>
                <a:lnTo>
                  <a:pt x="3711159" y="382543"/>
                </a:lnTo>
                <a:lnTo>
                  <a:pt x="3711159" y="380905"/>
                </a:lnTo>
                <a:close/>
                <a:moveTo>
                  <a:pt x="3715308" y="379984"/>
                </a:moveTo>
                <a:lnTo>
                  <a:pt x="3715664" y="380086"/>
                </a:lnTo>
                <a:lnTo>
                  <a:pt x="3713579" y="382469"/>
                </a:lnTo>
                <a:close/>
                <a:moveTo>
                  <a:pt x="2982115" y="378038"/>
                </a:moveTo>
                <a:cubicBezTo>
                  <a:pt x="2984573" y="381588"/>
                  <a:pt x="2987781" y="384796"/>
                  <a:pt x="2991740" y="387663"/>
                </a:cubicBezTo>
                <a:cubicBezTo>
                  <a:pt x="2995700" y="390530"/>
                  <a:pt x="2998498" y="392646"/>
                  <a:pt x="3000137" y="394011"/>
                </a:cubicBezTo>
                <a:lnTo>
                  <a:pt x="2997679" y="394421"/>
                </a:lnTo>
                <a:cubicBezTo>
                  <a:pt x="2994676" y="394421"/>
                  <a:pt x="2991672" y="392578"/>
                  <a:pt x="2988669" y="388892"/>
                </a:cubicBezTo>
                <a:cubicBezTo>
                  <a:pt x="2985665" y="385206"/>
                  <a:pt x="2983480" y="381588"/>
                  <a:pt x="2982115" y="378038"/>
                </a:cubicBezTo>
                <a:close/>
                <a:moveTo>
                  <a:pt x="3722627" y="374761"/>
                </a:moveTo>
                <a:lnTo>
                  <a:pt x="3720989" y="378038"/>
                </a:lnTo>
                <a:lnTo>
                  <a:pt x="3720989" y="378448"/>
                </a:lnTo>
                <a:lnTo>
                  <a:pt x="3722218" y="377219"/>
                </a:lnTo>
                <a:lnTo>
                  <a:pt x="3722627" y="375171"/>
                </a:lnTo>
                <a:close/>
                <a:moveTo>
                  <a:pt x="313325" y="373533"/>
                </a:moveTo>
                <a:cubicBezTo>
                  <a:pt x="314417" y="373533"/>
                  <a:pt x="315987" y="373874"/>
                  <a:pt x="318035" y="374557"/>
                </a:cubicBezTo>
                <a:cubicBezTo>
                  <a:pt x="320083" y="375239"/>
                  <a:pt x="321107" y="375854"/>
                  <a:pt x="321107" y="376400"/>
                </a:cubicBezTo>
                <a:lnTo>
                  <a:pt x="319878" y="376400"/>
                </a:lnTo>
                <a:lnTo>
                  <a:pt x="315782" y="375990"/>
                </a:lnTo>
                <a:cubicBezTo>
                  <a:pt x="315236" y="375990"/>
                  <a:pt x="314827" y="376263"/>
                  <a:pt x="314554" y="376809"/>
                </a:cubicBezTo>
                <a:cubicBezTo>
                  <a:pt x="314281" y="377355"/>
                  <a:pt x="314144" y="378174"/>
                  <a:pt x="314144" y="379267"/>
                </a:cubicBezTo>
                <a:lnTo>
                  <a:pt x="310868" y="375171"/>
                </a:lnTo>
                <a:cubicBezTo>
                  <a:pt x="310868" y="374079"/>
                  <a:pt x="311687" y="373533"/>
                  <a:pt x="313325" y="373533"/>
                </a:cubicBezTo>
                <a:close/>
                <a:moveTo>
                  <a:pt x="1737826" y="369846"/>
                </a:moveTo>
                <a:lnTo>
                  <a:pt x="1727587" y="374761"/>
                </a:lnTo>
                <a:lnTo>
                  <a:pt x="1729635" y="375581"/>
                </a:lnTo>
                <a:cubicBezTo>
                  <a:pt x="1732639" y="375581"/>
                  <a:pt x="1735369" y="373669"/>
                  <a:pt x="1737826" y="369846"/>
                </a:cubicBezTo>
                <a:close/>
                <a:moveTo>
                  <a:pt x="3711568" y="369437"/>
                </a:moveTo>
                <a:lnTo>
                  <a:pt x="3710749" y="369846"/>
                </a:lnTo>
                <a:lnTo>
                  <a:pt x="3711978" y="371075"/>
                </a:lnTo>
                <a:lnTo>
                  <a:pt x="3712797" y="370256"/>
                </a:lnTo>
                <a:close/>
                <a:moveTo>
                  <a:pt x="1734960" y="368618"/>
                </a:moveTo>
                <a:lnTo>
                  <a:pt x="1729635" y="371075"/>
                </a:lnTo>
                <a:lnTo>
                  <a:pt x="1730454" y="372304"/>
                </a:lnTo>
                <a:close/>
                <a:moveTo>
                  <a:pt x="666788" y="367389"/>
                </a:moveTo>
                <a:lnTo>
                  <a:pt x="665150" y="369437"/>
                </a:lnTo>
                <a:cubicBezTo>
                  <a:pt x="665150" y="370529"/>
                  <a:pt x="665559" y="371348"/>
                  <a:pt x="666378" y="371894"/>
                </a:cubicBezTo>
                <a:cubicBezTo>
                  <a:pt x="667198" y="372440"/>
                  <a:pt x="668153" y="372713"/>
                  <a:pt x="669245" y="372713"/>
                </a:cubicBezTo>
                <a:cubicBezTo>
                  <a:pt x="670611" y="372713"/>
                  <a:pt x="671566" y="372440"/>
                  <a:pt x="672112" y="371894"/>
                </a:cubicBezTo>
                <a:cubicBezTo>
                  <a:pt x="672112" y="371075"/>
                  <a:pt x="671430" y="370120"/>
                  <a:pt x="670065" y="369027"/>
                </a:cubicBezTo>
                <a:cubicBezTo>
                  <a:pt x="668699" y="367935"/>
                  <a:pt x="667607" y="367389"/>
                  <a:pt x="666788" y="367389"/>
                </a:cubicBezTo>
                <a:close/>
                <a:moveTo>
                  <a:pt x="2423046" y="366570"/>
                </a:moveTo>
                <a:cubicBezTo>
                  <a:pt x="2423046" y="370666"/>
                  <a:pt x="2422363" y="374966"/>
                  <a:pt x="2420998" y="379471"/>
                </a:cubicBezTo>
                <a:cubicBezTo>
                  <a:pt x="2419632" y="383977"/>
                  <a:pt x="2417721" y="387185"/>
                  <a:pt x="2415264" y="389096"/>
                </a:cubicBezTo>
                <a:cubicBezTo>
                  <a:pt x="2414172" y="388823"/>
                  <a:pt x="2413625" y="387049"/>
                  <a:pt x="2413625" y="383772"/>
                </a:cubicBezTo>
                <a:cubicBezTo>
                  <a:pt x="2413625" y="381315"/>
                  <a:pt x="2414035" y="380086"/>
                  <a:pt x="2414854" y="380086"/>
                </a:cubicBezTo>
                <a:lnTo>
                  <a:pt x="2415264" y="379676"/>
                </a:lnTo>
                <a:lnTo>
                  <a:pt x="2413216" y="376809"/>
                </a:lnTo>
                <a:cubicBezTo>
                  <a:pt x="2413216" y="375990"/>
                  <a:pt x="2413420" y="375171"/>
                  <a:pt x="2413830" y="374352"/>
                </a:cubicBezTo>
                <a:cubicBezTo>
                  <a:pt x="2414240" y="373533"/>
                  <a:pt x="2414717" y="373123"/>
                  <a:pt x="2415264" y="373123"/>
                </a:cubicBezTo>
                <a:cubicBezTo>
                  <a:pt x="2415536" y="373123"/>
                  <a:pt x="2415878" y="373396"/>
                  <a:pt x="2416288" y="373942"/>
                </a:cubicBezTo>
                <a:cubicBezTo>
                  <a:pt x="2416697" y="374488"/>
                  <a:pt x="2416902" y="375034"/>
                  <a:pt x="2416902" y="375581"/>
                </a:cubicBezTo>
                <a:cubicBezTo>
                  <a:pt x="2416902" y="376127"/>
                  <a:pt x="2416834" y="376877"/>
                  <a:pt x="2416697" y="377833"/>
                </a:cubicBezTo>
                <a:cubicBezTo>
                  <a:pt x="2416560" y="378789"/>
                  <a:pt x="2416765" y="379540"/>
                  <a:pt x="2417311" y="380086"/>
                </a:cubicBezTo>
                <a:cubicBezTo>
                  <a:pt x="2418130" y="380086"/>
                  <a:pt x="2419154" y="377970"/>
                  <a:pt x="2420383" y="373737"/>
                </a:cubicBezTo>
                <a:cubicBezTo>
                  <a:pt x="2421612" y="369505"/>
                  <a:pt x="2422500" y="367116"/>
                  <a:pt x="2423046" y="366570"/>
                </a:cubicBezTo>
                <a:close/>
                <a:moveTo>
                  <a:pt x="652043" y="366570"/>
                </a:moveTo>
                <a:lnTo>
                  <a:pt x="658187" y="370256"/>
                </a:lnTo>
                <a:cubicBezTo>
                  <a:pt x="658187" y="369437"/>
                  <a:pt x="657504" y="368618"/>
                  <a:pt x="656139" y="367799"/>
                </a:cubicBezTo>
                <a:cubicBezTo>
                  <a:pt x="654774" y="366979"/>
                  <a:pt x="653545" y="366570"/>
                  <a:pt x="652453" y="366570"/>
                </a:cubicBezTo>
                <a:close/>
                <a:moveTo>
                  <a:pt x="1062847" y="365751"/>
                </a:moveTo>
                <a:cubicBezTo>
                  <a:pt x="1062301" y="365751"/>
                  <a:pt x="1061550" y="366024"/>
                  <a:pt x="1060594" y="366570"/>
                </a:cubicBezTo>
                <a:cubicBezTo>
                  <a:pt x="1059639" y="367116"/>
                  <a:pt x="1059161" y="367526"/>
                  <a:pt x="1059161" y="367799"/>
                </a:cubicBezTo>
                <a:cubicBezTo>
                  <a:pt x="1059161" y="368618"/>
                  <a:pt x="1061414" y="369300"/>
                  <a:pt x="1065919" y="369846"/>
                </a:cubicBezTo>
                <a:cubicBezTo>
                  <a:pt x="1070424" y="370393"/>
                  <a:pt x="1073086" y="370666"/>
                  <a:pt x="1073906" y="370666"/>
                </a:cubicBezTo>
                <a:lnTo>
                  <a:pt x="1090289" y="372304"/>
                </a:lnTo>
                <a:cubicBezTo>
                  <a:pt x="1084828" y="370939"/>
                  <a:pt x="1081278" y="369983"/>
                  <a:pt x="1079640" y="369437"/>
                </a:cubicBezTo>
                <a:cubicBezTo>
                  <a:pt x="1078547" y="369164"/>
                  <a:pt x="1076226" y="368481"/>
                  <a:pt x="1072677" y="367389"/>
                </a:cubicBezTo>
                <a:cubicBezTo>
                  <a:pt x="1069127" y="366297"/>
                  <a:pt x="1065850" y="365751"/>
                  <a:pt x="1062847" y="365751"/>
                </a:cubicBezTo>
                <a:close/>
                <a:moveTo>
                  <a:pt x="977246" y="363703"/>
                </a:moveTo>
                <a:lnTo>
                  <a:pt x="981342" y="366570"/>
                </a:lnTo>
                <a:lnTo>
                  <a:pt x="975198" y="367799"/>
                </a:lnTo>
                <a:lnTo>
                  <a:pt x="973969" y="366570"/>
                </a:lnTo>
                <a:cubicBezTo>
                  <a:pt x="973969" y="364659"/>
                  <a:pt x="975062" y="363703"/>
                  <a:pt x="977246" y="363703"/>
                </a:cubicBezTo>
                <a:close/>
                <a:moveTo>
                  <a:pt x="3719760" y="362884"/>
                </a:moveTo>
                <a:lnTo>
                  <a:pt x="3720989" y="364112"/>
                </a:lnTo>
                <a:lnTo>
                  <a:pt x="3720989" y="362884"/>
                </a:lnTo>
                <a:close/>
                <a:moveTo>
                  <a:pt x="589788" y="361655"/>
                </a:moveTo>
                <a:lnTo>
                  <a:pt x="590197" y="362884"/>
                </a:lnTo>
                <a:lnTo>
                  <a:pt x="590197" y="369846"/>
                </a:lnTo>
                <a:cubicBezTo>
                  <a:pt x="590197" y="371485"/>
                  <a:pt x="588764" y="373328"/>
                  <a:pt x="585897" y="375376"/>
                </a:cubicBezTo>
                <a:cubicBezTo>
                  <a:pt x="583030" y="377424"/>
                  <a:pt x="580641" y="378448"/>
                  <a:pt x="578729" y="378448"/>
                </a:cubicBezTo>
                <a:cubicBezTo>
                  <a:pt x="577091" y="378448"/>
                  <a:pt x="574770" y="378106"/>
                  <a:pt x="571767" y="377424"/>
                </a:cubicBezTo>
                <a:cubicBezTo>
                  <a:pt x="568763" y="376741"/>
                  <a:pt x="567261" y="375990"/>
                  <a:pt x="567261" y="375171"/>
                </a:cubicBezTo>
                <a:lnTo>
                  <a:pt x="570128" y="375171"/>
                </a:lnTo>
                <a:lnTo>
                  <a:pt x="569719" y="374352"/>
                </a:lnTo>
                <a:lnTo>
                  <a:pt x="572176" y="373123"/>
                </a:lnTo>
                <a:lnTo>
                  <a:pt x="584463" y="373942"/>
                </a:lnTo>
                <a:lnTo>
                  <a:pt x="584463" y="373123"/>
                </a:lnTo>
                <a:cubicBezTo>
                  <a:pt x="584463" y="372577"/>
                  <a:pt x="584873" y="371963"/>
                  <a:pt x="585692" y="371280"/>
                </a:cubicBezTo>
                <a:cubicBezTo>
                  <a:pt x="586511" y="370597"/>
                  <a:pt x="587057" y="369983"/>
                  <a:pt x="587330" y="369437"/>
                </a:cubicBezTo>
                <a:cubicBezTo>
                  <a:pt x="585965" y="369437"/>
                  <a:pt x="583986" y="369915"/>
                  <a:pt x="581392" y="370870"/>
                </a:cubicBezTo>
                <a:cubicBezTo>
                  <a:pt x="578798" y="371826"/>
                  <a:pt x="576682" y="372304"/>
                  <a:pt x="575043" y="372304"/>
                </a:cubicBezTo>
                <a:cubicBezTo>
                  <a:pt x="573678" y="372304"/>
                  <a:pt x="571767" y="372167"/>
                  <a:pt x="569309" y="371894"/>
                </a:cubicBezTo>
                <a:cubicBezTo>
                  <a:pt x="566852" y="371621"/>
                  <a:pt x="565623" y="371075"/>
                  <a:pt x="565623" y="370256"/>
                </a:cubicBezTo>
                <a:lnTo>
                  <a:pt x="569309" y="368208"/>
                </a:lnTo>
                <a:cubicBezTo>
                  <a:pt x="569036" y="368208"/>
                  <a:pt x="567671" y="368003"/>
                  <a:pt x="565214" y="367594"/>
                </a:cubicBezTo>
                <a:cubicBezTo>
                  <a:pt x="562756" y="367184"/>
                  <a:pt x="561527" y="366160"/>
                  <a:pt x="561527" y="364522"/>
                </a:cubicBezTo>
                <a:lnTo>
                  <a:pt x="563166" y="363703"/>
                </a:lnTo>
                <a:lnTo>
                  <a:pt x="565623" y="364112"/>
                </a:lnTo>
                <a:lnTo>
                  <a:pt x="565214" y="364932"/>
                </a:lnTo>
                <a:cubicBezTo>
                  <a:pt x="565214" y="365751"/>
                  <a:pt x="566306" y="366433"/>
                  <a:pt x="568490" y="366979"/>
                </a:cubicBezTo>
                <a:cubicBezTo>
                  <a:pt x="570674" y="367526"/>
                  <a:pt x="572449" y="367799"/>
                  <a:pt x="573814" y="367799"/>
                </a:cubicBezTo>
                <a:lnTo>
                  <a:pt x="583235" y="369027"/>
                </a:lnTo>
                <a:cubicBezTo>
                  <a:pt x="583508" y="368481"/>
                  <a:pt x="584395" y="367116"/>
                  <a:pt x="585897" y="364932"/>
                </a:cubicBezTo>
                <a:cubicBezTo>
                  <a:pt x="587399" y="362747"/>
                  <a:pt x="588696" y="361655"/>
                  <a:pt x="589788" y="361655"/>
                </a:cubicBezTo>
                <a:close/>
                <a:moveTo>
                  <a:pt x="3030445" y="360836"/>
                </a:moveTo>
                <a:cubicBezTo>
                  <a:pt x="3030445" y="361382"/>
                  <a:pt x="3031742" y="362065"/>
                  <a:pt x="3034336" y="362884"/>
                </a:cubicBezTo>
                <a:cubicBezTo>
                  <a:pt x="3036930" y="363703"/>
                  <a:pt x="3038364" y="364112"/>
                  <a:pt x="3038637" y="364112"/>
                </a:cubicBezTo>
                <a:cubicBezTo>
                  <a:pt x="3038090" y="363839"/>
                  <a:pt x="3036998" y="363225"/>
                  <a:pt x="3035360" y="362269"/>
                </a:cubicBezTo>
                <a:cubicBezTo>
                  <a:pt x="3033722" y="361314"/>
                  <a:pt x="3032220" y="360836"/>
                  <a:pt x="3030855" y="360836"/>
                </a:cubicBezTo>
                <a:close/>
                <a:moveTo>
                  <a:pt x="284655" y="360836"/>
                </a:moveTo>
                <a:cubicBezTo>
                  <a:pt x="282743" y="360836"/>
                  <a:pt x="280559" y="361041"/>
                  <a:pt x="278102" y="361450"/>
                </a:cubicBezTo>
                <a:cubicBezTo>
                  <a:pt x="275644" y="361860"/>
                  <a:pt x="273460" y="362201"/>
                  <a:pt x="271548" y="362474"/>
                </a:cubicBezTo>
                <a:lnTo>
                  <a:pt x="285883" y="361655"/>
                </a:lnTo>
                <a:close/>
                <a:moveTo>
                  <a:pt x="1762811" y="359607"/>
                </a:moveTo>
                <a:lnTo>
                  <a:pt x="1763220" y="360426"/>
                </a:lnTo>
                <a:cubicBezTo>
                  <a:pt x="1763220" y="362884"/>
                  <a:pt x="1761855" y="365478"/>
                  <a:pt x="1759124" y="368208"/>
                </a:cubicBezTo>
                <a:cubicBezTo>
                  <a:pt x="1756394" y="370939"/>
                  <a:pt x="1752025" y="374761"/>
                  <a:pt x="1746018" y="379676"/>
                </a:cubicBezTo>
                <a:cubicBezTo>
                  <a:pt x="1739192" y="385137"/>
                  <a:pt x="1734140" y="389506"/>
                  <a:pt x="1730864" y="392783"/>
                </a:cubicBezTo>
                <a:cubicBezTo>
                  <a:pt x="1727587" y="396059"/>
                  <a:pt x="1725403" y="399472"/>
                  <a:pt x="1724310" y="403022"/>
                </a:cubicBezTo>
                <a:lnTo>
                  <a:pt x="1720215" y="407118"/>
                </a:lnTo>
                <a:cubicBezTo>
                  <a:pt x="1722126" y="402476"/>
                  <a:pt x="1724857" y="398244"/>
                  <a:pt x="1728406" y="394421"/>
                </a:cubicBezTo>
                <a:cubicBezTo>
                  <a:pt x="1731956" y="390598"/>
                  <a:pt x="1736598" y="386366"/>
                  <a:pt x="1742332" y="381724"/>
                </a:cubicBezTo>
                <a:cubicBezTo>
                  <a:pt x="1747520" y="377355"/>
                  <a:pt x="1751684" y="373601"/>
                  <a:pt x="1754824" y="370461"/>
                </a:cubicBezTo>
                <a:cubicBezTo>
                  <a:pt x="1757964" y="367321"/>
                  <a:pt x="1760626" y="363703"/>
                  <a:pt x="1762811" y="359607"/>
                </a:cubicBezTo>
                <a:close/>
                <a:moveTo>
                  <a:pt x="3060344" y="359198"/>
                </a:moveTo>
                <a:lnTo>
                  <a:pt x="3058706" y="359607"/>
                </a:lnTo>
                <a:lnTo>
                  <a:pt x="3075498" y="361655"/>
                </a:lnTo>
                <a:cubicBezTo>
                  <a:pt x="3074952" y="361109"/>
                  <a:pt x="3072836" y="360563"/>
                  <a:pt x="3069150" y="360017"/>
                </a:cubicBezTo>
                <a:cubicBezTo>
                  <a:pt x="3065464" y="359471"/>
                  <a:pt x="3062529" y="359198"/>
                  <a:pt x="3060344" y="359198"/>
                </a:cubicBezTo>
                <a:close/>
                <a:moveTo>
                  <a:pt x="2970647" y="357969"/>
                </a:moveTo>
                <a:cubicBezTo>
                  <a:pt x="2971740" y="358242"/>
                  <a:pt x="2973173" y="360290"/>
                  <a:pt x="2974948" y="364112"/>
                </a:cubicBezTo>
                <a:cubicBezTo>
                  <a:pt x="2976723" y="367935"/>
                  <a:pt x="2977747" y="370666"/>
                  <a:pt x="2978020" y="372304"/>
                </a:cubicBezTo>
                <a:cubicBezTo>
                  <a:pt x="2976928" y="372031"/>
                  <a:pt x="2975426" y="369915"/>
                  <a:pt x="2973514" y="365955"/>
                </a:cubicBezTo>
                <a:cubicBezTo>
                  <a:pt x="2971603" y="361996"/>
                  <a:pt x="2970647" y="359334"/>
                  <a:pt x="2970647" y="357969"/>
                </a:cubicBezTo>
                <a:close/>
                <a:moveTo>
                  <a:pt x="1027624" y="357969"/>
                </a:moveTo>
                <a:cubicBezTo>
                  <a:pt x="1029808" y="358788"/>
                  <a:pt x="1032129" y="359198"/>
                  <a:pt x="1034586" y="359198"/>
                </a:cubicBezTo>
                <a:lnTo>
                  <a:pt x="1035406" y="359198"/>
                </a:lnTo>
                <a:cubicBezTo>
                  <a:pt x="1033767" y="358378"/>
                  <a:pt x="1031310" y="357969"/>
                  <a:pt x="1028033" y="357969"/>
                </a:cubicBezTo>
                <a:close/>
                <a:moveTo>
                  <a:pt x="568900" y="357559"/>
                </a:moveTo>
                <a:lnTo>
                  <a:pt x="574224" y="361655"/>
                </a:lnTo>
                <a:lnTo>
                  <a:pt x="574634" y="360836"/>
                </a:lnTo>
                <a:cubicBezTo>
                  <a:pt x="574634" y="358651"/>
                  <a:pt x="572722" y="357559"/>
                  <a:pt x="568900" y="357559"/>
                </a:cubicBezTo>
                <a:close/>
                <a:moveTo>
                  <a:pt x="3489579" y="356740"/>
                </a:moveTo>
                <a:lnTo>
                  <a:pt x="3482206" y="357150"/>
                </a:lnTo>
                <a:cubicBezTo>
                  <a:pt x="3484391" y="358242"/>
                  <a:pt x="3489238" y="358993"/>
                  <a:pt x="3496746" y="359402"/>
                </a:cubicBezTo>
                <a:cubicBezTo>
                  <a:pt x="3504255" y="359812"/>
                  <a:pt x="3508692" y="360017"/>
                  <a:pt x="3510058" y="360017"/>
                </a:cubicBezTo>
                <a:lnTo>
                  <a:pt x="3513744" y="359607"/>
                </a:lnTo>
                <a:cubicBezTo>
                  <a:pt x="3512652" y="358788"/>
                  <a:pt x="3509238" y="358105"/>
                  <a:pt x="3503504" y="357559"/>
                </a:cubicBezTo>
                <a:cubicBezTo>
                  <a:pt x="3497770" y="357013"/>
                  <a:pt x="3493128" y="356740"/>
                  <a:pt x="3489579" y="356740"/>
                </a:cubicBezTo>
                <a:close/>
                <a:moveTo>
                  <a:pt x="3020616" y="356740"/>
                </a:moveTo>
                <a:cubicBezTo>
                  <a:pt x="3019250" y="356740"/>
                  <a:pt x="3018158" y="357423"/>
                  <a:pt x="3017339" y="358788"/>
                </a:cubicBezTo>
                <a:lnTo>
                  <a:pt x="3018977" y="359607"/>
                </a:lnTo>
                <a:lnTo>
                  <a:pt x="3021025" y="358788"/>
                </a:lnTo>
                <a:cubicBezTo>
                  <a:pt x="3020752" y="358515"/>
                  <a:pt x="3020820" y="358174"/>
                  <a:pt x="3021230" y="357764"/>
                </a:cubicBezTo>
                <a:cubicBezTo>
                  <a:pt x="3021639" y="357354"/>
                  <a:pt x="3021981" y="357150"/>
                  <a:pt x="3022254" y="357150"/>
                </a:cubicBezTo>
                <a:close/>
                <a:moveTo>
                  <a:pt x="2665924" y="356330"/>
                </a:moveTo>
                <a:cubicBezTo>
                  <a:pt x="2649268" y="356330"/>
                  <a:pt x="2634796" y="358242"/>
                  <a:pt x="2622508" y="362065"/>
                </a:cubicBezTo>
                <a:lnTo>
                  <a:pt x="2621689" y="362884"/>
                </a:lnTo>
                <a:lnTo>
                  <a:pt x="2622508" y="362884"/>
                </a:lnTo>
                <a:cubicBezTo>
                  <a:pt x="2623601" y="362884"/>
                  <a:pt x="2624624" y="363020"/>
                  <a:pt x="2625580" y="363293"/>
                </a:cubicBezTo>
                <a:cubicBezTo>
                  <a:pt x="2626536" y="363566"/>
                  <a:pt x="2627560" y="363703"/>
                  <a:pt x="2628652" y="363703"/>
                </a:cubicBezTo>
                <a:cubicBezTo>
                  <a:pt x="2632475" y="363703"/>
                  <a:pt x="2638687" y="362815"/>
                  <a:pt x="2647288" y="361041"/>
                </a:cubicBezTo>
                <a:cubicBezTo>
                  <a:pt x="2655889" y="359266"/>
                  <a:pt x="2662101" y="357696"/>
                  <a:pt x="2665924" y="356330"/>
                </a:cubicBezTo>
                <a:close/>
                <a:moveTo>
                  <a:pt x="1755438" y="355921"/>
                </a:moveTo>
                <a:lnTo>
                  <a:pt x="1756667" y="357559"/>
                </a:lnTo>
                <a:lnTo>
                  <a:pt x="1757077" y="360017"/>
                </a:lnTo>
                <a:lnTo>
                  <a:pt x="1758715" y="358378"/>
                </a:lnTo>
                <a:lnTo>
                  <a:pt x="1759534" y="360426"/>
                </a:lnTo>
                <a:cubicBezTo>
                  <a:pt x="1759534" y="362884"/>
                  <a:pt x="1756462" y="366775"/>
                  <a:pt x="1750319" y="372099"/>
                </a:cubicBezTo>
                <a:cubicBezTo>
                  <a:pt x="1744175" y="377424"/>
                  <a:pt x="1739601" y="380768"/>
                  <a:pt x="1736598" y="382134"/>
                </a:cubicBezTo>
                <a:cubicBezTo>
                  <a:pt x="1737690" y="381041"/>
                  <a:pt x="1739738" y="379130"/>
                  <a:pt x="1742742" y="376400"/>
                </a:cubicBezTo>
                <a:cubicBezTo>
                  <a:pt x="1745745" y="373669"/>
                  <a:pt x="1747929" y="371212"/>
                  <a:pt x="1749295" y="369027"/>
                </a:cubicBezTo>
                <a:cubicBezTo>
                  <a:pt x="1749022" y="369300"/>
                  <a:pt x="1748339" y="370051"/>
                  <a:pt x="1747247" y="371280"/>
                </a:cubicBezTo>
                <a:cubicBezTo>
                  <a:pt x="1746155" y="372509"/>
                  <a:pt x="1745062" y="373123"/>
                  <a:pt x="1743970" y="373123"/>
                </a:cubicBezTo>
                <a:lnTo>
                  <a:pt x="1743561" y="372304"/>
                </a:lnTo>
                <a:lnTo>
                  <a:pt x="1748476" y="366979"/>
                </a:lnTo>
                <a:cubicBezTo>
                  <a:pt x="1749841" y="366979"/>
                  <a:pt x="1751206" y="365614"/>
                  <a:pt x="1752571" y="362884"/>
                </a:cubicBezTo>
                <a:cubicBezTo>
                  <a:pt x="1753937" y="360153"/>
                  <a:pt x="1754892" y="357832"/>
                  <a:pt x="1755438" y="355921"/>
                </a:cubicBezTo>
                <a:close/>
                <a:moveTo>
                  <a:pt x="3462956" y="355102"/>
                </a:moveTo>
                <a:cubicBezTo>
                  <a:pt x="3460772" y="355102"/>
                  <a:pt x="3459270" y="355511"/>
                  <a:pt x="3458451" y="356330"/>
                </a:cubicBezTo>
                <a:cubicBezTo>
                  <a:pt x="3458451" y="357150"/>
                  <a:pt x="3461045" y="358105"/>
                  <a:pt x="3466233" y="359198"/>
                </a:cubicBezTo>
                <a:cubicBezTo>
                  <a:pt x="3471421" y="360290"/>
                  <a:pt x="3474424" y="361109"/>
                  <a:pt x="3475244" y="361655"/>
                </a:cubicBezTo>
                <a:lnTo>
                  <a:pt x="3464595" y="362065"/>
                </a:lnTo>
                <a:cubicBezTo>
                  <a:pt x="3467326" y="362611"/>
                  <a:pt x="3470329" y="363020"/>
                  <a:pt x="3473605" y="363293"/>
                </a:cubicBezTo>
                <a:cubicBezTo>
                  <a:pt x="3476882" y="363566"/>
                  <a:pt x="3479203" y="363703"/>
                  <a:pt x="3480568" y="363703"/>
                </a:cubicBezTo>
                <a:cubicBezTo>
                  <a:pt x="3479749" y="363430"/>
                  <a:pt x="3478862" y="362952"/>
                  <a:pt x="3477906" y="362269"/>
                </a:cubicBezTo>
                <a:cubicBezTo>
                  <a:pt x="3476950" y="361587"/>
                  <a:pt x="3476472" y="360836"/>
                  <a:pt x="3476472" y="360017"/>
                </a:cubicBezTo>
                <a:lnTo>
                  <a:pt x="3476882" y="359198"/>
                </a:lnTo>
                <a:cubicBezTo>
                  <a:pt x="3477428" y="359471"/>
                  <a:pt x="3478316" y="359948"/>
                  <a:pt x="3479544" y="360631"/>
                </a:cubicBezTo>
                <a:cubicBezTo>
                  <a:pt x="3480773" y="361314"/>
                  <a:pt x="3481933" y="361655"/>
                  <a:pt x="3483026" y="361655"/>
                </a:cubicBezTo>
                <a:lnTo>
                  <a:pt x="3484664" y="361245"/>
                </a:lnTo>
                <a:cubicBezTo>
                  <a:pt x="3484664" y="360699"/>
                  <a:pt x="3483026" y="359880"/>
                  <a:pt x="3479749" y="358788"/>
                </a:cubicBezTo>
                <a:cubicBezTo>
                  <a:pt x="3476472" y="357696"/>
                  <a:pt x="3474015" y="357013"/>
                  <a:pt x="3472376" y="356740"/>
                </a:cubicBezTo>
                <a:lnTo>
                  <a:pt x="3467052" y="357150"/>
                </a:lnTo>
                <a:cubicBezTo>
                  <a:pt x="3465687" y="357150"/>
                  <a:pt x="3464595" y="356877"/>
                  <a:pt x="3463776" y="356330"/>
                </a:cubicBezTo>
                <a:lnTo>
                  <a:pt x="3466643" y="355511"/>
                </a:lnTo>
                <a:close/>
                <a:moveTo>
                  <a:pt x="898198" y="355102"/>
                </a:moveTo>
                <a:lnTo>
                  <a:pt x="898198" y="355511"/>
                </a:lnTo>
                <a:cubicBezTo>
                  <a:pt x="898198" y="356877"/>
                  <a:pt x="896014" y="358242"/>
                  <a:pt x="891645" y="359607"/>
                </a:cubicBezTo>
                <a:lnTo>
                  <a:pt x="893692" y="360426"/>
                </a:lnTo>
                <a:cubicBezTo>
                  <a:pt x="891235" y="362884"/>
                  <a:pt x="889733" y="364112"/>
                  <a:pt x="889187" y="364112"/>
                </a:cubicBezTo>
                <a:lnTo>
                  <a:pt x="888778" y="361655"/>
                </a:lnTo>
                <a:cubicBezTo>
                  <a:pt x="886320" y="364112"/>
                  <a:pt x="883726" y="366024"/>
                  <a:pt x="880996" y="367389"/>
                </a:cubicBezTo>
                <a:lnTo>
                  <a:pt x="882224" y="368208"/>
                </a:lnTo>
                <a:lnTo>
                  <a:pt x="885501" y="366979"/>
                </a:lnTo>
                <a:lnTo>
                  <a:pt x="885092" y="369437"/>
                </a:lnTo>
                <a:cubicBezTo>
                  <a:pt x="887003" y="369164"/>
                  <a:pt x="889733" y="367321"/>
                  <a:pt x="893283" y="363908"/>
                </a:cubicBezTo>
                <a:cubicBezTo>
                  <a:pt x="896833" y="360494"/>
                  <a:pt x="898607" y="357832"/>
                  <a:pt x="898607" y="355921"/>
                </a:cubicBezTo>
                <a:close/>
                <a:moveTo>
                  <a:pt x="851916" y="354692"/>
                </a:moveTo>
                <a:cubicBezTo>
                  <a:pt x="851097" y="354692"/>
                  <a:pt x="850414" y="355716"/>
                  <a:pt x="849868" y="357764"/>
                </a:cubicBezTo>
                <a:cubicBezTo>
                  <a:pt x="849322" y="359812"/>
                  <a:pt x="848093" y="360836"/>
                  <a:pt x="846182" y="360836"/>
                </a:cubicBezTo>
                <a:lnTo>
                  <a:pt x="844544" y="367799"/>
                </a:lnTo>
                <a:lnTo>
                  <a:pt x="845772" y="365751"/>
                </a:lnTo>
                <a:cubicBezTo>
                  <a:pt x="847138" y="364932"/>
                  <a:pt x="848503" y="363293"/>
                  <a:pt x="849868" y="360836"/>
                </a:cubicBezTo>
                <a:cubicBezTo>
                  <a:pt x="851233" y="358378"/>
                  <a:pt x="851916" y="356330"/>
                  <a:pt x="851916" y="354692"/>
                </a:cubicBezTo>
                <a:close/>
                <a:moveTo>
                  <a:pt x="1351597" y="353873"/>
                </a:moveTo>
                <a:cubicBezTo>
                  <a:pt x="1349959" y="353873"/>
                  <a:pt x="1348867" y="354146"/>
                  <a:pt x="1348321" y="354692"/>
                </a:cubicBezTo>
                <a:lnTo>
                  <a:pt x="1349959" y="355511"/>
                </a:lnTo>
                <a:cubicBezTo>
                  <a:pt x="1351051" y="355511"/>
                  <a:pt x="1352962" y="354965"/>
                  <a:pt x="1355693" y="353873"/>
                </a:cubicBezTo>
                <a:close/>
                <a:moveTo>
                  <a:pt x="254346" y="353463"/>
                </a:moveTo>
                <a:lnTo>
                  <a:pt x="250660" y="355102"/>
                </a:lnTo>
                <a:lnTo>
                  <a:pt x="253937" y="355511"/>
                </a:lnTo>
                <a:cubicBezTo>
                  <a:pt x="253664" y="355784"/>
                  <a:pt x="253459" y="356126"/>
                  <a:pt x="253322" y="356535"/>
                </a:cubicBezTo>
                <a:cubicBezTo>
                  <a:pt x="253186" y="356945"/>
                  <a:pt x="253391" y="357150"/>
                  <a:pt x="253937" y="357150"/>
                </a:cubicBezTo>
                <a:cubicBezTo>
                  <a:pt x="255848" y="357150"/>
                  <a:pt x="256804" y="356604"/>
                  <a:pt x="256804" y="355511"/>
                </a:cubicBezTo>
                <a:cubicBezTo>
                  <a:pt x="256804" y="354146"/>
                  <a:pt x="255984" y="353463"/>
                  <a:pt x="254346" y="353463"/>
                </a:cubicBezTo>
                <a:close/>
                <a:moveTo>
                  <a:pt x="24984" y="353463"/>
                </a:moveTo>
                <a:cubicBezTo>
                  <a:pt x="18158" y="368754"/>
                  <a:pt x="14608" y="377082"/>
                  <a:pt x="14335" y="378448"/>
                </a:cubicBezTo>
                <a:lnTo>
                  <a:pt x="14745" y="378448"/>
                </a:lnTo>
                <a:cubicBezTo>
                  <a:pt x="18294" y="373533"/>
                  <a:pt x="21708" y="365205"/>
                  <a:pt x="24984" y="353463"/>
                </a:cubicBezTo>
                <a:close/>
                <a:moveTo>
                  <a:pt x="643852" y="352644"/>
                </a:moveTo>
                <a:lnTo>
                  <a:pt x="643852" y="355511"/>
                </a:lnTo>
                <a:cubicBezTo>
                  <a:pt x="643852" y="356877"/>
                  <a:pt x="644398" y="358174"/>
                  <a:pt x="645490" y="359402"/>
                </a:cubicBezTo>
                <a:cubicBezTo>
                  <a:pt x="646582" y="360631"/>
                  <a:pt x="647675" y="361245"/>
                  <a:pt x="648767" y="361245"/>
                </a:cubicBezTo>
                <a:cubicBezTo>
                  <a:pt x="649859" y="361245"/>
                  <a:pt x="650405" y="361587"/>
                  <a:pt x="650405" y="362269"/>
                </a:cubicBezTo>
                <a:cubicBezTo>
                  <a:pt x="650405" y="362952"/>
                  <a:pt x="650405" y="363430"/>
                  <a:pt x="650405" y="363703"/>
                </a:cubicBezTo>
                <a:lnTo>
                  <a:pt x="651224" y="363293"/>
                </a:lnTo>
                <a:lnTo>
                  <a:pt x="652043" y="362065"/>
                </a:lnTo>
                <a:cubicBezTo>
                  <a:pt x="652043" y="361245"/>
                  <a:pt x="651088" y="359744"/>
                  <a:pt x="649176" y="357559"/>
                </a:cubicBezTo>
                <a:cubicBezTo>
                  <a:pt x="647265" y="355375"/>
                  <a:pt x="645490" y="353737"/>
                  <a:pt x="643852" y="352644"/>
                </a:cubicBezTo>
                <a:close/>
                <a:moveTo>
                  <a:pt x="1493720" y="350187"/>
                </a:moveTo>
                <a:cubicBezTo>
                  <a:pt x="1491262" y="350733"/>
                  <a:pt x="1485324" y="352166"/>
                  <a:pt x="1475903" y="354487"/>
                </a:cubicBezTo>
                <a:cubicBezTo>
                  <a:pt x="1466483" y="356808"/>
                  <a:pt x="1457814" y="359471"/>
                  <a:pt x="1449895" y="362474"/>
                </a:cubicBezTo>
                <a:lnTo>
                  <a:pt x="1456448" y="363293"/>
                </a:lnTo>
                <a:lnTo>
                  <a:pt x="1449486" y="366160"/>
                </a:lnTo>
                <a:lnTo>
                  <a:pt x="1451124" y="366979"/>
                </a:lnTo>
                <a:cubicBezTo>
                  <a:pt x="1450578" y="368072"/>
                  <a:pt x="1450851" y="368618"/>
                  <a:pt x="1451943" y="368618"/>
                </a:cubicBezTo>
                <a:cubicBezTo>
                  <a:pt x="1453036" y="368618"/>
                  <a:pt x="1454947" y="368140"/>
                  <a:pt x="1457677" y="367184"/>
                </a:cubicBezTo>
                <a:cubicBezTo>
                  <a:pt x="1460408" y="366229"/>
                  <a:pt x="1462592" y="365341"/>
                  <a:pt x="1464230" y="364522"/>
                </a:cubicBezTo>
                <a:lnTo>
                  <a:pt x="1461364" y="364522"/>
                </a:lnTo>
                <a:cubicBezTo>
                  <a:pt x="1459452" y="364522"/>
                  <a:pt x="1458087" y="364249"/>
                  <a:pt x="1457268" y="363703"/>
                </a:cubicBezTo>
                <a:cubicBezTo>
                  <a:pt x="1467644" y="359061"/>
                  <a:pt x="1473787" y="356740"/>
                  <a:pt x="1475698" y="356740"/>
                </a:cubicBezTo>
                <a:lnTo>
                  <a:pt x="1477746" y="357969"/>
                </a:lnTo>
                <a:cubicBezTo>
                  <a:pt x="1479112" y="357969"/>
                  <a:pt x="1481364" y="357150"/>
                  <a:pt x="1484504" y="355511"/>
                </a:cubicBezTo>
                <a:cubicBezTo>
                  <a:pt x="1487644" y="353873"/>
                  <a:pt x="1489897" y="353054"/>
                  <a:pt x="1491262" y="353054"/>
                </a:cubicBezTo>
                <a:cubicBezTo>
                  <a:pt x="1491536" y="353054"/>
                  <a:pt x="1492013" y="353122"/>
                  <a:pt x="1492696" y="353259"/>
                </a:cubicBezTo>
                <a:cubicBezTo>
                  <a:pt x="1493378" y="353395"/>
                  <a:pt x="1493720" y="352917"/>
                  <a:pt x="1493720" y="351825"/>
                </a:cubicBezTo>
                <a:close/>
                <a:moveTo>
                  <a:pt x="652862" y="349777"/>
                </a:moveTo>
                <a:lnTo>
                  <a:pt x="652453" y="350187"/>
                </a:lnTo>
                <a:lnTo>
                  <a:pt x="656092" y="353653"/>
                </a:lnTo>
                <a:close/>
                <a:moveTo>
                  <a:pt x="224447" y="349368"/>
                </a:moveTo>
                <a:lnTo>
                  <a:pt x="218304" y="352235"/>
                </a:lnTo>
                <a:cubicBezTo>
                  <a:pt x="218304" y="353054"/>
                  <a:pt x="220147" y="353668"/>
                  <a:pt x="223833" y="354078"/>
                </a:cubicBezTo>
                <a:cubicBezTo>
                  <a:pt x="227519" y="354487"/>
                  <a:pt x="230318" y="354692"/>
                  <a:pt x="232229" y="354692"/>
                </a:cubicBezTo>
                <a:lnTo>
                  <a:pt x="244516" y="353463"/>
                </a:lnTo>
                <a:lnTo>
                  <a:pt x="231820" y="353054"/>
                </a:lnTo>
                <a:cubicBezTo>
                  <a:pt x="231820" y="353054"/>
                  <a:pt x="231751" y="353122"/>
                  <a:pt x="231615" y="353259"/>
                </a:cubicBezTo>
                <a:cubicBezTo>
                  <a:pt x="231478" y="353395"/>
                  <a:pt x="231410" y="353463"/>
                  <a:pt x="231410" y="353463"/>
                </a:cubicBezTo>
                <a:cubicBezTo>
                  <a:pt x="231137" y="353463"/>
                  <a:pt x="230727" y="353122"/>
                  <a:pt x="230181" y="352440"/>
                </a:cubicBezTo>
                <a:cubicBezTo>
                  <a:pt x="229635" y="351757"/>
                  <a:pt x="228679" y="351416"/>
                  <a:pt x="227314" y="351416"/>
                </a:cubicBezTo>
                <a:lnTo>
                  <a:pt x="224447" y="350187"/>
                </a:lnTo>
                <a:close/>
                <a:moveTo>
                  <a:pt x="3046418" y="348958"/>
                </a:moveTo>
                <a:lnTo>
                  <a:pt x="3045190" y="350596"/>
                </a:lnTo>
                <a:lnTo>
                  <a:pt x="3046828" y="352235"/>
                </a:lnTo>
                <a:lnTo>
                  <a:pt x="3051743" y="350596"/>
                </a:lnTo>
                <a:close/>
                <a:moveTo>
                  <a:pt x="996496" y="348549"/>
                </a:moveTo>
                <a:cubicBezTo>
                  <a:pt x="997588" y="348549"/>
                  <a:pt x="998134" y="349095"/>
                  <a:pt x="998134" y="350187"/>
                </a:cubicBezTo>
                <a:cubicBezTo>
                  <a:pt x="998134" y="351279"/>
                  <a:pt x="997315" y="351825"/>
                  <a:pt x="995677" y="351825"/>
                </a:cubicBezTo>
                <a:lnTo>
                  <a:pt x="997725" y="353054"/>
                </a:lnTo>
                <a:cubicBezTo>
                  <a:pt x="997725" y="353600"/>
                  <a:pt x="996496" y="354351"/>
                  <a:pt x="994038" y="355307"/>
                </a:cubicBezTo>
                <a:cubicBezTo>
                  <a:pt x="991581" y="356262"/>
                  <a:pt x="989943" y="356877"/>
                  <a:pt x="989124" y="357150"/>
                </a:cubicBezTo>
                <a:lnTo>
                  <a:pt x="991990" y="357969"/>
                </a:lnTo>
                <a:cubicBezTo>
                  <a:pt x="991990" y="358788"/>
                  <a:pt x="991513" y="359744"/>
                  <a:pt x="990557" y="360836"/>
                </a:cubicBezTo>
                <a:cubicBezTo>
                  <a:pt x="989601" y="361928"/>
                  <a:pt x="988578" y="362747"/>
                  <a:pt x="987485" y="363293"/>
                </a:cubicBezTo>
                <a:lnTo>
                  <a:pt x="987485" y="360426"/>
                </a:lnTo>
                <a:cubicBezTo>
                  <a:pt x="983936" y="362611"/>
                  <a:pt x="981478" y="363703"/>
                  <a:pt x="980113" y="363703"/>
                </a:cubicBezTo>
                <a:lnTo>
                  <a:pt x="978884" y="362884"/>
                </a:lnTo>
                <a:cubicBezTo>
                  <a:pt x="978884" y="360972"/>
                  <a:pt x="981273" y="358105"/>
                  <a:pt x="986052" y="354283"/>
                </a:cubicBezTo>
                <a:cubicBezTo>
                  <a:pt x="990830" y="350460"/>
                  <a:pt x="994312" y="348549"/>
                  <a:pt x="996496" y="348549"/>
                </a:cubicBezTo>
                <a:close/>
                <a:moveTo>
                  <a:pt x="2466460" y="347320"/>
                </a:moveTo>
                <a:cubicBezTo>
                  <a:pt x="2465368" y="347866"/>
                  <a:pt x="2463320" y="351825"/>
                  <a:pt x="2460317" y="359198"/>
                </a:cubicBezTo>
                <a:cubicBezTo>
                  <a:pt x="2460863" y="358105"/>
                  <a:pt x="2461887" y="356330"/>
                  <a:pt x="2463389" y="353873"/>
                </a:cubicBezTo>
                <a:cubicBezTo>
                  <a:pt x="2464890" y="351416"/>
                  <a:pt x="2465914" y="349231"/>
                  <a:pt x="2466460" y="347320"/>
                </a:cubicBezTo>
                <a:close/>
                <a:moveTo>
                  <a:pt x="241240" y="346910"/>
                </a:moveTo>
                <a:cubicBezTo>
                  <a:pt x="242059" y="347183"/>
                  <a:pt x="242946" y="347456"/>
                  <a:pt x="243902" y="347729"/>
                </a:cubicBezTo>
                <a:cubicBezTo>
                  <a:pt x="244858" y="348002"/>
                  <a:pt x="245745" y="348139"/>
                  <a:pt x="246564" y="348139"/>
                </a:cubicBezTo>
                <a:lnTo>
                  <a:pt x="251889" y="348139"/>
                </a:lnTo>
                <a:cubicBezTo>
                  <a:pt x="250797" y="347866"/>
                  <a:pt x="249431" y="347593"/>
                  <a:pt x="247793" y="347320"/>
                </a:cubicBezTo>
                <a:cubicBezTo>
                  <a:pt x="246155" y="347047"/>
                  <a:pt x="244107" y="346910"/>
                  <a:pt x="241649" y="346910"/>
                </a:cubicBezTo>
                <a:close/>
                <a:moveTo>
                  <a:pt x="2266998" y="346091"/>
                </a:moveTo>
                <a:cubicBezTo>
                  <a:pt x="2265906" y="346091"/>
                  <a:pt x="2264608" y="346910"/>
                  <a:pt x="2263106" y="348549"/>
                </a:cubicBezTo>
                <a:cubicBezTo>
                  <a:pt x="2261605" y="350187"/>
                  <a:pt x="2260718" y="351552"/>
                  <a:pt x="2260444" y="352644"/>
                </a:cubicBezTo>
                <a:cubicBezTo>
                  <a:pt x="2261263" y="352644"/>
                  <a:pt x="2262356" y="351825"/>
                  <a:pt x="2263721" y="350187"/>
                </a:cubicBezTo>
                <a:cubicBezTo>
                  <a:pt x="2265086" y="348549"/>
                  <a:pt x="2266178" y="347183"/>
                  <a:pt x="2266998" y="346091"/>
                </a:cubicBezTo>
                <a:close/>
                <a:moveTo>
                  <a:pt x="198644" y="344862"/>
                </a:moveTo>
                <a:cubicBezTo>
                  <a:pt x="190999" y="344862"/>
                  <a:pt x="184582" y="345955"/>
                  <a:pt x="179394" y="348139"/>
                </a:cubicBezTo>
                <a:lnTo>
                  <a:pt x="229772" y="348958"/>
                </a:lnTo>
                <a:lnTo>
                  <a:pt x="231000" y="347320"/>
                </a:lnTo>
                <a:cubicBezTo>
                  <a:pt x="231000" y="346228"/>
                  <a:pt x="227587" y="345682"/>
                  <a:pt x="220761" y="345682"/>
                </a:cubicBezTo>
                <a:cubicBezTo>
                  <a:pt x="210931" y="345135"/>
                  <a:pt x="203559" y="344862"/>
                  <a:pt x="198644" y="344862"/>
                </a:cubicBezTo>
                <a:close/>
                <a:moveTo>
                  <a:pt x="3021435" y="344043"/>
                </a:moveTo>
                <a:cubicBezTo>
                  <a:pt x="3020888" y="344043"/>
                  <a:pt x="3020479" y="344658"/>
                  <a:pt x="3020206" y="345886"/>
                </a:cubicBezTo>
                <a:cubicBezTo>
                  <a:pt x="3019933" y="347115"/>
                  <a:pt x="3019524" y="347729"/>
                  <a:pt x="3018977" y="347729"/>
                </a:cubicBezTo>
                <a:lnTo>
                  <a:pt x="3018568" y="348549"/>
                </a:lnTo>
                <a:cubicBezTo>
                  <a:pt x="3019387" y="349095"/>
                  <a:pt x="3019796" y="349914"/>
                  <a:pt x="3019796" y="351006"/>
                </a:cubicBezTo>
                <a:lnTo>
                  <a:pt x="3020616" y="353054"/>
                </a:lnTo>
                <a:cubicBezTo>
                  <a:pt x="3021708" y="353054"/>
                  <a:pt x="3022527" y="352235"/>
                  <a:pt x="3023073" y="350596"/>
                </a:cubicBezTo>
                <a:cubicBezTo>
                  <a:pt x="3023892" y="350596"/>
                  <a:pt x="3026486" y="350869"/>
                  <a:pt x="3030855" y="351416"/>
                </a:cubicBezTo>
                <a:cubicBezTo>
                  <a:pt x="3035224" y="351962"/>
                  <a:pt x="3037408" y="352781"/>
                  <a:pt x="3037408" y="353873"/>
                </a:cubicBezTo>
                <a:lnTo>
                  <a:pt x="3036998" y="354283"/>
                </a:lnTo>
                <a:cubicBezTo>
                  <a:pt x="3035087" y="354283"/>
                  <a:pt x="3033244" y="354078"/>
                  <a:pt x="3031469" y="353668"/>
                </a:cubicBezTo>
                <a:cubicBezTo>
                  <a:pt x="3029694" y="353259"/>
                  <a:pt x="3027851" y="353054"/>
                  <a:pt x="3025940" y="353054"/>
                </a:cubicBezTo>
                <a:cubicBezTo>
                  <a:pt x="3024574" y="353054"/>
                  <a:pt x="3023892" y="353327"/>
                  <a:pt x="3023892" y="353873"/>
                </a:cubicBezTo>
                <a:cubicBezTo>
                  <a:pt x="3029626" y="355511"/>
                  <a:pt x="3036043" y="356604"/>
                  <a:pt x="3043142" y="357150"/>
                </a:cubicBezTo>
                <a:cubicBezTo>
                  <a:pt x="3045326" y="357696"/>
                  <a:pt x="3048876" y="358242"/>
                  <a:pt x="3053791" y="358788"/>
                </a:cubicBezTo>
                <a:lnTo>
                  <a:pt x="3046828" y="356330"/>
                </a:lnTo>
                <a:lnTo>
                  <a:pt x="3053382" y="354283"/>
                </a:lnTo>
                <a:cubicBezTo>
                  <a:pt x="3052289" y="354283"/>
                  <a:pt x="3050924" y="354556"/>
                  <a:pt x="3049286" y="355102"/>
                </a:cubicBezTo>
                <a:cubicBezTo>
                  <a:pt x="3047647" y="355648"/>
                  <a:pt x="3046282" y="355921"/>
                  <a:pt x="3045190" y="355921"/>
                </a:cubicBezTo>
                <a:cubicBezTo>
                  <a:pt x="3044098" y="355921"/>
                  <a:pt x="3042801" y="355716"/>
                  <a:pt x="3041299" y="355307"/>
                </a:cubicBezTo>
                <a:cubicBezTo>
                  <a:pt x="3039797" y="354897"/>
                  <a:pt x="3039046" y="354419"/>
                  <a:pt x="3039046" y="353873"/>
                </a:cubicBezTo>
                <a:cubicBezTo>
                  <a:pt x="3040412" y="353327"/>
                  <a:pt x="3041299" y="352508"/>
                  <a:pt x="3041708" y="351416"/>
                </a:cubicBezTo>
                <a:cubicBezTo>
                  <a:pt x="3042118" y="350323"/>
                  <a:pt x="3042323" y="349095"/>
                  <a:pt x="3042323" y="347729"/>
                </a:cubicBezTo>
                <a:lnTo>
                  <a:pt x="3036589" y="349777"/>
                </a:lnTo>
                <a:cubicBezTo>
                  <a:pt x="3036043" y="349504"/>
                  <a:pt x="3035224" y="349026"/>
                  <a:pt x="3034131" y="348344"/>
                </a:cubicBezTo>
                <a:cubicBezTo>
                  <a:pt x="3033039" y="347661"/>
                  <a:pt x="3031947" y="347183"/>
                  <a:pt x="3030855" y="346910"/>
                </a:cubicBezTo>
                <a:cubicBezTo>
                  <a:pt x="3028944" y="345545"/>
                  <a:pt x="3026896" y="344862"/>
                  <a:pt x="3024711" y="344862"/>
                </a:cubicBezTo>
                <a:lnTo>
                  <a:pt x="3023892" y="345682"/>
                </a:lnTo>
                <a:cubicBezTo>
                  <a:pt x="3024438" y="346501"/>
                  <a:pt x="3024302" y="347320"/>
                  <a:pt x="3023482" y="348139"/>
                </a:cubicBezTo>
                <a:cubicBezTo>
                  <a:pt x="3023210" y="348139"/>
                  <a:pt x="3022936" y="347525"/>
                  <a:pt x="3022663" y="346296"/>
                </a:cubicBezTo>
                <a:cubicBezTo>
                  <a:pt x="3022390" y="345067"/>
                  <a:pt x="3021981" y="344316"/>
                  <a:pt x="3021435" y="344043"/>
                </a:cubicBezTo>
                <a:close/>
                <a:moveTo>
                  <a:pt x="2094157" y="341586"/>
                </a:moveTo>
                <a:cubicBezTo>
                  <a:pt x="2094157" y="342951"/>
                  <a:pt x="2095317" y="345955"/>
                  <a:pt x="2097638" y="350596"/>
                </a:cubicBezTo>
                <a:cubicBezTo>
                  <a:pt x="2099959" y="355238"/>
                  <a:pt x="2101666" y="357559"/>
                  <a:pt x="2102758" y="357559"/>
                </a:cubicBezTo>
                <a:lnTo>
                  <a:pt x="2103168" y="357559"/>
                </a:lnTo>
                <a:cubicBezTo>
                  <a:pt x="2102894" y="356467"/>
                  <a:pt x="2101461" y="353737"/>
                  <a:pt x="2098867" y="349368"/>
                </a:cubicBezTo>
                <a:cubicBezTo>
                  <a:pt x="2096273" y="344999"/>
                  <a:pt x="2094703" y="342405"/>
                  <a:pt x="2094157" y="341586"/>
                </a:cubicBezTo>
                <a:close/>
                <a:moveTo>
                  <a:pt x="3752116" y="340767"/>
                </a:moveTo>
                <a:lnTo>
                  <a:pt x="3752526" y="341586"/>
                </a:lnTo>
                <a:lnTo>
                  <a:pt x="3753345" y="341176"/>
                </a:lnTo>
                <a:lnTo>
                  <a:pt x="3752526" y="340767"/>
                </a:lnTo>
                <a:close/>
                <a:moveTo>
                  <a:pt x="1413443" y="340357"/>
                </a:moveTo>
                <a:cubicBezTo>
                  <a:pt x="1411805" y="340357"/>
                  <a:pt x="1409484" y="340494"/>
                  <a:pt x="1406480" y="340767"/>
                </a:cubicBezTo>
                <a:cubicBezTo>
                  <a:pt x="1403477" y="341040"/>
                  <a:pt x="1401975" y="341586"/>
                  <a:pt x="1401975" y="342405"/>
                </a:cubicBezTo>
                <a:lnTo>
                  <a:pt x="1404432" y="342814"/>
                </a:lnTo>
                <a:cubicBezTo>
                  <a:pt x="1405798" y="342814"/>
                  <a:pt x="1407436" y="342541"/>
                  <a:pt x="1409348" y="341995"/>
                </a:cubicBezTo>
                <a:cubicBezTo>
                  <a:pt x="1411259" y="341449"/>
                  <a:pt x="1412624" y="340903"/>
                  <a:pt x="1413443" y="340357"/>
                </a:cubicBezTo>
                <a:close/>
                <a:moveTo>
                  <a:pt x="3035770" y="339538"/>
                </a:moveTo>
                <a:cubicBezTo>
                  <a:pt x="3032493" y="340084"/>
                  <a:pt x="3029763" y="340630"/>
                  <a:pt x="3027578" y="341176"/>
                </a:cubicBezTo>
                <a:lnTo>
                  <a:pt x="3034131" y="342405"/>
                </a:lnTo>
                <a:cubicBezTo>
                  <a:pt x="3034678" y="342405"/>
                  <a:pt x="3035155" y="342268"/>
                  <a:pt x="3035565" y="341995"/>
                </a:cubicBezTo>
                <a:cubicBezTo>
                  <a:pt x="3035974" y="341722"/>
                  <a:pt x="3036180" y="341313"/>
                  <a:pt x="3036180" y="340767"/>
                </a:cubicBezTo>
                <a:close/>
                <a:moveTo>
                  <a:pt x="1030900" y="339128"/>
                </a:moveTo>
                <a:cubicBezTo>
                  <a:pt x="1029535" y="339128"/>
                  <a:pt x="1028852" y="339538"/>
                  <a:pt x="1028852" y="340357"/>
                </a:cubicBezTo>
                <a:cubicBezTo>
                  <a:pt x="1028852" y="341722"/>
                  <a:pt x="1033631" y="342405"/>
                  <a:pt x="1043187" y="342405"/>
                </a:cubicBezTo>
                <a:lnTo>
                  <a:pt x="1044416" y="341995"/>
                </a:lnTo>
                <a:close/>
                <a:moveTo>
                  <a:pt x="3040275" y="338719"/>
                </a:moveTo>
                <a:lnTo>
                  <a:pt x="3037818" y="341176"/>
                </a:lnTo>
                <a:cubicBezTo>
                  <a:pt x="3037818" y="342541"/>
                  <a:pt x="3039592" y="343702"/>
                  <a:pt x="3043142" y="344658"/>
                </a:cubicBezTo>
                <a:cubicBezTo>
                  <a:pt x="3046692" y="345613"/>
                  <a:pt x="3049422" y="346091"/>
                  <a:pt x="3051334" y="346091"/>
                </a:cubicBezTo>
                <a:cubicBezTo>
                  <a:pt x="3050788" y="345818"/>
                  <a:pt x="3049354" y="345067"/>
                  <a:pt x="3047033" y="343838"/>
                </a:cubicBezTo>
                <a:cubicBezTo>
                  <a:pt x="3044712" y="342610"/>
                  <a:pt x="3042460" y="340903"/>
                  <a:pt x="3040275" y="338719"/>
                </a:cubicBezTo>
                <a:close/>
                <a:moveTo>
                  <a:pt x="209293" y="338719"/>
                </a:moveTo>
                <a:cubicBezTo>
                  <a:pt x="210112" y="339265"/>
                  <a:pt x="211614" y="339470"/>
                  <a:pt x="213798" y="339333"/>
                </a:cubicBezTo>
                <a:cubicBezTo>
                  <a:pt x="215983" y="339197"/>
                  <a:pt x="217211" y="339128"/>
                  <a:pt x="217484" y="339128"/>
                </a:cubicBezTo>
                <a:cubicBezTo>
                  <a:pt x="213389" y="338309"/>
                  <a:pt x="210658" y="338173"/>
                  <a:pt x="209293" y="338719"/>
                </a:cubicBezTo>
                <a:close/>
                <a:moveTo>
                  <a:pt x="1014108" y="338309"/>
                </a:moveTo>
                <a:cubicBezTo>
                  <a:pt x="1012196" y="338309"/>
                  <a:pt x="1010831" y="338719"/>
                  <a:pt x="1010012" y="339538"/>
                </a:cubicBezTo>
                <a:cubicBezTo>
                  <a:pt x="1010012" y="341176"/>
                  <a:pt x="1013015" y="342473"/>
                  <a:pt x="1019022" y="343429"/>
                </a:cubicBezTo>
                <a:cubicBezTo>
                  <a:pt x="1025030" y="344385"/>
                  <a:pt x="1029945" y="344862"/>
                  <a:pt x="1033767" y="344862"/>
                </a:cubicBezTo>
                <a:cubicBezTo>
                  <a:pt x="1034040" y="344862"/>
                  <a:pt x="1034586" y="344862"/>
                  <a:pt x="1035406" y="344862"/>
                </a:cubicBezTo>
                <a:cubicBezTo>
                  <a:pt x="1036225" y="344862"/>
                  <a:pt x="1036634" y="344589"/>
                  <a:pt x="1036634" y="344043"/>
                </a:cubicBezTo>
                <a:cubicBezTo>
                  <a:pt x="1036088" y="343497"/>
                  <a:pt x="1029126" y="342268"/>
                  <a:pt x="1015746" y="340357"/>
                </a:cubicBezTo>
                <a:lnTo>
                  <a:pt x="1014517" y="339538"/>
                </a:lnTo>
                <a:lnTo>
                  <a:pt x="1017384" y="338309"/>
                </a:lnTo>
                <a:close/>
                <a:moveTo>
                  <a:pt x="229362" y="336671"/>
                </a:moveTo>
                <a:cubicBezTo>
                  <a:pt x="227997" y="336671"/>
                  <a:pt x="226905" y="337080"/>
                  <a:pt x="226085" y="337900"/>
                </a:cubicBezTo>
                <a:cubicBezTo>
                  <a:pt x="225266" y="338719"/>
                  <a:pt x="224311" y="339128"/>
                  <a:pt x="223218" y="339128"/>
                </a:cubicBezTo>
                <a:lnTo>
                  <a:pt x="224038" y="339538"/>
                </a:lnTo>
                <a:lnTo>
                  <a:pt x="229362" y="339538"/>
                </a:lnTo>
                <a:cubicBezTo>
                  <a:pt x="236461" y="339538"/>
                  <a:pt x="241649" y="339128"/>
                  <a:pt x="244926" y="338309"/>
                </a:cubicBezTo>
                <a:cubicBezTo>
                  <a:pt x="243015" y="338036"/>
                  <a:pt x="240421" y="337695"/>
                  <a:pt x="237144" y="337285"/>
                </a:cubicBezTo>
                <a:cubicBezTo>
                  <a:pt x="233867" y="336876"/>
                  <a:pt x="231273" y="336671"/>
                  <a:pt x="229362" y="336671"/>
                </a:cubicBezTo>
                <a:close/>
                <a:moveTo>
                  <a:pt x="185947" y="336671"/>
                </a:moveTo>
                <a:cubicBezTo>
                  <a:pt x="183763" y="336671"/>
                  <a:pt x="182261" y="336944"/>
                  <a:pt x="181442" y="337490"/>
                </a:cubicBezTo>
                <a:cubicBezTo>
                  <a:pt x="185265" y="338036"/>
                  <a:pt x="188405" y="338309"/>
                  <a:pt x="190862" y="338309"/>
                </a:cubicBezTo>
                <a:cubicBezTo>
                  <a:pt x="189770" y="338582"/>
                  <a:pt x="187654" y="338992"/>
                  <a:pt x="184514" y="339538"/>
                </a:cubicBezTo>
                <a:cubicBezTo>
                  <a:pt x="181374" y="340084"/>
                  <a:pt x="179804" y="340767"/>
                  <a:pt x="179804" y="341586"/>
                </a:cubicBezTo>
                <a:cubicBezTo>
                  <a:pt x="179804" y="342678"/>
                  <a:pt x="181032" y="343224"/>
                  <a:pt x="183490" y="343224"/>
                </a:cubicBezTo>
                <a:cubicBezTo>
                  <a:pt x="184582" y="343224"/>
                  <a:pt x="185196" y="342883"/>
                  <a:pt x="185333" y="342200"/>
                </a:cubicBezTo>
                <a:cubicBezTo>
                  <a:pt x="185469" y="341518"/>
                  <a:pt x="185811" y="341176"/>
                  <a:pt x="186357" y="341176"/>
                </a:cubicBezTo>
                <a:cubicBezTo>
                  <a:pt x="187449" y="341176"/>
                  <a:pt x="188473" y="341381"/>
                  <a:pt x="189429" y="341791"/>
                </a:cubicBezTo>
                <a:cubicBezTo>
                  <a:pt x="190384" y="342200"/>
                  <a:pt x="191408" y="342405"/>
                  <a:pt x="192500" y="342405"/>
                </a:cubicBezTo>
                <a:cubicBezTo>
                  <a:pt x="195777" y="342405"/>
                  <a:pt x="198507" y="341859"/>
                  <a:pt x="200692" y="340767"/>
                </a:cubicBezTo>
                <a:cubicBezTo>
                  <a:pt x="197142" y="340767"/>
                  <a:pt x="194548" y="340084"/>
                  <a:pt x="192910" y="338719"/>
                </a:cubicBezTo>
                <a:lnTo>
                  <a:pt x="202330" y="337490"/>
                </a:lnTo>
                <a:lnTo>
                  <a:pt x="202330" y="337080"/>
                </a:lnTo>
                <a:cubicBezTo>
                  <a:pt x="198781" y="336807"/>
                  <a:pt x="193320" y="336671"/>
                  <a:pt x="185947" y="336671"/>
                </a:cubicBezTo>
                <a:close/>
                <a:moveTo>
                  <a:pt x="1025985" y="335852"/>
                </a:moveTo>
                <a:cubicBezTo>
                  <a:pt x="1024893" y="335852"/>
                  <a:pt x="1023596" y="336057"/>
                  <a:pt x="1022094" y="336466"/>
                </a:cubicBezTo>
                <a:cubicBezTo>
                  <a:pt x="1020592" y="336876"/>
                  <a:pt x="1019842" y="337490"/>
                  <a:pt x="1019842" y="338309"/>
                </a:cubicBezTo>
                <a:cubicBezTo>
                  <a:pt x="1019842" y="338855"/>
                  <a:pt x="1020388" y="339333"/>
                  <a:pt x="1021480" y="339743"/>
                </a:cubicBezTo>
                <a:cubicBezTo>
                  <a:pt x="1022572" y="340152"/>
                  <a:pt x="1023528" y="340357"/>
                  <a:pt x="1024347" y="340357"/>
                </a:cubicBezTo>
                <a:lnTo>
                  <a:pt x="1024756" y="339947"/>
                </a:lnTo>
                <a:lnTo>
                  <a:pt x="1023528" y="338719"/>
                </a:lnTo>
                <a:lnTo>
                  <a:pt x="1028443" y="335852"/>
                </a:lnTo>
                <a:close/>
                <a:moveTo>
                  <a:pt x="860927" y="335442"/>
                </a:moveTo>
                <a:cubicBezTo>
                  <a:pt x="855192" y="342814"/>
                  <a:pt x="852052" y="347320"/>
                  <a:pt x="851506" y="348958"/>
                </a:cubicBezTo>
                <a:cubicBezTo>
                  <a:pt x="852598" y="348685"/>
                  <a:pt x="853827" y="347320"/>
                  <a:pt x="855192" y="344862"/>
                </a:cubicBezTo>
                <a:cubicBezTo>
                  <a:pt x="856831" y="341859"/>
                  <a:pt x="858742" y="338719"/>
                  <a:pt x="860927" y="335442"/>
                </a:cubicBezTo>
                <a:close/>
                <a:moveTo>
                  <a:pt x="210931" y="335442"/>
                </a:moveTo>
                <a:lnTo>
                  <a:pt x="207655" y="336261"/>
                </a:lnTo>
                <a:cubicBezTo>
                  <a:pt x="208474" y="336261"/>
                  <a:pt x="209498" y="336125"/>
                  <a:pt x="210726" y="335852"/>
                </a:cubicBezTo>
                <a:cubicBezTo>
                  <a:pt x="211955" y="335579"/>
                  <a:pt x="212843" y="335579"/>
                  <a:pt x="213389" y="335852"/>
                </a:cubicBezTo>
                <a:close/>
                <a:moveTo>
                  <a:pt x="3759489" y="335033"/>
                </a:moveTo>
                <a:lnTo>
                  <a:pt x="3759898" y="336261"/>
                </a:lnTo>
                <a:lnTo>
                  <a:pt x="3760308" y="335033"/>
                </a:lnTo>
                <a:close/>
                <a:moveTo>
                  <a:pt x="2101939" y="333394"/>
                </a:moveTo>
                <a:lnTo>
                  <a:pt x="2100710" y="334213"/>
                </a:lnTo>
                <a:cubicBezTo>
                  <a:pt x="2100710" y="335306"/>
                  <a:pt x="2101666" y="336534"/>
                  <a:pt x="2103577" y="337900"/>
                </a:cubicBezTo>
                <a:cubicBezTo>
                  <a:pt x="2105488" y="339265"/>
                  <a:pt x="2106580" y="340084"/>
                  <a:pt x="2106854" y="340357"/>
                </a:cubicBezTo>
                <a:cubicBezTo>
                  <a:pt x="2104942" y="336807"/>
                  <a:pt x="2103304" y="334486"/>
                  <a:pt x="2101939" y="333394"/>
                </a:cubicBezTo>
                <a:close/>
                <a:moveTo>
                  <a:pt x="2402157" y="332575"/>
                </a:moveTo>
                <a:cubicBezTo>
                  <a:pt x="2402157" y="333394"/>
                  <a:pt x="2401952" y="334282"/>
                  <a:pt x="2401543" y="335237"/>
                </a:cubicBezTo>
                <a:cubicBezTo>
                  <a:pt x="2401133" y="336193"/>
                  <a:pt x="2400929" y="336807"/>
                  <a:pt x="2400929" y="337080"/>
                </a:cubicBezTo>
                <a:cubicBezTo>
                  <a:pt x="2400929" y="338173"/>
                  <a:pt x="2401202" y="339265"/>
                  <a:pt x="2401748" y="340357"/>
                </a:cubicBezTo>
                <a:lnTo>
                  <a:pt x="2402567" y="340357"/>
                </a:lnTo>
                <a:cubicBezTo>
                  <a:pt x="2403113" y="340357"/>
                  <a:pt x="2403386" y="339538"/>
                  <a:pt x="2403386" y="337900"/>
                </a:cubicBezTo>
                <a:cubicBezTo>
                  <a:pt x="2403386" y="337627"/>
                  <a:pt x="2402976" y="335852"/>
                  <a:pt x="2402157" y="332575"/>
                </a:cubicBezTo>
                <a:close/>
                <a:moveTo>
                  <a:pt x="998134" y="332575"/>
                </a:moveTo>
                <a:cubicBezTo>
                  <a:pt x="997042" y="332575"/>
                  <a:pt x="995950" y="332916"/>
                  <a:pt x="994858" y="333599"/>
                </a:cubicBezTo>
                <a:cubicBezTo>
                  <a:pt x="993765" y="334282"/>
                  <a:pt x="993219" y="335033"/>
                  <a:pt x="993219" y="335852"/>
                </a:cubicBezTo>
                <a:cubicBezTo>
                  <a:pt x="993219" y="336671"/>
                  <a:pt x="994789" y="337490"/>
                  <a:pt x="997929" y="338309"/>
                </a:cubicBezTo>
                <a:cubicBezTo>
                  <a:pt x="1001070" y="339128"/>
                  <a:pt x="1003459" y="339674"/>
                  <a:pt x="1005097" y="339947"/>
                </a:cubicBezTo>
                <a:cubicBezTo>
                  <a:pt x="1006462" y="339947"/>
                  <a:pt x="1007554" y="338582"/>
                  <a:pt x="1008374" y="335852"/>
                </a:cubicBezTo>
                <a:lnTo>
                  <a:pt x="1003459" y="338719"/>
                </a:lnTo>
                <a:lnTo>
                  <a:pt x="1005097" y="335852"/>
                </a:lnTo>
                <a:lnTo>
                  <a:pt x="1004687" y="335442"/>
                </a:lnTo>
                <a:cubicBezTo>
                  <a:pt x="1003868" y="335442"/>
                  <a:pt x="1002844" y="334964"/>
                  <a:pt x="1001616" y="334009"/>
                </a:cubicBezTo>
                <a:cubicBezTo>
                  <a:pt x="1000387" y="333053"/>
                  <a:pt x="999226" y="332575"/>
                  <a:pt x="998134" y="332575"/>
                </a:cubicBezTo>
                <a:close/>
                <a:moveTo>
                  <a:pt x="3758260" y="331756"/>
                </a:moveTo>
                <a:cubicBezTo>
                  <a:pt x="3757714" y="331756"/>
                  <a:pt x="3757441" y="332439"/>
                  <a:pt x="3757441" y="333804"/>
                </a:cubicBezTo>
                <a:lnTo>
                  <a:pt x="3757441" y="335442"/>
                </a:lnTo>
                <a:lnTo>
                  <a:pt x="3758260" y="335033"/>
                </a:lnTo>
                <a:cubicBezTo>
                  <a:pt x="3758533" y="334213"/>
                  <a:pt x="3758670" y="333121"/>
                  <a:pt x="3758670" y="331756"/>
                </a:cubicBezTo>
                <a:close/>
                <a:moveTo>
                  <a:pt x="185128" y="330937"/>
                </a:moveTo>
                <a:cubicBezTo>
                  <a:pt x="182398" y="330937"/>
                  <a:pt x="181032" y="331619"/>
                  <a:pt x="181032" y="332985"/>
                </a:cubicBezTo>
                <a:lnTo>
                  <a:pt x="178165" y="333394"/>
                </a:lnTo>
                <a:lnTo>
                  <a:pt x="179394" y="333804"/>
                </a:lnTo>
                <a:cubicBezTo>
                  <a:pt x="181032" y="333804"/>
                  <a:pt x="182944" y="333463"/>
                  <a:pt x="185128" y="332780"/>
                </a:cubicBezTo>
                <a:cubicBezTo>
                  <a:pt x="187312" y="332097"/>
                  <a:pt x="189087" y="331619"/>
                  <a:pt x="190452" y="331346"/>
                </a:cubicBezTo>
                <a:close/>
                <a:moveTo>
                  <a:pt x="634022" y="329299"/>
                </a:moveTo>
                <a:cubicBezTo>
                  <a:pt x="634022" y="330664"/>
                  <a:pt x="635046" y="332507"/>
                  <a:pt x="637094" y="334828"/>
                </a:cubicBezTo>
                <a:cubicBezTo>
                  <a:pt x="639142" y="337149"/>
                  <a:pt x="640848" y="338309"/>
                  <a:pt x="642213" y="338309"/>
                </a:cubicBezTo>
                <a:lnTo>
                  <a:pt x="642623" y="338309"/>
                </a:lnTo>
                <a:cubicBezTo>
                  <a:pt x="642623" y="337763"/>
                  <a:pt x="642077" y="337080"/>
                  <a:pt x="640985" y="336261"/>
                </a:cubicBezTo>
                <a:cubicBezTo>
                  <a:pt x="639893" y="335442"/>
                  <a:pt x="639346" y="334350"/>
                  <a:pt x="639346" y="332985"/>
                </a:cubicBezTo>
                <a:cubicBezTo>
                  <a:pt x="637435" y="332985"/>
                  <a:pt x="636343" y="332370"/>
                  <a:pt x="636070" y="331142"/>
                </a:cubicBezTo>
                <a:cubicBezTo>
                  <a:pt x="635797" y="329913"/>
                  <a:pt x="635114" y="329299"/>
                  <a:pt x="634022" y="329299"/>
                </a:cubicBezTo>
                <a:close/>
                <a:moveTo>
                  <a:pt x="1708337" y="326841"/>
                </a:moveTo>
                <a:lnTo>
                  <a:pt x="1712842" y="326841"/>
                </a:lnTo>
                <a:lnTo>
                  <a:pt x="1713662" y="327660"/>
                </a:lnTo>
                <a:cubicBezTo>
                  <a:pt x="1713662" y="329025"/>
                  <a:pt x="1714071" y="329708"/>
                  <a:pt x="1714890" y="329708"/>
                </a:cubicBezTo>
                <a:lnTo>
                  <a:pt x="1717757" y="328889"/>
                </a:lnTo>
                <a:lnTo>
                  <a:pt x="1716938" y="330937"/>
                </a:lnTo>
                <a:lnTo>
                  <a:pt x="1718576" y="330118"/>
                </a:lnTo>
                <a:cubicBezTo>
                  <a:pt x="1719669" y="330118"/>
                  <a:pt x="1720488" y="330937"/>
                  <a:pt x="1721034" y="332575"/>
                </a:cubicBezTo>
                <a:lnTo>
                  <a:pt x="1723491" y="330527"/>
                </a:lnTo>
                <a:lnTo>
                  <a:pt x="1731683" y="332985"/>
                </a:lnTo>
                <a:cubicBezTo>
                  <a:pt x="1731410" y="334077"/>
                  <a:pt x="1732775" y="335715"/>
                  <a:pt x="1735779" y="337900"/>
                </a:cubicBezTo>
                <a:cubicBezTo>
                  <a:pt x="1738782" y="340084"/>
                  <a:pt x="1740694" y="341449"/>
                  <a:pt x="1741513" y="341995"/>
                </a:cubicBezTo>
                <a:cubicBezTo>
                  <a:pt x="1742605" y="341995"/>
                  <a:pt x="1743151" y="342678"/>
                  <a:pt x="1743151" y="344043"/>
                </a:cubicBezTo>
                <a:cubicBezTo>
                  <a:pt x="1743151" y="345408"/>
                  <a:pt x="1743288" y="346091"/>
                  <a:pt x="1743561" y="346091"/>
                </a:cubicBezTo>
                <a:lnTo>
                  <a:pt x="1743970" y="344043"/>
                </a:lnTo>
                <a:cubicBezTo>
                  <a:pt x="1745062" y="344043"/>
                  <a:pt x="1745813" y="344862"/>
                  <a:pt x="1746223" y="346501"/>
                </a:cubicBezTo>
                <a:cubicBezTo>
                  <a:pt x="1746632" y="348139"/>
                  <a:pt x="1746974" y="350460"/>
                  <a:pt x="1747247" y="353463"/>
                </a:cubicBezTo>
                <a:cubicBezTo>
                  <a:pt x="1747520" y="356467"/>
                  <a:pt x="1748202" y="357969"/>
                  <a:pt x="1749295" y="357969"/>
                </a:cubicBezTo>
                <a:lnTo>
                  <a:pt x="1750524" y="355102"/>
                </a:lnTo>
                <a:lnTo>
                  <a:pt x="1752162" y="356740"/>
                </a:lnTo>
                <a:cubicBezTo>
                  <a:pt x="1749431" y="361655"/>
                  <a:pt x="1745336" y="366570"/>
                  <a:pt x="1739874" y="371485"/>
                </a:cubicBezTo>
                <a:cubicBezTo>
                  <a:pt x="1734413" y="376400"/>
                  <a:pt x="1731000" y="379540"/>
                  <a:pt x="1729635" y="380905"/>
                </a:cubicBezTo>
                <a:lnTo>
                  <a:pt x="1731683" y="376809"/>
                </a:lnTo>
                <a:cubicBezTo>
                  <a:pt x="1729226" y="376809"/>
                  <a:pt x="1724993" y="380495"/>
                  <a:pt x="1718986" y="387868"/>
                </a:cubicBezTo>
                <a:cubicBezTo>
                  <a:pt x="1712979" y="395240"/>
                  <a:pt x="1709976" y="400292"/>
                  <a:pt x="1709976" y="403022"/>
                </a:cubicBezTo>
                <a:lnTo>
                  <a:pt x="1706699" y="404660"/>
                </a:lnTo>
                <a:cubicBezTo>
                  <a:pt x="1707245" y="403841"/>
                  <a:pt x="1709566" y="400018"/>
                  <a:pt x="1713662" y="393192"/>
                </a:cubicBezTo>
                <a:cubicBezTo>
                  <a:pt x="1717757" y="386366"/>
                  <a:pt x="1720352" y="382680"/>
                  <a:pt x="1721444" y="382134"/>
                </a:cubicBezTo>
                <a:cubicBezTo>
                  <a:pt x="1721716" y="381315"/>
                  <a:pt x="1722604" y="380700"/>
                  <a:pt x="1724106" y="380291"/>
                </a:cubicBezTo>
                <a:cubicBezTo>
                  <a:pt x="1725608" y="379881"/>
                  <a:pt x="1726358" y="378994"/>
                  <a:pt x="1726358" y="377628"/>
                </a:cubicBezTo>
                <a:lnTo>
                  <a:pt x="1729635" y="376400"/>
                </a:lnTo>
                <a:lnTo>
                  <a:pt x="1727997" y="375990"/>
                </a:lnTo>
                <a:cubicBezTo>
                  <a:pt x="1727178" y="375990"/>
                  <a:pt x="1726222" y="376536"/>
                  <a:pt x="1725130" y="377628"/>
                </a:cubicBezTo>
                <a:lnTo>
                  <a:pt x="1723901" y="378038"/>
                </a:lnTo>
                <a:cubicBezTo>
                  <a:pt x="1721716" y="379949"/>
                  <a:pt x="1717484" y="384728"/>
                  <a:pt x="1711204" y="392373"/>
                </a:cubicBezTo>
                <a:cubicBezTo>
                  <a:pt x="1707382" y="397288"/>
                  <a:pt x="1704378" y="400974"/>
                  <a:pt x="1702194" y="403432"/>
                </a:cubicBezTo>
                <a:cubicBezTo>
                  <a:pt x="1702194" y="402612"/>
                  <a:pt x="1703627" y="400496"/>
                  <a:pt x="1706494" y="397083"/>
                </a:cubicBezTo>
                <a:cubicBezTo>
                  <a:pt x="1709361" y="393670"/>
                  <a:pt x="1710931" y="391417"/>
                  <a:pt x="1711204" y="390325"/>
                </a:cubicBezTo>
                <a:cubicBezTo>
                  <a:pt x="1710112" y="390598"/>
                  <a:pt x="1708201" y="392510"/>
                  <a:pt x="1705470" y="396059"/>
                </a:cubicBezTo>
                <a:cubicBezTo>
                  <a:pt x="1702740" y="399609"/>
                  <a:pt x="1700692" y="401384"/>
                  <a:pt x="1699326" y="401384"/>
                </a:cubicBezTo>
                <a:cubicBezTo>
                  <a:pt x="1698507" y="402203"/>
                  <a:pt x="1696528" y="403227"/>
                  <a:pt x="1693388" y="404456"/>
                </a:cubicBezTo>
                <a:cubicBezTo>
                  <a:pt x="1690248" y="405684"/>
                  <a:pt x="1687858" y="406845"/>
                  <a:pt x="1686220" y="407937"/>
                </a:cubicBezTo>
                <a:cubicBezTo>
                  <a:pt x="1684582" y="409029"/>
                  <a:pt x="1683763" y="410394"/>
                  <a:pt x="1683763" y="412033"/>
                </a:cubicBezTo>
                <a:lnTo>
                  <a:pt x="1687039" y="410804"/>
                </a:lnTo>
                <a:cubicBezTo>
                  <a:pt x="1675571" y="424730"/>
                  <a:pt x="1669428" y="431692"/>
                  <a:pt x="1668608" y="431692"/>
                </a:cubicBezTo>
                <a:lnTo>
                  <a:pt x="1667851" y="429798"/>
                </a:lnTo>
                <a:lnTo>
                  <a:pt x="1669018" y="428825"/>
                </a:lnTo>
                <a:lnTo>
                  <a:pt x="1672294" y="425139"/>
                </a:lnTo>
                <a:cubicBezTo>
                  <a:pt x="1672568" y="422682"/>
                  <a:pt x="1673933" y="419678"/>
                  <a:pt x="1676390" y="416128"/>
                </a:cubicBezTo>
                <a:lnTo>
                  <a:pt x="1673933" y="414900"/>
                </a:lnTo>
                <a:lnTo>
                  <a:pt x="1677210" y="412033"/>
                </a:lnTo>
                <a:cubicBezTo>
                  <a:pt x="1673660" y="413944"/>
                  <a:pt x="1670929" y="415787"/>
                  <a:pt x="1669018" y="417562"/>
                </a:cubicBezTo>
                <a:cubicBezTo>
                  <a:pt x="1667107" y="419337"/>
                  <a:pt x="1665605" y="421589"/>
                  <a:pt x="1664512" y="424320"/>
                </a:cubicBezTo>
                <a:lnTo>
                  <a:pt x="1663693" y="422682"/>
                </a:lnTo>
                <a:lnTo>
                  <a:pt x="1662055" y="426368"/>
                </a:lnTo>
                <a:cubicBezTo>
                  <a:pt x="1660144" y="426368"/>
                  <a:pt x="1658779" y="427187"/>
                  <a:pt x="1657960" y="428825"/>
                </a:cubicBezTo>
                <a:lnTo>
                  <a:pt x="1659598" y="430873"/>
                </a:lnTo>
                <a:cubicBezTo>
                  <a:pt x="1657413" y="431965"/>
                  <a:pt x="1655024" y="434491"/>
                  <a:pt x="1652430" y="438450"/>
                </a:cubicBezTo>
                <a:cubicBezTo>
                  <a:pt x="1649836" y="442409"/>
                  <a:pt x="1647720" y="445345"/>
                  <a:pt x="1646082" y="447256"/>
                </a:cubicBezTo>
                <a:cubicBezTo>
                  <a:pt x="1646355" y="445072"/>
                  <a:pt x="1651952" y="435788"/>
                  <a:pt x="1662874" y="419405"/>
                </a:cubicBezTo>
                <a:cubicBezTo>
                  <a:pt x="1664786" y="416128"/>
                  <a:pt x="1667653" y="411487"/>
                  <a:pt x="1671475" y="405479"/>
                </a:cubicBezTo>
                <a:cubicBezTo>
                  <a:pt x="1675298" y="399472"/>
                  <a:pt x="1677756" y="395377"/>
                  <a:pt x="1678848" y="393192"/>
                </a:cubicBezTo>
                <a:cubicBezTo>
                  <a:pt x="1677210" y="393738"/>
                  <a:pt x="1676117" y="393738"/>
                  <a:pt x="1675571" y="393192"/>
                </a:cubicBezTo>
                <a:lnTo>
                  <a:pt x="1676390" y="391144"/>
                </a:lnTo>
                <a:cubicBezTo>
                  <a:pt x="1676117" y="391144"/>
                  <a:pt x="1675503" y="391349"/>
                  <a:pt x="1674547" y="391759"/>
                </a:cubicBezTo>
                <a:cubicBezTo>
                  <a:pt x="1673592" y="392168"/>
                  <a:pt x="1673250" y="391827"/>
                  <a:pt x="1673524" y="390735"/>
                </a:cubicBezTo>
                <a:cubicBezTo>
                  <a:pt x="1672704" y="389096"/>
                  <a:pt x="1671134" y="387390"/>
                  <a:pt x="1668813" y="385615"/>
                </a:cubicBezTo>
                <a:cubicBezTo>
                  <a:pt x="1666492" y="383840"/>
                  <a:pt x="1664922" y="382134"/>
                  <a:pt x="1664103" y="380495"/>
                </a:cubicBezTo>
                <a:lnTo>
                  <a:pt x="1665332" y="378038"/>
                </a:lnTo>
                <a:cubicBezTo>
                  <a:pt x="1665332" y="373123"/>
                  <a:pt x="1663147" y="365614"/>
                  <a:pt x="1658779" y="355511"/>
                </a:cubicBezTo>
                <a:lnTo>
                  <a:pt x="1660007" y="354692"/>
                </a:lnTo>
                <a:lnTo>
                  <a:pt x="1660417" y="353873"/>
                </a:lnTo>
                <a:lnTo>
                  <a:pt x="1662055" y="353054"/>
                </a:lnTo>
                <a:cubicBezTo>
                  <a:pt x="1663693" y="352508"/>
                  <a:pt x="1664922" y="352235"/>
                  <a:pt x="1665741" y="352235"/>
                </a:cubicBezTo>
                <a:lnTo>
                  <a:pt x="1668608" y="353873"/>
                </a:lnTo>
                <a:cubicBezTo>
                  <a:pt x="1671612" y="353327"/>
                  <a:pt x="1674343" y="352371"/>
                  <a:pt x="1676800" y="351006"/>
                </a:cubicBezTo>
                <a:cubicBezTo>
                  <a:pt x="1679257" y="349641"/>
                  <a:pt x="1682124" y="347593"/>
                  <a:pt x="1685401" y="344862"/>
                </a:cubicBezTo>
                <a:cubicBezTo>
                  <a:pt x="1685947" y="344589"/>
                  <a:pt x="1687722" y="343429"/>
                  <a:pt x="1690726" y="341381"/>
                </a:cubicBezTo>
                <a:cubicBezTo>
                  <a:pt x="1693729" y="339333"/>
                  <a:pt x="1697006" y="337763"/>
                  <a:pt x="1700555" y="336671"/>
                </a:cubicBezTo>
                <a:cubicBezTo>
                  <a:pt x="1701374" y="335579"/>
                  <a:pt x="1702125" y="334145"/>
                  <a:pt x="1702808" y="332370"/>
                </a:cubicBezTo>
                <a:cubicBezTo>
                  <a:pt x="1703490" y="330596"/>
                  <a:pt x="1704241" y="329230"/>
                  <a:pt x="1705060" y="328275"/>
                </a:cubicBezTo>
                <a:cubicBezTo>
                  <a:pt x="1705880" y="327319"/>
                  <a:pt x="1706972" y="326841"/>
                  <a:pt x="1708337" y="326841"/>
                </a:cubicBezTo>
                <a:close/>
                <a:moveTo>
                  <a:pt x="204378" y="322745"/>
                </a:moveTo>
                <a:cubicBezTo>
                  <a:pt x="202194" y="325203"/>
                  <a:pt x="198098" y="326432"/>
                  <a:pt x="192091" y="326432"/>
                </a:cubicBezTo>
                <a:cubicBezTo>
                  <a:pt x="190999" y="326432"/>
                  <a:pt x="189975" y="326158"/>
                  <a:pt x="189019" y="325612"/>
                </a:cubicBezTo>
                <a:cubicBezTo>
                  <a:pt x="188063" y="325066"/>
                  <a:pt x="187039" y="324793"/>
                  <a:pt x="185947" y="324793"/>
                </a:cubicBezTo>
                <a:cubicBezTo>
                  <a:pt x="185401" y="324793"/>
                  <a:pt x="184718" y="325135"/>
                  <a:pt x="183899" y="325817"/>
                </a:cubicBezTo>
                <a:cubicBezTo>
                  <a:pt x="183080" y="326500"/>
                  <a:pt x="182398" y="326841"/>
                  <a:pt x="181851" y="326841"/>
                </a:cubicBezTo>
                <a:cubicBezTo>
                  <a:pt x="181305" y="325749"/>
                  <a:pt x="180623" y="325203"/>
                  <a:pt x="179804" y="325203"/>
                </a:cubicBezTo>
                <a:lnTo>
                  <a:pt x="177756" y="326022"/>
                </a:lnTo>
                <a:cubicBezTo>
                  <a:pt x="177756" y="326841"/>
                  <a:pt x="179394" y="327592"/>
                  <a:pt x="182671" y="328275"/>
                </a:cubicBezTo>
                <a:cubicBezTo>
                  <a:pt x="185947" y="328957"/>
                  <a:pt x="188405" y="329299"/>
                  <a:pt x="190043" y="329299"/>
                </a:cubicBezTo>
                <a:lnTo>
                  <a:pt x="206016" y="329299"/>
                </a:lnTo>
                <a:lnTo>
                  <a:pt x="200282" y="326432"/>
                </a:lnTo>
                <a:lnTo>
                  <a:pt x="212160" y="328070"/>
                </a:lnTo>
                <a:cubicBezTo>
                  <a:pt x="211887" y="327524"/>
                  <a:pt x="211682" y="326841"/>
                  <a:pt x="211546" y="326022"/>
                </a:cubicBezTo>
                <a:cubicBezTo>
                  <a:pt x="211409" y="325203"/>
                  <a:pt x="211546" y="324657"/>
                  <a:pt x="211955" y="324384"/>
                </a:cubicBezTo>
                <a:cubicBezTo>
                  <a:pt x="212365" y="324111"/>
                  <a:pt x="212979" y="323838"/>
                  <a:pt x="213798" y="323564"/>
                </a:cubicBezTo>
                <a:close/>
                <a:moveTo>
                  <a:pt x="223218" y="321517"/>
                </a:moveTo>
                <a:cubicBezTo>
                  <a:pt x="220488" y="321517"/>
                  <a:pt x="218713" y="321790"/>
                  <a:pt x="217894" y="322336"/>
                </a:cubicBezTo>
                <a:cubicBezTo>
                  <a:pt x="217075" y="322882"/>
                  <a:pt x="216665" y="323838"/>
                  <a:pt x="216665" y="325203"/>
                </a:cubicBezTo>
                <a:cubicBezTo>
                  <a:pt x="216665" y="325476"/>
                  <a:pt x="216665" y="325954"/>
                  <a:pt x="216665" y="326636"/>
                </a:cubicBezTo>
                <a:cubicBezTo>
                  <a:pt x="216665" y="327319"/>
                  <a:pt x="216119" y="327933"/>
                  <a:pt x="215027" y="328479"/>
                </a:cubicBezTo>
                <a:cubicBezTo>
                  <a:pt x="216119" y="328479"/>
                  <a:pt x="217621" y="327797"/>
                  <a:pt x="219532" y="326432"/>
                </a:cubicBezTo>
                <a:cubicBezTo>
                  <a:pt x="220624" y="327797"/>
                  <a:pt x="222399" y="328479"/>
                  <a:pt x="224857" y="328479"/>
                </a:cubicBezTo>
                <a:lnTo>
                  <a:pt x="231410" y="328070"/>
                </a:lnTo>
                <a:cubicBezTo>
                  <a:pt x="227860" y="327797"/>
                  <a:pt x="225266" y="327251"/>
                  <a:pt x="223628" y="326432"/>
                </a:cubicBezTo>
                <a:cubicBezTo>
                  <a:pt x="221990" y="325612"/>
                  <a:pt x="220761" y="325066"/>
                  <a:pt x="219942" y="324793"/>
                </a:cubicBezTo>
                <a:cubicBezTo>
                  <a:pt x="219942" y="323701"/>
                  <a:pt x="220898" y="322950"/>
                  <a:pt x="222809" y="322541"/>
                </a:cubicBezTo>
                <a:cubicBezTo>
                  <a:pt x="224720" y="322131"/>
                  <a:pt x="225812" y="321926"/>
                  <a:pt x="226085" y="321926"/>
                </a:cubicBezTo>
                <a:close/>
                <a:moveTo>
                  <a:pt x="2402567" y="320288"/>
                </a:moveTo>
                <a:lnTo>
                  <a:pt x="2402157" y="325612"/>
                </a:lnTo>
                <a:lnTo>
                  <a:pt x="2402976" y="326432"/>
                </a:lnTo>
                <a:cubicBezTo>
                  <a:pt x="2404068" y="326432"/>
                  <a:pt x="2404615" y="325476"/>
                  <a:pt x="2404615" y="323564"/>
                </a:cubicBezTo>
                <a:cubicBezTo>
                  <a:pt x="2404615" y="321380"/>
                  <a:pt x="2403932" y="320288"/>
                  <a:pt x="2402567" y="320288"/>
                </a:cubicBezTo>
                <a:close/>
                <a:moveTo>
                  <a:pt x="509511" y="319878"/>
                </a:moveTo>
                <a:cubicBezTo>
                  <a:pt x="508692" y="319878"/>
                  <a:pt x="506917" y="321721"/>
                  <a:pt x="504187" y="325408"/>
                </a:cubicBezTo>
                <a:cubicBezTo>
                  <a:pt x="501456" y="329094"/>
                  <a:pt x="500091" y="331483"/>
                  <a:pt x="500091" y="332575"/>
                </a:cubicBezTo>
                <a:lnTo>
                  <a:pt x="501320" y="334623"/>
                </a:lnTo>
                <a:lnTo>
                  <a:pt x="500501" y="335442"/>
                </a:lnTo>
                <a:lnTo>
                  <a:pt x="500091" y="335442"/>
                </a:lnTo>
                <a:cubicBezTo>
                  <a:pt x="499545" y="335442"/>
                  <a:pt x="498862" y="335988"/>
                  <a:pt x="498043" y="337080"/>
                </a:cubicBezTo>
                <a:cubicBezTo>
                  <a:pt x="497224" y="338173"/>
                  <a:pt x="496815" y="339128"/>
                  <a:pt x="496815" y="339947"/>
                </a:cubicBezTo>
                <a:cubicBezTo>
                  <a:pt x="498726" y="339947"/>
                  <a:pt x="501661" y="337353"/>
                  <a:pt x="505620" y="332166"/>
                </a:cubicBezTo>
                <a:cubicBezTo>
                  <a:pt x="509580" y="326978"/>
                  <a:pt x="511559" y="323428"/>
                  <a:pt x="511559" y="321517"/>
                </a:cubicBezTo>
                <a:cubicBezTo>
                  <a:pt x="511559" y="320971"/>
                  <a:pt x="511354" y="320561"/>
                  <a:pt x="510945" y="320288"/>
                </a:cubicBezTo>
                <a:cubicBezTo>
                  <a:pt x="510535" y="320015"/>
                  <a:pt x="510058" y="319878"/>
                  <a:pt x="509511" y="319878"/>
                </a:cubicBezTo>
                <a:close/>
                <a:moveTo>
                  <a:pt x="620916" y="319059"/>
                </a:moveTo>
                <a:lnTo>
                  <a:pt x="619687" y="319469"/>
                </a:lnTo>
                <a:cubicBezTo>
                  <a:pt x="620779" y="321380"/>
                  <a:pt x="622486" y="323769"/>
                  <a:pt x="624806" y="326636"/>
                </a:cubicBezTo>
                <a:cubicBezTo>
                  <a:pt x="627127" y="329503"/>
                  <a:pt x="628834" y="330937"/>
                  <a:pt x="629926" y="330937"/>
                </a:cubicBezTo>
                <a:close/>
                <a:moveTo>
                  <a:pt x="1021480" y="314963"/>
                </a:moveTo>
                <a:cubicBezTo>
                  <a:pt x="1020115" y="315236"/>
                  <a:pt x="1017589" y="316533"/>
                  <a:pt x="1013903" y="318854"/>
                </a:cubicBezTo>
                <a:cubicBezTo>
                  <a:pt x="1010217" y="321175"/>
                  <a:pt x="1007964" y="322882"/>
                  <a:pt x="1007145" y="323974"/>
                </a:cubicBezTo>
                <a:lnTo>
                  <a:pt x="1010422" y="325612"/>
                </a:lnTo>
                <a:cubicBezTo>
                  <a:pt x="1011241" y="325612"/>
                  <a:pt x="1012469" y="325339"/>
                  <a:pt x="1014108" y="324793"/>
                </a:cubicBezTo>
                <a:lnTo>
                  <a:pt x="1012879" y="323974"/>
                </a:lnTo>
                <a:lnTo>
                  <a:pt x="1019022" y="321107"/>
                </a:lnTo>
                <a:lnTo>
                  <a:pt x="1019842" y="319059"/>
                </a:lnTo>
                <a:cubicBezTo>
                  <a:pt x="1018750" y="320151"/>
                  <a:pt x="1017521" y="320697"/>
                  <a:pt x="1016156" y="320697"/>
                </a:cubicBezTo>
                <a:close/>
                <a:moveTo>
                  <a:pt x="1053836" y="314554"/>
                </a:moveTo>
                <a:cubicBezTo>
                  <a:pt x="1052744" y="314554"/>
                  <a:pt x="1051515" y="314827"/>
                  <a:pt x="1050150" y="315373"/>
                </a:cubicBezTo>
                <a:cubicBezTo>
                  <a:pt x="1048785" y="315919"/>
                  <a:pt x="1048102" y="316602"/>
                  <a:pt x="1048102" y="317421"/>
                </a:cubicBezTo>
                <a:cubicBezTo>
                  <a:pt x="1045099" y="318786"/>
                  <a:pt x="1040866" y="320015"/>
                  <a:pt x="1035406" y="321107"/>
                </a:cubicBezTo>
                <a:lnTo>
                  <a:pt x="1043597" y="322745"/>
                </a:lnTo>
                <a:cubicBezTo>
                  <a:pt x="1042778" y="323018"/>
                  <a:pt x="1041140" y="323428"/>
                  <a:pt x="1038682" y="323974"/>
                </a:cubicBezTo>
                <a:cubicBezTo>
                  <a:pt x="1036225" y="324520"/>
                  <a:pt x="1034450" y="325885"/>
                  <a:pt x="1033358" y="328070"/>
                </a:cubicBezTo>
                <a:lnTo>
                  <a:pt x="1034177" y="328479"/>
                </a:lnTo>
                <a:cubicBezTo>
                  <a:pt x="1036361" y="328479"/>
                  <a:pt x="1039638" y="326978"/>
                  <a:pt x="1044007" y="323974"/>
                </a:cubicBezTo>
                <a:cubicBezTo>
                  <a:pt x="1048375" y="320971"/>
                  <a:pt x="1052062" y="318103"/>
                  <a:pt x="1055065" y="315373"/>
                </a:cubicBezTo>
                <a:close/>
                <a:moveTo>
                  <a:pt x="194958" y="313735"/>
                </a:moveTo>
                <a:lnTo>
                  <a:pt x="191681" y="315373"/>
                </a:lnTo>
                <a:cubicBezTo>
                  <a:pt x="190316" y="315373"/>
                  <a:pt x="188951" y="315578"/>
                  <a:pt x="187585" y="315987"/>
                </a:cubicBezTo>
                <a:cubicBezTo>
                  <a:pt x="186220" y="316397"/>
                  <a:pt x="184991" y="316602"/>
                  <a:pt x="183899" y="316602"/>
                </a:cubicBezTo>
                <a:cubicBezTo>
                  <a:pt x="183626" y="316602"/>
                  <a:pt x="182602" y="316533"/>
                  <a:pt x="180827" y="316397"/>
                </a:cubicBezTo>
                <a:cubicBezTo>
                  <a:pt x="179053" y="316260"/>
                  <a:pt x="178165" y="316738"/>
                  <a:pt x="178165" y="317830"/>
                </a:cubicBezTo>
                <a:cubicBezTo>
                  <a:pt x="178165" y="318650"/>
                  <a:pt x="178916" y="319196"/>
                  <a:pt x="180418" y="319469"/>
                </a:cubicBezTo>
                <a:cubicBezTo>
                  <a:pt x="181920" y="319742"/>
                  <a:pt x="183080" y="319878"/>
                  <a:pt x="183899" y="319878"/>
                </a:cubicBezTo>
                <a:cubicBezTo>
                  <a:pt x="183353" y="319878"/>
                  <a:pt x="182398" y="320015"/>
                  <a:pt x="181032" y="320288"/>
                </a:cubicBezTo>
                <a:cubicBezTo>
                  <a:pt x="179667" y="320561"/>
                  <a:pt x="178711" y="320971"/>
                  <a:pt x="178165" y="321517"/>
                </a:cubicBezTo>
                <a:lnTo>
                  <a:pt x="179804" y="321926"/>
                </a:lnTo>
                <a:cubicBezTo>
                  <a:pt x="181988" y="321926"/>
                  <a:pt x="185265" y="321107"/>
                  <a:pt x="189633" y="319469"/>
                </a:cubicBezTo>
                <a:cubicBezTo>
                  <a:pt x="194548" y="318103"/>
                  <a:pt x="197552" y="317421"/>
                  <a:pt x="198644" y="317421"/>
                </a:cubicBezTo>
                <a:lnTo>
                  <a:pt x="211341" y="317421"/>
                </a:lnTo>
                <a:lnTo>
                  <a:pt x="215027" y="317830"/>
                </a:lnTo>
                <a:cubicBezTo>
                  <a:pt x="215027" y="317284"/>
                  <a:pt x="213867" y="316806"/>
                  <a:pt x="211546" y="316397"/>
                </a:cubicBezTo>
                <a:cubicBezTo>
                  <a:pt x="209225" y="315987"/>
                  <a:pt x="207382" y="315783"/>
                  <a:pt x="206016" y="315783"/>
                </a:cubicBezTo>
                <a:cubicBezTo>
                  <a:pt x="204378" y="315510"/>
                  <a:pt x="202467" y="315100"/>
                  <a:pt x="200282" y="314554"/>
                </a:cubicBezTo>
                <a:cubicBezTo>
                  <a:pt x="198098" y="314008"/>
                  <a:pt x="196323" y="313735"/>
                  <a:pt x="194958" y="313735"/>
                </a:cubicBezTo>
                <a:close/>
                <a:moveTo>
                  <a:pt x="3022254" y="311687"/>
                </a:moveTo>
                <a:cubicBezTo>
                  <a:pt x="3023073" y="316602"/>
                  <a:pt x="3023482" y="319469"/>
                  <a:pt x="3023482" y="320288"/>
                </a:cubicBezTo>
                <a:cubicBezTo>
                  <a:pt x="3023482" y="324111"/>
                  <a:pt x="3023073" y="326022"/>
                  <a:pt x="3022254" y="326022"/>
                </a:cubicBezTo>
                <a:lnTo>
                  <a:pt x="3022254" y="325612"/>
                </a:lnTo>
                <a:cubicBezTo>
                  <a:pt x="3021708" y="324247"/>
                  <a:pt x="3021435" y="321790"/>
                  <a:pt x="3021435" y="318240"/>
                </a:cubicBezTo>
                <a:cubicBezTo>
                  <a:pt x="3021435" y="314417"/>
                  <a:pt x="3021708" y="312233"/>
                  <a:pt x="3022254" y="311687"/>
                </a:cubicBezTo>
                <a:close/>
                <a:moveTo>
                  <a:pt x="2120370" y="310868"/>
                </a:moveTo>
                <a:cubicBezTo>
                  <a:pt x="2119550" y="310868"/>
                  <a:pt x="2117366" y="312643"/>
                  <a:pt x="2113816" y="316192"/>
                </a:cubicBezTo>
                <a:lnTo>
                  <a:pt x="2120370" y="314554"/>
                </a:lnTo>
                <a:lnTo>
                  <a:pt x="2120779" y="314963"/>
                </a:lnTo>
                <a:cubicBezTo>
                  <a:pt x="2120779" y="315783"/>
                  <a:pt x="2120302" y="316397"/>
                  <a:pt x="2119346" y="316806"/>
                </a:cubicBezTo>
                <a:cubicBezTo>
                  <a:pt x="2118390" y="317216"/>
                  <a:pt x="2117912" y="318377"/>
                  <a:pt x="2117912" y="320288"/>
                </a:cubicBezTo>
                <a:cubicBezTo>
                  <a:pt x="2116820" y="319196"/>
                  <a:pt x="2115864" y="318650"/>
                  <a:pt x="2115045" y="318650"/>
                </a:cubicBezTo>
                <a:cubicBezTo>
                  <a:pt x="2112860" y="319742"/>
                  <a:pt x="2111086" y="320288"/>
                  <a:pt x="2109721" y="320288"/>
                </a:cubicBezTo>
                <a:cubicBezTo>
                  <a:pt x="2109721" y="321653"/>
                  <a:pt x="2110540" y="322336"/>
                  <a:pt x="2112178" y="322336"/>
                </a:cubicBezTo>
                <a:lnTo>
                  <a:pt x="2113407" y="321926"/>
                </a:lnTo>
                <a:cubicBezTo>
                  <a:pt x="2112860" y="323018"/>
                  <a:pt x="2111359" y="324588"/>
                  <a:pt x="2108902" y="326636"/>
                </a:cubicBezTo>
                <a:cubicBezTo>
                  <a:pt x="2106444" y="328684"/>
                  <a:pt x="2104806" y="330118"/>
                  <a:pt x="2103986" y="330937"/>
                </a:cubicBezTo>
                <a:cubicBezTo>
                  <a:pt x="2112724" y="341313"/>
                  <a:pt x="2117776" y="346501"/>
                  <a:pt x="2119141" y="346501"/>
                </a:cubicBezTo>
                <a:cubicBezTo>
                  <a:pt x="2120233" y="346501"/>
                  <a:pt x="2120984" y="344180"/>
                  <a:pt x="2121394" y="339538"/>
                </a:cubicBezTo>
                <a:cubicBezTo>
                  <a:pt x="2121803" y="334896"/>
                  <a:pt x="2122008" y="331346"/>
                  <a:pt x="2122008" y="328889"/>
                </a:cubicBezTo>
                <a:lnTo>
                  <a:pt x="2122418" y="317011"/>
                </a:lnTo>
                <a:lnTo>
                  <a:pt x="2122418" y="315373"/>
                </a:lnTo>
                <a:cubicBezTo>
                  <a:pt x="2122418" y="312369"/>
                  <a:pt x="2121735" y="310868"/>
                  <a:pt x="2120370" y="310868"/>
                </a:cubicBezTo>
                <a:close/>
                <a:moveTo>
                  <a:pt x="619277" y="310458"/>
                </a:moveTo>
                <a:cubicBezTo>
                  <a:pt x="619550" y="311550"/>
                  <a:pt x="621530" y="314622"/>
                  <a:pt x="625216" y="319674"/>
                </a:cubicBezTo>
                <a:cubicBezTo>
                  <a:pt x="628902" y="324725"/>
                  <a:pt x="631155" y="327387"/>
                  <a:pt x="631974" y="327660"/>
                </a:cubicBezTo>
                <a:lnTo>
                  <a:pt x="632384" y="327251"/>
                </a:lnTo>
                <a:lnTo>
                  <a:pt x="629926" y="323155"/>
                </a:lnTo>
                <a:cubicBezTo>
                  <a:pt x="628015" y="321517"/>
                  <a:pt x="626104" y="319400"/>
                  <a:pt x="624192" y="316806"/>
                </a:cubicBezTo>
                <a:cubicBezTo>
                  <a:pt x="622281" y="314213"/>
                  <a:pt x="620643" y="312096"/>
                  <a:pt x="619277" y="310458"/>
                </a:cubicBezTo>
                <a:close/>
                <a:moveTo>
                  <a:pt x="518112" y="309229"/>
                </a:moveTo>
                <a:cubicBezTo>
                  <a:pt x="514017" y="311960"/>
                  <a:pt x="511969" y="313735"/>
                  <a:pt x="511969" y="314554"/>
                </a:cubicBezTo>
                <a:cubicBezTo>
                  <a:pt x="511969" y="315646"/>
                  <a:pt x="512651" y="316192"/>
                  <a:pt x="514017" y="316192"/>
                </a:cubicBezTo>
                <a:lnTo>
                  <a:pt x="514836" y="315783"/>
                </a:lnTo>
                <a:lnTo>
                  <a:pt x="513198" y="314144"/>
                </a:lnTo>
                <a:cubicBezTo>
                  <a:pt x="514836" y="313871"/>
                  <a:pt x="515928" y="313462"/>
                  <a:pt x="516474" y="312916"/>
                </a:cubicBezTo>
                <a:cubicBezTo>
                  <a:pt x="517020" y="312369"/>
                  <a:pt x="517566" y="311277"/>
                  <a:pt x="518112" y="309639"/>
                </a:cubicBezTo>
                <a:close/>
                <a:moveTo>
                  <a:pt x="1447847" y="306362"/>
                </a:moveTo>
                <a:cubicBezTo>
                  <a:pt x="1445117" y="306362"/>
                  <a:pt x="1439656" y="308410"/>
                  <a:pt x="1431464" y="312506"/>
                </a:cubicBezTo>
                <a:lnTo>
                  <a:pt x="1431874" y="312916"/>
                </a:lnTo>
                <a:cubicBezTo>
                  <a:pt x="1433785" y="312916"/>
                  <a:pt x="1436789" y="312165"/>
                  <a:pt x="1440885" y="310663"/>
                </a:cubicBezTo>
                <a:cubicBezTo>
                  <a:pt x="1444981" y="309161"/>
                  <a:pt x="1447302" y="307728"/>
                  <a:pt x="1447847" y="306362"/>
                </a:cubicBezTo>
                <a:close/>
                <a:moveTo>
                  <a:pt x="884272" y="305543"/>
                </a:moveTo>
                <a:cubicBezTo>
                  <a:pt x="883453" y="306089"/>
                  <a:pt x="882088" y="307250"/>
                  <a:pt x="880176" y="309025"/>
                </a:cubicBezTo>
                <a:cubicBezTo>
                  <a:pt x="878265" y="310799"/>
                  <a:pt x="876900" y="311823"/>
                  <a:pt x="876081" y="312096"/>
                </a:cubicBezTo>
                <a:lnTo>
                  <a:pt x="876900" y="313325"/>
                </a:lnTo>
                <a:cubicBezTo>
                  <a:pt x="876900" y="314144"/>
                  <a:pt x="875398" y="316602"/>
                  <a:pt x="872395" y="320697"/>
                </a:cubicBezTo>
                <a:cubicBezTo>
                  <a:pt x="877856" y="314144"/>
                  <a:pt x="881815" y="309093"/>
                  <a:pt x="884272" y="305543"/>
                </a:cubicBezTo>
                <a:close/>
                <a:moveTo>
                  <a:pt x="519751" y="304314"/>
                </a:moveTo>
                <a:cubicBezTo>
                  <a:pt x="519205" y="304314"/>
                  <a:pt x="518385" y="305270"/>
                  <a:pt x="517293" y="307181"/>
                </a:cubicBezTo>
                <a:lnTo>
                  <a:pt x="518112" y="308001"/>
                </a:lnTo>
                <a:cubicBezTo>
                  <a:pt x="518659" y="308001"/>
                  <a:pt x="519205" y="307728"/>
                  <a:pt x="519751" y="307181"/>
                </a:cubicBezTo>
                <a:cubicBezTo>
                  <a:pt x="520297" y="306635"/>
                  <a:pt x="520570" y="306089"/>
                  <a:pt x="520570" y="305543"/>
                </a:cubicBezTo>
                <a:close/>
                <a:moveTo>
                  <a:pt x="1404432" y="303495"/>
                </a:moveTo>
                <a:cubicBezTo>
                  <a:pt x="1403067" y="303768"/>
                  <a:pt x="1399176" y="305407"/>
                  <a:pt x="1392760" y="308410"/>
                </a:cubicBezTo>
                <a:cubicBezTo>
                  <a:pt x="1386343" y="311414"/>
                  <a:pt x="1382998" y="313325"/>
                  <a:pt x="1382725" y="314144"/>
                </a:cubicBezTo>
                <a:lnTo>
                  <a:pt x="1383135" y="314554"/>
                </a:lnTo>
                <a:cubicBezTo>
                  <a:pt x="1384227" y="314281"/>
                  <a:pt x="1387299" y="312779"/>
                  <a:pt x="1392350" y="310049"/>
                </a:cubicBezTo>
                <a:cubicBezTo>
                  <a:pt x="1397401" y="307318"/>
                  <a:pt x="1401429" y="305134"/>
                  <a:pt x="1404432" y="303495"/>
                </a:cubicBezTo>
                <a:close/>
                <a:moveTo>
                  <a:pt x="1300400" y="303495"/>
                </a:moveTo>
                <a:cubicBezTo>
                  <a:pt x="1299854" y="303495"/>
                  <a:pt x="1299240" y="303905"/>
                  <a:pt x="1298558" y="304724"/>
                </a:cubicBezTo>
                <a:cubicBezTo>
                  <a:pt x="1297875" y="305543"/>
                  <a:pt x="1297534" y="306226"/>
                  <a:pt x="1297534" y="306772"/>
                </a:cubicBezTo>
                <a:lnTo>
                  <a:pt x="1298353" y="307591"/>
                </a:lnTo>
                <a:cubicBezTo>
                  <a:pt x="1299172" y="307591"/>
                  <a:pt x="1299786" y="307250"/>
                  <a:pt x="1300196" y="306567"/>
                </a:cubicBezTo>
                <a:cubicBezTo>
                  <a:pt x="1300605" y="305884"/>
                  <a:pt x="1300810" y="305270"/>
                  <a:pt x="1300810" y="304724"/>
                </a:cubicBezTo>
                <a:close/>
                <a:moveTo>
                  <a:pt x="1454810" y="301447"/>
                </a:moveTo>
                <a:cubicBezTo>
                  <a:pt x="1451261" y="301447"/>
                  <a:pt x="1445800" y="302744"/>
                  <a:pt x="1438427" y="305338"/>
                </a:cubicBezTo>
                <a:cubicBezTo>
                  <a:pt x="1431055" y="307932"/>
                  <a:pt x="1426823" y="309502"/>
                  <a:pt x="1425730" y="310049"/>
                </a:cubicBezTo>
                <a:cubicBezTo>
                  <a:pt x="1427915" y="309502"/>
                  <a:pt x="1432215" y="308478"/>
                  <a:pt x="1438632" y="306977"/>
                </a:cubicBezTo>
                <a:cubicBezTo>
                  <a:pt x="1445049" y="305475"/>
                  <a:pt x="1450441" y="303632"/>
                  <a:pt x="1454810" y="301447"/>
                </a:cubicBezTo>
                <a:close/>
                <a:moveTo>
                  <a:pt x="3729999" y="295713"/>
                </a:moveTo>
                <a:cubicBezTo>
                  <a:pt x="3731092" y="296259"/>
                  <a:pt x="3732866" y="297010"/>
                  <a:pt x="3735324" y="297966"/>
                </a:cubicBezTo>
                <a:cubicBezTo>
                  <a:pt x="3737781" y="298922"/>
                  <a:pt x="3740239" y="299400"/>
                  <a:pt x="3742696" y="299400"/>
                </a:cubicBezTo>
                <a:lnTo>
                  <a:pt x="3745973" y="297761"/>
                </a:lnTo>
                <a:cubicBezTo>
                  <a:pt x="3750068" y="297761"/>
                  <a:pt x="3756349" y="299263"/>
                  <a:pt x="3764813" y="302267"/>
                </a:cubicBezTo>
                <a:cubicBezTo>
                  <a:pt x="3773278" y="305270"/>
                  <a:pt x="3778192" y="308274"/>
                  <a:pt x="3779558" y="311277"/>
                </a:cubicBezTo>
                <a:lnTo>
                  <a:pt x="3779968" y="310458"/>
                </a:lnTo>
                <a:cubicBezTo>
                  <a:pt x="3779968" y="309639"/>
                  <a:pt x="3779626" y="308683"/>
                  <a:pt x="3778944" y="307591"/>
                </a:cubicBezTo>
                <a:cubicBezTo>
                  <a:pt x="3778261" y="306499"/>
                  <a:pt x="3777783" y="305543"/>
                  <a:pt x="3777510" y="304724"/>
                </a:cubicBezTo>
                <a:cubicBezTo>
                  <a:pt x="3778875" y="305270"/>
                  <a:pt x="3779831" y="305953"/>
                  <a:pt x="3780377" y="306772"/>
                </a:cubicBezTo>
                <a:cubicBezTo>
                  <a:pt x="3780923" y="307591"/>
                  <a:pt x="3781333" y="308547"/>
                  <a:pt x="3781606" y="309639"/>
                </a:cubicBezTo>
                <a:cubicBezTo>
                  <a:pt x="3781879" y="310731"/>
                  <a:pt x="3782015" y="311550"/>
                  <a:pt x="3782015" y="312096"/>
                </a:cubicBezTo>
                <a:lnTo>
                  <a:pt x="3782015" y="305953"/>
                </a:lnTo>
                <a:cubicBezTo>
                  <a:pt x="3782834" y="306226"/>
                  <a:pt x="3783586" y="306704"/>
                  <a:pt x="3784268" y="307386"/>
                </a:cubicBezTo>
                <a:cubicBezTo>
                  <a:pt x="3784950" y="308069"/>
                  <a:pt x="3785156" y="308956"/>
                  <a:pt x="3784882" y="310049"/>
                </a:cubicBezTo>
                <a:lnTo>
                  <a:pt x="3783244" y="321107"/>
                </a:lnTo>
                <a:lnTo>
                  <a:pt x="3787340" y="309639"/>
                </a:lnTo>
                <a:lnTo>
                  <a:pt x="3787750" y="310049"/>
                </a:lnTo>
                <a:cubicBezTo>
                  <a:pt x="3787750" y="313052"/>
                  <a:pt x="3786998" y="316533"/>
                  <a:pt x="3785497" y="320493"/>
                </a:cubicBezTo>
                <a:cubicBezTo>
                  <a:pt x="3783995" y="324452"/>
                  <a:pt x="3782288" y="327660"/>
                  <a:pt x="3780377" y="330118"/>
                </a:cubicBezTo>
                <a:lnTo>
                  <a:pt x="3779968" y="328889"/>
                </a:lnTo>
                <a:cubicBezTo>
                  <a:pt x="3779968" y="328070"/>
                  <a:pt x="3780377" y="327046"/>
                  <a:pt x="3781196" y="325817"/>
                </a:cubicBezTo>
                <a:cubicBezTo>
                  <a:pt x="3782015" y="324588"/>
                  <a:pt x="3782425" y="323564"/>
                  <a:pt x="3782425" y="322745"/>
                </a:cubicBezTo>
                <a:lnTo>
                  <a:pt x="3779558" y="323155"/>
                </a:lnTo>
                <a:cubicBezTo>
                  <a:pt x="3780104" y="323974"/>
                  <a:pt x="3780309" y="324657"/>
                  <a:pt x="3780172" y="325203"/>
                </a:cubicBezTo>
                <a:cubicBezTo>
                  <a:pt x="3780036" y="325749"/>
                  <a:pt x="3779558" y="326158"/>
                  <a:pt x="3778739" y="326432"/>
                </a:cubicBezTo>
                <a:lnTo>
                  <a:pt x="3777100" y="323974"/>
                </a:lnTo>
                <a:cubicBezTo>
                  <a:pt x="3779558" y="320151"/>
                  <a:pt x="3780786" y="317830"/>
                  <a:pt x="3780786" y="317011"/>
                </a:cubicBezTo>
                <a:cubicBezTo>
                  <a:pt x="3780786" y="316738"/>
                  <a:pt x="3780582" y="316124"/>
                  <a:pt x="3780172" y="315168"/>
                </a:cubicBezTo>
                <a:cubicBezTo>
                  <a:pt x="3779763" y="314213"/>
                  <a:pt x="3779558" y="313325"/>
                  <a:pt x="3779558" y="312506"/>
                </a:cubicBezTo>
                <a:cubicBezTo>
                  <a:pt x="3779285" y="312779"/>
                  <a:pt x="3778466" y="313871"/>
                  <a:pt x="3777100" y="315783"/>
                </a:cubicBezTo>
                <a:cubicBezTo>
                  <a:pt x="3776554" y="316875"/>
                  <a:pt x="3776077" y="318172"/>
                  <a:pt x="3775667" y="319674"/>
                </a:cubicBezTo>
                <a:cubicBezTo>
                  <a:pt x="3775257" y="321175"/>
                  <a:pt x="3774234" y="322472"/>
                  <a:pt x="3772595" y="323564"/>
                </a:cubicBezTo>
                <a:lnTo>
                  <a:pt x="3772186" y="328070"/>
                </a:lnTo>
                <a:lnTo>
                  <a:pt x="3769728" y="327251"/>
                </a:lnTo>
                <a:cubicBezTo>
                  <a:pt x="3769455" y="327797"/>
                  <a:pt x="3768909" y="329367"/>
                  <a:pt x="3768090" y="331961"/>
                </a:cubicBezTo>
                <a:cubicBezTo>
                  <a:pt x="3767271" y="334555"/>
                  <a:pt x="3766452" y="336125"/>
                  <a:pt x="3765632" y="336671"/>
                </a:cubicBezTo>
                <a:lnTo>
                  <a:pt x="3764813" y="334623"/>
                </a:lnTo>
                <a:lnTo>
                  <a:pt x="3764813" y="332166"/>
                </a:lnTo>
                <a:cubicBezTo>
                  <a:pt x="3763994" y="333804"/>
                  <a:pt x="3761673" y="338582"/>
                  <a:pt x="3757850" y="346501"/>
                </a:cubicBezTo>
                <a:cubicBezTo>
                  <a:pt x="3757850" y="345682"/>
                  <a:pt x="3758260" y="344385"/>
                  <a:pt x="3759079" y="342610"/>
                </a:cubicBezTo>
                <a:cubicBezTo>
                  <a:pt x="3759898" y="340835"/>
                  <a:pt x="3760308" y="339401"/>
                  <a:pt x="3760308" y="338309"/>
                </a:cubicBezTo>
                <a:lnTo>
                  <a:pt x="3756212" y="341176"/>
                </a:lnTo>
                <a:lnTo>
                  <a:pt x="3757031" y="336261"/>
                </a:lnTo>
                <a:lnTo>
                  <a:pt x="3754984" y="340357"/>
                </a:lnTo>
                <a:cubicBezTo>
                  <a:pt x="3755256" y="340903"/>
                  <a:pt x="3755052" y="341381"/>
                  <a:pt x="3754369" y="341791"/>
                </a:cubicBezTo>
                <a:cubicBezTo>
                  <a:pt x="3753686" y="342200"/>
                  <a:pt x="3753208" y="342405"/>
                  <a:pt x="3752936" y="342405"/>
                </a:cubicBezTo>
                <a:cubicBezTo>
                  <a:pt x="3751843" y="342951"/>
                  <a:pt x="3750956" y="344180"/>
                  <a:pt x="3750273" y="346091"/>
                </a:cubicBezTo>
                <a:cubicBezTo>
                  <a:pt x="3749591" y="348002"/>
                  <a:pt x="3748840" y="349231"/>
                  <a:pt x="3748020" y="349777"/>
                </a:cubicBezTo>
                <a:lnTo>
                  <a:pt x="3748840" y="349777"/>
                </a:lnTo>
                <a:cubicBezTo>
                  <a:pt x="3748840" y="351689"/>
                  <a:pt x="3748157" y="352644"/>
                  <a:pt x="3746792" y="352644"/>
                </a:cubicBezTo>
                <a:cubicBezTo>
                  <a:pt x="3745700" y="352644"/>
                  <a:pt x="3742218" y="355989"/>
                  <a:pt x="3736348" y="362679"/>
                </a:cubicBezTo>
                <a:cubicBezTo>
                  <a:pt x="3730477" y="369369"/>
                  <a:pt x="3727406" y="373396"/>
                  <a:pt x="3727132" y="374761"/>
                </a:cubicBezTo>
                <a:lnTo>
                  <a:pt x="3727542" y="374761"/>
                </a:lnTo>
                <a:lnTo>
                  <a:pt x="3732047" y="371894"/>
                </a:lnTo>
                <a:lnTo>
                  <a:pt x="3728770" y="376809"/>
                </a:lnTo>
                <a:lnTo>
                  <a:pt x="3727132" y="375581"/>
                </a:lnTo>
                <a:lnTo>
                  <a:pt x="3724675" y="381724"/>
                </a:lnTo>
                <a:cubicBezTo>
                  <a:pt x="3724675" y="380632"/>
                  <a:pt x="3724265" y="379403"/>
                  <a:pt x="3723446" y="378038"/>
                </a:cubicBezTo>
                <a:cubicBezTo>
                  <a:pt x="3722354" y="378038"/>
                  <a:pt x="3720648" y="379471"/>
                  <a:pt x="3718326" y="382339"/>
                </a:cubicBezTo>
                <a:cubicBezTo>
                  <a:pt x="3716006" y="385206"/>
                  <a:pt x="3714299" y="387185"/>
                  <a:pt x="3713207" y="388277"/>
                </a:cubicBezTo>
                <a:cubicBezTo>
                  <a:pt x="3714026" y="385274"/>
                  <a:pt x="3716347" y="381178"/>
                  <a:pt x="3720170" y="375990"/>
                </a:cubicBezTo>
                <a:cubicBezTo>
                  <a:pt x="3720989" y="374625"/>
                  <a:pt x="3722218" y="372509"/>
                  <a:pt x="3723856" y="369642"/>
                </a:cubicBezTo>
                <a:cubicBezTo>
                  <a:pt x="3725494" y="366775"/>
                  <a:pt x="3726313" y="364795"/>
                  <a:pt x="3726313" y="363703"/>
                </a:cubicBezTo>
                <a:cubicBezTo>
                  <a:pt x="3725221" y="364249"/>
                  <a:pt x="3723856" y="365955"/>
                  <a:pt x="3722218" y="368823"/>
                </a:cubicBezTo>
                <a:cubicBezTo>
                  <a:pt x="3720579" y="371690"/>
                  <a:pt x="3719487" y="373669"/>
                  <a:pt x="3718941" y="374761"/>
                </a:cubicBezTo>
                <a:lnTo>
                  <a:pt x="3715308" y="379984"/>
                </a:lnTo>
                <a:lnTo>
                  <a:pt x="3712797" y="379267"/>
                </a:lnTo>
                <a:cubicBezTo>
                  <a:pt x="3712797" y="378994"/>
                  <a:pt x="3714026" y="377492"/>
                  <a:pt x="3716484" y="374761"/>
                </a:cubicBezTo>
                <a:cubicBezTo>
                  <a:pt x="3718941" y="372031"/>
                  <a:pt x="3720170" y="369164"/>
                  <a:pt x="3720170" y="366160"/>
                </a:cubicBezTo>
                <a:lnTo>
                  <a:pt x="3718531" y="365341"/>
                </a:lnTo>
                <a:cubicBezTo>
                  <a:pt x="3716347" y="365341"/>
                  <a:pt x="3715254" y="366160"/>
                  <a:pt x="3715254" y="367799"/>
                </a:cubicBezTo>
                <a:lnTo>
                  <a:pt x="3718122" y="366570"/>
                </a:lnTo>
                <a:cubicBezTo>
                  <a:pt x="3717303" y="367116"/>
                  <a:pt x="3716278" y="368345"/>
                  <a:pt x="3715050" y="370256"/>
                </a:cubicBezTo>
                <a:cubicBezTo>
                  <a:pt x="3713821" y="372167"/>
                  <a:pt x="3712661" y="373533"/>
                  <a:pt x="3711568" y="374352"/>
                </a:cubicBezTo>
                <a:lnTo>
                  <a:pt x="3709930" y="372304"/>
                </a:lnTo>
                <a:cubicBezTo>
                  <a:pt x="3709384" y="373396"/>
                  <a:pt x="3708428" y="374830"/>
                  <a:pt x="3707063" y="376604"/>
                </a:cubicBezTo>
                <a:cubicBezTo>
                  <a:pt x="3705698" y="378379"/>
                  <a:pt x="3705015" y="379949"/>
                  <a:pt x="3705015" y="381315"/>
                </a:cubicBezTo>
                <a:lnTo>
                  <a:pt x="3703786" y="378038"/>
                </a:lnTo>
                <a:lnTo>
                  <a:pt x="3701739" y="380495"/>
                </a:lnTo>
                <a:lnTo>
                  <a:pt x="3703377" y="381724"/>
                </a:lnTo>
                <a:lnTo>
                  <a:pt x="3700920" y="383362"/>
                </a:lnTo>
                <a:cubicBezTo>
                  <a:pt x="3700374" y="385001"/>
                  <a:pt x="3699350" y="386980"/>
                  <a:pt x="3697848" y="389301"/>
                </a:cubicBezTo>
                <a:cubicBezTo>
                  <a:pt x="3696346" y="391622"/>
                  <a:pt x="3695049" y="392919"/>
                  <a:pt x="3693957" y="393192"/>
                </a:cubicBezTo>
                <a:lnTo>
                  <a:pt x="3698052" y="386639"/>
                </a:lnTo>
                <a:cubicBezTo>
                  <a:pt x="3698052" y="385274"/>
                  <a:pt x="3698940" y="383294"/>
                  <a:pt x="3700715" y="380700"/>
                </a:cubicBezTo>
                <a:cubicBezTo>
                  <a:pt x="3702490" y="378106"/>
                  <a:pt x="3703923" y="376809"/>
                  <a:pt x="3705015" y="376809"/>
                </a:cubicBezTo>
                <a:lnTo>
                  <a:pt x="3706244" y="374352"/>
                </a:lnTo>
                <a:cubicBezTo>
                  <a:pt x="3706244" y="374079"/>
                  <a:pt x="3706108" y="373669"/>
                  <a:pt x="3705834" y="373123"/>
                </a:cubicBezTo>
                <a:cubicBezTo>
                  <a:pt x="3705562" y="372577"/>
                  <a:pt x="3705971" y="372304"/>
                  <a:pt x="3707063" y="372304"/>
                </a:cubicBezTo>
                <a:cubicBezTo>
                  <a:pt x="3708702" y="372304"/>
                  <a:pt x="3710135" y="369437"/>
                  <a:pt x="3711364" y="363703"/>
                </a:cubicBezTo>
                <a:cubicBezTo>
                  <a:pt x="3712592" y="357969"/>
                  <a:pt x="3713480" y="354419"/>
                  <a:pt x="3714026" y="353054"/>
                </a:cubicBezTo>
                <a:cubicBezTo>
                  <a:pt x="3720852" y="335306"/>
                  <a:pt x="3724265" y="318513"/>
                  <a:pt x="3724265" y="302676"/>
                </a:cubicBezTo>
                <a:cubicBezTo>
                  <a:pt x="3724265" y="298034"/>
                  <a:pt x="3726176" y="295713"/>
                  <a:pt x="3729999" y="295713"/>
                </a:cubicBezTo>
                <a:close/>
                <a:moveTo>
                  <a:pt x="3475448" y="295099"/>
                </a:moveTo>
                <a:lnTo>
                  <a:pt x="3478848" y="298499"/>
                </a:lnTo>
                <a:lnTo>
                  <a:pt x="3478111" y="298990"/>
                </a:lnTo>
                <a:lnTo>
                  <a:pt x="3474834" y="295304"/>
                </a:lnTo>
                <a:close/>
                <a:moveTo>
                  <a:pt x="2093747" y="294485"/>
                </a:moveTo>
                <a:cubicBezTo>
                  <a:pt x="2092655" y="294485"/>
                  <a:pt x="2091494" y="295304"/>
                  <a:pt x="2090266" y="296942"/>
                </a:cubicBezTo>
                <a:cubicBezTo>
                  <a:pt x="2089037" y="298580"/>
                  <a:pt x="2088423" y="299946"/>
                  <a:pt x="2088423" y="301038"/>
                </a:cubicBezTo>
                <a:lnTo>
                  <a:pt x="2089652" y="303086"/>
                </a:lnTo>
                <a:cubicBezTo>
                  <a:pt x="2090744" y="303086"/>
                  <a:pt x="2091904" y="302198"/>
                  <a:pt x="2093133" y="300423"/>
                </a:cubicBezTo>
                <a:cubicBezTo>
                  <a:pt x="2094362" y="298649"/>
                  <a:pt x="2094976" y="297215"/>
                  <a:pt x="2094976" y="296123"/>
                </a:cubicBezTo>
                <a:close/>
                <a:moveTo>
                  <a:pt x="2119550" y="293665"/>
                </a:moveTo>
                <a:cubicBezTo>
                  <a:pt x="2118731" y="293939"/>
                  <a:pt x="2117025" y="294962"/>
                  <a:pt x="2114431" y="296737"/>
                </a:cubicBezTo>
                <a:cubicBezTo>
                  <a:pt x="2111837" y="298512"/>
                  <a:pt x="2109857" y="300082"/>
                  <a:pt x="2108492" y="301447"/>
                </a:cubicBezTo>
                <a:cubicBezTo>
                  <a:pt x="2109584" y="300628"/>
                  <a:pt x="2111496" y="299468"/>
                  <a:pt x="2114226" y="297966"/>
                </a:cubicBezTo>
                <a:cubicBezTo>
                  <a:pt x="2116956" y="296464"/>
                  <a:pt x="2118731" y="295031"/>
                  <a:pt x="2119550" y="293665"/>
                </a:cubicBezTo>
                <a:close/>
                <a:moveTo>
                  <a:pt x="1312278" y="292846"/>
                </a:moveTo>
                <a:cubicBezTo>
                  <a:pt x="1309002" y="295031"/>
                  <a:pt x="1305998" y="297898"/>
                  <a:pt x="1303268" y="301447"/>
                </a:cubicBezTo>
                <a:cubicBezTo>
                  <a:pt x="1304633" y="301447"/>
                  <a:pt x="1306203" y="300492"/>
                  <a:pt x="1307978" y="298580"/>
                </a:cubicBezTo>
                <a:cubicBezTo>
                  <a:pt x="1309752" y="296669"/>
                  <a:pt x="1311186" y="294758"/>
                  <a:pt x="1312278" y="292846"/>
                </a:cubicBezTo>
                <a:close/>
                <a:moveTo>
                  <a:pt x="594703" y="290798"/>
                </a:moveTo>
                <a:cubicBezTo>
                  <a:pt x="593884" y="290798"/>
                  <a:pt x="592109" y="291754"/>
                  <a:pt x="589378" y="293665"/>
                </a:cubicBezTo>
                <a:cubicBezTo>
                  <a:pt x="586648" y="295577"/>
                  <a:pt x="585283" y="296942"/>
                  <a:pt x="585283" y="297761"/>
                </a:cubicBezTo>
                <a:cubicBezTo>
                  <a:pt x="586921" y="297488"/>
                  <a:pt x="588696" y="296601"/>
                  <a:pt x="590607" y="295099"/>
                </a:cubicBezTo>
                <a:cubicBezTo>
                  <a:pt x="592518" y="293597"/>
                  <a:pt x="593884" y="292164"/>
                  <a:pt x="594703" y="290798"/>
                </a:cubicBezTo>
                <a:close/>
                <a:moveTo>
                  <a:pt x="1306134" y="289979"/>
                </a:moveTo>
                <a:cubicBezTo>
                  <a:pt x="1304496" y="289979"/>
                  <a:pt x="1302380" y="291481"/>
                  <a:pt x="1299786" y="294485"/>
                </a:cubicBezTo>
                <a:cubicBezTo>
                  <a:pt x="1297192" y="297488"/>
                  <a:pt x="1295486" y="299400"/>
                  <a:pt x="1294666" y="300219"/>
                </a:cubicBezTo>
                <a:cubicBezTo>
                  <a:pt x="1296578" y="299127"/>
                  <a:pt x="1299035" y="297420"/>
                  <a:pt x="1302039" y="295099"/>
                </a:cubicBezTo>
                <a:cubicBezTo>
                  <a:pt x="1305042" y="292778"/>
                  <a:pt x="1306681" y="291208"/>
                  <a:pt x="1306954" y="290389"/>
                </a:cubicBezTo>
                <a:close/>
                <a:moveTo>
                  <a:pt x="3470738" y="289570"/>
                </a:moveTo>
                <a:cubicBezTo>
                  <a:pt x="3471558" y="291481"/>
                  <a:pt x="3472650" y="292710"/>
                  <a:pt x="3474015" y="293256"/>
                </a:cubicBezTo>
                <a:cubicBezTo>
                  <a:pt x="3475380" y="293802"/>
                  <a:pt x="3476063" y="294348"/>
                  <a:pt x="3476063" y="294894"/>
                </a:cubicBezTo>
                <a:lnTo>
                  <a:pt x="3475448" y="295099"/>
                </a:lnTo>
                <a:lnTo>
                  <a:pt x="3470738" y="290389"/>
                </a:lnTo>
                <a:close/>
                <a:moveTo>
                  <a:pt x="2287886" y="289570"/>
                </a:moveTo>
                <a:cubicBezTo>
                  <a:pt x="2287613" y="291208"/>
                  <a:pt x="2286930" y="296055"/>
                  <a:pt x="2285838" y="304110"/>
                </a:cubicBezTo>
                <a:cubicBezTo>
                  <a:pt x="2284746" y="312165"/>
                  <a:pt x="2283654" y="316465"/>
                  <a:pt x="2282562" y="317011"/>
                </a:cubicBezTo>
                <a:lnTo>
                  <a:pt x="2282971" y="318650"/>
                </a:lnTo>
                <a:cubicBezTo>
                  <a:pt x="2282971" y="319469"/>
                  <a:pt x="2282425" y="319878"/>
                  <a:pt x="2281333" y="319878"/>
                </a:cubicBezTo>
                <a:cubicBezTo>
                  <a:pt x="2281060" y="319878"/>
                  <a:pt x="2280445" y="319878"/>
                  <a:pt x="2279490" y="319878"/>
                </a:cubicBezTo>
                <a:cubicBezTo>
                  <a:pt x="2278534" y="319878"/>
                  <a:pt x="2278192" y="320561"/>
                  <a:pt x="2278466" y="321926"/>
                </a:cubicBezTo>
                <a:lnTo>
                  <a:pt x="2279694" y="324384"/>
                </a:lnTo>
                <a:lnTo>
                  <a:pt x="2273960" y="333804"/>
                </a:lnTo>
                <a:cubicBezTo>
                  <a:pt x="2277783" y="328616"/>
                  <a:pt x="2282630" y="321380"/>
                  <a:pt x="2288500" y="312096"/>
                </a:cubicBezTo>
                <a:cubicBezTo>
                  <a:pt x="2294371" y="302813"/>
                  <a:pt x="2297306" y="297352"/>
                  <a:pt x="2297306" y="295713"/>
                </a:cubicBezTo>
                <a:cubicBezTo>
                  <a:pt x="2295941" y="294075"/>
                  <a:pt x="2292801" y="292027"/>
                  <a:pt x="2287886" y="289570"/>
                </a:cubicBezTo>
                <a:close/>
                <a:moveTo>
                  <a:pt x="540639" y="286293"/>
                </a:moveTo>
                <a:lnTo>
                  <a:pt x="534495" y="294075"/>
                </a:lnTo>
                <a:cubicBezTo>
                  <a:pt x="534769" y="294075"/>
                  <a:pt x="535861" y="293734"/>
                  <a:pt x="537772" y="293051"/>
                </a:cubicBezTo>
                <a:cubicBezTo>
                  <a:pt x="539683" y="292369"/>
                  <a:pt x="540639" y="291618"/>
                  <a:pt x="540639" y="290798"/>
                </a:cubicBezTo>
                <a:close/>
                <a:moveTo>
                  <a:pt x="1532630" y="283836"/>
                </a:moveTo>
                <a:cubicBezTo>
                  <a:pt x="1534541" y="283836"/>
                  <a:pt x="1536316" y="285542"/>
                  <a:pt x="1537954" y="288955"/>
                </a:cubicBezTo>
                <a:cubicBezTo>
                  <a:pt x="1539592" y="292369"/>
                  <a:pt x="1540411" y="295167"/>
                  <a:pt x="1540411" y="297352"/>
                </a:cubicBezTo>
                <a:cubicBezTo>
                  <a:pt x="1540411" y="303359"/>
                  <a:pt x="1540889" y="308205"/>
                  <a:pt x="1541845" y="311892"/>
                </a:cubicBezTo>
                <a:cubicBezTo>
                  <a:pt x="1542800" y="315578"/>
                  <a:pt x="1544917" y="319469"/>
                  <a:pt x="1548194" y="323564"/>
                </a:cubicBezTo>
                <a:lnTo>
                  <a:pt x="1550651" y="326841"/>
                </a:lnTo>
                <a:lnTo>
                  <a:pt x="1550241" y="327251"/>
                </a:lnTo>
                <a:cubicBezTo>
                  <a:pt x="1549149" y="327524"/>
                  <a:pt x="1548330" y="329572"/>
                  <a:pt x="1547784" y="333394"/>
                </a:cubicBezTo>
                <a:cubicBezTo>
                  <a:pt x="1547238" y="337217"/>
                  <a:pt x="1546965" y="340221"/>
                  <a:pt x="1546965" y="342405"/>
                </a:cubicBezTo>
                <a:lnTo>
                  <a:pt x="1547784" y="352235"/>
                </a:lnTo>
                <a:cubicBezTo>
                  <a:pt x="1548057" y="355238"/>
                  <a:pt x="1547033" y="357150"/>
                  <a:pt x="1544712" y="357969"/>
                </a:cubicBezTo>
                <a:cubicBezTo>
                  <a:pt x="1542391" y="358788"/>
                  <a:pt x="1539183" y="359266"/>
                  <a:pt x="1535087" y="359402"/>
                </a:cubicBezTo>
                <a:cubicBezTo>
                  <a:pt x="1530991" y="359539"/>
                  <a:pt x="1528670" y="360017"/>
                  <a:pt x="1528124" y="360836"/>
                </a:cubicBezTo>
                <a:lnTo>
                  <a:pt x="1528534" y="361655"/>
                </a:lnTo>
                <a:cubicBezTo>
                  <a:pt x="1528261" y="362474"/>
                  <a:pt x="1527305" y="362884"/>
                  <a:pt x="1525667" y="362884"/>
                </a:cubicBezTo>
                <a:cubicBezTo>
                  <a:pt x="1525121" y="362884"/>
                  <a:pt x="1521571" y="362474"/>
                  <a:pt x="1515018" y="361655"/>
                </a:cubicBezTo>
                <a:cubicBezTo>
                  <a:pt x="1511741" y="360836"/>
                  <a:pt x="1508601" y="360426"/>
                  <a:pt x="1505598" y="360426"/>
                </a:cubicBezTo>
                <a:cubicBezTo>
                  <a:pt x="1497406" y="360426"/>
                  <a:pt x="1486621" y="362474"/>
                  <a:pt x="1473241" y="366570"/>
                </a:cubicBezTo>
                <a:cubicBezTo>
                  <a:pt x="1459589" y="370393"/>
                  <a:pt x="1449076" y="372304"/>
                  <a:pt x="1441704" y="372304"/>
                </a:cubicBezTo>
                <a:lnTo>
                  <a:pt x="1441294" y="372304"/>
                </a:lnTo>
                <a:cubicBezTo>
                  <a:pt x="1441840" y="371212"/>
                  <a:pt x="1444298" y="370120"/>
                  <a:pt x="1448666" y="369027"/>
                </a:cubicBezTo>
                <a:cubicBezTo>
                  <a:pt x="1447847" y="367935"/>
                  <a:pt x="1445800" y="367389"/>
                  <a:pt x="1442523" y="367389"/>
                </a:cubicBezTo>
                <a:cubicBezTo>
                  <a:pt x="1440339" y="367662"/>
                  <a:pt x="1437335" y="368276"/>
                  <a:pt x="1433512" y="369232"/>
                </a:cubicBezTo>
                <a:cubicBezTo>
                  <a:pt x="1429690" y="370188"/>
                  <a:pt x="1426686" y="371075"/>
                  <a:pt x="1424502" y="371894"/>
                </a:cubicBezTo>
                <a:cubicBezTo>
                  <a:pt x="1422864" y="372713"/>
                  <a:pt x="1419177" y="373328"/>
                  <a:pt x="1413443" y="373737"/>
                </a:cubicBezTo>
                <a:cubicBezTo>
                  <a:pt x="1407709" y="374147"/>
                  <a:pt x="1404159" y="374352"/>
                  <a:pt x="1402794" y="374352"/>
                </a:cubicBezTo>
                <a:cubicBezTo>
                  <a:pt x="1398972" y="374352"/>
                  <a:pt x="1396241" y="374079"/>
                  <a:pt x="1394603" y="373533"/>
                </a:cubicBezTo>
                <a:cubicBezTo>
                  <a:pt x="1396241" y="372987"/>
                  <a:pt x="1399313" y="372236"/>
                  <a:pt x="1403818" y="371280"/>
                </a:cubicBezTo>
                <a:cubicBezTo>
                  <a:pt x="1408324" y="370324"/>
                  <a:pt x="1411805" y="369027"/>
                  <a:pt x="1414262" y="367389"/>
                </a:cubicBezTo>
                <a:lnTo>
                  <a:pt x="1396651" y="369846"/>
                </a:lnTo>
                <a:cubicBezTo>
                  <a:pt x="1375080" y="372577"/>
                  <a:pt x="1358628" y="374557"/>
                  <a:pt x="1347297" y="375785"/>
                </a:cubicBezTo>
                <a:cubicBezTo>
                  <a:pt x="1335965" y="377014"/>
                  <a:pt x="1324019" y="377628"/>
                  <a:pt x="1311459" y="377628"/>
                </a:cubicBezTo>
                <a:cubicBezTo>
                  <a:pt x="1309548" y="377628"/>
                  <a:pt x="1308182" y="377492"/>
                  <a:pt x="1307363" y="377219"/>
                </a:cubicBezTo>
                <a:lnTo>
                  <a:pt x="1306954" y="376809"/>
                </a:lnTo>
                <a:cubicBezTo>
                  <a:pt x="1311595" y="375444"/>
                  <a:pt x="1317876" y="374079"/>
                  <a:pt x="1325794" y="372713"/>
                </a:cubicBezTo>
                <a:lnTo>
                  <a:pt x="1313507" y="371485"/>
                </a:lnTo>
                <a:cubicBezTo>
                  <a:pt x="1303677" y="370939"/>
                  <a:pt x="1295622" y="369710"/>
                  <a:pt x="1289342" y="367799"/>
                </a:cubicBezTo>
                <a:lnTo>
                  <a:pt x="1293438" y="365751"/>
                </a:lnTo>
                <a:cubicBezTo>
                  <a:pt x="1292619" y="365751"/>
                  <a:pt x="1291322" y="365682"/>
                  <a:pt x="1289547" y="365546"/>
                </a:cubicBezTo>
                <a:cubicBezTo>
                  <a:pt x="1287772" y="365409"/>
                  <a:pt x="1286338" y="364932"/>
                  <a:pt x="1285246" y="364112"/>
                </a:cubicBezTo>
                <a:cubicBezTo>
                  <a:pt x="1292892" y="363839"/>
                  <a:pt x="1304360" y="363703"/>
                  <a:pt x="1319651" y="363703"/>
                </a:cubicBezTo>
                <a:cubicBezTo>
                  <a:pt x="1316920" y="363703"/>
                  <a:pt x="1313643" y="363362"/>
                  <a:pt x="1309821" y="362679"/>
                </a:cubicBezTo>
                <a:cubicBezTo>
                  <a:pt x="1305998" y="361996"/>
                  <a:pt x="1302994" y="361518"/>
                  <a:pt x="1300810" y="361245"/>
                </a:cubicBezTo>
                <a:cubicBezTo>
                  <a:pt x="1300810" y="360153"/>
                  <a:pt x="1301220" y="359607"/>
                  <a:pt x="1302039" y="359607"/>
                </a:cubicBezTo>
                <a:cubicBezTo>
                  <a:pt x="1302585" y="360153"/>
                  <a:pt x="1303199" y="360426"/>
                  <a:pt x="1303882" y="360426"/>
                </a:cubicBezTo>
                <a:cubicBezTo>
                  <a:pt x="1304564" y="360426"/>
                  <a:pt x="1305042" y="360153"/>
                  <a:pt x="1305315" y="359607"/>
                </a:cubicBezTo>
                <a:cubicBezTo>
                  <a:pt x="1308592" y="359061"/>
                  <a:pt x="1312346" y="358651"/>
                  <a:pt x="1316579" y="358378"/>
                </a:cubicBezTo>
                <a:cubicBezTo>
                  <a:pt x="1320811" y="358105"/>
                  <a:pt x="1323746" y="357969"/>
                  <a:pt x="1325384" y="357969"/>
                </a:cubicBezTo>
                <a:cubicBezTo>
                  <a:pt x="1326750" y="357969"/>
                  <a:pt x="1329753" y="357832"/>
                  <a:pt x="1334395" y="357559"/>
                </a:cubicBezTo>
                <a:cubicBezTo>
                  <a:pt x="1339037" y="357286"/>
                  <a:pt x="1343269" y="356740"/>
                  <a:pt x="1347092" y="355921"/>
                </a:cubicBezTo>
                <a:lnTo>
                  <a:pt x="1308592" y="357150"/>
                </a:lnTo>
                <a:cubicBezTo>
                  <a:pt x="1346273" y="352235"/>
                  <a:pt x="1367571" y="348412"/>
                  <a:pt x="1372486" y="345682"/>
                </a:cubicBezTo>
                <a:lnTo>
                  <a:pt x="1391736" y="346091"/>
                </a:lnTo>
                <a:lnTo>
                  <a:pt x="1390097" y="344862"/>
                </a:lnTo>
                <a:cubicBezTo>
                  <a:pt x="1390097" y="342951"/>
                  <a:pt x="1391940" y="341722"/>
                  <a:pt x="1395627" y="341176"/>
                </a:cubicBezTo>
                <a:cubicBezTo>
                  <a:pt x="1399313" y="340630"/>
                  <a:pt x="1401292" y="340357"/>
                  <a:pt x="1401566" y="340357"/>
                </a:cubicBezTo>
                <a:cubicBezTo>
                  <a:pt x="1406753" y="340084"/>
                  <a:pt x="1414331" y="338241"/>
                  <a:pt x="1424297" y="334828"/>
                </a:cubicBezTo>
                <a:cubicBezTo>
                  <a:pt x="1434263" y="331415"/>
                  <a:pt x="1447574" y="326568"/>
                  <a:pt x="1464230" y="320288"/>
                </a:cubicBezTo>
                <a:lnTo>
                  <a:pt x="1475289" y="316192"/>
                </a:lnTo>
                <a:cubicBezTo>
                  <a:pt x="1502867" y="306635"/>
                  <a:pt x="1518431" y="300082"/>
                  <a:pt x="1521981" y="296533"/>
                </a:cubicBezTo>
                <a:cubicBezTo>
                  <a:pt x="1523073" y="295440"/>
                  <a:pt x="1524097" y="293665"/>
                  <a:pt x="1525052" y="291208"/>
                </a:cubicBezTo>
                <a:cubicBezTo>
                  <a:pt x="1526008" y="288751"/>
                  <a:pt x="1527032" y="286908"/>
                  <a:pt x="1528124" y="285679"/>
                </a:cubicBezTo>
                <a:cubicBezTo>
                  <a:pt x="1529216" y="284450"/>
                  <a:pt x="1530718" y="283836"/>
                  <a:pt x="1532630" y="283836"/>
                </a:cubicBezTo>
                <a:close/>
                <a:moveTo>
                  <a:pt x="1334805" y="280559"/>
                </a:moveTo>
                <a:cubicBezTo>
                  <a:pt x="1333986" y="280559"/>
                  <a:pt x="1332484" y="281651"/>
                  <a:pt x="1330299" y="283836"/>
                </a:cubicBezTo>
                <a:cubicBezTo>
                  <a:pt x="1328115" y="286020"/>
                  <a:pt x="1327023" y="287522"/>
                  <a:pt x="1327023" y="288341"/>
                </a:cubicBezTo>
                <a:cubicBezTo>
                  <a:pt x="1327842" y="288341"/>
                  <a:pt x="1329207" y="287317"/>
                  <a:pt x="1331118" y="285269"/>
                </a:cubicBezTo>
                <a:cubicBezTo>
                  <a:pt x="1333030" y="283221"/>
                  <a:pt x="1334259" y="281651"/>
                  <a:pt x="1334805" y="280559"/>
                </a:cubicBezTo>
                <a:close/>
                <a:moveTo>
                  <a:pt x="2119141" y="279330"/>
                </a:moveTo>
                <a:cubicBezTo>
                  <a:pt x="2118049" y="279330"/>
                  <a:pt x="2116206" y="280832"/>
                  <a:pt x="2113612" y="283836"/>
                </a:cubicBezTo>
                <a:cubicBezTo>
                  <a:pt x="2111018" y="286839"/>
                  <a:pt x="2109311" y="288341"/>
                  <a:pt x="2108492" y="288341"/>
                </a:cubicBezTo>
                <a:lnTo>
                  <a:pt x="2108082" y="288341"/>
                </a:lnTo>
                <a:cubicBezTo>
                  <a:pt x="2108355" y="288068"/>
                  <a:pt x="2108560" y="287590"/>
                  <a:pt x="2108697" y="286908"/>
                </a:cubicBezTo>
                <a:cubicBezTo>
                  <a:pt x="2108833" y="286225"/>
                  <a:pt x="2108628" y="285884"/>
                  <a:pt x="2108082" y="285884"/>
                </a:cubicBezTo>
                <a:cubicBezTo>
                  <a:pt x="2106171" y="285884"/>
                  <a:pt x="2104533" y="286976"/>
                  <a:pt x="2103168" y="289160"/>
                </a:cubicBezTo>
                <a:cubicBezTo>
                  <a:pt x="2101802" y="291345"/>
                  <a:pt x="2100846" y="292437"/>
                  <a:pt x="2100300" y="292437"/>
                </a:cubicBezTo>
                <a:lnTo>
                  <a:pt x="2099891" y="292437"/>
                </a:lnTo>
                <a:cubicBezTo>
                  <a:pt x="2099891" y="291072"/>
                  <a:pt x="2101802" y="287795"/>
                  <a:pt x="2105625" y="282607"/>
                </a:cubicBezTo>
                <a:cubicBezTo>
                  <a:pt x="2102894" y="283972"/>
                  <a:pt x="2100846" y="285406"/>
                  <a:pt x="2099481" y="286908"/>
                </a:cubicBezTo>
                <a:cubicBezTo>
                  <a:pt x="2098116" y="288409"/>
                  <a:pt x="2097433" y="290525"/>
                  <a:pt x="2097433" y="293256"/>
                </a:cubicBezTo>
                <a:cubicBezTo>
                  <a:pt x="2097433" y="297352"/>
                  <a:pt x="2096614" y="301038"/>
                  <a:pt x="2094976" y="304314"/>
                </a:cubicBezTo>
                <a:lnTo>
                  <a:pt x="2093338" y="302267"/>
                </a:lnTo>
                <a:lnTo>
                  <a:pt x="2091290" y="308410"/>
                </a:lnTo>
                <a:cubicBezTo>
                  <a:pt x="2093747" y="308410"/>
                  <a:pt x="2097433" y="306840"/>
                  <a:pt x="2102348" y="303700"/>
                </a:cubicBezTo>
                <a:cubicBezTo>
                  <a:pt x="2107263" y="300560"/>
                  <a:pt x="2111632" y="296942"/>
                  <a:pt x="2115455" y="292846"/>
                </a:cubicBezTo>
                <a:cubicBezTo>
                  <a:pt x="2119278" y="288751"/>
                  <a:pt x="2121189" y="285474"/>
                  <a:pt x="2121189" y="283017"/>
                </a:cubicBezTo>
                <a:cubicBezTo>
                  <a:pt x="2121189" y="281378"/>
                  <a:pt x="2120506" y="280150"/>
                  <a:pt x="2119141" y="279330"/>
                </a:cubicBezTo>
                <a:close/>
                <a:moveTo>
                  <a:pt x="539410" y="279330"/>
                </a:moveTo>
                <a:cubicBezTo>
                  <a:pt x="537772" y="281788"/>
                  <a:pt x="536680" y="283221"/>
                  <a:pt x="536134" y="283631"/>
                </a:cubicBezTo>
                <a:cubicBezTo>
                  <a:pt x="535588" y="284041"/>
                  <a:pt x="534086" y="284655"/>
                  <a:pt x="531628" y="285474"/>
                </a:cubicBezTo>
                <a:lnTo>
                  <a:pt x="531628" y="286703"/>
                </a:lnTo>
                <a:lnTo>
                  <a:pt x="532857" y="287522"/>
                </a:lnTo>
                <a:cubicBezTo>
                  <a:pt x="533949" y="287522"/>
                  <a:pt x="535451" y="286771"/>
                  <a:pt x="537363" y="285269"/>
                </a:cubicBezTo>
                <a:cubicBezTo>
                  <a:pt x="539274" y="283767"/>
                  <a:pt x="540230" y="282470"/>
                  <a:pt x="540230" y="281378"/>
                </a:cubicBezTo>
                <a:close/>
                <a:moveTo>
                  <a:pt x="670065" y="278511"/>
                </a:moveTo>
                <a:cubicBezTo>
                  <a:pt x="668153" y="278511"/>
                  <a:pt x="666310" y="279057"/>
                  <a:pt x="664535" y="280150"/>
                </a:cubicBezTo>
                <a:cubicBezTo>
                  <a:pt x="662760" y="281242"/>
                  <a:pt x="661600" y="281788"/>
                  <a:pt x="661054" y="281788"/>
                </a:cubicBezTo>
                <a:cubicBezTo>
                  <a:pt x="661327" y="281515"/>
                  <a:pt x="661532" y="281105"/>
                  <a:pt x="661668" y="280559"/>
                </a:cubicBezTo>
                <a:cubicBezTo>
                  <a:pt x="661805" y="280013"/>
                  <a:pt x="661600" y="279740"/>
                  <a:pt x="661054" y="279740"/>
                </a:cubicBezTo>
                <a:lnTo>
                  <a:pt x="659416" y="281378"/>
                </a:lnTo>
                <a:lnTo>
                  <a:pt x="659416" y="281788"/>
                </a:lnTo>
                <a:cubicBezTo>
                  <a:pt x="658870" y="282880"/>
                  <a:pt x="657300" y="284109"/>
                  <a:pt x="654706" y="285474"/>
                </a:cubicBezTo>
                <a:cubicBezTo>
                  <a:pt x="652112" y="286839"/>
                  <a:pt x="650405" y="287931"/>
                  <a:pt x="649586" y="288751"/>
                </a:cubicBezTo>
                <a:lnTo>
                  <a:pt x="648767" y="288751"/>
                </a:lnTo>
                <a:cubicBezTo>
                  <a:pt x="648767" y="288204"/>
                  <a:pt x="649040" y="287590"/>
                  <a:pt x="649586" y="286908"/>
                </a:cubicBezTo>
                <a:cubicBezTo>
                  <a:pt x="650132" y="286225"/>
                  <a:pt x="650542" y="285474"/>
                  <a:pt x="650815" y="284655"/>
                </a:cubicBezTo>
                <a:lnTo>
                  <a:pt x="648357" y="285474"/>
                </a:lnTo>
                <a:lnTo>
                  <a:pt x="646719" y="284655"/>
                </a:lnTo>
                <a:lnTo>
                  <a:pt x="647948" y="282607"/>
                </a:lnTo>
                <a:lnTo>
                  <a:pt x="645900" y="281788"/>
                </a:lnTo>
                <a:cubicBezTo>
                  <a:pt x="644534" y="282607"/>
                  <a:pt x="642760" y="283972"/>
                  <a:pt x="640575" y="285884"/>
                </a:cubicBezTo>
                <a:cubicBezTo>
                  <a:pt x="638391" y="287795"/>
                  <a:pt x="636752" y="289160"/>
                  <a:pt x="635660" y="289979"/>
                </a:cubicBezTo>
                <a:lnTo>
                  <a:pt x="639346" y="291208"/>
                </a:lnTo>
                <a:lnTo>
                  <a:pt x="637708" y="292027"/>
                </a:lnTo>
                <a:cubicBezTo>
                  <a:pt x="635797" y="292027"/>
                  <a:pt x="634295" y="290935"/>
                  <a:pt x="633203" y="288751"/>
                </a:cubicBezTo>
                <a:cubicBezTo>
                  <a:pt x="633476" y="287931"/>
                  <a:pt x="634295" y="287249"/>
                  <a:pt x="635660" y="286703"/>
                </a:cubicBezTo>
                <a:lnTo>
                  <a:pt x="630745" y="288341"/>
                </a:lnTo>
                <a:cubicBezTo>
                  <a:pt x="634022" y="293256"/>
                  <a:pt x="639961" y="299263"/>
                  <a:pt x="648562" y="306362"/>
                </a:cubicBezTo>
                <a:cubicBezTo>
                  <a:pt x="657163" y="313462"/>
                  <a:pt x="665013" y="319332"/>
                  <a:pt x="672112" y="323974"/>
                </a:cubicBezTo>
                <a:lnTo>
                  <a:pt x="672112" y="294485"/>
                </a:lnTo>
                <a:cubicBezTo>
                  <a:pt x="665559" y="296669"/>
                  <a:pt x="660371" y="297761"/>
                  <a:pt x="656549" y="297761"/>
                </a:cubicBezTo>
                <a:lnTo>
                  <a:pt x="654910" y="297761"/>
                </a:lnTo>
                <a:cubicBezTo>
                  <a:pt x="655183" y="297215"/>
                  <a:pt x="656139" y="296533"/>
                  <a:pt x="657777" y="295713"/>
                </a:cubicBezTo>
                <a:cubicBezTo>
                  <a:pt x="659416" y="294894"/>
                  <a:pt x="660235" y="294348"/>
                  <a:pt x="660235" y="294075"/>
                </a:cubicBezTo>
                <a:lnTo>
                  <a:pt x="660235" y="293256"/>
                </a:lnTo>
                <a:cubicBezTo>
                  <a:pt x="659689" y="293256"/>
                  <a:pt x="658870" y="293597"/>
                  <a:pt x="657777" y="294280"/>
                </a:cubicBezTo>
                <a:cubicBezTo>
                  <a:pt x="656685" y="294962"/>
                  <a:pt x="655593" y="295304"/>
                  <a:pt x="654501" y="295304"/>
                </a:cubicBezTo>
                <a:lnTo>
                  <a:pt x="653272" y="295304"/>
                </a:lnTo>
                <a:lnTo>
                  <a:pt x="654910" y="293665"/>
                </a:lnTo>
                <a:lnTo>
                  <a:pt x="654091" y="293256"/>
                </a:lnTo>
                <a:cubicBezTo>
                  <a:pt x="652999" y="293256"/>
                  <a:pt x="651429" y="294007"/>
                  <a:pt x="649381" y="295509"/>
                </a:cubicBezTo>
                <a:cubicBezTo>
                  <a:pt x="647333" y="297010"/>
                  <a:pt x="645490" y="297761"/>
                  <a:pt x="643852" y="297761"/>
                </a:cubicBezTo>
                <a:lnTo>
                  <a:pt x="642623" y="296942"/>
                </a:lnTo>
                <a:lnTo>
                  <a:pt x="652453" y="289570"/>
                </a:lnTo>
                <a:cubicBezTo>
                  <a:pt x="652453" y="288751"/>
                  <a:pt x="653477" y="287795"/>
                  <a:pt x="655525" y="286703"/>
                </a:cubicBezTo>
                <a:cubicBezTo>
                  <a:pt x="657573" y="285611"/>
                  <a:pt x="659689" y="284518"/>
                  <a:pt x="661873" y="283426"/>
                </a:cubicBezTo>
                <a:cubicBezTo>
                  <a:pt x="663238" y="282607"/>
                  <a:pt x="664672" y="281788"/>
                  <a:pt x="666174" y="280969"/>
                </a:cubicBezTo>
                <a:cubicBezTo>
                  <a:pt x="667675" y="280150"/>
                  <a:pt x="668972" y="279330"/>
                  <a:pt x="670065" y="278511"/>
                </a:cubicBezTo>
                <a:close/>
                <a:moveTo>
                  <a:pt x="586102" y="278511"/>
                </a:moveTo>
                <a:lnTo>
                  <a:pt x="585692" y="278921"/>
                </a:lnTo>
                <a:cubicBezTo>
                  <a:pt x="585692" y="279740"/>
                  <a:pt x="585829" y="280559"/>
                  <a:pt x="586102" y="281378"/>
                </a:cubicBezTo>
                <a:cubicBezTo>
                  <a:pt x="586375" y="282197"/>
                  <a:pt x="586511" y="282880"/>
                  <a:pt x="586511" y="283426"/>
                </a:cubicBezTo>
                <a:cubicBezTo>
                  <a:pt x="586511" y="284518"/>
                  <a:pt x="586375" y="285201"/>
                  <a:pt x="586102" y="285474"/>
                </a:cubicBezTo>
                <a:lnTo>
                  <a:pt x="585283" y="285884"/>
                </a:lnTo>
                <a:lnTo>
                  <a:pt x="585692" y="285884"/>
                </a:lnTo>
                <a:cubicBezTo>
                  <a:pt x="586784" y="285884"/>
                  <a:pt x="587262" y="286976"/>
                  <a:pt x="587126" y="289160"/>
                </a:cubicBezTo>
                <a:cubicBezTo>
                  <a:pt x="586989" y="291345"/>
                  <a:pt x="586921" y="292573"/>
                  <a:pt x="586921" y="292846"/>
                </a:cubicBezTo>
                <a:cubicBezTo>
                  <a:pt x="595112" y="290116"/>
                  <a:pt x="600437" y="287522"/>
                  <a:pt x="602894" y="285064"/>
                </a:cubicBezTo>
                <a:lnTo>
                  <a:pt x="596341" y="287522"/>
                </a:lnTo>
                <a:cubicBezTo>
                  <a:pt x="594976" y="287522"/>
                  <a:pt x="593133" y="286020"/>
                  <a:pt x="590812" y="283017"/>
                </a:cubicBezTo>
                <a:cubicBezTo>
                  <a:pt x="588491" y="280013"/>
                  <a:pt x="586921" y="278511"/>
                  <a:pt x="586102" y="278511"/>
                </a:cubicBezTo>
                <a:close/>
                <a:moveTo>
                  <a:pt x="2675344" y="275644"/>
                </a:moveTo>
                <a:lnTo>
                  <a:pt x="2676572" y="277283"/>
                </a:lnTo>
                <a:lnTo>
                  <a:pt x="2677392" y="275644"/>
                </a:lnTo>
                <a:cubicBezTo>
                  <a:pt x="2678211" y="275644"/>
                  <a:pt x="2678620" y="277283"/>
                  <a:pt x="2678620" y="280559"/>
                </a:cubicBezTo>
                <a:cubicBezTo>
                  <a:pt x="2678620" y="282470"/>
                  <a:pt x="2677801" y="284109"/>
                  <a:pt x="2676163" y="285474"/>
                </a:cubicBezTo>
                <a:cubicBezTo>
                  <a:pt x="2675344" y="285474"/>
                  <a:pt x="2674934" y="282744"/>
                  <a:pt x="2674934" y="277283"/>
                </a:cubicBezTo>
                <a:close/>
                <a:moveTo>
                  <a:pt x="2933786" y="274825"/>
                </a:moveTo>
                <a:cubicBezTo>
                  <a:pt x="2932693" y="274825"/>
                  <a:pt x="2930509" y="276532"/>
                  <a:pt x="2927232" y="279945"/>
                </a:cubicBezTo>
                <a:cubicBezTo>
                  <a:pt x="2923956" y="283358"/>
                  <a:pt x="2922318" y="285747"/>
                  <a:pt x="2922318" y="287112"/>
                </a:cubicBezTo>
                <a:lnTo>
                  <a:pt x="2922727" y="287522"/>
                </a:lnTo>
                <a:cubicBezTo>
                  <a:pt x="2924092" y="287522"/>
                  <a:pt x="2926140" y="286498"/>
                  <a:pt x="2928870" y="284450"/>
                </a:cubicBezTo>
                <a:cubicBezTo>
                  <a:pt x="2931601" y="282402"/>
                  <a:pt x="2933786" y="280559"/>
                  <a:pt x="2935424" y="278921"/>
                </a:cubicBezTo>
                <a:cubicBezTo>
                  <a:pt x="2935424" y="276190"/>
                  <a:pt x="2934878" y="274825"/>
                  <a:pt x="2933786" y="274825"/>
                </a:cubicBezTo>
                <a:close/>
                <a:moveTo>
                  <a:pt x="2971876" y="272777"/>
                </a:moveTo>
                <a:cubicBezTo>
                  <a:pt x="2969965" y="273050"/>
                  <a:pt x="2968668" y="274074"/>
                  <a:pt x="2967985" y="275849"/>
                </a:cubicBezTo>
                <a:cubicBezTo>
                  <a:pt x="2967302" y="277624"/>
                  <a:pt x="2966893" y="279603"/>
                  <a:pt x="2966756" y="281788"/>
                </a:cubicBezTo>
                <a:cubicBezTo>
                  <a:pt x="2966620" y="283972"/>
                  <a:pt x="2966415" y="285474"/>
                  <a:pt x="2966142" y="286293"/>
                </a:cubicBezTo>
                <a:lnTo>
                  <a:pt x="2966961" y="277692"/>
                </a:lnTo>
                <a:cubicBezTo>
                  <a:pt x="2964230" y="279057"/>
                  <a:pt x="2961636" y="281037"/>
                  <a:pt x="2959179" y="283631"/>
                </a:cubicBezTo>
                <a:cubicBezTo>
                  <a:pt x="2956722" y="286225"/>
                  <a:pt x="2954401" y="288887"/>
                  <a:pt x="2952216" y="291618"/>
                </a:cubicBezTo>
                <a:cubicBezTo>
                  <a:pt x="2952490" y="292164"/>
                  <a:pt x="2954264" y="295782"/>
                  <a:pt x="2957541" y="302471"/>
                </a:cubicBezTo>
                <a:cubicBezTo>
                  <a:pt x="2960818" y="309161"/>
                  <a:pt x="2963412" y="312506"/>
                  <a:pt x="2965323" y="312506"/>
                </a:cubicBezTo>
                <a:lnTo>
                  <a:pt x="2966142" y="312096"/>
                </a:lnTo>
                <a:lnTo>
                  <a:pt x="2965732" y="313325"/>
                </a:lnTo>
                <a:cubicBezTo>
                  <a:pt x="2965732" y="314963"/>
                  <a:pt x="2966483" y="316670"/>
                  <a:pt x="2967985" y="318445"/>
                </a:cubicBezTo>
                <a:cubicBezTo>
                  <a:pt x="2969487" y="320220"/>
                  <a:pt x="2970374" y="321244"/>
                  <a:pt x="2970647" y="321517"/>
                </a:cubicBezTo>
                <a:cubicBezTo>
                  <a:pt x="2970374" y="320424"/>
                  <a:pt x="2970101" y="319264"/>
                  <a:pt x="2969828" y="318035"/>
                </a:cubicBezTo>
                <a:cubicBezTo>
                  <a:pt x="2969555" y="316806"/>
                  <a:pt x="2969419" y="315236"/>
                  <a:pt x="2969419" y="313325"/>
                </a:cubicBezTo>
                <a:lnTo>
                  <a:pt x="2969419" y="306772"/>
                </a:lnTo>
                <a:cubicBezTo>
                  <a:pt x="2969419" y="306226"/>
                  <a:pt x="2969828" y="303495"/>
                  <a:pt x="2970647" y="298580"/>
                </a:cubicBezTo>
                <a:cubicBezTo>
                  <a:pt x="2971194" y="295031"/>
                  <a:pt x="2971466" y="289297"/>
                  <a:pt x="2971466" y="281378"/>
                </a:cubicBezTo>
                <a:cubicBezTo>
                  <a:pt x="2971740" y="279467"/>
                  <a:pt x="2971876" y="276600"/>
                  <a:pt x="2971876" y="272777"/>
                </a:cubicBezTo>
                <a:close/>
                <a:moveTo>
                  <a:pt x="586102" y="271548"/>
                </a:moveTo>
                <a:cubicBezTo>
                  <a:pt x="589378" y="277009"/>
                  <a:pt x="591563" y="280150"/>
                  <a:pt x="592655" y="280969"/>
                </a:cubicBezTo>
                <a:lnTo>
                  <a:pt x="593064" y="280559"/>
                </a:lnTo>
                <a:cubicBezTo>
                  <a:pt x="593064" y="279467"/>
                  <a:pt x="592177" y="277897"/>
                  <a:pt x="590402" y="275849"/>
                </a:cubicBezTo>
                <a:cubicBezTo>
                  <a:pt x="588627" y="273801"/>
                  <a:pt x="587194" y="272368"/>
                  <a:pt x="586102" y="271548"/>
                </a:cubicBezTo>
                <a:close/>
                <a:moveTo>
                  <a:pt x="538591" y="271548"/>
                </a:moveTo>
                <a:cubicBezTo>
                  <a:pt x="536953" y="272368"/>
                  <a:pt x="536543" y="272777"/>
                  <a:pt x="537363" y="272777"/>
                </a:cubicBezTo>
                <a:cubicBezTo>
                  <a:pt x="537636" y="273050"/>
                  <a:pt x="537636" y="273596"/>
                  <a:pt x="537363" y="274415"/>
                </a:cubicBezTo>
                <a:cubicBezTo>
                  <a:pt x="537090" y="275235"/>
                  <a:pt x="536953" y="275781"/>
                  <a:pt x="536953" y="276054"/>
                </a:cubicBezTo>
                <a:lnTo>
                  <a:pt x="537772" y="277692"/>
                </a:lnTo>
                <a:cubicBezTo>
                  <a:pt x="539410" y="277692"/>
                  <a:pt x="540230" y="276463"/>
                  <a:pt x="540230" y="274006"/>
                </a:cubicBezTo>
                <a:cubicBezTo>
                  <a:pt x="540230" y="273460"/>
                  <a:pt x="540025" y="272914"/>
                  <a:pt x="539615" y="272368"/>
                </a:cubicBezTo>
                <a:cubicBezTo>
                  <a:pt x="539206" y="271822"/>
                  <a:pt x="538864" y="271548"/>
                  <a:pt x="538591" y="271548"/>
                </a:cubicBezTo>
                <a:close/>
                <a:moveTo>
                  <a:pt x="2240785" y="269501"/>
                </a:moveTo>
                <a:cubicBezTo>
                  <a:pt x="2239692" y="269501"/>
                  <a:pt x="2238737" y="269842"/>
                  <a:pt x="2237918" y="270525"/>
                </a:cubicBezTo>
                <a:cubicBezTo>
                  <a:pt x="2237098" y="271207"/>
                  <a:pt x="2236689" y="272095"/>
                  <a:pt x="2236689" y="273187"/>
                </a:cubicBezTo>
                <a:lnTo>
                  <a:pt x="2237098" y="273596"/>
                </a:lnTo>
                <a:lnTo>
                  <a:pt x="2243242" y="269501"/>
                </a:lnTo>
                <a:close/>
                <a:moveTo>
                  <a:pt x="3474015" y="263357"/>
                </a:moveTo>
                <a:cubicBezTo>
                  <a:pt x="3474561" y="263357"/>
                  <a:pt x="3477018" y="264654"/>
                  <a:pt x="3481388" y="267248"/>
                </a:cubicBezTo>
                <a:cubicBezTo>
                  <a:pt x="3485756" y="269842"/>
                  <a:pt x="3488623" y="271548"/>
                  <a:pt x="3489988" y="272368"/>
                </a:cubicBezTo>
                <a:cubicBezTo>
                  <a:pt x="3502549" y="278921"/>
                  <a:pt x="3520160" y="286566"/>
                  <a:pt x="3542824" y="295304"/>
                </a:cubicBezTo>
                <a:cubicBezTo>
                  <a:pt x="3565487" y="304041"/>
                  <a:pt x="3581597" y="308410"/>
                  <a:pt x="3591153" y="308410"/>
                </a:cubicBezTo>
                <a:cubicBezTo>
                  <a:pt x="3594157" y="308410"/>
                  <a:pt x="3596956" y="309093"/>
                  <a:pt x="3599550" y="310458"/>
                </a:cubicBezTo>
                <a:cubicBezTo>
                  <a:pt x="3602144" y="311823"/>
                  <a:pt x="3605079" y="313871"/>
                  <a:pt x="3608356" y="316602"/>
                </a:cubicBezTo>
                <a:cubicBezTo>
                  <a:pt x="3611086" y="319059"/>
                  <a:pt x="3613885" y="320629"/>
                  <a:pt x="3616752" y="321312"/>
                </a:cubicBezTo>
                <a:cubicBezTo>
                  <a:pt x="3619619" y="321994"/>
                  <a:pt x="3622145" y="322745"/>
                  <a:pt x="3624329" y="323564"/>
                </a:cubicBezTo>
                <a:lnTo>
                  <a:pt x="3625148" y="323564"/>
                </a:lnTo>
                <a:cubicBezTo>
                  <a:pt x="3626513" y="323564"/>
                  <a:pt x="3627537" y="324520"/>
                  <a:pt x="3628220" y="326432"/>
                </a:cubicBezTo>
                <a:cubicBezTo>
                  <a:pt x="3628903" y="328343"/>
                  <a:pt x="3629244" y="329981"/>
                  <a:pt x="3629244" y="331346"/>
                </a:cubicBezTo>
                <a:cubicBezTo>
                  <a:pt x="3629244" y="332439"/>
                  <a:pt x="3628834" y="333940"/>
                  <a:pt x="3628015" y="335852"/>
                </a:cubicBezTo>
                <a:cubicBezTo>
                  <a:pt x="3627196" y="337763"/>
                  <a:pt x="3626786" y="339265"/>
                  <a:pt x="3626786" y="340357"/>
                </a:cubicBezTo>
                <a:cubicBezTo>
                  <a:pt x="3630063" y="344180"/>
                  <a:pt x="3631702" y="348139"/>
                  <a:pt x="3631702" y="352235"/>
                </a:cubicBezTo>
                <a:cubicBezTo>
                  <a:pt x="3631702" y="356330"/>
                  <a:pt x="3631292" y="362952"/>
                  <a:pt x="3630472" y="372099"/>
                </a:cubicBezTo>
                <a:cubicBezTo>
                  <a:pt x="3629653" y="381246"/>
                  <a:pt x="3628561" y="386502"/>
                  <a:pt x="3627196" y="387868"/>
                </a:cubicBezTo>
                <a:lnTo>
                  <a:pt x="3626377" y="387868"/>
                </a:lnTo>
                <a:lnTo>
                  <a:pt x="3626377" y="388687"/>
                </a:lnTo>
                <a:cubicBezTo>
                  <a:pt x="3626377" y="390325"/>
                  <a:pt x="3625967" y="391349"/>
                  <a:pt x="3625148" y="391759"/>
                </a:cubicBezTo>
                <a:cubicBezTo>
                  <a:pt x="3624329" y="392168"/>
                  <a:pt x="3623920" y="392646"/>
                  <a:pt x="3623920" y="393192"/>
                </a:cubicBezTo>
                <a:lnTo>
                  <a:pt x="3625967" y="393192"/>
                </a:lnTo>
                <a:cubicBezTo>
                  <a:pt x="3627606" y="393192"/>
                  <a:pt x="3628834" y="393602"/>
                  <a:pt x="3629653" y="394421"/>
                </a:cubicBezTo>
                <a:cubicBezTo>
                  <a:pt x="3629653" y="395240"/>
                  <a:pt x="3628834" y="395650"/>
                  <a:pt x="3627196" y="395650"/>
                </a:cubicBezTo>
                <a:cubicBezTo>
                  <a:pt x="3625558" y="395650"/>
                  <a:pt x="3624738" y="396332"/>
                  <a:pt x="3624738" y="397698"/>
                </a:cubicBezTo>
                <a:cubicBezTo>
                  <a:pt x="3624738" y="400428"/>
                  <a:pt x="3624261" y="402135"/>
                  <a:pt x="3623305" y="402817"/>
                </a:cubicBezTo>
                <a:cubicBezTo>
                  <a:pt x="3622350" y="403500"/>
                  <a:pt x="3620233" y="403841"/>
                  <a:pt x="3616957" y="403841"/>
                </a:cubicBezTo>
                <a:cubicBezTo>
                  <a:pt x="3609858" y="403841"/>
                  <a:pt x="3602212" y="401111"/>
                  <a:pt x="3594020" y="395650"/>
                </a:cubicBezTo>
                <a:lnTo>
                  <a:pt x="3595249" y="395240"/>
                </a:lnTo>
                <a:cubicBezTo>
                  <a:pt x="3594976" y="394421"/>
                  <a:pt x="3591972" y="392987"/>
                  <a:pt x="3586238" y="390940"/>
                </a:cubicBezTo>
                <a:cubicBezTo>
                  <a:pt x="3580504" y="388892"/>
                  <a:pt x="3575999" y="387595"/>
                  <a:pt x="3572722" y="387049"/>
                </a:cubicBezTo>
                <a:lnTo>
                  <a:pt x="3519887" y="379267"/>
                </a:lnTo>
                <a:lnTo>
                  <a:pt x="3545281" y="380495"/>
                </a:lnTo>
                <a:cubicBezTo>
                  <a:pt x="3542550" y="379403"/>
                  <a:pt x="3538454" y="378584"/>
                  <a:pt x="3532994" y="378038"/>
                </a:cubicBezTo>
                <a:cubicBezTo>
                  <a:pt x="3528079" y="377492"/>
                  <a:pt x="3524392" y="376809"/>
                  <a:pt x="3521935" y="375990"/>
                </a:cubicBezTo>
                <a:lnTo>
                  <a:pt x="3529717" y="375171"/>
                </a:lnTo>
                <a:cubicBezTo>
                  <a:pt x="3528625" y="374079"/>
                  <a:pt x="3527123" y="373533"/>
                  <a:pt x="3525212" y="373533"/>
                </a:cubicBezTo>
                <a:cubicBezTo>
                  <a:pt x="3518659" y="373260"/>
                  <a:pt x="3511082" y="372645"/>
                  <a:pt x="3502480" y="371690"/>
                </a:cubicBezTo>
                <a:cubicBezTo>
                  <a:pt x="3493879" y="370734"/>
                  <a:pt x="3487394" y="370120"/>
                  <a:pt x="3483026" y="369846"/>
                </a:cubicBezTo>
                <a:cubicBezTo>
                  <a:pt x="3470465" y="368208"/>
                  <a:pt x="3458315" y="366979"/>
                  <a:pt x="3446574" y="366160"/>
                </a:cubicBezTo>
                <a:lnTo>
                  <a:pt x="3429372" y="364112"/>
                </a:lnTo>
                <a:cubicBezTo>
                  <a:pt x="3422545" y="362747"/>
                  <a:pt x="3417630" y="362065"/>
                  <a:pt x="3414627" y="362065"/>
                </a:cubicBezTo>
                <a:cubicBezTo>
                  <a:pt x="3413808" y="362065"/>
                  <a:pt x="3412852" y="362269"/>
                  <a:pt x="3411760" y="362679"/>
                </a:cubicBezTo>
                <a:cubicBezTo>
                  <a:pt x="3410667" y="363088"/>
                  <a:pt x="3409712" y="363293"/>
                  <a:pt x="3408892" y="363293"/>
                </a:cubicBezTo>
                <a:cubicBezTo>
                  <a:pt x="3407527" y="363293"/>
                  <a:pt x="3405616" y="363157"/>
                  <a:pt x="3403158" y="362884"/>
                </a:cubicBezTo>
                <a:cubicBezTo>
                  <a:pt x="3400701" y="362611"/>
                  <a:pt x="3399336" y="362201"/>
                  <a:pt x="3399063" y="361655"/>
                </a:cubicBezTo>
                <a:cubicBezTo>
                  <a:pt x="3402612" y="360563"/>
                  <a:pt x="3406708" y="360017"/>
                  <a:pt x="3411350" y="360017"/>
                </a:cubicBezTo>
                <a:cubicBezTo>
                  <a:pt x="3416538" y="360017"/>
                  <a:pt x="3424320" y="360563"/>
                  <a:pt x="3434696" y="361655"/>
                </a:cubicBezTo>
                <a:cubicBezTo>
                  <a:pt x="3437153" y="361928"/>
                  <a:pt x="3440703" y="362201"/>
                  <a:pt x="3445345" y="362474"/>
                </a:cubicBezTo>
                <a:cubicBezTo>
                  <a:pt x="3449986" y="362747"/>
                  <a:pt x="3454082" y="362884"/>
                  <a:pt x="3457632" y="362884"/>
                </a:cubicBezTo>
                <a:lnTo>
                  <a:pt x="3460909" y="361245"/>
                </a:lnTo>
                <a:lnTo>
                  <a:pt x="3410122" y="356330"/>
                </a:lnTo>
                <a:lnTo>
                  <a:pt x="3419132" y="355511"/>
                </a:lnTo>
                <a:lnTo>
                  <a:pt x="3417494" y="353463"/>
                </a:lnTo>
                <a:lnTo>
                  <a:pt x="3405206" y="351825"/>
                </a:lnTo>
                <a:lnTo>
                  <a:pt x="3457222" y="351006"/>
                </a:lnTo>
                <a:cubicBezTo>
                  <a:pt x="3455038" y="350187"/>
                  <a:pt x="3449986" y="349777"/>
                  <a:pt x="3442068" y="349777"/>
                </a:cubicBezTo>
                <a:cubicBezTo>
                  <a:pt x="3434150" y="349504"/>
                  <a:pt x="3425754" y="348685"/>
                  <a:pt x="3416879" y="347320"/>
                </a:cubicBezTo>
                <a:cubicBezTo>
                  <a:pt x="3408005" y="345955"/>
                  <a:pt x="3402203" y="345135"/>
                  <a:pt x="3399472" y="344862"/>
                </a:cubicBezTo>
                <a:cubicBezTo>
                  <a:pt x="3390735" y="343224"/>
                  <a:pt x="3384182" y="342132"/>
                  <a:pt x="3379813" y="341586"/>
                </a:cubicBezTo>
                <a:cubicBezTo>
                  <a:pt x="3386366" y="342132"/>
                  <a:pt x="3391281" y="342405"/>
                  <a:pt x="3394558" y="342405"/>
                </a:cubicBezTo>
                <a:cubicBezTo>
                  <a:pt x="3407664" y="343497"/>
                  <a:pt x="3417630" y="344043"/>
                  <a:pt x="3424456" y="344043"/>
                </a:cubicBezTo>
                <a:cubicBezTo>
                  <a:pt x="3426094" y="344043"/>
                  <a:pt x="3427664" y="343838"/>
                  <a:pt x="3429166" y="343429"/>
                </a:cubicBezTo>
                <a:cubicBezTo>
                  <a:pt x="3430668" y="343019"/>
                  <a:pt x="3432238" y="342814"/>
                  <a:pt x="3433877" y="342814"/>
                </a:cubicBezTo>
                <a:cubicBezTo>
                  <a:pt x="3435515" y="342814"/>
                  <a:pt x="3436744" y="343088"/>
                  <a:pt x="3437563" y="343634"/>
                </a:cubicBezTo>
                <a:lnTo>
                  <a:pt x="3434286" y="346091"/>
                </a:lnTo>
                <a:lnTo>
                  <a:pt x="3436334" y="346501"/>
                </a:lnTo>
                <a:cubicBezTo>
                  <a:pt x="3437972" y="346501"/>
                  <a:pt x="3439065" y="345545"/>
                  <a:pt x="3439610" y="343634"/>
                </a:cubicBezTo>
                <a:cubicBezTo>
                  <a:pt x="3442068" y="345545"/>
                  <a:pt x="3449304" y="347047"/>
                  <a:pt x="3461318" y="348139"/>
                </a:cubicBezTo>
                <a:lnTo>
                  <a:pt x="3480536" y="349253"/>
                </a:lnTo>
                <a:lnTo>
                  <a:pt x="3460089" y="346501"/>
                </a:lnTo>
                <a:cubicBezTo>
                  <a:pt x="3460362" y="345135"/>
                  <a:pt x="3463366" y="344453"/>
                  <a:pt x="3469100" y="344453"/>
                </a:cubicBezTo>
                <a:cubicBezTo>
                  <a:pt x="3471558" y="344453"/>
                  <a:pt x="3473196" y="344794"/>
                  <a:pt x="3474015" y="345477"/>
                </a:cubicBezTo>
                <a:cubicBezTo>
                  <a:pt x="3474834" y="346159"/>
                  <a:pt x="3475380" y="346501"/>
                  <a:pt x="3475653" y="346501"/>
                </a:cubicBezTo>
                <a:cubicBezTo>
                  <a:pt x="3476472" y="346501"/>
                  <a:pt x="3477360" y="346228"/>
                  <a:pt x="3478316" y="345682"/>
                </a:cubicBezTo>
                <a:cubicBezTo>
                  <a:pt x="3479271" y="345135"/>
                  <a:pt x="3480022" y="344862"/>
                  <a:pt x="3480568" y="344862"/>
                </a:cubicBezTo>
                <a:cubicBezTo>
                  <a:pt x="3484118" y="344862"/>
                  <a:pt x="3487258" y="344999"/>
                  <a:pt x="3489988" y="345272"/>
                </a:cubicBezTo>
                <a:lnTo>
                  <a:pt x="3516201" y="345682"/>
                </a:lnTo>
                <a:cubicBezTo>
                  <a:pt x="3523028" y="345682"/>
                  <a:pt x="3527260" y="345408"/>
                  <a:pt x="3528898" y="344862"/>
                </a:cubicBezTo>
                <a:lnTo>
                  <a:pt x="3528488" y="344453"/>
                </a:lnTo>
                <a:cubicBezTo>
                  <a:pt x="3525212" y="342814"/>
                  <a:pt x="3520912" y="340016"/>
                  <a:pt x="3515587" y="336057"/>
                </a:cubicBezTo>
                <a:cubicBezTo>
                  <a:pt x="3510262" y="332097"/>
                  <a:pt x="3507600" y="329162"/>
                  <a:pt x="3507600" y="327251"/>
                </a:cubicBezTo>
                <a:lnTo>
                  <a:pt x="3478848" y="298499"/>
                </a:lnTo>
                <a:lnTo>
                  <a:pt x="3479340" y="298171"/>
                </a:lnTo>
                <a:lnTo>
                  <a:pt x="3477292" y="296123"/>
                </a:lnTo>
                <a:cubicBezTo>
                  <a:pt x="3477292" y="293665"/>
                  <a:pt x="3476472" y="289979"/>
                  <a:pt x="3474834" y="285064"/>
                </a:cubicBezTo>
                <a:cubicBezTo>
                  <a:pt x="3472922" y="280696"/>
                  <a:pt x="3471967" y="276736"/>
                  <a:pt x="3471967" y="273187"/>
                </a:cubicBezTo>
                <a:lnTo>
                  <a:pt x="3472786" y="269501"/>
                </a:lnTo>
                <a:lnTo>
                  <a:pt x="3474424" y="271139"/>
                </a:lnTo>
                <a:lnTo>
                  <a:pt x="3474834" y="270320"/>
                </a:lnTo>
                <a:lnTo>
                  <a:pt x="3473605" y="264995"/>
                </a:lnTo>
                <a:close/>
                <a:moveTo>
                  <a:pt x="616820" y="263357"/>
                </a:moveTo>
                <a:cubicBezTo>
                  <a:pt x="615728" y="263630"/>
                  <a:pt x="614499" y="264244"/>
                  <a:pt x="613134" y="265200"/>
                </a:cubicBezTo>
                <a:cubicBezTo>
                  <a:pt x="611768" y="266156"/>
                  <a:pt x="611086" y="266907"/>
                  <a:pt x="611086" y="267453"/>
                </a:cubicBezTo>
                <a:lnTo>
                  <a:pt x="612724" y="268272"/>
                </a:lnTo>
                <a:cubicBezTo>
                  <a:pt x="613543" y="268272"/>
                  <a:pt x="614362" y="267726"/>
                  <a:pt x="615182" y="266634"/>
                </a:cubicBezTo>
                <a:cubicBezTo>
                  <a:pt x="616001" y="265541"/>
                  <a:pt x="616547" y="264449"/>
                  <a:pt x="616820" y="263357"/>
                </a:cubicBezTo>
                <a:close/>
                <a:moveTo>
                  <a:pt x="1431055" y="262128"/>
                </a:moveTo>
                <a:cubicBezTo>
                  <a:pt x="1430236" y="262128"/>
                  <a:pt x="1428802" y="262606"/>
                  <a:pt x="1426754" y="263562"/>
                </a:cubicBezTo>
                <a:cubicBezTo>
                  <a:pt x="1424706" y="264517"/>
                  <a:pt x="1423136" y="265405"/>
                  <a:pt x="1422044" y="266224"/>
                </a:cubicBezTo>
                <a:cubicBezTo>
                  <a:pt x="1423136" y="266224"/>
                  <a:pt x="1424775" y="265746"/>
                  <a:pt x="1426959" y="264790"/>
                </a:cubicBezTo>
                <a:cubicBezTo>
                  <a:pt x="1429144" y="263835"/>
                  <a:pt x="1430509" y="262947"/>
                  <a:pt x="1431055" y="262128"/>
                </a:cubicBezTo>
                <a:close/>
                <a:moveTo>
                  <a:pt x="540639" y="260900"/>
                </a:moveTo>
                <a:cubicBezTo>
                  <a:pt x="539547" y="261173"/>
                  <a:pt x="537499" y="263220"/>
                  <a:pt x="534495" y="267043"/>
                </a:cubicBezTo>
                <a:cubicBezTo>
                  <a:pt x="531492" y="270866"/>
                  <a:pt x="529854" y="272914"/>
                  <a:pt x="529581" y="273187"/>
                </a:cubicBezTo>
                <a:cubicBezTo>
                  <a:pt x="535315" y="268818"/>
                  <a:pt x="539274" y="265268"/>
                  <a:pt x="541458" y="262538"/>
                </a:cubicBezTo>
                <a:close/>
                <a:moveTo>
                  <a:pt x="1389278" y="260080"/>
                </a:moveTo>
                <a:cubicBezTo>
                  <a:pt x="1387913" y="260080"/>
                  <a:pt x="1383954" y="262674"/>
                  <a:pt x="1377401" y="267862"/>
                </a:cubicBezTo>
                <a:cubicBezTo>
                  <a:pt x="1373032" y="268954"/>
                  <a:pt x="1370847" y="270320"/>
                  <a:pt x="1370847" y="271958"/>
                </a:cubicBezTo>
                <a:lnTo>
                  <a:pt x="1371257" y="272368"/>
                </a:lnTo>
                <a:cubicBezTo>
                  <a:pt x="1372895" y="272368"/>
                  <a:pt x="1376104" y="270729"/>
                  <a:pt x="1380882" y="267453"/>
                </a:cubicBezTo>
                <a:cubicBezTo>
                  <a:pt x="1385660" y="264176"/>
                  <a:pt x="1388459" y="261719"/>
                  <a:pt x="1389278" y="260080"/>
                </a:cubicBezTo>
                <a:close/>
                <a:moveTo>
                  <a:pt x="584873" y="258852"/>
                </a:moveTo>
                <a:lnTo>
                  <a:pt x="584873" y="262128"/>
                </a:lnTo>
                <a:cubicBezTo>
                  <a:pt x="584873" y="265132"/>
                  <a:pt x="585419" y="267453"/>
                  <a:pt x="586511" y="269091"/>
                </a:cubicBezTo>
                <a:cubicBezTo>
                  <a:pt x="587604" y="270729"/>
                  <a:pt x="589242" y="272368"/>
                  <a:pt x="591426" y="274006"/>
                </a:cubicBezTo>
                <a:cubicBezTo>
                  <a:pt x="591699" y="274279"/>
                  <a:pt x="592518" y="275030"/>
                  <a:pt x="593884" y="276259"/>
                </a:cubicBezTo>
                <a:cubicBezTo>
                  <a:pt x="595249" y="277487"/>
                  <a:pt x="595932" y="279057"/>
                  <a:pt x="595932" y="280969"/>
                </a:cubicBezTo>
                <a:lnTo>
                  <a:pt x="593884" y="282197"/>
                </a:lnTo>
                <a:cubicBezTo>
                  <a:pt x="593884" y="282744"/>
                  <a:pt x="594088" y="283153"/>
                  <a:pt x="594498" y="283426"/>
                </a:cubicBezTo>
                <a:cubicBezTo>
                  <a:pt x="594908" y="283699"/>
                  <a:pt x="595385" y="283836"/>
                  <a:pt x="595932" y="283836"/>
                </a:cubicBezTo>
                <a:cubicBezTo>
                  <a:pt x="597024" y="283836"/>
                  <a:pt x="597979" y="283426"/>
                  <a:pt x="598798" y="282607"/>
                </a:cubicBezTo>
                <a:lnTo>
                  <a:pt x="597160" y="277692"/>
                </a:lnTo>
                <a:lnTo>
                  <a:pt x="600027" y="277692"/>
                </a:lnTo>
                <a:cubicBezTo>
                  <a:pt x="600027" y="276873"/>
                  <a:pt x="599413" y="276327"/>
                  <a:pt x="598184" y="276054"/>
                </a:cubicBezTo>
                <a:cubicBezTo>
                  <a:pt x="596955" y="275781"/>
                  <a:pt x="595932" y="275644"/>
                  <a:pt x="595112" y="275644"/>
                </a:cubicBezTo>
                <a:lnTo>
                  <a:pt x="596341" y="273596"/>
                </a:lnTo>
                <a:cubicBezTo>
                  <a:pt x="596341" y="272504"/>
                  <a:pt x="594566" y="271412"/>
                  <a:pt x="591017" y="270320"/>
                </a:cubicBezTo>
                <a:cubicBezTo>
                  <a:pt x="589378" y="269774"/>
                  <a:pt x="588286" y="268954"/>
                  <a:pt x="587740" y="267862"/>
                </a:cubicBezTo>
                <a:cubicBezTo>
                  <a:pt x="587194" y="266770"/>
                  <a:pt x="586716" y="265268"/>
                  <a:pt x="586306" y="263357"/>
                </a:cubicBezTo>
                <a:cubicBezTo>
                  <a:pt x="585897" y="261446"/>
                  <a:pt x="585419" y="259944"/>
                  <a:pt x="584873" y="258852"/>
                </a:cubicBezTo>
                <a:close/>
                <a:moveTo>
                  <a:pt x="1108310" y="258033"/>
                </a:moveTo>
                <a:cubicBezTo>
                  <a:pt x="1102030" y="259671"/>
                  <a:pt x="1097866" y="261650"/>
                  <a:pt x="1095818" y="263971"/>
                </a:cubicBezTo>
                <a:cubicBezTo>
                  <a:pt x="1093770" y="266292"/>
                  <a:pt x="1091381" y="270866"/>
                  <a:pt x="1088650" y="277692"/>
                </a:cubicBezTo>
                <a:cubicBezTo>
                  <a:pt x="1089742" y="278784"/>
                  <a:pt x="1091790" y="280491"/>
                  <a:pt x="1094794" y="282812"/>
                </a:cubicBezTo>
                <a:cubicBezTo>
                  <a:pt x="1097797" y="285133"/>
                  <a:pt x="1099299" y="286430"/>
                  <a:pt x="1099299" y="286703"/>
                </a:cubicBezTo>
                <a:cubicBezTo>
                  <a:pt x="1099299" y="288068"/>
                  <a:pt x="1098548" y="289843"/>
                  <a:pt x="1097047" y="292027"/>
                </a:cubicBezTo>
                <a:cubicBezTo>
                  <a:pt x="1095545" y="294212"/>
                  <a:pt x="1094794" y="295577"/>
                  <a:pt x="1094794" y="296123"/>
                </a:cubicBezTo>
                <a:lnTo>
                  <a:pt x="1094794" y="296533"/>
                </a:lnTo>
                <a:cubicBezTo>
                  <a:pt x="1095067" y="296259"/>
                  <a:pt x="1095476" y="296055"/>
                  <a:pt x="1096023" y="295918"/>
                </a:cubicBezTo>
                <a:cubicBezTo>
                  <a:pt x="1096569" y="295782"/>
                  <a:pt x="1096842" y="295986"/>
                  <a:pt x="1096842" y="296533"/>
                </a:cubicBezTo>
                <a:lnTo>
                  <a:pt x="1096432" y="297352"/>
                </a:lnTo>
                <a:cubicBezTo>
                  <a:pt x="1094521" y="297352"/>
                  <a:pt x="1092200" y="297966"/>
                  <a:pt x="1089470" y="299195"/>
                </a:cubicBezTo>
                <a:cubicBezTo>
                  <a:pt x="1086739" y="300423"/>
                  <a:pt x="1085374" y="301857"/>
                  <a:pt x="1085374" y="303495"/>
                </a:cubicBezTo>
                <a:lnTo>
                  <a:pt x="1085783" y="303905"/>
                </a:lnTo>
                <a:cubicBezTo>
                  <a:pt x="1086329" y="303905"/>
                  <a:pt x="1087422" y="303359"/>
                  <a:pt x="1089060" y="302267"/>
                </a:cubicBezTo>
                <a:cubicBezTo>
                  <a:pt x="1090698" y="301174"/>
                  <a:pt x="1092200" y="300628"/>
                  <a:pt x="1093565" y="300628"/>
                </a:cubicBezTo>
                <a:cubicBezTo>
                  <a:pt x="1093565" y="301447"/>
                  <a:pt x="1092814" y="302403"/>
                  <a:pt x="1091312" y="303495"/>
                </a:cubicBezTo>
                <a:cubicBezTo>
                  <a:pt x="1089811" y="304588"/>
                  <a:pt x="1088514" y="305270"/>
                  <a:pt x="1087422" y="305543"/>
                </a:cubicBezTo>
                <a:cubicBezTo>
                  <a:pt x="1086056" y="308274"/>
                  <a:pt x="1085169" y="311687"/>
                  <a:pt x="1084759" y="315783"/>
                </a:cubicBezTo>
                <a:cubicBezTo>
                  <a:pt x="1084350" y="319878"/>
                  <a:pt x="1084008" y="322472"/>
                  <a:pt x="1083735" y="323564"/>
                </a:cubicBezTo>
                <a:cubicBezTo>
                  <a:pt x="1083462" y="323018"/>
                  <a:pt x="1083053" y="322063"/>
                  <a:pt x="1082507" y="320697"/>
                </a:cubicBezTo>
                <a:cubicBezTo>
                  <a:pt x="1081961" y="319332"/>
                  <a:pt x="1081142" y="318650"/>
                  <a:pt x="1080049" y="318650"/>
                </a:cubicBezTo>
                <a:lnTo>
                  <a:pt x="1079230" y="319059"/>
                </a:lnTo>
                <a:cubicBezTo>
                  <a:pt x="1079230" y="320151"/>
                  <a:pt x="1078684" y="320902"/>
                  <a:pt x="1077592" y="321312"/>
                </a:cubicBezTo>
                <a:cubicBezTo>
                  <a:pt x="1076500" y="321721"/>
                  <a:pt x="1075953" y="322199"/>
                  <a:pt x="1075953" y="322745"/>
                </a:cubicBezTo>
                <a:lnTo>
                  <a:pt x="1077182" y="323974"/>
                </a:lnTo>
                <a:lnTo>
                  <a:pt x="1074725" y="324793"/>
                </a:lnTo>
                <a:cubicBezTo>
                  <a:pt x="1073086" y="324793"/>
                  <a:pt x="1070902" y="324452"/>
                  <a:pt x="1068172" y="323769"/>
                </a:cubicBezTo>
                <a:cubicBezTo>
                  <a:pt x="1065441" y="323087"/>
                  <a:pt x="1064076" y="322336"/>
                  <a:pt x="1064076" y="321517"/>
                </a:cubicBezTo>
                <a:lnTo>
                  <a:pt x="1066124" y="319469"/>
                </a:lnTo>
                <a:cubicBezTo>
                  <a:pt x="1066124" y="318650"/>
                  <a:pt x="1065509" y="318035"/>
                  <a:pt x="1064281" y="317626"/>
                </a:cubicBezTo>
                <a:cubicBezTo>
                  <a:pt x="1063052" y="317216"/>
                  <a:pt x="1062164" y="316465"/>
                  <a:pt x="1061618" y="315373"/>
                </a:cubicBezTo>
                <a:lnTo>
                  <a:pt x="1061209" y="314963"/>
                </a:lnTo>
                <a:cubicBezTo>
                  <a:pt x="1059844" y="314963"/>
                  <a:pt x="1056635" y="316875"/>
                  <a:pt x="1051584" y="320697"/>
                </a:cubicBezTo>
                <a:cubicBezTo>
                  <a:pt x="1046532" y="324520"/>
                  <a:pt x="1043597" y="326705"/>
                  <a:pt x="1042778" y="327251"/>
                </a:cubicBezTo>
                <a:cubicBezTo>
                  <a:pt x="1049604" y="327251"/>
                  <a:pt x="1053017" y="327933"/>
                  <a:pt x="1053017" y="329299"/>
                </a:cubicBezTo>
                <a:lnTo>
                  <a:pt x="1052198" y="329708"/>
                </a:lnTo>
                <a:cubicBezTo>
                  <a:pt x="1050833" y="329708"/>
                  <a:pt x="1049331" y="330937"/>
                  <a:pt x="1047693" y="333394"/>
                </a:cubicBezTo>
                <a:lnTo>
                  <a:pt x="1047283" y="332985"/>
                </a:lnTo>
                <a:cubicBezTo>
                  <a:pt x="1046737" y="331619"/>
                  <a:pt x="1039365" y="330937"/>
                  <a:pt x="1025166" y="330937"/>
                </a:cubicBezTo>
                <a:cubicBezTo>
                  <a:pt x="1023801" y="330937"/>
                  <a:pt x="1022299" y="331210"/>
                  <a:pt x="1020661" y="331756"/>
                </a:cubicBezTo>
                <a:cubicBezTo>
                  <a:pt x="1020661" y="333394"/>
                  <a:pt x="1025030" y="334213"/>
                  <a:pt x="1033767" y="334213"/>
                </a:cubicBezTo>
                <a:lnTo>
                  <a:pt x="1058751" y="334623"/>
                </a:lnTo>
                <a:cubicBezTo>
                  <a:pt x="1060936" y="334623"/>
                  <a:pt x="1062574" y="334486"/>
                  <a:pt x="1063666" y="334213"/>
                </a:cubicBezTo>
                <a:lnTo>
                  <a:pt x="1064076" y="333804"/>
                </a:lnTo>
                <a:lnTo>
                  <a:pt x="1062847" y="332166"/>
                </a:lnTo>
                <a:lnTo>
                  <a:pt x="1106672" y="326841"/>
                </a:lnTo>
                <a:cubicBezTo>
                  <a:pt x="1108310" y="319742"/>
                  <a:pt x="1109129" y="310458"/>
                  <a:pt x="1109129" y="298990"/>
                </a:cubicBezTo>
                <a:cubicBezTo>
                  <a:pt x="1109129" y="293256"/>
                  <a:pt x="1109061" y="286020"/>
                  <a:pt x="1108924" y="277283"/>
                </a:cubicBezTo>
                <a:cubicBezTo>
                  <a:pt x="1108788" y="268545"/>
                  <a:pt x="1108583" y="262128"/>
                  <a:pt x="1108310" y="258033"/>
                </a:cubicBezTo>
                <a:close/>
                <a:moveTo>
                  <a:pt x="2647902" y="255985"/>
                </a:moveTo>
                <a:cubicBezTo>
                  <a:pt x="2642714" y="257077"/>
                  <a:pt x="2634864" y="259534"/>
                  <a:pt x="2624352" y="263357"/>
                </a:cubicBezTo>
                <a:cubicBezTo>
                  <a:pt x="2613839" y="267180"/>
                  <a:pt x="2608174" y="270320"/>
                  <a:pt x="2607354" y="272777"/>
                </a:cubicBezTo>
                <a:lnTo>
                  <a:pt x="2603258" y="270729"/>
                </a:lnTo>
                <a:cubicBezTo>
                  <a:pt x="2602986" y="271002"/>
                  <a:pt x="2602644" y="272163"/>
                  <a:pt x="2602235" y="274211"/>
                </a:cubicBezTo>
                <a:cubicBezTo>
                  <a:pt x="2601825" y="276259"/>
                  <a:pt x="2600528" y="277283"/>
                  <a:pt x="2598344" y="277283"/>
                </a:cubicBezTo>
                <a:cubicBezTo>
                  <a:pt x="2597798" y="277283"/>
                  <a:pt x="2597115" y="277078"/>
                  <a:pt x="2596296" y="276668"/>
                </a:cubicBezTo>
                <a:cubicBezTo>
                  <a:pt x="2595477" y="276259"/>
                  <a:pt x="2594794" y="276054"/>
                  <a:pt x="2594248" y="276054"/>
                </a:cubicBezTo>
                <a:cubicBezTo>
                  <a:pt x="2593156" y="276054"/>
                  <a:pt x="2591722" y="276532"/>
                  <a:pt x="2589947" y="277487"/>
                </a:cubicBezTo>
                <a:cubicBezTo>
                  <a:pt x="2588172" y="278443"/>
                  <a:pt x="2586876" y="278921"/>
                  <a:pt x="2586056" y="278921"/>
                </a:cubicBezTo>
                <a:cubicBezTo>
                  <a:pt x="2584418" y="278921"/>
                  <a:pt x="2582507" y="276600"/>
                  <a:pt x="2580322" y="271958"/>
                </a:cubicBezTo>
                <a:cubicBezTo>
                  <a:pt x="2578138" y="267316"/>
                  <a:pt x="2576636" y="264722"/>
                  <a:pt x="2575817" y="264176"/>
                </a:cubicBezTo>
                <a:cubicBezTo>
                  <a:pt x="2574725" y="264449"/>
                  <a:pt x="2573018" y="267248"/>
                  <a:pt x="2570697" y="272572"/>
                </a:cubicBezTo>
                <a:cubicBezTo>
                  <a:pt x="2568376" y="277897"/>
                  <a:pt x="2566806" y="281242"/>
                  <a:pt x="2565987" y="282607"/>
                </a:cubicBezTo>
                <a:cubicBezTo>
                  <a:pt x="2561618" y="290798"/>
                  <a:pt x="2558478" y="297352"/>
                  <a:pt x="2556567" y="302267"/>
                </a:cubicBezTo>
                <a:cubicBezTo>
                  <a:pt x="2554656" y="307181"/>
                  <a:pt x="2553700" y="312369"/>
                  <a:pt x="2553700" y="317830"/>
                </a:cubicBezTo>
                <a:cubicBezTo>
                  <a:pt x="2553700" y="320834"/>
                  <a:pt x="2553836" y="323428"/>
                  <a:pt x="2554110" y="325612"/>
                </a:cubicBezTo>
                <a:cubicBezTo>
                  <a:pt x="2554382" y="327797"/>
                  <a:pt x="2554656" y="329708"/>
                  <a:pt x="2554928" y="331346"/>
                </a:cubicBezTo>
                <a:cubicBezTo>
                  <a:pt x="2556567" y="329162"/>
                  <a:pt x="2557864" y="327729"/>
                  <a:pt x="2558820" y="327046"/>
                </a:cubicBezTo>
                <a:cubicBezTo>
                  <a:pt x="2559775" y="326363"/>
                  <a:pt x="2561345" y="326022"/>
                  <a:pt x="2563530" y="326022"/>
                </a:cubicBezTo>
                <a:cubicBezTo>
                  <a:pt x="2572540" y="326022"/>
                  <a:pt x="2581278" y="325476"/>
                  <a:pt x="2589742" y="324384"/>
                </a:cubicBezTo>
                <a:cubicBezTo>
                  <a:pt x="2598207" y="323291"/>
                  <a:pt x="2610222" y="321517"/>
                  <a:pt x="2625785" y="319059"/>
                </a:cubicBezTo>
                <a:cubicBezTo>
                  <a:pt x="2631246" y="317967"/>
                  <a:pt x="2639438" y="316602"/>
                  <a:pt x="2650360" y="314963"/>
                </a:cubicBezTo>
                <a:cubicBezTo>
                  <a:pt x="2649814" y="288751"/>
                  <a:pt x="2648994" y="269091"/>
                  <a:pt x="2647902" y="255985"/>
                </a:cubicBezTo>
                <a:close/>
                <a:moveTo>
                  <a:pt x="176527" y="255165"/>
                </a:moveTo>
                <a:lnTo>
                  <a:pt x="174889" y="255575"/>
                </a:lnTo>
                <a:lnTo>
                  <a:pt x="176527" y="257213"/>
                </a:lnTo>
                <a:cubicBezTo>
                  <a:pt x="177619" y="259398"/>
                  <a:pt x="178165" y="261173"/>
                  <a:pt x="178165" y="262538"/>
                </a:cubicBezTo>
                <a:lnTo>
                  <a:pt x="176937" y="309229"/>
                </a:lnTo>
                <a:lnTo>
                  <a:pt x="179394" y="310049"/>
                </a:lnTo>
                <a:cubicBezTo>
                  <a:pt x="190043" y="310049"/>
                  <a:pt x="203286" y="308820"/>
                  <a:pt x="219123" y="306362"/>
                </a:cubicBezTo>
                <a:lnTo>
                  <a:pt x="238782" y="303905"/>
                </a:lnTo>
                <a:cubicBezTo>
                  <a:pt x="231956" y="299536"/>
                  <a:pt x="224993" y="294826"/>
                  <a:pt x="217894" y="289775"/>
                </a:cubicBezTo>
                <a:cubicBezTo>
                  <a:pt x="210795" y="284723"/>
                  <a:pt x="204651" y="279740"/>
                  <a:pt x="199463" y="274825"/>
                </a:cubicBezTo>
                <a:cubicBezTo>
                  <a:pt x="198371" y="273733"/>
                  <a:pt x="194617" y="270183"/>
                  <a:pt x="188200" y="264176"/>
                </a:cubicBezTo>
                <a:cubicBezTo>
                  <a:pt x="181783" y="258169"/>
                  <a:pt x="177892" y="255165"/>
                  <a:pt x="176527" y="255165"/>
                </a:cubicBezTo>
                <a:close/>
                <a:moveTo>
                  <a:pt x="3743925" y="253937"/>
                </a:moveTo>
                <a:lnTo>
                  <a:pt x="3743106" y="254346"/>
                </a:lnTo>
                <a:lnTo>
                  <a:pt x="3743925" y="254756"/>
                </a:lnTo>
                <a:lnTo>
                  <a:pt x="3744334" y="254756"/>
                </a:lnTo>
                <a:close/>
                <a:moveTo>
                  <a:pt x="2923136" y="251889"/>
                </a:moveTo>
                <a:cubicBezTo>
                  <a:pt x="2922318" y="251889"/>
                  <a:pt x="2921908" y="254892"/>
                  <a:pt x="2921908" y="260900"/>
                </a:cubicBezTo>
                <a:lnTo>
                  <a:pt x="2921498" y="271139"/>
                </a:lnTo>
                <a:lnTo>
                  <a:pt x="2928052" y="262128"/>
                </a:lnTo>
                <a:cubicBezTo>
                  <a:pt x="2926959" y="258852"/>
                  <a:pt x="2925321" y="255439"/>
                  <a:pt x="2923136" y="251889"/>
                </a:cubicBezTo>
                <a:close/>
                <a:moveTo>
                  <a:pt x="539410" y="251889"/>
                </a:moveTo>
                <a:cubicBezTo>
                  <a:pt x="534769" y="255985"/>
                  <a:pt x="531902" y="258852"/>
                  <a:pt x="530809" y="260490"/>
                </a:cubicBezTo>
                <a:cubicBezTo>
                  <a:pt x="531902" y="259944"/>
                  <a:pt x="533199" y="258852"/>
                  <a:pt x="534700" y="257213"/>
                </a:cubicBezTo>
                <a:cubicBezTo>
                  <a:pt x="536202" y="255575"/>
                  <a:pt x="537636" y="254756"/>
                  <a:pt x="539001" y="254756"/>
                </a:cubicBezTo>
                <a:lnTo>
                  <a:pt x="539820" y="254756"/>
                </a:lnTo>
                <a:lnTo>
                  <a:pt x="539001" y="253118"/>
                </a:lnTo>
                <a:close/>
                <a:moveTo>
                  <a:pt x="2383726" y="249841"/>
                </a:moveTo>
                <a:lnTo>
                  <a:pt x="2384955" y="269910"/>
                </a:lnTo>
                <a:lnTo>
                  <a:pt x="2385774" y="266224"/>
                </a:lnTo>
                <a:cubicBezTo>
                  <a:pt x="2385774" y="264040"/>
                  <a:pt x="2385092" y="258579"/>
                  <a:pt x="2383726" y="249841"/>
                </a:cubicBezTo>
                <a:close/>
                <a:moveTo>
                  <a:pt x="541049" y="247384"/>
                </a:moveTo>
                <a:cubicBezTo>
                  <a:pt x="540503" y="247384"/>
                  <a:pt x="539342" y="247930"/>
                  <a:pt x="537567" y="249022"/>
                </a:cubicBezTo>
                <a:cubicBezTo>
                  <a:pt x="535792" y="250114"/>
                  <a:pt x="534905" y="250933"/>
                  <a:pt x="534905" y="251479"/>
                </a:cubicBezTo>
                <a:lnTo>
                  <a:pt x="535315" y="251889"/>
                </a:lnTo>
                <a:cubicBezTo>
                  <a:pt x="535861" y="251889"/>
                  <a:pt x="536612" y="251616"/>
                  <a:pt x="537567" y="251070"/>
                </a:cubicBezTo>
                <a:cubicBezTo>
                  <a:pt x="538523" y="250524"/>
                  <a:pt x="539547" y="250251"/>
                  <a:pt x="540639" y="250251"/>
                </a:cubicBezTo>
                <a:cubicBezTo>
                  <a:pt x="540639" y="249978"/>
                  <a:pt x="540571" y="249568"/>
                  <a:pt x="540434" y="249022"/>
                </a:cubicBezTo>
                <a:cubicBezTo>
                  <a:pt x="540298" y="248476"/>
                  <a:pt x="540503" y="247930"/>
                  <a:pt x="541049" y="247384"/>
                </a:cubicBezTo>
                <a:close/>
                <a:moveTo>
                  <a:pt x="3746382" y="243288"/>
                </a:moveTo>
                <a:lnTo>
                  <a:pt x="3746382" y="245336"/>
                </a:lnTo>
                <a:lnTo>
                  <a:pt x="3746792" y="245745"/>
                </a:lnTo>
                <a:lnTo>
                  <a:pt x="3747202" y="244926"/>
                </a:lnTo>
                <a:close/>
                <a:moveTo>
                  <a:pt x="2943615" y="243288"/>
                </a:moveTo>
                <a:lnTo>
                  <a:pt x="2928870" y="249022"/>
                </a:lnTo>
                <a:cubicBezTo>
                  <a:pt x="2931328" y="251479"/>
                  <a:pt x="2932557" y="253664"/>
                  <a:pt x="2932557" y="255575"/>
                </a:cubicBezTo>
                <a:cubicBezTo>
                  <a:pt x="2932557" y="255848"/>
                  <a:pt x="2932079" y="256326"/>
                  <a:pt x="2931123" y="257009"/>
                </a:cubicBezTo>
                <a:cubicBezTo>
                  <a:pt x="2930168" y="257691"/>
                  <a:pt x="2929690" y="258442"/>
                  <a:pt x="2929690" y="259261"/>
                </a:cubicBezTo>
                <a:cubicBezTo>
                  <a:pt x="2931874" y="257077"/>
                  <a:pt x="2934742" y="254073"/>
                  <a:pt x="2938291" y="250251"/>
                </a:cubicBezTo>
                <a:cubicBezTo>
                  <a:pt x="2941840" y="246428"/>
                  <a:pt x="2943615" y="244107"/>
                  <a:pt x="2943615" y="243288"/>
                </a:cubicBezTo>
                <a:close/>
                <a:moveTo>
                  <a:pt x="1048512" y="242878"/>
                </a:moveTo>
                <a:cubicBezTo>
                  <a:pt x="1045508" y="242878"/>
                  <a:pt x="1040252" y="244858"/>
                  <a:pt x="1032743" y="248817"/>
                </a:cubicBezTo>
                <a:cubicBezTo>
                  <a:pt x="1025234" y="252776"/>
                  <a:pt x="1021207" y="255985"/>
                  <a:pt x="1020661" y="258442"/>
                </a:cubicBezTo>
                <a:lnTo>
                  <a:pt x="1019022" y="258442"/>
                </a:lnTo>
                <a:cubicBezTo>
                  <a:pt x="1018476" y="259261"/>
                  <a:pt x="1016906" y="260558"/>
                  <a:pt x="1014312" y="262333"/>
                </a:cubicBezTo>
                <a:cubicBezTo>
                  <a:pt x="1011718" y="264108"/>
                  <a:pt x="1010422" y="265814"/>
                  <a:pt x="1010422" y="267453"/>
                </a:cubicBezTo>
                <a:cubicBezTo>
                  <a:pt x="1010422" y="268272"/>
                  <a:pt x="1011036" y="268750"/>
                  <a:pt x="1012264" y="268886"/>
                </a:cubicBezTo>
                <a:cubicBezTo>
                  <a:pt x="1013493" y="269023"/>
                  <a:pt x="1014108" y="269637"/>
                  <a:pt x="1014108" y="270729"/>
                </a:cubicBezTo>
                <a:cubicBezTo>
                  <a:pt x="1014108" y="272641"/>
                  <a:pt x="1013015" y="274962"/>
                  <a:pt x="1010831" y="277692"/>
                </a:cubicBezTo>
                <a:cubicBezTo>
                  <a:pt x="1008920" y="279876"/>
                  <a:pt x="1007691" y="282812"/>
                  <a:pt x="1007145" y="286498"/>
                </a:cubicBezTo>
                <a:cubicBezTo>
                  <a:pt x="1006599" y="290184"/>
                  <a:pt x="1006257" y="293734"/>
                  <a:pt x="1006121" y="297147"/>
                </a:cubicBezTo>
                <a:cubicBezTo>
                  <a:pt x="1005984" y="300560"/>
                  <a:pt x="1005916" y="302813"/>
                  <a:pt x="1005916" y="303905"/>
                </a:cubicBezTo>
                <a:cubicBezTo>
                  <a:pt x="1009193" y="302540"/>
                  <a:pt x="1012196" y="301447"/>
                  <a:pt x="1014927" y="300628"/>
                </a:cubicBezTo>
                <a:lnTo>
                  <a:pt x="1048102" y="287522"/>
                </a:lnTo>
                <a:lnTo>
                  <a:pt x="1048512" y="275235"/>
                </a:lnTo>
                <a:cubicBezTo>
                  <a:pt x="1049058" y="264313"/>
                  <a:pt x="1049331" y="255985"/>
                  <a:pt x="1049331" y="250251"/>
                </a:cubicBezTo>
                <a:cubicBezTo>
                  <a:pt x="1049331" y="246974"/>
                  <a:pt x="1048922" y="245336"/>
                  <a:pt x="1048102" y="245336"/>
                </a:cubicBezTo>
                <a:cubicBezTo>
                  <a:pt x="1047556" y="245336"/>
                  <a:pt x="1046874" y="245813"/>
                  <a:pt x="1046054" y="246769"/>
                </a:cubicBezTo>
                <a:cubicBezTo>
                  <a:pt x="1045235" y="247725"/>
                  <a:pt x="1044416" y="248203"/>
                  <a:pt x="1043597" y="248203"/>
                </a:cubicBezTo>
                <a:lnTo>
                  <a:pt x="1043187" y="248203"/>
                </a:lnTo>
                <a:cubicBezTo>
                  <a:pt x="1043187" y="247110"/>
                  <a:pt x="1044007" y="246087"/>
                  <a:pt x="1045645" y="245131"/>
                </a:cubicBezTo>
                <a:cubicBezTo>
                  <a:pt x="1047283" y="244175"/>
                  <a:pt x="1048239" y="243424"/>
                  <a:pt x="1048512" y="242878"/>
                </a:cubicBezTo>
                <a:close/>
                <a:moveTo>
                  <a:pt x="979703" y="242878"/>
                </a:moveTo>
                <a:lnTo>
                  <a:pt x="974379" y="246974"/>
                </a:lnTo>
                <a:lnTo>
                  <a:pt x="977246" y="246974"/>
                </a:lnTo>
                <a:cubicBezTo>
                  <a:pt x="977792" y="246974"/>
                  <a:pt x="978338" y="246701"/>
                  <a:pt x="978884" y="246155"/>
                </a:cubicBezTo>
                <a:cubicBezTo>
                  <a:pt x="979430" y="245609"/>
                  <a:pt x="979703" y="245063"/>
                  <a:pt x="979703" y="244517"/>
                </a:cubicBezTo>
                <a:close/>
                <a:moveTo>
                  <a:pt x="2253482" y="239602"/>
                </a:moveTo>
                <a:lnTo>
                  <a:pt x="2253891" y="243288"/>
                </a:lnTo>
                <a:cubicBezTo>
                  <a:pt x="2253891" y="246564"/>
                  <a:pt x="2253345" y="251752"/>
                  <a:pt x="2252253" y="258852"/>
                </a:cubicBezTo>
                <a:lnTo>
                  <a:pt x="2252253" y="249022"/>
                </a:lnTo>
                <a:cubicBezTo>
                  <a:pt x="2252253" y="244653"/>
                  <a:pt x="2252662" y="241513"/>
                  <a:pt x="2253482" y="239602"/>
                </a:cubicBezTo>
                <a:close/>
                <a:moveTo>
                  <a:pt x="2970238" y="238373"/>
                </a:moveTo>
                <a:cubicBezTo>
                  <a:pt x="2966142" y="238373"/>
                  <a:pt x="2959998" y="242946"/>
                  <a:pt x="2951807" y="252094"/>
                </a:cubicBezTo>
                <a:cubicBezTo>
                  <a:pt x="2943615" y="261241"/>
                  <a:pt x="2939110" y="266361"/>
                  <a:pt x="2938291" y="267453"/>
                </a:cubicBezTo>
                <a:cubicBezTo>
                  <a:pt x="2939929" y="270729"/>
                  <a:pt x="2941294" y="273187"/>
                  <a:pt x="2942386" y="274825"/>
                </a:cubicBezTo>
                <a:cubicBezTo>
                  <a:pt x="2943752" y="274279"/>
                  <a:pt x="2946619" y="272231"/>
                  <a:pt x="2950988" y="268681"/>
                </a:cubicBezTo>
                <a:cubicBezTo>
                  <a:pt x="2952899" y="267589"/>
                  <a:pt x="2955834" y="265610"/>
                  <a:pt x="2959794" y="262743"/>
                </a:cubicBezTo>
                <a:cubicBezTo>
                  <a:pt x="2963753" y="259876"/>
                  <a:pt x="2966142" y="258306"/>
                  <a:pt x="2966961" y="258033"/>
                </a:cubicBezTo>
                <a:cubicBezTo>
                  <a:pt x="2969419" y="255575"/>
                  <a:pt x="2970920" y="253800"/>
                  <a:pt x="2971466" y="252708"/>
                </a:cubicBezTo>
                <a:cubicBezTo>
                  <a:pt x="2972013" y="251616"/>
                  <a:pt x="2972286" y="250114"/>
                  <a:pt x="2972286" y="248203"/>
                </a:cubicBezTo>
                <a:cubicBezTo>
                  <a:pt x="2972286" y="246291"/>
                  <a:pt x="2972422" y="244107"/>
                  <a:pt x="2972695" y="241649"/>
                </a:cubicBezTo>
                <a:cubicBezTo>
                  <a:pt x="2972695" y="240830"/>
                  <a:pt x="2972490" y="240079"/>
                  <a:pt x="2972081" y="239397"/>
                </a:cubicBezTo>
                <a:cubicBezTo>
                  <a:pt x="2971671" y="238714"/>
                  <a:pt x="2971057" y="238373"/>
                  <a:pt x="2970238" y="238373"/>
                </a:cubicBezTo>
                <a:close/>
                <a:moveTo>
                  <a:pt x="2387822" y="238373"/>
                </a:moveTo>
                <a:lnTo>
                  <a:pt x="2387412" y="240421"/>
                </a:lnTo>
                <a:cubicBezTo>
                  <a:pt x="2387686" y="241240"/>
                  <a:pt x="2387822" y="242400"/>
                  <a:pt x="2387822" y="243902"/>
                </a:cubicBezTo>
                <a:cubicBezTo>
                  <a:pt x="2387822" y="245404"/>
                  <a:pt x="2387412" y="246155"/>
                  <a:pt x="2386594" y="246155"/>
                </a:cubicBezTo>
                <a:cubicBezTo>
                  <a:pt x="2386320" y="245609"/>
                  <a:pt x="2385774" y="244243"/>
                  <a:pt x="2384955" y="242059"/>
                </a:cubicBezTo>
                <a:lnTo>
                  <a:pt x="2384546" y="243697"/>
                </a:lnTo>
                <a:cubicBezTo>
                  <a:pt x="2384546" y="244790"/>
                  <a:pt x="2385023" y="245882"/>
                  <a:pt x="2385979" y="246974"/>
                </a:cubicBezTo>
                <a:cubicBezTo>
                  <a:pt x="2386935" y="248066"/>
                  <a:pt x="2387412" y="249022"/>
                  <a:pt x="2387412" y="249841"/>
                </a:cubicBezTo>
                <a:cubicBezTo>
                  <a:pt x="2387412" y="250114"/>
                  <a:pt x="2387071" y="250592"/>
                  <a:pt x="2386388" y="251274"/>
                </a:cubicBezTo>
                <a:cubicBezTo>
                  <a:pt x="2385706" y="251957"/>
                  <a:pt x="2385365" y="252571"/>
                  <a:pt x="2385365" y="253118"/>
                </a:cubicBezTo>
                <a:cubicBezTo>
                  <a:pt x="2386730" y="253937"/>
                  <a:pt x="2387412" y="255302"/>
                  <a:pt x="2387412" y="257213"/>
                </a:cubicBezTo>
                <a:lnTo>
                  <a:pt x="2387412" y="261309"/>
                </a:lnTo>
                <a:cubicBezTo>
                  <a:pt x="2387412" y="263493"/>
                  <a:pt x="2387686" y="264586"/>
                  <a:pt x="2388232" y="264586"/>
                </a:cubicBezTo>
                <a:lnTo>
                  <a:pt x="2388641" y="258442"/>
                </a:lnTo>
                <a:cubicBezTo>
                  <a:pt x="2388641" y="249431"/>
                  <a:pt x="2388368" y="242742"/>
                  <a:pt x="2387822" y="238373"/>
                </a:cubicBezTo>
                <a:close/>
                <a:moveTo>
                  <a:pt x="2402976" y="237963"/>
                </a:moveTo>
                <a:lnTo>
                  <a:pt x="2405844" y="248203"/>
                </a:lnTo>
                <a:cubicBezTo>
                  <a:pt x="2406116" y="248476"/>
                  <a:pt x="2405980" y="248749"/>
                  <a:pt x="2405434" y="249022"/>
                </a:cubicBezTo>
                <a:cubicBezTo>
                  <a:pt x="2404888" y="249295"/>
                  <a:pt x="2404478" y="249431"/>
                  <a:pt x="2404205" y="249431"/>
                </a:cubicBezTo>
                <a:cubicBezTo>
                  <a:pt x="2403113" y="249431"/>
                  <a:pt x="2402567" y="247384"/>
                  <a:pt x="2402567" y="243288"/>
                </a:cubicBezTo>
                <a:cubicBezTo>
                  <a:pt x="2402567" y="240830"/>
                  <a:pt x="2402704" y="239055"/>
                  <a:pt x="2402976" y="237963"/>
                </a:cubicBezTo>
                <a:close/>
                <a:moveTo>
                  <a:pt x="1320470" y="237963"/>
                </a:moveTo>
                <a:lnTo>
                  <a:pt x="1312278" y="247384"/>
                </a:lnTo>
                <a:cubicBezTo>
                  <a:pt x="1313370" y="246291"/>
                  <a:pt x="1314804" y="244858"/>
                  <a:pt x="1316579" y="243083"/>
                </a:cubicBezTo>
                <a:cubicBezTo>
                  <a:pt x="1318354" y="241308"/>
                  <a:pt x="1319651" y="239602"/>
                  <a:pt x="1320470" y="237963"/>
                </a:cubicBezTo>
                <a:close/>
                <a:moveTo>
                  <a:pt x="2162146" y="236735"/>
                </a:moveTo>
                <a:cubicBezTo>
                  <a:pt x="2160781" y="237827"/>
                  <a:pt x="2159074" y="238714"/>
                  <a:pt x="2157026" y="239397"/>
                </a:cubicBezTo>
                <a:cubicBezTo>
                  <a:pt x="2154979" y="240079"/>
                  <a:pt x="2153682" y="241172"/>
                  <a:pt x="2153136" y="242673"/>
                </a:cubicBezTo>
                <a:cubicBezTo>
                  <a:pt x="2152590" y="244175"/>
                  <a:pt x="2152316" y="247384"/>
                  <a:pt x="2152316" y="252298"/>
                </a:cubicBezTo>
                <a:cubicBezTo>
                  <a:pt x="2152316" y="266224"/>
                  <a:pt x="2153272" y="283290"/>
                  <a:pt x="2155184" y="303495"/>
                </a:cubicBezTo>
                <a:lnTo>
                  <a:pt x="2156822" y="325203"/>
                </a:lnTo>
                <a:cubicBezTo>
                  <a:pt x="2157914" y="326295"/>
                  <a:pt x="2158324" y="327387"/>
                  <a:pt x="2158050" y="328479"/>
                </a:cubicBezTo>
                <a:lnTo>
                  <a:pt x="2156822" y="333804"/>
                </a:lnTo>
                <a:cubicBezTo>
                  <a:pt x="2157368" y="334896"/>
                  <a:pt x="2157641" y="337217"/>
                  <a:pt x="2157641" y="340767"/>
                </a:cubicBezTo>
                <a:cubicBezTo>
                  <a:pt x="2157641" y="344043"/>
                  <a:pt x="2157914" y="345955"/>
                  <a:pt x="2158460" y="346501"/>
                </a:cubicBezTo>
                <a:lnTo>
                  <a:pt x="2158870" y="347729"/>
                </a:lnTo>
                <a:lnTo>
                  <a:pt x="2157641" y="355511"/>
                </a:lnTo>
                <a:cubicBezTo>
                  <a:pt x="2157641" y="356604"/>
                  <a:pt x="2157095" y="357901"/>
                  <a:pt x="2156002" y="359402"/>
                </a:cubicBezTo>
                <a:cubicBezTo>
                  <a:pt x="2154910" y="360904"/>
                  <a:pt x="2154364" y="362474"/>
                  <a:pt x="2154364" y="364112"/>
                </a:cubicBezTo>
                <a:lnTo>
                  <a:pt x="2154364" y="366979"/>
                </a:lnTo>
                <a:cubicBezTo>
                  <a:pt x="2156002" y="364795"/>
                  <a:pt x="2157095" y="362474"/>
                  <a:pt x="2157641" y="360017"/>
                </a:cubicBezTo>
                <a:lnTo>
                  <a:pt x="2158050" y="360426"/>
                </a:lnTo>
                <a:cubicBezTo>
                  <a:pt x="2160508" y="360153"/>
                  <a:pt x="2164876" y="353054"/>
                  <a:pt x="2171157" y="339128"/>
                </a:cubicBezTo>
                <a:cubicBezTo>
                  <a:pt x="2177437" y="325203"/>
                  <a:pt x="2180577" y="316465"/>
                  <a:pt x="2180577" y="312916"/>
                </a:cubicBezTo>
                <a:cubicBezTo>
                  <a:pt x="2180577" y="312369"/>
                  <a:pt x="2178598" y="310936"/>
                  <a:pt x="2174638" y="308615"/>
                </a:cubicBezTo>
                <a:cubicBezTo>
                  <a:pt x="2170679" y="306294"/>
                  <a:pt x="2168426" y="304861"/>
                  <a:pt x="2167880" y="304314"/>
                </a:cubicBezTo>
                <a:cubicBezTo>
                  <a:pt x="2164604" y="301584"/>
                  <a:pt x="2162556" y="298580"/>
                  <a:pt x="2161737" y="295304"/>
                </a:cubicBezTo>
                <a:cubicBezTo>
                  <a:pt x="2160918" y="292027"/>
                  <a:pt x="2160508" y="287658"/>
                  <a:pt x="2160508" y="282197"/>
                </a:cubicBezTo>
                <a:cubicBezTo>
                  <a:pt x="2160508" y="276463"/>
                  <a:pt x="2160781" y="267316"/>
                  <a:pt x="2161327" y="254756"/>
                </a:cubicBezTo>
                <a:cubicBezTo>
                  <a:pt x="2161873" y="247110"/>
                  <a:pt x="2162146" y="241103"/>
                  <a:pt x="2162146" y="236735"/>
                </a:cubicBezTo>
                <a:close/>
                <a:moveTo>
                  <a:pt x="3360153" y="235096"/>
                </a:moveTo>
                <a:cubicBezTo>
                  <a:pt x="3356057" y="235915"/>
                  <a:pt x="3351552" y="237417"/>
                  <a:pt x="3346637" y="239602"/>
                </a:cubicBezTo>
                <a:cubicBezTo>
                  <a:pt x="3341722" y="241786"/>
                  <a:pt x="3338855" y="243015"/>
                  <a:pt x="3338036" y="243288"/>
                </a:cubicBezTo>
                <a:cubicBezTo>
                  <a:pt x="3347320" y="240830"/>
                  <a:pt x="3354692" y="238100"/>
                  <a:pt x="3360153" y="235096"/>
                </a:cubicBezTo>
                <a:close/>
                <a:moveTo>
                  <a:pt x="3755803" y="232639"/>
                </a:moveTo>
                <a:lnTo>
                  <a:pt x="3756622" y="235096"/>
                </a:lnTo>
                <a:lnTo>
                  <a:pt x="3757031" y="234687"/>
                </a:lnTo>
                <a:lnTo>
                  <a:pt x="3757031" y="233458"/>
                </a:lnTo>
                <a:close/>
                <a:moveTo>
                  <a:pt x="3760308" y="231001"/>
                </a:moveTo>
                <a:cubicBezTo>
                  <a:pt x="3760035" y="232093"/>
                  <a:pt x="3759762" y="233458"/>
                  <a:pt x="3759489" y="235096"/>
                </a:cubicBezTo>
                <a:cubicBezTo>
                  <a:pt x="3759216" y="236735"/>
                  <a:pt x="3759079" y="238646"/>
                  <a:pt x="3759079" y="240830"/>
                </a:cubicBezTo>
                <a:lnTo>
                  <a:pt x="3760718" y="241240"/>
                </a:lnTo>
                <a:lnTo>
                  <a:pt x="3762356" y="235506"/>
                </a:lnTo>
                <a:lnTo>
                  <a:pt x="3760718" y="234687"/>
                </a:lnTo>
                <a:close/>
                <a:moveTo>
                  <a:pt x="1325384" y="229362"/>
                </a:moveTo>
                <a:cubicBezTo>
                  <a:pt x="1324838" y="229362"/>
                  <a:pt x="1324224" y="230454"/>
                  <a:pt x="1323542" y="232639"/>
                </a:cubicBezTo>
                <a:cubicBezTo>
                  <a:pt x="1322859" y="234823"/>
                  <a:pt x="1322517" y="236052"/>
                  <a:pt x="1322517" y="236325"/>
                </a:cubicBezTo>
                <a:cubicBezTo>
                  <a:pt x="1324975" y="233868"/>
                  <a:pt x="1326204" y="231820"/>
                  <a:pt x="1326204" y="230181"/>
                </a:cubicBezTo>
                <a:close/>
                <a:moveTo>
                  <a:pt x="2294848" y="228953"/>
                </a:moveTo>
                <a:lnTo>
                  <a:pt x="2293620" y="234687"/>
                </a:lnTo>
                <a:lnTo>
                  <a:pt x="2293620" y="235506"/>
                </a:lnTo>
                <a:cubicBezTo>
                  <a:pt x="2293620" y="237417"/>
                  <a:pt x="2294029" y="238782"/>
                  <a:pt x="2294848" y="239602"/>
                </a:cubicBezTo>
                <a:cubicBezTo>
                  <a:pt x="2295395" y="238782"/>
                  <a:pt x="2295668" y="237281"/>
                  <a:pt x="2295668" y="235096"/>
                </a:cubicBezTo>
                <a:cubicBezTo>
                  <a:pt x="2295668" y="232366"/>
                  <a:pt x="2295395" y="230318"/>
                  <a:pt x="2294848" y="228953"/>
                </a:cubicBezTo>
                <a:close/>
                <a:moveTo>
                  <a:pt x="921134" y="228953"/>
                </a:moveTo>
                <a:cubicBezTo>
                  <a:pt x="920315" y="229226"/>
                  <a:pt x="918404" y="231547"/>
                  <a:pt x="915400" y="235915"/>
                </a:cubicBezTo>
                <a:cubicBezTo>
                  <a:pt x="912396" y="240284"/>
                  <a:pt x="910076" y="243834"/>
                  <a:pt x="908437" y="246564"/>
                </a:cubicBezTo>
                <a:cubicBezTo>
                  <a:pt x="909256" y="245472"/>
                  <a:pt x="911372" y="243015"/>
                  <a:pt x="914786" y="239192"/>
                </a:cubicBezTo>
                <a:cubicBezTo>
                  <a:pt x="918199" y="235369"/>
                  <a:pt x="920315" y="231956"/>
                  <a:pt x="921134" y="228953"/>
                </a:cubicBezTo>
                <a:close/>
                <a:moveTo>
                  <a:pt x="2157231" y="227314"/>
                </a:moveTo>
                <a:cubicBezTo>
                  <a:pt x="2155593" y="227314"/>
                  <a:pt x="2154774" y="227860"/>
                  <a:pt x="2154774" y="228953"/>
                </a:cubicBezTo>
                <a:lnTo>
                  <a:pt x="2155184" y="229362"/>
                </a:lnTo>
                <a:cubicBezTo>
                  <a:pt x="2155456" y="229089"/>
                  <a:pt x="2155798" y="229021"/>
                  <a:pt x="2156208" y="229157"/>
                </a:cubicBezTo>
                <a:cubicBezTo>
                  <a:pt x="2156617" y="229294"/>
                  <a:pt x="2156822" y="229499"/>
                  <a:pt x="2156822" y="229772"/>
                </a:cubicBezTo>
                <a:cubicBezTo>
                  <a:pt x="2156822" y="230864"/>
                  <a:pt x="2156139" y="232093"/>
                  <a:pt x="2154774" y="233458"/>
                </a:cubicBezTo>
                <a:cubicBezTo>
                  <a:pt x="2155866" y="233458"/>
                  <a:pt x="2156890" y="232912"/>
                  <a:pt x="2157846" y="231820"/>
                </a:cubicBezTo>
                <a:cubicBezTo>
                  <a:pt x="2158802" y="230727"/>
                  <a:pt x="2159279" y="229635"/>
                  <a:pt x="2159279" y="228543"/>
                </a:cubicBezTo>
                <a:close/>
                <a:moveTo>
                  <a:pt x="2254725" y="226621"/>
                </a:moveTo>
                <a:lnTo>
                  <a:pt x="2253482" y="233458"/>
                </a:lnTo>
                <a:cubicBezTo>
                  <a:pt x="2253482" y="232912"/>
                  <a:pt x="2253754" y="231001"/>
                  <a:pt x="2254301" y="227724"/>
                </a:cubicBezTo>
                <a:close/>
                <a:moveTo>
                  <a:pt x="2406662" y="226495"/>
                </a:moveTo>
                <a:lnTo>
                  <a:pt x="2407072" y="226905"/>
                </a:lnTo>
                <a:cubicBezTo>
                  <a:pt x="2407618" y="229362"/>
                  <a:pt x="2407891" y="233185"/>
                  <a:pt x="2407891" y="238373"/>
                </a:cubicBezTo>
                <a:lnTo>
                  <a:pt x="2407891" y="246155"/>
                </a:lnTo>
                <a:cubicBezTo>
                  <a:pt x="2407891" y="249704"/>
                  <a:pt x="2407755" y="252298"/>
                  <a:pt x="2407482" y="253937"/>
                </a:cubicBezTo>
                <a:close/>
                <a:moveTo>
                  <a:pt x="2123236" y="226086"/>
                </a:moveTo>
                <a:cubicBezTo>
                  <a:pt x="2120779" y="227997"/>
                  <a:pt x="2116683" y="232502"/>
                  <a:pt x="2110950" y="239602"/>
                </a:cubicBezTo>
                <a:cubicBezTo>
                  <a:pt x="2110950" y="239055"/>
                  <a:pt x="2111427" y="238236"/>
                  <a:pt x="2112383" y="237144"/>
                </a:cubicBezTo>
                <a:cubicBezTo>
                  <a:pt x="2113339" y="236052"/>
                  <a:pt x="2113816" y="234550"/>
                  <a:pt x="2113816" y="232639"/>
                </a:cubicBezTo>
                <a:lnTo>
                  <a:pt x="2113816" y="231820"/>
                </a:lnTo>
                <a:cubicBezTo>
                  <a:pt x="2111905" y="232093"/>
                  <a:pt x="2109652" y="235642"/>
                  <a:pt x="2107058" y="242469"/>
                </a:cubicBezTo>
                <a:cubicBezTo>
                  <a:pt x="2104464" y="249295"/>
                  <a:pt x="2102894" y="254619"/>
                  <a:pt x="2102348" y="258442"/>
                </a:cubicBezTo>
                <a:cubicBezTo>
                  <a:pt x="2108628" y="255985"/>
                  <a:pt x="2114908" y="253937"/>
                  <a:pt x="2121189" y="252298"/>
                </a:cubicBezTo>
                <a:cubicBezTo>
                  <a:pt x="2122827" y="250660"/>
                  <a:pt x="2123646" y="245609"/>
                  <a:pt x="2123646" y="237144"/>
                </a:cubicBezTo>
                <a:close/>
                <a:moveTo>
                  <a:pt x="3763584" y="224857"/>
                </a:moveTo>
                <a:lnTo>
                  <a:pt x="3761946" y="226905"/>
                </a:lnTo>
                <a:lnTo>
                  <a:pt x="3763175" y="228543"/>
                </a:lnTo>
                <a:close/>
                <a:moveTo>
                  <a:pt x="1486757" y="224857"/>
                </a:moveTo>
                <a:lnTo>
                  <a:pt x="1486348" y="225266"/>
                </a:lnTo>
                <a:cubicBezTo>
                  <a:pt x="1486074" y="225813"/>
                  <a:pt x="1482320" y="228065"/>
                  <a:pt x="1475084" y="232024"/>
                </a:cubicBezTo>
                <a:cubicBezTo>
                  <a:pt x="1467848" y="235984"/>
                  <a:pt x="1463684" y="237963"/>
                  <a:pt x="1462592" y="237963"/>
                </a:cubicBezTo>
                <a:lnTo>
                  <a:pt x="1462183" y="237963"/>
                </a:lnTo>
                <a:cubicBezTo>
                  <a:pt x="1462183" y="236598"/>
                  <a:pt x="1464845" y="234550"/>
                  <a:pt x="1470169" y="231820"/>
                </a:cubicBezTo>
                <a:cubicBezTo>
                  <a:pt x="1475494" y="229089"/>
                  <a:pt x="1481023" y="226768"/>
                  <a:pt x="1486757" y="224857"/>
                </a:cubicBezTo>
                <a:close/>
                <a:moveTo>
                  <a:pt x="911852" y="224221"/>
                </a:moveTo>
                <a:lnTo>
                  <a:pt x="908232" y="227724"/>
                </a:lnTo>
                <a:cubicBezTo>
                  <a:pt x="905638" y="230454"/>
                  <a:pt x="904341" y="232229"/>
                  <a:pt x="904341" y="233048"/>
                </a:cubicBezTo>
                <a:lnTo>
                  <a:pt x="904751" y="233458"/>
                </a:lnTo>
                <a:cubicBezTo>
                  <a:pt x="905843" y="233458"/>
                  <a:pt x="907004" y="232366"/>
                  <a:pt x="908232" y="230181"/>
                </a:cubicBezTo>
                <a:cubicBezTo>
                  <a:pt x="909461" y="227997"/>
                  <a:pt x="910485" y="226905"/>
                  <a:pt x="911304" y="226905"/>
                </a:cubicBezTo>
                <a:lnTo>
                  <a:pt x="912943" y="225676"/>
                </a:lnTo>
                <a:close/>
                <a:moveTo>
                  <a:pt x="3756622" y="222809"/>
                </a:moveTo>
                <a:lnTo>
                  <a:pt x="3755803" y="226086"/>
                </a:lnTo>
                <a:lnTo>
                  <a:pt x="3757031" y="227724"/>
                </a:lnTo>
                <a:lnTo>
                  <a:pt x="3757441" y="225266"/>
                </a:lnTo>
                <a:close/>
                <a:moveTo>
                  <a:pt x="2386184" y="222809"/>
                </a:moveTo>
                <a:lnTo>
                  <a:pt x="2384955" y="227314"/>
                </a:lnTo>
                <a:lnTo>
                  <a:pt x="2385774" y="233048"/>
                </a:lnTo>
                <a:lnTo>
                  <a:pt x="2382498" y="230591"/>
                </a:lnTo>
                <a:lnTo>
                  <a:pt x="2382088" y="233048"/>
                </a:lnTo>
                <a:lnTo>
                  <a:pt x="2382088" y="244107"/>
                </a:lnTo>
                <a:cubicBezTo>
                  <a:pt x="2382634" y="239192"/>
                  <a:pt x="2383317" y="235506"/>
                  <a:pt x="2384136" y="233048"/>
                </a:cubicBezTo>
                <a:lnTo>
                  <a:pt x="2387412" y="235096"/>
                </a:lnTo>
                <a:lnTo>
                  <a:pt x="2388641" y="234277"/>
                </a:lnTo>
                <a:lnTo>
                  <a:pt x="2389051" y="228543"/>
                </a:lnTo>
                <a:cubicBezTo>
                  <a:pt x="2388505" y="229362"/>
                  <a:pt x="2388095" y="229908"/>
                  <a:pt x="2387822" y="230181"/>
                </a:cubicBezTo>
                <a:close/>
                <a:moveTo>
                  <a:pt x="3761127" y="222399"/>
                </a:moveTo>
                <a:cubicBezTo>
                  <a:pt x="3760854" y="222672"/>
                  <a:pt x="3760718" y="223082"/>
                  <a:pt x="3760718" y="223628"/>
                </a:cubicBezTo>
                <a:lnTo>
                  <a:pt x="3761536" y="223219"/>
                </a:lnTo>
                <a:close/>
                <a:moveTo>
                  <a:pt x="1299172" y="221990"/>
                </a:moveTo>
                <a:cubicBezTo>
                  <a:pt x="1296578" y="223628"/>
                  <a:pt x="1293472" y="225813"/>
                  <a:pt x="1289854" y="228543"/>
                </a:cubicBezTo>
                <a:lnTo>
                  <a:pt x="1289446" y="228867"/>
                </a:lnTo>
                <a:close/>
                <a:moveTo>
                  <a:pt x="914581" y="221580"/>
                </a:moveTo>
                <a:lnTo>
                  <a:pt x="913170" y="222946"/>
                </a:lnTo>
                <a:lnTo>
                  <a:pt x="914990" y="221580"/>
                </a:lnTo>
                <a:close/>
                <a:moveTo>
                  <a:pt x="2255120" y="217894"/>
                </a:moveTo>
                <a:cubicBezTo>
                  <a:pt x="2253482" y="217894"/>
                  <a:pt x="2252253" y="221853"/>
                  <a:pt x="2251434" y="229772"/>
                </a:cubicBezTo>
                <a:cubicBezTo>
                  <a:pt x="2250614" y="237690"/>
                  <a:pt x="2250205" y="244380"/>
                  <a:pt x="2250205" y="249841"/>
                </a:cubicBezTo>
                <a:cubicBezTo>
                  <a:pt x="2250205" y="253664"/>
                  <a:pt x="2249932" y="259398"/>
                  <a:pt x="2249386" y="267043"/>
                </a:cubicBezTo>
                <a:cubicBezTo>
                  <a:pt x="2248840" y="274689"/>
                  <a:pt x="2248567" y="280423"/>
                  <a:pt x="2248567" y="284245"/>
                </a:cubicBezTo>
                <a:lnTo>
                  <a:pt x="2248976" y="292437"/>
                </a:lnTo>
                <a:cubicBezTo>
                  <a:pt x="2248976" y="296806"/>
                  <a:pt x="2248157" y="299673"/>
                  <a:pt x="2246519" y="301038"/>
                </a:cubicBezTo>
                <a:cubicBezTo>
                  <a:pt x="2248157" y="301584"/>
                  <a:pt x="2248976" y="302949"/>
                  <a:pt x="2248976" y="305134"/>
                </a:cubicBezTo>
                <a:cubicBezTo>
                  <a:pt x="2248976" y="305953"/>
                  <a:pt x="2248771" y="306977"/>
                  <a:pt x="2248362" y="308205"/>
                </a:cubicBezTo>
                <a:cubicBezTo>
                  <a:pt x="2247952" y="309434"/>
                  <a:pt x="2247475" y="310185"/>
                  <a:pt x="2246928" y="310458"/>
                </a:cubicBezTo>
                <a:cubicBezTo>
                  <a:pt x="2246928" y="310458"/>
                  <a:pt x="2246996" y="309707"/>
                  <a:pt x="2247133" y="308205"/>
                </a:cubicBezTo>
                <a:cubicBezTo>
                  <a:pt x="2247270" y="306704"/>
                  <a:pt x="2247065" y="306089"/>
                  <a:pt x="2246519" y="306362"/>
                </a:cubicBezTo>
                <a:cubicBezTo>
                  <a:pt x="2246246" y="306362"/>
                  <a:pt x="2245222" y="306635"/>
                  <a:pt x="2243447" y="307181"/>
                </a:cubicBezTo>
                <a:cubicBezTo>
                  <a:pt x="2241672" y="307728"/>
                  <a:pt x="2240921" y="307045"/>
                  <a:pt x="2241194" y="305134"/>
                </a:cubicBezTo>
                <a:cubicBezTo>
                  <a:pt x="2240375" y="304861"/>
                  <a:pt x="2239215" y="304451"/>
                  <a:pt x="2237713" y="303905"/>
                </a:cubicBezTo>
                <a:cubicBezTo>
                  <a:pt x="2236211" y="303359"/>
                  <a:pt x="2234914" y="302813"/>
                  <a:pt x="2233822" y="302267"/>
                </a:cubicBezTo>
                <a:lnTo>
                  <a:pt x="2235051" y="299400"/>
                </a:lnTo>
                <a:cubicBezTo>
                  <a:pt x="2233958" y="298580"/>
                  <a:pt x="2233140" y="296669"/>
                  <a:pt x="2232593" y="293665"/>
                </a:cubicBezTo>
                <a:lnTo>
                  <a:pt x="2230136" y="300628"/>
                </a:lnTo>
                <a:cubicBezTo>
                  <a:pt x="2229044" y="298717"/>
                  <a:pt x="2227815" y="296874"/>
                  <a:pt x="2226450" y="295099"/>
                </a:cubicBezTo>
                <a:cubicBezTo>
                  <a:pt x="2225084" y="293324"/>
                  <a:pt x="2224060" y="291618"/>
                  <a:pt x="2223378" y="289979"/>
                </a:cubicBezTo>
                <a:cubicBezTo>
                  <a:pt x="2222695" y="288341"/>
                  <a:pt x="2222217" y="286157"/>
                  <a:pt x="2221944" y="283426"/>
                </a:cubicBezTo>
                <a:cubicBezTo>
                  <a:pt x="2221671" y="282607"/>
                  <a:pt x="2221330" y="281242"/>
                  <a:pt x="2220920" y="279330"/>
                </a:cubicBezTo>
                <a:cubicBezTo>
                  <a:pt x="2220511" y="277419"/>
                  <a:pt x="2220442" y="275781"/>
                  <a:pt x="2220716" y="274415"/>
                </a:cubicBezTo>
                <a:lnTo>
                  <a:pt x="2219487" y="275644"/>
                </a:lnTo>
                <a:cubicBezTo>
                  <a:pt x="2219487" y="278102"/>
                  <a:pt x="2218940" y="281242"/>
                  <a:pt x="2217848" y="285064"/>
                </a:cubicBezTo>
                <a:cubicBezTo>
                  <a:pt x="2216756" y="289433"/>
                  <a:pt x="2216210" y="292710"/>
                  <a:pt x="2216210" y="294894"/>
                </a:cubicBezTo>
                <a:lnTo>
                  <a:pt x="2218668" y="289570"/>
                </a:lnTo>
                <a:lnTo>
                  <a:pt x="2219077" y="290798"/>
                </a:lnTo>
                <a:cubicBezTo>
                  <a:pt x="2219077" y="293529"/>
                  <a:pt x="2218599" y="296396"/>
                  <a:pt x="2217644" y="299400"/>
                </a:cubicBezTo>
                <a:cubicBezTo>
                  <a:pt x="2216688" y="302403"/>
                  <a:pt x="2215391" y="304724"/>
                  <a:pt x="2213753" y="306362"/>
                </a:cubicBezTo>
                <a:lnTo>
                  <a:pt x="2212524" y="303905"/>
                </a:lnTo>
                <a:lnTo>
                  <a:pt x="2214162" y="303086"/>
                </a:lnTo>
                <a:cubicBezTo>
                  <a:pt x="2215254" y="301447"/>
                  <a:pt x="2215801" y="299946"/>
                  <a:pt x="2215801" y="298580"/>
                </a:cubicBezTo>
                <a:lnTo>
                  <a:pt x="2214982" y="296942"/>
                </a:lnTo>
                <a:lnTo>
                  <a:pt x="2213753" y="299809"/>
                </a:lnTo>
                <a:cubicBezTo>
                  <a:pt x="2213753" y="295986"/>
                  <a:pt x="2214299" y="292027"/>
                  <a:pt x="2215391" y="287931"/>
                </a:cubicBezTo>
                <a:cubicBezTo>
                  <a:pt x="2216483" y="283836"/>
                  <a:pt x="2217166" y="281242"/>
                  <a:pt x="2217439" y="280150"/>
                </a:cubicBezTo>
                <a:cubicBezTo>
                  <a:pt x="2219896" y="272777"/>
                  <a:pt x="2221125" y="266361"/>
                  <a:pt x="2221125" y="260900"/>
                </a:cubicBezTo>
                <a:lnTo>
                  <a:pt x="2221125" y="258852"/>
                </a:lnTo>
                <a:cubicBezTo>
                  <a:pt x="2220852" y="259671"/>
                  <a:pt x="2220033" y="261582"/>
                  <a:pt x="2218668" y="264586"/>
                </a:cubicBezTo>
                <a:cubicBezTo>
                  <a:pt x="2217302" y="267043"/>
                  <a:pt x="2215664" y="272777"/>
                  <a:pt x="2213753" y="281788"/>
                </a:cubicBezTo>
                <a:cubicBezTo>
                  <a:pt x="2211841" y="290798"/>
                  <a:pt x="2210340" y="298171"/>
                  <a:pt x="2209247" y="303905"/>
                </a:cubicBezTo>
                <a:cubicBezTo>
                  <a:pt x="2210340" y="304724"/>
                  <a:pt x="2212934" y="306635"/>
                  <a:pt x="2217030" y="309639"/>
                </a:cubicBezTo>
                <a:cubicBezTo>
                  <a:pt x="2221125" y="312643"/>
                  <a:pt x="2224538" y="315783"/>
                  <a:pt x="2227268" y="319059"/>
                </a:cubicBezTo>
                <a:cubicBezTo>
                  <a:pt x="2229999" y="322336"/>
                  <a:pt x="2231911" y="325612"/>
                  <a:pt x="2233003" y="328889"/>
                </a:cubicBezTo>
                <a:cubicBezTo>
                  <a:pt x="2234095" y="332166"/>
                  <a:pt x="2235187" y="334760"/>
                  <a:pt x="2236280" y="336671"/>
                </a:cubicBezTo>
                <a:cubicBezTo>
                  <a:pt x="2237372" y="338582"/>
                  <a:pt x="2238054" y="341449"/>
                  <a:pt x="2238327" y="345272"/>
                </a:cubicBezTo>
                <a:cubicBezTo>
                  <a:pt x="2238600" y="349095"/>
                  <a:pt x="2239146" y="351825"/>
                  <a:pt x="2239966" y="353463"/>
                </a:cubicBezTo>
                <a:cubicBezTo>
                  <a:pt x="2242969" y="350187"/>
                  <a:pt x="2246724" y="341176"/>
                  <a:pt x="2251229" y="326432"/>
                </a:cubicBezTo>
                <a:cubicBezTo>
                  <a:pt x="2255734" y="311687"/>
                  <a:pt x="2259762" y="296191"/>
                  <a:pt x="2263312" y="279945"/>
                </a:cubicBezTo>
                <a:cubicBezTo>
                  <a:pt x="2266861" y="263698"/>
                  <a:pt x="2268636" y="252845"/>
                  <a:pt x="2268636" y="247384"/>
                </a:cubicBezTo>
                <a:cubicBezTo>
                  <a:pt x="2268636" y="243015"/>
                  <a:pt x="2268090" y="240830"/>
                  <a:pt x="2266998" y="240830"/>
                </a:cubicBezTo>
                <a:cubicBezTo>
                  <a:pt x="2263448" y="240830"/>
                  <a:pt x="2261127" y="239943"/>
                  <a:pt x="2260034" y="238168"/>
                </a:cubicBezTo>
                <a:cubicBezTo>
                  <a:pt x="2258942" y="236393"/>
                  <a:pt x="2258260" y="233663"/>
                  <a:pt x="2257987" y="229977"/>
                </a:cubicBezTo>
                <a:cubicBezTo>
                  <a:pt x="2257714" y="226290"/>
                  <a:pt x="2257168" y="223765"/>
                  <a:pt x="2256348" y="222399"/>
                </a:cubicBezTo>
                <a:lnTo>
                  <a:pt x="2254725" y="226621"/>
                </a:lnTo>
                <a:lnTo>
                  <a:pt x="2255939" y="219942"/>
                </a:lnTo>
                <a:lnTo>
                  <a:pt x="2257168" y="219532"/>
                </a:lnTo>
                <a:close/>
                <a:moveTo>
                  <a:pt x="931373" y="217894"/>
                </a:moveTo>
                <a:cubicBezTo>
                  <a:pt x="930554" y="217894"/>
                  <a:pt x="929735" y="218713"/>
                  <a:pt x="928916" y="220352"/>
                </a:cubicBezTo>
                <a:cubicBezTo>
                  <a:pt x="928097" y="221990"/>
                  <a:pt x="927551" y="223355"/>
                  <a:pt x="927278" y="224447"/>
                </a:cubicBezTo>
                <a:lnTo>
                  <a:pt x="927278" y="225676"/>
                </a:lnTo>
                <a:cubicBezTo>
                  <a:pt x="928097" y="225676"/>
                  <a:pt x="928984" y="224652"/>
                  <a:pt x="929940" y="222604"/>
                </a:cubicBezTo>
                <a:cubicBezTo>
                  <a:pt x="930896" y="220556"/>
                  <a:pt x="931373" y="218986"/>
                  <a:pt x="931373" y="217894"/>
                </a:cubicBezTo>
                <a:close/>
                <a:moveTo>
                  <a:pt x="104442" y="217075"/>
                </a:moveTo>
                <a:lnTo>
                  <a:pt x="102803" y="218304"/>
                </a:lnTo>
                <a:lnTo>
                  <a:pt x="101165" y="218713"/>
                </a:lnTo>
                <a:cubicBezTo>
                  <a:pt x="99254" y="218713"/>
                  <a:pt x="97889" y="218986"/>
                  <a:pt x="97069" y="219532"/>
                </a:cubicBezTo>
                <a:lnTo>
                  <a:pt x="99117" y="220761"/>
                </a:lnTo>
                <a:cubicBezTo>
                  <a:pt x="100209" y="220761"/>
                  <a:pt x="101438" y="220352"/>
                  <a:pt x="102803" y="219532"/>
                </a:cubicBezTo>
                <a:cubicBezTo>
                  <a:pt x="104169" y="218713"/>
                  <a:pt x="104851" y="217894"/>
                  <a:pt x="104851" y="217075"/>
                </a:cubicBezTo>
                <a:close/>
                <a:moveTo>
                  <a:pt x="3760718" y="216256"/>
                </a:moveTo>
                <a:lnTo>
                  <a:pt x="3760718" y="219532"/>
                </a:lnTo>
                <a:lnTo>
                  <a:pt x="3761127" y="220352"/>
                </a:lnTo>
                <a:cubicBezTo>
                  <a:pt x="3761673" y="218713"/>
                  <a:pt x="3761536" y="217348"/>
                  <a:pt x="3760718" y="216256"/>
                </a:cubicBezTo>
                <a:close/>
                <a:moveTo>
                  <a:pt x="128197" y="216256"/>
                </a:moveTo>
                <a:cubicBezTo>
                  <a:pt x="123282" y="216256"/>
                  <a:pt x="120825" y="216938"/>
                  <a:pt x="120825" y="218304"/>
                </a:cubicBezTo>
                <a:cubicBezTo>
                  <a:pt x="121917" y="218577"/>
                  <a:pt x="123350" y="219123"/>
                  <a:pt x="125125" y="219942"/>
                </a:cubicBezTo>
                <a:cubicBezTo>
                  <a:pt x="126900" y="220761"/>
                  <a:pt x="127924" y="221580"/>
                  <a:pt x="128197" y="222399"/>
                </a:cubicBezTo>
                <a:lnTo>
                  <a:pt x="126149" y="222809"/>
                </a:lnTo>
                <a:cubicBezTo>
                  <a:pt x="124511" y="222809"/>
                  <a:pt x="122395" y="222331"/>
                  <a:pt x="119801" y="221376"/>
                </a:cubicBezTo>
                <a:cubicBezTo>
                  <a:pt x="117207" y="220420"/>
                  <a:pt x="115364" y="219942"/>
                  <a:pt x="114272" y="219942"/>
                </a:cubicBezTo>
                <a:cubicBezTo>
                  <a:pt x="112360" y="219942"/>
                  <a:pt x="111268" y="220352"/>
                  <a:pt x="110995" y="221171"/>
                </a:cubicBezTo>
                <a:lnTo>
                  <a:pt x="111814" y="221990"/>
                </a:lnTo>
                <a:cubicBezTo>
                  <a:pt x="111814" y="222263"/>
                  <a:pt x="110790" y="222468"/>
                  <a:pt x="108742" y="222604"/>
                </a:cubicBezTo>
                <a:cubicBezTo>
                  <a:pt x="106694" y="222741"/>
                  <a:pt x="105534" y="223082"/>
                  <a:pt x="105261" y="223628"/>
                </a:cubicBezTo>
                <a:cubicBezTo>
                  <a:pt x="108811" y="227178"/>
                  <a:pt x="111131" y="228953"/>
                  <a:pt x="112224" y="228953"/>
                </a:cubicBezTo>
                <a:cubicBezTo>
                  <a:pt x="114135" y="228953"/>
                  <a:pt x="116251" y="231683"/>
                  <a:pt x="118572" y="237144"/>
                </a:cubicBezTo>
                <a:cubicBezTo>
                  <a:pt x="120893" y="242605"/>
                  <a:pt x="122053" y="246564"/>
                  <a:pt x="122053" y="249022"/>
                </a:cubicBezTo>
                <a:cubicBezTo>
                  <a:pt x="122053" y="252025"/>
                  <a:pt x="121303" y="254551"/>
                  <a:pt x="119801" y="256599"/>
                </a:cubicBezTo>
                <a:cubicBezTo>
                  <a:pt x="118299" y="258647"/>
                  <a:pt x="116183" y="259671"/>
                  <a:pt x="113452" y="259671"/>
                </a:cubicBezTo>
                <a:cubicBezTo>
                  <a:pt x="109630" y="259671"/>
                  <a:pt x="105397" y="262538"/>
                  <a:pt x="100756" y="268272"/>
                </a:cubicBezTo>
                <a:cubicBezTo>
                  <a:pt x="96114" y="274006"/>
                  <a:pt x="93520" y="277146"/>
                  <a:pt x="92974" y="277692"/>
                </a:cubicBezTo>
                <a:cubicBezTo>
                  <a:pt x="101984" y="291072"/>
                  <a:pt x="110722" y="303495"/>
                  <a:pt x="119186" y="314963"/>
                </a:cubicBezTo>
                <a:cubicBezTo>
                  <a:pt x="119733" y="309775"/>
                  <a:pt x="120552" y="303359"/>
                  <a:pt x="121644" y="295713"/>
                </a:cubicBezTo>
                <a:cubicBezTo>
                  <a:pt x="121917" y="292710"/>
                  <a:pt x="123009" y="283085"/>
                  <a:pt x="124920" y="266838"/>
                </a:cubicBezTo>
                <a:cubicBezTo>
                  <a:pt x="126832" y="250592"/>
                  <a:pt x="127788" y="237690"/>
                  <a:pt x="127788" y="228133"/>
                </a:cubicBezTo>
                <a:lnTo>
                  <a:pt x="126968" y="224447"/>
                </a:lnTo>
                <a:cubicBezTo>
                  <a:pt x="127514" y="224447"/>
                  <a:pt x="128129" y="224243"/>
                  <a:pt x="128811" y="223833"/>
                </a:cubicBezTo>
                <a:cubicBezTo>
                  <a:pt x="129494" y="223423"/>
                  <a:pt x="129835" y="222809"/>
                  <a:pt x="129835" y="221990"/>
                </a:cubicBezTo>
                <a:cubicBezTo>
                  <a:pt x="129835" y="220625"/>
                  <a:pt x="129016" y="219669"/>
                  <a:pt x="127378" y="219123"/>
                </a:cubicBezTo>
                <a:cubicBezTo>
                  <a:pt x="125740" y="218577"/>
                  <a:pt x="124784" y="218167"/>
                  <a:pt x="124511" y="217894"/>
                </a:cubicBezTo>
                <a:lnTo>
                  <a:pt x="130245" y="216256"/>
                </a:lnTo>
                <a:close/>
                <a:moveTo>
                  <a:pt x="2379630" y="215846"/>
                </a:moveTo>
                <a:lnTo>
                  <a:pt x="2377173" y="219532"/>
                </a:lnTo>
                <a:cubicBezTo>
                  <a:pt x="2378538" y="223355"/>
                  <a:pt x="2379494" y="229226"/>
                  <a:pt x="2380040" y="237144"/>
                </a:cubicBezTo>
                <a:lnTo>
                  <a:pt x="2380040" y="226905"/>
                </a:lnTo>
                <a:cubicBezTo>
                  <a:pt x="2380040" y="221990"/>
                  <a:pt x="2379904" y="218304"/>
                  <a:pt x="2379630" y="215846"/>
                </a:cubicBezTo>
                <a:close/>
                <a:moveTo>
                  <a:pt x="62665" y="215846"/>
                </a:moveTo>
                <a:cubicBezTo>
                  <a:pt x="61027" y="216665"/>
                  <a:pt x="58296" y="217621"/>
                  <a:pt x="54474" y="218713"/>
                </a:cubicBezTo>
                <a:cubicBezTo>
                  <a:pt x="53928" y="218986"/>
                  <a:pt x="52767" y="219328"/>
                  <a:pt x="50992" y="219737"/>
                </a:cubicBezTo>
                <a:cubicBezTo>
                  <a:pt x="49217" y="220147"/>
                  <a:pt x="47784" y="220761"/>
                  <a:pt x="46692" y="221580"/>
                </a:cubicBezTo>
                <a:cubicBezTo>
                  <a:pt x="49149" y="221580"/>
                  <a:pt x="52494" y="221102"/>
                  <a:pt x="56726" y="220147"/>
                </a:cubicBezTo>
                <a:cubicBezTo>
                  <a:pt x="60959" y="219191"/>
                  <a:pt x="63075" y="218304"/>
                  <a:pt x="63075" y="217485"/>
                </a:cubicBezTo>
                <a:close/>
                <a:moveTo>
                  <a:pt x="536134" y="213389"/>
                </a:moveTo>
                <a:lnTo>
                  <a:pt x="533267" y="217075"/>
                </a:lnTo>
                <a:cubicBezTo>
                  <a:pt x="533540" y="217075"/>
                  <a:pt x="534222" y="216938"/>
                  <a:pt x="535315" y="216665"/>
                </a:cubicBezTo>
                <a:cubicBezTo>
                  <a:pt x="536407" y="216392"/>
                  <a:pt x="536953" y="216665"/>
                  <a:pt x="536953" y="217485"/>
                </a:cubicBezTo>
                <a:cubicBezTo>
                  <a:pt x="536953" y="218577"/>
                  <a:pt x="535997" y="219805"/>
                  <a:pt x="534086" y="221171"/>
                </a:cubicBezTo>
                <a:cubicBezTo>
                  <a:pt x="532175" y="222536"/>
                  <a:pt x="530673" y="223219"/>
                  <a:pt x="529581" y="223219"/>
                </a:cubicBezTo>
                <a:lnTo>
                  <a:pt x="529581" y="221171"/>
                </a:lnTo>
                <a:lnTo>
                  <a:pt x="528352" y="222399"/>
                </a:lnTo>
                <a:cubicBezTo>
                  <a:pt x="528352" y="223219"/>
                  <a:pt x="527874" y="224106"/>
                  <a:pt x="526918" y="225062"/>
                </a:cubicBezTo>
                <a:cubicBezTo>
                  <a:pt x="525963" y="226017"/>
                  <a:pt x="525485" y="226768"/>
                  <a:pt x="525485" y="227314"/>
                </a:cubicBezTo>
                <a:cubicBezTo>
                  <a:pt x="525485" y="227587"/>
                  <a:pt x="525553" y="228407"/>
                  <a:pt x="525690" y="229772"/>
                </a:cubicBezTo>
                <a:cubicBezTo>
                  <a:pt x="525826" y="231137"/>
                  <a:pt x="525212" y="231820"/>
                  <a:pt x="523847" y="231820"/>
                </a:cubicBezTo>
                <a:lnTo>
                  <a:pt x="523027" y="230591"/>
                </a:lnTo>
                <a:lnTo>
                  <a:pt x="518932" y="239602"/>
                </a:lnTo>
                <a:lnTo>
                  <a:pt x="519341" y="240830"/>
                </a:lnTo>
                <a:cubicBezTo>
                  <a:pt x="519887" y="240830"/>
                  <a:pt x="520911" y="240216"/>
                  <a:pt x="522413" y="238987"/>
                </a:cubicBezTo>
                <a:cubicBezTo>
                  <a:pt x="523915" y="237759"/>
                  <a:pt x="525075" y="237144"/>
                  <a:pt x="525894" y="237144"/>
                </a:cubicBezTo>
                <a:cubicBezTo>
                  <a:pt x="525894" y="238509"/>
                  <a:pt x="524461" y="240079"/>
                  <a:pt x="521594" y="241854"/>
                </a:cubicBezTo>
                <a:cubicBezTo>
                  <a:pt x="518727" y="243629"/>
                  <a:pt x="516747" y="244926"/>
                  <a:pt x="515655" y="245745"/>
                </a:cubicBezTo>
                <a:cubicBezTo>
                  <a:pt x="517293" y="246291"/>
                  <a:pt x="518112" y="247384"/>
                  <a:pt x="518112" y="249022"/>
                </a:cubicBezTo>
                <a:cubicBezTo>
                  <a:pt x="518112" y="250387"/>
                  <a:pt x="517703" y="251752"/>
                  <a:pt x="516884" y="253118"/>
                </a:cubicBezTo>
                <a:cubicBezTo>
                  <a:pt x="516884" y="252845"/>
                  <a:pt x="516952" y="252162"/>
                  <a:pt x="517089" y="251070"/>
                </a:cubicBezTo>
                <a:cubicBezTo>
                  <a:pt x="517225" y="249978"/>
                  <a:pt x="517020" y="249295"/>
                  <a:pt x="516474" y="249022"/>
                </a:cubicBezTo>
                <a:cubicBezTo>
                  <a:pt x="515109" y="249022"/>
                  <a:pt x="514426" y="250387"/>
                  <a:pt x="514426" y="253118"/>
                </a:cubicBezTo>
                <a:cubicBezTo>
                  <a:pt x="514426" y="256394"/>
                  <a:pt x="515382" y="258033"/>
                  <a:pt x="517293" y="258033"/>
                </a:cubicBezTo>
                <a:cubicBezTo>
                  <a:pt x="517839" y="258033"/>
                  <a:pt x="518522" y="257623"/>
                  <a:pt x="519341" y="256804"/>
                </a:cubicBezTo>
                <a:cubicBezTo>
                  <a:pt x="520160" y="255985"/>
                  <a:pt x="520980" y="255575"/>
                  <a:pt x="521799" y="255575"/>
                </a:cubicBezTo>
                <a:lnTo>
                  <a:pt x="522208" y="255575"/>
                </a:lnTo>
                <a:lnTo>
                  <a:pt x="520160" y="257213"/>
                </a:lnTo>
                <a:cubicBezTo>
                  <a:pt x="520980" y="257213"/>
                  <a:pt x="522345" y="256189"/>
                  <a:pt x="524256" y="254142"/>
                </a:cubicBezTo>
                <a:cubicBezTo>
                  <a:pt x="526167" y="252094"/>
                  <a:pt x="527533" y="250387"/>
                  <a:pt x="528352" y="249022"/>
                </a:cubicBezTo>
                <a:cubicBezTo>
                  <a:pt x="528352" y="248203"/>
                  <a:pt x="530195" y="246564"/>
                  <a:pt x="533881" y="244107"/>
                </a:cubicBezTo>
                <a:cubicBezTo>
                  <a:pt x="537567" y="241649"/>
                  <a:pt x="539683" y="239875"/>
                  <a:pt x="540230" y="238782"/>
                </a:cubicBezTo>
                <a:lnTo>
                  <a:pt x="535315" y="240421"/>
                </a:lnTo>
                <a:cubicBezTo>
                  <a:pt x="538318" y="237417"/>
                  <a:pt x="540161" y="234823"/>
                  <a:pt x="540844" y="232639"/>
                </a:cubicBezTo>
                <a:cubicBezTo>
                  <a:pt x="541527" y="230454"/>
                  <a:pt x="541936" y="227997"/>
                  <a:pt x="542073" y="225266"/>
                </a:cubicBezTo>
                <a:cubicBezTo>
                  <a:pt x="542209" y="222536"/>
                  <a:pt x="542277" y="220625"/>
                  <a:pt x="542277" y="219532"/>
                </a:cubicBezTo>
                <a:cubicBezTo>
                  <a:pt x="539001" y="221717"/>
                  <a:pt x="536407" y="223219"/>
                  <a:pt x="534495" y="224038"/>
                </a:cubicBezTo>
                <a:cubicBezTo>
                  <a:pt x="538864" y="220488"/>
                  <a:pt x="541049" y="217621"/>
                  <a:pt x="541049" y="215437"/>
                </a:cubicBezTo>
                <a:lnTo>
                  <a:pt x="539820" y="214208"/>
                </a:lnTo>
                <a:lnTo>
                  <a:pt x="535724" y="216256"/>
                </a:lnTo>
                <a:close/>
                <a:moveTo>
                  <a:pt x="894512" y="212979"/>
                </a:moveTo>
                <a:cubicBezTo>
                  <a:pt x="893419" y="212979"/>
                  <a:pt x="891918" y="214140"/>
                  <a:pt x="890006" y="216461"/>
                </a:cubicBezTo>
                <a:cubicBezTo>
                  <a:pt x="888095" y="218782"/>
                  <a:pt x="886866" y="220625"/>
                  <a:pt x="886320" y="221990"/>
                </a:cubicBezTo>
                <a:cubicBezTo>
                  <a:pt x="887685" y="221990"/>
                  <a:pt x="889460" y="220966"/>
                  <a:pt x="891645" y="218918"/>
                </a:cubicBezTo>
                <a:cubicBezTo>
                  <a:pt x="893829" y="216870"/>
                  <a:pt x="894921" y="215164"/>
                  <a:pt x="894921" y="213798"/>
                </a:cubicBezTo>
                <a:close/>
                <a:moveTo>
                  <a:pt x="479203" y="212160"/>
                </a:moveTo>
                <a:cubicBezTo>
                  <a:pt x="478384" y="217894"/>
                  <a:pt x="477974" y="221171"/>
                  <a:pt x="477974" y="221990"/>
                </a:cubicBezTo>
                <a:cubicBezTo>
                  <a:pt x="477974" y="223355"/>
                  <a:pt x="478247" y="225471"/>
                  <a:pt x="478793" y="228338"/>
                </a:cubicBezTo>
                <a:cubicBezTo>
                  <a:pt x="479339" y="231205"/>
                  <a:pt x="479612" y="233458"/>
                  <a:pt x="479612" y="235096"/>
                </a:cubicBezTo>
                <a:cubicBezTo>
                  <a:pt x="479612" y="236188"/>
                  <a:pt x="479339" y="237690"/>
                  <a:pt x="478793" y="239602"/>
                </a:cubicBezTo>
                <a:cubicBezTo>
                  <a:pt x="478247" y="241513"/>
                  <a:pt x="477974" y="243015"/>
                  <a:pt x="477974" y="244107"/>
                </a:cubicBezTo>
                <a:lnTo>
                  <a:pt x="478793" y="244926"/>
                </a:lnTo>
                <a:lnTo>
                  <a:pt x="479612" y="247384"/>
                </a:lnTo>
                <a:cubicBezTo>
                  <a:pt x="479612" y="250387"/>
                  <a:pt x="478520" y="252503"/>
                  <a:pt x="476336" y="253732"/>
                </a:cubicBezTo>
                <a:cubicBezTo>
                  <a:pt x="474151" y="254961"/>
                  <a:pt x="472445" y="256326"/>
                  <a:pt x="471216" y="257828"/>
                </a:cubicBezTo>
                <a:cubicBezTo>
                  <a:pt x="469987" y="259329"/>
                  <a:pt x="469373" y="262538"/>
                  <a:pt x="469373" y="267453"/>
                </a:cubicBezTo>
                <a:cubicBezTo>
                  <a:pt x="469373" y="268818"/>
                  <a:pt x="469646" y="270866"/>
                  <a:pt x="470192" y="273596"/>
                </a:cubicBezTo>
                <a:lnTo>
                  <a:pt x="470602" y="269501"/>
                </a:lnTo>
                <a:lnTo>
                  <a:pt x="473878" y="270729"/>
                </a:lnTo>
                <a:lnTo>
                  <a:pt x="473059" y="268272"/>
                </a:lnTo>
                <a:lnTo>
                  <a:pt x="476745" y="267043"/>
                </a:lnTo>
                <a:cubicBezTo>
                  <a:pt x="477018" y="265132"/>
                  <a:pt x="478657" y="263630"/>
                  <a:pt x="481660" y="262538"/>
                </a:cubicBezTo>
                <a:lnTo>
                  <a:pt x="482070" y="264176"/>
                </a:lnTo>
                <a:cubicBezTo>
                  <a:pt x="482070" y="264995"/>
                  <a:pt x="481456" y="265883"/>
                  <a:pt x="480227" y="266838"/>
                </a:cubicBezTo>
                <a:cubicBezTo>
                  <a:pt x="478998" y="267794"/>
                  <a:pt x="478384" y="268818"/>
                  <a:pt x="478384" y="269910"/>
                </a:cubicBezTo>
                <a:cubicBezTo>
                  <a:pt x="478384" y="271822"/>
                  <a:pt x="477565" y="274415"/>
                  <a:pt x="475926" y="277692"/>
                </a:cubicBezTo>
                <a:cubicBezTo>
                  <a:pt x="474288" y="280969"/>
                  <a:pt x="473469" y="283563"/>
                  <a:pt x="473469" y="285474"/>
                </a:cubicBezTo>
                <a:cubicBezTo>
                  <a:pt x="474288" y="284655"/>
                  <a:pt x="475790" y="282129"/>
                  <a:pt x="477974" y="277897"/>
                </a:cubicBezTo>
                <a:cubicBezTo>
                  <a:pt x="480159" y="273665"/>
                  <a:pt x="481933" y="271548"/>
                  <a:pt x="483299" y="271548"/>
                </a:cubicBezTo>
                <a:lnTo>
                  <a:pt x="485347" y="273596"/>
                </a:lnTo>
                <a:cubicBezTo>
                  <a:pt x="485347" y="275508"/>
                  <a:pt x="484118" y="278375"/>
                  <a:pt x="481660" y="282197"/>
                </a:cubicBezTo>
                <a:cubicBezTo>
                  <a:pt x="479203" y="286020"/>
                  <a:pt x="477018" y="288341"/>
                  <a:pt x="475107" y="289160"/>
                </a:cubicBezTo>
                <a:lnTo>
                  <a:pt x="476336" y="289979"/>
                </a:lnTo>
                <a:cubicBezTo>
                  <a:pt x="477155" y="289979"/>
                  <a:pt x="478315" y="289502"/>
                  <a:pt x="479817" y="288546"/>
                </a:cubicBezTo>
                <a:cubicBezTo>
                  <a:pt x="481319" y="287590"/>
                  <a:pt x="482070" y="286703"/>
                  <a:pt x="482070" y="285884"/>
                </a:cubicBezTo>
                <a:cubicBezTo>
                  <a:pt x="482070" y="284518"/>
                  <a:pt x="483094" y="283221"/>
                  <a:pt x="485142" y="281993"/>
                </a:cubicBezTo>
                <a:cubicBezTo>
                  <a:pt x="487190" y="280764"/>
                  <a:pt x="488487" y="279740"/>
                  <a:pt x="489033" y="278921"/>
                </a:cubicBezTo>
                <a:cubicBezTo>
                  <a:pt x="494767" y="270183"/>
                  <a:pt x="499818" y="258715"/>
                  <a:pt x="504187" y="244517"/>
                </a:cubicBezTo>
                <a:lnTo>
                  <a:pt x="501320" y="241240"/>
                </a:lnTo>
                <a:cubicBezTo>
                  <a:pt x="501593" y="240421"/>
                  <a:pt x="502480" y="239738"/>
                  <a:pt x="503982" y="239192"/>
                </a:cubicBezTo>
                <a:cubicBezTo>
                  <a:pt x="505484" y="238646"/>
                  <a:pt x="506371" y="238373"/>
                  <a:pt x="506644" y="238373"/>
                </a:cubicBezTo>
                <a:lnTo>
                  <a:pt x="505416" y="236735"/>
                </a:lnTo>
                <a:cubicBezTo>
                  <a:pt x="504596" y="236735"/>
                  <a:pt x="503368" y="237008"/>
                  <a:pt x="501730" y="237554"/>
                </a:cubicBezTo>
                <a:cubicBezTo>
                  <a:pt x="500091" y="238100"/>
                  <a:pt x="499409" y="238646"/>
                  <a:pt x="499682" y="239192"/>
                </a:cubicBezTo>
                <a:lnTo>
                  <a:pt x="499272" y="239602"/>
                </a:lnTo>
                <a:cubicBezTo>
                  <a:pt x="495995" y="239602"/>
                  <a:pt x="492719" y="238782"/>
                  <a:pt x="489442" y="237144"/>
                </a:cubicBezTo>
                <a:cubicBezTo>
                  <a:pt x="487531" y="231956"/>
                  <a:pt x="485483" y="226768"/>
                  <a:pt x="483299" y="221580"/>
                </a:cubicBezTo>
                <a:cubicBezTo>
                  <a:pt x="481114" y="216392"/>
                  <a:pt x="479749" y="213252"/>
                  <a:pt x="479203" y="212160"/>
                </a:cubicBezTo>
                <a:close/>
                <a:moveTo>
                  <a:pt x="2368982" y="211341"/>
                </a:moveTo>
                <a:cubicBezTo>
                  <a:pt x="2366252" y="211341"/>
                  <a:pt x="2364408" y="213252"/>
                  <a:pt x="2363452" y="217075"/>
                </a:cubicBezTo>
                <a:cubicBezTo>
                  <a:pt x="2362497" y="220898"/>
                  <a:pt x="2361609" y="227041"/>
                  <a:pt x="2360790" y="235506"/>
                </a:cubicBezTo>
                <a:cubicBezTo>
                  <a:pt x="2359971" y="242878"/>
                  <a:pt x="2359084" y="248612"/>
                  <a:pt x="2358128" y="252708"/>
                </a:cubicBezTo>
                <a:cubicBezTo>
                  <a:pt x="2357172" y="256804"/>
                  <a:pt x="2355602" y="259398"/>
                  <a:pt x="2353418" y="260490"/>
                </a:cubicBezTo>
                <a:cubicBezTo>
                  <a:pt x="2354237" y="260217"/>
                  <a:pt x="2354988" y="260285"/>
                  <a:pt x="2355670" y="260695"/>
                </a:cubicBezTo>
                <a:cubicBezTo>
                  <a:pt x="2356353" y="261104"/>
                  <a:pt x="2356694" y="261719"/>
                  <a:pt x="2356694" y="262538"/>
                </a:cubicBezTo>
                <a:cubicBezTo>
                  <a:pt x="2356694" y="264722"/>
                  <a:pt x="2355944" y="268818"/>
                  <a:pt x="2354442" y="274825"/>
                </a:cubicBezTo>
                <a:cubicBezTo>
                  <a:pt x="2352940" y="280832"/>
                  <a:pt x="2351643" y="284109"/>
                  <a:pt x="2350551" y="284655"/>
                </a:cubicBezTo>
                <a:lnTo>
                  <a:pt x="2352599" y="285474"/>
                </a:lnTo>
                <a:cubicBezTo>
                  <a:pt x="2352599" y="286020"/>
                  <a:pt x="2352257" y="286634"/>
                  <a:pt x="2351575" y="287317"/>
                </a:cubicBezTo>
                <a:cubicBezTo>
                  <a:pt x="2350892" y="288000"/>
                  <a:pt x="2350414" y="288614"/>
                  <a:pt x="2350141" y="289160"/>
                </a:cubicBezTo>
                <a:lnTo>
                  <a:pt x="2350960" y="289160"/>
                </a:lnTo>
                <a:lnTo>
                  <a:pt x="2352189" y="290389"/>
                </a:lnTo>
                <a:cubicBezTo>
                  <a:pt x="2352189" y="292027"/>
                  <a:pt x="2351575" y="292983"/>
                  <a:pt x="2350346" y="293256"/>
                </a:cubicBezTo>
                <a:cubicBezTo>
                  <a:pt x="2349117" y="293529"/>
                  <a:pt x="2348366" y="293802"/>
                  <a:pt x="2348094" y="294075"/>
                </a:cubicBezTo>
                <a:lnTo>
                  <a:pt x="2352599" y="294075"/>
                </a:lnTo>
                <a:cubicBezTo>
                  <a:pt x="2352052" y="295713"/>
                  <a:pt x="2351507" y="298444"/>
                  <a:pt x="2350960" y="302267"/>
                </a:cubicBezTo>
                <a:cubicBezTo>
                  <a:pt x="2349868" y="309639"/>
                  <a:pt x="2348366" y="315100"/>
                  <a:pt x="2346455" y="318650"/>
                </a:cubicBezTo>
                <a:cubicBezTo>
                  <a:pt x="2345636" y="320288"/>
                  <a:pt x="2345226" y="321380"/>
                  <a:pt x="2345226" y="321926"/>
                </a:cubicBezTo>
                <a:cubicBezTo>
                  <a:pt x="2345772" y="322199"/>
                  <a:pt x="2346182" y="322814"/>
                  <a:pt x="2346455" y="323769"/>
                </a:cubicBezTo>
                <a:cubicBezTo>
                  <a:pt x="2346728" y="324725"/>
                  <a:pt x="2346864" y="325476"/>
                  <a:pt x="2346864" y="326022"/>
                </a:cubicBezTo>
                <a:lnTo>
                  <a:pt x="2346455" y="329708"/>
                </a:lnTo>
                <a:cubicBezTo>
                  <a:pt x="2346455" y="331619"/>
                  <a:pt x="2347138" y="332575"/>
                  <a:pt x="2348503" y="332575"/>
                </a:cubicBezTo>
                <a:cubicBezTo>
                  <a:pt x="2349595" y="332575"/>
                  <a:pt x="2350619" y="331483"/>
                  <a:pt x="2351575" y="329299"/>
                </a:cubicBezTo>
                <a:cubicBezTo>
                  <a:pt x="2352530" y="327114"/>
                  <a:pt x="2353145" y="325203"/>
                  <a:pt x="2353418" y="323564"/>
                </a:cubicBezTo>
                <a:cubicBezTo>
                  <a:pt x="2353418" y="324111"/>
                  <a:pt x="2353145" y="325954"/>
                  <a:pt x="2352599" y="329094"/>
                </a:cubicBezTo>
                <a:cubicBezTo>
                  <a:pt x="2352052" y="332234"/>
                  <a:pt x="2352462" y="333804"/>
                  <a:pt x="2353828" y="333804"/>
                </a:cubicBezTo>
                <a:cubicBezTo>
                  <a:pt x="2357650" y="333804"/>
                  <a:pt x="2361200" y="316465"/>
                  <a:pt x="2364476" y="281788"/>
                </a:cubicBezTo>
                <a:cubicBezTo>
                  <a:pt x="2364750" y="280150"/>
                  <a:pt x="2364886" y="278580"/>
                  <a:pt x="2364886" y="277078"/>
                </a:cubicBezTo>
                <a:cubicBezTo>
                  <a:pt x="2364886" y="275576"/>
                  <a:pt x="2365022" y="274279"/>
                  <a:pt x="2365296" y="273187"/>
                </a:cubicBezTo>
                <a:lnTo>
                  <a:pt x="2369801" y="231820"/>
                </a:lnTo>
                <a:cubicBezTo>
                  <a:pt x="2370893" y="231001"/>
                  <a:pt x="2372053" y="229977"/>
                  <a:pt x="2373282" y="228748"/>
                </a:cubicBezTo>
                <a:cubicBezTo>
                  <a:pt x="2374511" y="227519"/>
                  <a:pt x="2375125" y="226359"/>
                  <a:pt x="2375125" y="225266"/>
                </a:cubicBezTo>
                <a:lnTo>
                  <a:pt x="2374306" y="224447"/>
                </a:lnTo>
                <a:lnTo>
                  <a:pt x="2370210" y="228953"/>
                </a:lnTo>
                <a:lnTo>
                  <a:pt x="2369801" y="227314"/>
                </a:lnTo>
                <a:lnTo>
                  <a:pt x="2371030" y="214618"/>
                </a:lnTo>
                <a:cubicBezTo>
                  <a:pt x="2371030" y="212433"/>
                  <a:pt x="2370347" y="211341"/>
                  <a:pt x="2368982" y="211341"/>
                </a:cubicBezTo>
                <a:close/>
                <a:moveTo>
                  <a:pt x="2385774" y="210931"/>
                </a:moveTo>
                <a:lnTo>
                  <a:pt x="2384955" y="212160"/>
                </a:lnTo>
                <a:cubicBezTo>
                  <a:pt x="2384955" y="213252"/>
                  <a:pt x="2385365" y="214345"/>
                  <a:pt x="2386184" y="215437"/>
                </a:cubicBezTo>
                <a:cubicBezTo>
                  <a:pt x="2387003" y="216529"/>
                  <a:pt x="2387959" y="217075"/>
                  <a:pt x="2389051" y="217075"/>
                </a:cubicBezTo>
                <a:lnTo>
                  <a:pt x="2389460" y="216665"/>
                </a:lnTo>
                <a:lnTo>
                  <a:pt x="2388232" y="215437"/>
                </a:lnTo>
                <a:cubicBezTo>
                  <a:pt x="2386866" y="215437"/>
                  <a:pt x="2386184" y="214822"/>
                  <a:pt x="2386184" y="213594"/>
                </a:cubicBezTo>
                <a:cubicBezTo>
                  <a:pt x="2386184" y="212365"/>
                  <a:pt x="2386047" y="211477"/>
                  <a:pt x="2385774" y="210931"/>
                </a:cubicBezTo>
                <a:close/>
                <a:moveTo>
                  <a:pt x="3766861" y="209293"/>
                </a:moveTo>
                <a:lnTo>
                  <a:pt x="3766452" y="210112"/>
                </a:lnTo>
                <a:lnTo>
                  <a:pt x="3766861" y="211341"/>
                </a:lnTo>
                <a:lnTo>
                  <a:pt x="3767680" y="210522"/>
                </a:lnTo>
                <a:close/>
                <a:moveTo>
                  <a:pt x="2219077" y="209293"/>
                </a:moveTo>
                <a:cubicBezTo>
                  <a:pt x="2216347" y="209293"/>
                  <a:pt x="2213070" y="210795"/>
                  <a:pt x="2209247" y="213798"/>
                </a:cubicBezTo>
                <a:cubicBezTo>
                  <a:pt x="2205424" y="216802"/>
                  <a:pt x="2202967" y="218304"/>
                  <a:pt x="2201875" y="218304"/>
                </a:cubicBezTo>
                <a:lnTo>
                  <a:pt x="2198598" y="219942"/>
                </a:lnTo>
                <a:lnTo>
                  <a:pt x="2199827" y="219942"/>
                </a:lnTo>
                <a:cubicBezTo>
                  <a:pt x="2199554" y="220761"/>
                  <a:pt x="2198940" y="221580"/>
                  <a:pt x="2197984" y="222399"/>
                </a:cubicBezTo>
                <a:cubicBezTo>
                  <a:pt x="2197028" y="223219"/>
                  <a:pt x="2196141" y="223628"/>
                  <a:pt x="2195322" y="223628"/>
                </a:cubicBezTo>
                <a:cubicBezTo>
                  <a:pt x="2193684" y="223628"/>
                  <a:pt x="2192523" y="224516"/>
                  <a:pt x="2191840" y="226290"/>
                </a:cubicBezTo>
                <a:cubicBezTo>
                  <a:pt x="2191158" y="228065"/>
                  <a:pt x="2189997" y="229226"/>
                  <a:pt x="2188359" y="229772"/>
                </a:cubicBezTo>
                <a:lnTo>
                  <a:pt x="2189178" y="226086"/>
                </a:lnTo>
                <a:cubicBezTo>
                  <a:pt x="2186721" y="229089"/>
                  <a:pt x="2185287" y="235301"/>
                  <a:pt x="2184878" y="244721"/>
                </a:cubicBezTo>
                <a:cubicBezTo>
                  <a:pt x="2184468" y="254142"/>
                  <a:pt x="2184263" y="266224"/>
                  <a:pt x="2184263" y="280969"/>
                </a:cubicBezTo>
                <a:cubicBezTo>
                  <a:pt x="2184263" y="288068"/>
                  <a:pt x="2184810" y="291754"/>
                  <a:pt x="2185902" y="292027"/>
                </a:cubicBezTo>
                <a:cubicBezTo>
                  <a:pt x="2186994" y="290662"/>
                  <a:pt x="2188496" y="283836"/>
                  <a:pt x="2190407" y="271548"/>
                </a:cubicBezTo>
                <a:cubicBezTo>
                  <a:pt x="2192318" y="259261"/>
                  <a:pt x="2193274" y="251343"/>
                  <a:pt x="2193274" y="247793"/>
                </a:cubicBezTo>
                <a:cubicBezTo>
                  <a:pt x="2193274" y="243697"/>
                  <a:pt x="2192591" y="241376"/>
                  <a:pt x="2191226" y="240830"/>
                </a:cubicBezTo>
                <a:lnTo>
                  <a:pt x="2190816" y="240421"/>
                </a:lnTo>
                <a:lnTo>
                  <a:pt x="2192045" y="238373"/>
                </a:lnTo>
                <a:lnTo>
                  <a:pt x="2189178" y="237554"/>
                </a:lnTo>
                <a:cubicBezTo>
                  <a:pt x="2189724" y="236462"/>
                  <a:pt x="2192728" y="235369"/>
                  <a:pt x="2198189" y="234277"/>
                </a:cubicBezTo>
                <a:lnTo>
                  <a:pt x="2196550" y="235096"/>
                </a:lnTo>
                <a:cubicBezTo>
                  <a:pt x="2197097" y="236188"/>
                  <a:pt x="2199964" y="237690"/>
                  <a:pt x="2205152" y="239602"/>
                </a:cubicBezTo>
                <a:cubicBezTo>
                  <a:pt x="2209520" y="241513"/>
                  <a:pt x="2212114" y="242742"/>
                  <a:pt x="2212934" y="243288"/>
                </a:cubicBezTo>
                <a:lnTo>
                  <a:pt x="2213753" y="240830"/>
                </a:lnTo>
                <a:cubicBezTo>
                  <a:pt x="2214299" y="241103"/>
                  <a:pt x="2215391" y="242878"/>
                  <a:pt x="2217030" y="246155"/>
                </a:cubicBezTo>
                <a:cubicBezTo>
                  <a:pt x="2218668" y="249431"/>
                  <a:pt x="2220033" y="252298"/>
                  <a:pt x="2221125" y="254756"/>
                </a:cubicBezTo>
                <a:cubicBezTo>
                  <a:pt x="2221125" y="237008"/>
                  <a:pt x="2220442" y="221853"/>
                  <a:pt x="2219077" y="209293"/>
                </a:cubicBezTo>
                <a:close/>
                <a:moveTo>
                  <a:pt x="3763994" y="207655"/>
                </a:moveTo>
                <a:cubicBezTo>
                  <a:pt x="3763994" y="209566"/>
                  <a:pt x="3763584" y="211204"/>
                  <a:pt x="3762765" y="212570"/>
                </a:cubicBezTo>
                <a:lnTo>
                  <a:pt x="3763584" y="215846"/>
                </a:lnTo>
                <a:cubicBezTo>
                  <a:pt x="3763584" y="215027"/>
                  <a:pt x="3763789" y="214140"/>
                  <a:pt x="3764199" y="213184"/>
                </a:cubicBezTo>
                <a:cubicBezTo>
                  <a:pt x="3764608" y="212228"/>
                  <a:pt x="3764813" y="211614"/>
                  <a:pt x="3764813" y="211341"/>
                </a:cubicBezTo>
                <a:cubicBezTo>
                  <a:pt x="3764813" y="210522"/>
                  <a:pt x="3764540" y="209293"/>
                  <a:pt x="3763994" y="207655"/>
                </a:cubicBezTo>
                <a:close/>
                <a:moveTo>
                  <a:pt x="2372668" y="207245"/>
                </a:moveTo>
                <a:lnTo>
                  <a:pt x="2371030" y="209293"/>
                </a:lnTo>
                <a:cubicBezTo>
                  <a:pt x="2372122" y="209566"/>
                  <a:pt x="2372941" y="210863"/>
                  <a:pt x="2373487" y="213184"/>
                </a:cubicBezTo>
                <a:cubicBezTo>
                  <a:pt x="2374033" y="215505"/>
                  <a:pt x="2374443" y="216938"/>
                  <a:pt x="2374716" y="217485"/>
                </a:cubicBezTo>
                <a:lnTo>
                  <a:pt x="2375535" y="217075"/>
                </a:lnTo>
                <a:lnTo>
                  <a:pt x="2376354" y="214618"/>
                </a:lnTo>
                <a:cubicBezTo>
                  <a:pt x="2376354" y="211341"/>
                  <a:pt x="2375125" y="208884"/>
                  <a:pt x="2372668" y="207245"/>
                </a:cubicBezTo>
                <a:close/>
                <a:moveTo>
                  <a:pt x="98708" y="206016"/>
                </a:moveTo>
                <a:cubicBezTo>
                  <a:pt x="97616" y="206016"/>
                  <a:pt x="96114" y="206426"/>
                  <a:pt x="94202" y="207245"/>
                </a:cubicBezTo>
                <a:cubicBezTo>
                  <a:pt x="92291" y="208064"/>
                  <a:pt x="90789" y="208884"/>
                  <a:pt x="89697" y="209703"/>
                </a:cubicBezTo>
                <a:lnTo>
                  <a:pt x="96250" y="211341"/>
                </a:lnTo>
                <a:lnTo>
                  <a:pt x="94612" y="209703"/>
                </a:lnTo>
                <a:cubicBezTo>
                  <a:pt x="94612" y="209157"/>
                  <a:pt x="95295" y="208610"/>
                  <a:pt x="96660" y="208064"/>
                </a:cubicBezTo>
                <a:cubicBezTo>
                  <a:pt x="98025" y="207518"/>
                  <a:pt x="98844" y="207109"/>
                  <a:pt x="99117" y="206836"/>
                </a:cubicBezTo>
                <a:close/>
                <a:moveTo>
                  <a:pt x="867480" y="203559"/>
                </a:moveTo>
                <a:cubicBezTo>
                  <a:pt x="866934" y="204105"/>
                  <a:pt x="865637" y="206016"/>
                  <a:pt x="863589" y="209293"/>
                </a:cubicBezTo>
                <a:cubicBezTo>
                  <a:pt x="861541" y="212570"/>
                  <a:pt x="859834" y="214345"/>
                  <a:pt x="858469" y="214618"/>
                </a:cubicBezTo>
                <a:cubicBezTo>
                  <a:pt x="855739" y="219532"/>
                  <a:pt x="854100" y="222263"/>
                  <a:pt x="853554" y="222809"/>
                </a:cubicBezTo>
                <a:cubicBezTo>
                  <a:pt x="854373" y="222536"/>
                  <a:pt x="856490" y="219942"/>
                  <a:pt x="859902" y="215027"/>
                </a:cubicBezTo>
                <a:cubicBezTo>
                  <a:pt x="863316" y="210112"/>
                  <a:pt x="865841" y="206290"/>
                  <a:pt x="867480" y="203559"/>
                </a:cubicBezTo>
                <a:close/>
                <a:moveTo>
                  <a:pt x="476745" y="203559"/>
                </a:moveTo>
                <a:cubicBezTo>
                  <a:pt x="476199" y="203559"/>
                  <a:pt x="475517" y="204378"/>
                  <a:pt x="474698" y="206016"/>
                </a:cubicBezTo>
                <a:cubicBezTo>
                  <a:pt x="473878" y="207655"/>
                  <a:pt x="473332" y="209020"/>
                  <a:pt x="473059" y="210112"/>
                </a:cubicBezTo>
                <a:lnTo>
                  <a:pt x="474288" y="211341"/>
                </a:lnTo>
                <a:lnTo>
                  <a:pt x="477974" y="210112"/>
                </a:lnTo>
                <a:cubicBezTo>
                  <a:pt x="477155" y="209839"/>
                  <a:pt x="476199" y="209157"/>
                  <a:pt x="475107" y="208064"/>
                </a:cubicBezTo>
                <a:lnTo>
                  <a:pt x="477155" y="205197"/>
                </a:lnTo>
                <a:close/>
                <a:moveTo>
                  <a:pt x="928916" y="203149"/>
                </a:moveTo>
                <a:cubicBezTo>
                  <a:pt x="927824" y="203149"/>
                  <a:pt x="926458" y="205607"/>
                  <a:pt x="924820" y="210522"/>
                </a:cubicBezTo>
                <a:cubicBezTo>
                  <a:pt x="927824" y="207518"/>
                  <a:pt x="929326" y="205334"/>
                  <a:pt x="929326" y="203969"/>
                </a:cubicBezTo>
                <a:close/>
                <a:moveTo>
                  <a:pt x="652862" y="201511"/>
                </a:moveTo>
                <a:cubicBezTo>
                  <a:pt x="645763" y="201511"/>
                  <a:pt x="639893" y="202399"/>
                  <a:pt x="635251" y="204173"/>
                </a:cubicBezTo>
                <a:cubicBezTo>
                  <a:pt x="630609" y="205948"/>
                  <a:pt x="626513" y="209430"/>
                  <a:pt x="622964" y="214618"/>
                </a:cubicBezTo>
                <a:cubicBezTo>
                  <a:pt x="624875" y="210795"/>
                  <a:pt x="625830" y="207791"/>
                  <a:pt x="625830" y="205607"/>
                </a:cubicBezTo>
                <a:lnTo>
                  <a:pt x="625830" y="205197"/>
                </a:lnTo>
                <a:lnTo>
                  <a:pt x="622964" y="206836"/>
                </a:lnTo>
                <a:cubicBezTo>
                  <a:pt x="620506" y="206836"/>
                  <a:pt x="618595" y="207723"/>
                  <a:pt x="617229" y="209498"/>
                </a:cubicBezTo>
                <a:cubicBezTo>
                  <a:pt x="615864" y="211273"/>
                  <a:pt x="614567" y="213867"/>
                  <a:pt x="613338" y="217280"/>
                </a:cubicBezTo>
                <a:cubicBezTo>
                  <a:pt x="612110" y="220693"/>
                  <a:pt x="610949" y="222399"/>
                  <a:pt x="609857" y="222399"/>
                </a:cubicBezTo>
                <a:lnTo>
                  <a:pt x="609447" y="221990"/>
                </a:lnTo>
                <a:lnTo>
                  <a:pt x="612724" y="217485"/>
                </a:lnTo>
                <a:cubicBezTo>
                  <a:pt x="611905" y="217485"/>
                  <a:pt x="610062" y="219328"/>
                  <a:pt x="607195" y="223014"/>
                </a:cubicBezTo>
                <a:cubicBezTo>
                  <a:pt x="604328" y="226700"/>
                  <a:pt x="602894" y="228953"/>
                  <a:pt x="602894" y="229772"/>
                </a:cubicBezTo>
                <a:lnTo>
                  <a:pt x="604942" y="230181"/>
                </a:lnTo>
                <a:cubicBezTo>
                  <a:pt x="609038" y="230181"/>
                  <a:pt x="616478" y="229362"/>
                  <a:pt x="627264" y="227724"/>
                </a:cubicBezTo>
                <a:cubicBezTo>
                  <a:pt x="638049" y="226086"/>
                  <a:pt x="644261" y="224584"/>
                  <a:pt x="645900" y="223219"/>
                </a:cubicBezTo>
                <a:cubicBezTo>
                  <a:pt x="646719" y="223219"/>
                  <a:pt x="648835" y="224516"/>
                  <a:pt x="652248" y="227110"/>
                </a:cubicBezTo>
                <a:cubicBezTo>
                  <a:pt x="655661" y="229704"/>
                  <a:pt x="657504" y="231547"/>
                  <a:pt x="657777" y="232639"/>
                </a:cubicBezTo>
                <a:cubicBezTo>
                  <a:pt x="658323" y="234277"/>
                  <a:pt x="658801" y="235301"/>
                  <a:pt x="659211" y="235711"/>
                </a:cubicBezTo>
                <a:cubicBezTo>
                  <a:pt x="659620" y="236120"/>
                  <a:pt x="660371" y="236462"/>
                  <a:pt x="661464" y="236735"/>
                </a:cubicBezTo>
                <a:cubicBezTo>
                  <a:pt x="662556" y="237008"/>
                  <a:pt x="663375" y="237144"/>
                  <a:pt x="663921" y="237144"/>
                </a:cubicBezTo>
                <a:lnTo>
                  <a:pt x="667607" y="237963"/>
                </a:lnTo>
                <a:lnTo>
                  <a:pt x="663921" y="239602"/>
                </a:lnTo>
                <a:cubicBezTo>
                  <a:pt x="665013" y="240148"/>
                  <a:pt x="665559" y="240830"/>
                  <a:pt x="665559" y="241649"/>
                </a:cubicBezTo>
                <a:cubicBezTo>
                  <a:pt x="665559" y="242469"/>
                  <a:pt x="665696" y="243015"/>
                  <a:pt x="665969" y="243288"/>
                </a:cubicBezTo>
                <a:cubicBezTo>
                  <a:pt x="666242" y="243561"/>
                  <a:pt x="666651" y="243697"/>
                  <a:pt x="667198" y="243697"/>
                </a:cubicBezTo>
                <a:cubicBezTo>
                  <a:pt x="667744" y="243697"/>
                  <a:pt x="668153" y="243697"/>
                  <a:pt x="668426" y="243697"/>
                </a:cubicBezTo>
                <a:lnTo>
                  <a:pt x="671703" y="243697"/>
                </a:lnTo>
                <a:lnTo>
                  <a:pt x="673341" y="213798"/>
                </a:lnTo>
                <a:lnTo>
                  <a:pt x="667607" y="215027"/>
                </a:lnTo>
                <a:lnTo>
                  <a:pt x="665969" y="214618"/>
                </a:lnTo>
                <a:cubicBezTo>
                  <a:pt x="665969" y="214071"/>
                  <a:pt x="666720" y="213457"/>
                  <a:pt x="668221" y="212774"/>
                </a:cubicBezTo>
                <a:cubicBezTo>
                  <a:pt x="669723" y="212092"/>
                  <a:pt x="670474" y="211477"/>
                  <a:pt x="670474" y="210931"/>
                </a:cubicBezTo>
                <a:lnTo>
                  <a:pt x="661054" y="211341"/>
                </a:lnTo>
                <a:lnTo>
                  <a:pt x="664331" y="210112"/>
                </a:lnTo>
                <a:cubicBezTo>
                  <a:pt x="665423" y="210112"/>
                  <a:pt x="666651" y="209157"/>
                  <a:pt x="668017" y="207245"/>
                </a:cubicBezTo>
                <a:lnTo>
                  <a:pt x="667607" y="206426"/>
                </a:lnTo>
                <a:cubicBezTo>
                  <a:pt x="664604" y="206972"/>
                  <a:pt x="662010" y="207928"/>
                  <a:pt x="659825" y="209293"/>
                </a:cubicBezTo>
                <a:lnTo>
                  <a:pt x="659006" y="207245"/>
                </a:lnTo>
                <a:cubicBezTo>
                  <a:pt x="659006" y="205880"/>
                  <a:pt x="658596" y="205197"/>
                  <a:pt x="657777" y="205197"/>
                </a:cubicBezTo>
                <a:lnTo>
                  <a:pt x="647128" y="206016"/>
                </a:lnTo>
                <a:cubicBezTo>
                  <a:pt x="647128" y="204651"/>
                  <a:pt x="648903" y="203832"/>
                  <a:pt x="652453" y="203559"/>
                </a:cubicBezTo>
                <a:cubicBezTo>
                  <a:pt x="656002" y="203286"/>
                  <a:pt x="658050" y="203013"/>
                  <a:pt x="658596" y="202740"/>
                </a:cubicBezTo>
                <a:cubicBezTo>
                  <a:pt x="658596" y="201921"/>
                  <a:pt x="656685" y="201511"/>
                  <a:pt x="652862" y="201511"/>
                </a:cubicBezTo>
                <a:close/>
                <a:moveTo>
                  <a:pt x="3763584" y="201102"/>
                </a:moveTo>
                <a:lnTo>
                  <a:pt x="3763175" y="201921"/>
                </a:lnTo>
                <a:lnTo>
                  <a:pt x="3760718" y="203559"/>
                </a:lnTo>
                <a:lnTo>
                  <a:pt x="3763175" y="204378"/>
                </a:lnTo>
                <a:lnTo>
                  <a:pt x="3764404" y="203149"/>
                </a:lnTo>
                <a:close/>
                <a:moveTo>
                  <a:pt x="2387003" y="199873"/>
                </a:moveTo>
                <a:cubicBezTo>
                  <a:pt x="2385092" y="199873"/>
                  <a:pt x="2384136" y="201102"/>
                  <a:pt x="2384136" y="203559"/>
                </a:cubicBezTo>
                <a:cubicBezTo>
                  <a:pt x="2384136" y="204378"/>
                  <a:pt x="2384341" y="205197"/>
                  <a:pt x="2384750" y="206016"/>
                </a:cubicBezTo>
                <a:cubicBezTo>
                  <a:pt x="2385160" y="206836"/>
                  <a:pt x="2385774" y="207245"/>
                  <a:pt x="2386594" y="207245"/>
                </a:cubicBezTo>
                <a:lnTo>
                  <a:pt x="2388641" y="205607"/>
                </a:lnTo>
                <a:lnTo>
                  <a:pt x="2388232" y="204788"/>
                </a:lnTo>
                <a:cubicBezTo>
                  <a:pt x="2387412" y="205061"/>
                  <a:pt x="2386730" y="205129"/>
                  <a:pt x="2386184" y="204993"/>
                </a:cubicBezTo>
                <a:cubicBezTo>
                  <a:pt x="2385638" y="204856"/>
                  <a:pt x="2385365" y="204378"/>
                  <a:pt x="2385365" y="203559"/>
                </a:cubicBezTo>
                <a:lnTo>
                  <a:pt x="2386184" y="201921"/>
                </a:lnTo>
                <a:lnTo>
                  <a:pt x="2387412" y="202740"/>
                </a:lnTo>
                <a:cubicBezTo>
                  <a:pt x="2388232" y="202740"/>
                  <a:pt x="2388641" y="202330"/>
                  <a:pt x="2388641" y="201511"/>
                </a:cubicBezTo>
                <a:close/>
                <a:moveTo>
                  <a:pt x="124920" y="199054"/>
                </a:moveTo>
                <a:cubicBezTo>
                  <a:pt x="124101" y="199054"/>
                  <a:pt x="122941" y="199736"/>
                  <a:pt x="121439" y="201102"/>
                </a:cubicBezTo>
                <a:cubicBezTo>
                  <a:pt x="119937" y="202467"/>
                  <a:pt x="118913" y="203149"/>
                  <a:pt x="118367" y="203149"/>
                </a:cubicBezTo>
                <a:cubicBezTo>
                  <a:pt x="117275" y="203149"/>
                  <a:pt x="116729" y="202603"/>
                  <a:pt x="116729" y="201511"/>
                </a:cubicBezTo>
                <a:lnTo>
                  <a:pt x="105261" y="205197"/>
                </a:lnTo>
                <a:cubicBezTo>
                  <a:pt x="106626" y="205470"/>
                  <a:pt x="107514" y="205948"/>
                  <a:pt x="107923" y="206631"/>
                </a:cubicBezTo>
                <a:cubicBezTo>
                  <a:pt x="108333" y="207313"/>
                  <a:pt x="108606" y="208064"/>
                  <a:pt x="108742" y="208884"/>
                </a:cubicBezTo>
                <a:cubicBezTo>
                  <a:pt x="108879" y="209703"/>
                  <a:pt x="108947" y="210385"/>
                  <a:pt x="108947" y="210931"/>
                </a:cubicBezTo>
                <a:cubicBezTo>
                  <a:pt x="111404" y="210931"/>
                  <a:pt x="114545" y="210112"/>
                  <a:pt x="118367" y="208474"/>
                </a:cubicBezTo>
                <a:lnTo>
                  <a:pt x="116729" y="208064"/>
                </a:lnTo>
                <a:lnTo>
                  <a:pt x="110585" y="210112"/>
                </a:lnTo>
                <a:lnTo>
                  <a:pt x="110176" y="209293"/>
                </a:lnTo>
                <a:cubicBezTo>
                  <a:pt x="110176" y="206563"/>
                  <a:pt x="112906" y="204924"/>
                  <a:pt x="118367" y="204378"/>
                </a:cubicBezTo>
                <a:cubicBezTo>
                  <a:pt x="120825" y="203832"/>
                  <a:pt x="122668" y="203286"/>
                  <a:pt x="123897" y="202740"/>
                </a:cubicBezTo>
                <a:cubicBezTo>
                  <a:pt x="125125" y="202194"/>
                  <a:pt x="125740" y="201238"/>
                  <a:pt x="125740" y="199873"/>
                </a:cubicBezTo>
                <a:close/>
                <a:moveTo>
                  <a:pt x="2329662" y="197825"/>
                </a:moveTo>
                <a:cubicBezTo>
                  <a:pt x="2328297" y="198098"/>
                  <a:pt x="2323519" y="201511"/>
                  <a:pt x="2315328" y="208064"/>
                </a:cubicBezTo>
                <a:cubicBezTo>
                  <a:pt x="2307136" y="214618"/>
                  <a:pt x="2300856" y="219805"/>
                  <a:pt x="2296487" y="223628"/>
                </a:cubicBezTo>
                <a:lnTo>
                  <a:pt x="2296077" y="236325"/>
                </a:lnTo>
                <a:lnTo>
                  <a:pt x="2296077" y="241649"/>
                </a:lnTo>
                <a:cubicBezTo>
                  <a:pt x="2296077" y="246018"/>
                  <a:pt x="2295395" y="248885"/>
                  <a:pt x="2294029" y="250251"/>
                </a:cubicBezTo>
                <a:cubicBezTo>
                  <a:pt x="2294302" y="251343"/>
                  <a:pt x="2297989" y="253527"/>
                  <a:pt x="2305088" y="256804"/>
                </a:cubicBezTo>
                <a:cubicBezTo>
                  <a:pt x="2312187" y="260080"/>
                  <a:pt x="2317785" y="262538"/>
                  <a:pt x="2321880" y="264176"/>
                </a:cubicBezTo>
                <a:lnTo>
                  <a:pt x="2324338" y="248203"/>
                </a:lnTo>
                <a:cubicBezTo>
                  <a:pt x="2325703" y="240011"/>
                  <a:pt x="2327000" y="231547"/>
                  <a:pt x="2328229" y="222809"/>
                </a:cubicBezTo>
                <a:cubicBezTo>
                  <a:pt x="2329458" y="214071"/>
                  <a:pt x="2330072" y="206016"/>
                  <a:pt x="2330072" y="198644"/>
                </a:cubicBezTo>
                <a:close/>
                <a:moveTo>
                  <a:pt x="1311459" y="197825"/>
                </a:moveTo>
                <a:lnTo>
                  <a:pt x="1300810" y="205197"/>
                </a:lnTo>
                <a:cubicBezTo>
                  <a:pt x="1301356" y="204924"/>
                  <a:pt x="1303268" y="203969"/>
                  <a:pt x="1306544" y="202330"/>
                </a:cubicBezTo>
                <a:cubicBezTo>
                  <a:pt x="1309821" y="200692"/>
                  <a:pt x="1311459" y="199190"/>
                  <a:pt x="1311459" y="197825"/>
                </a:cubicBezTo>
                <a:close/>
                <a:moveTo>
                  <a:pt x="132702" y="197825"/>
                </a:moveTo>
                <a:lnTo>
                  <a:pt x="129426" y="199054"/>
                </a:lnTo>
                <a:cubicBezTo>
                  <a:pt x="129153" y="199054"/>
                  <a:pt x="128743" y="199054"/>
                  <a:pt x="128197" y="199054"/>
                </a:cubicBezTo>
                <a:cubicBezTo>
                  <a:pt x="127651" y="199054"/>
                  <a:pt x="127378" y="199463"/>
                  <a:pt x="127378" y="200282"/>
                </a:cubicBezTo>
                <a:cubicBezTo>
                  <a:pt x="127378" y="200829"/>
                  <a:pt x="127719" y="201306"/>
                  <a:pt x="128402" y="201716"/>
                </a:cubicBezTo>
                <a:cubicBezTo>
                  <a:pt x="129085" y="202125"/>
                  <a:pt x="129699" y="202330"/>
                  <a:pt x="130245" y="202330"/>
                </a:cubicBezTo>
                <a:cubicBezTo>
                  <a:pt x="131064" y="202330"/>
                  <a:pt x="131747" y="201989"/>
                  <a:pt x="132293" y="201306"/>
                </a:cubicBezTo>
                <a:cubicBezTo>
                  <a:pt x="132839" y="200624"/>
                  <a:pt x="133112" y="199873"/>
                  <a:pt x="133112" y="199054"/>
                </a:cubicBezTo>
                <a:close/>
                <a:moveTo>
                  <a:pt x="586102" y="197006"/>
                </a:moveTo>
                <a:cubicBezTo>
                  <a:pt x="585829" y="197006"/>
                  <a:pt x="585351" y="198098"/>
                  <a:pt x="584668" y="200282"/>
                </a:cubicBezTo>
                <a:cubicBezTo>
                  <a:pt x="583986" y="202467"/>
                  <a:pt x="583508" y="204105"/>
                  <a:pt x="583235" y="205197"/>
                </a:cubicBezTo>
                <a:cubicBezTo>
                  <a:pt x="583235" y="205743"/>
                  <a:pt x="583576" y="206767"/>
                  <a:pt x="584259" y="208269"/>
                </a:cubicBezTo>
                <a:cubicBezTo>
                  <a:pt x="584941" y="209771"/>
                  <a:pt x="585283" y="210931"/>
                  <a:pt x="585283" y="211751"/>
                </a:cubicBezTo>
                <a:lnTo>
                  <a:pt x="585283" y="219942"/>
                </a:lnTo>
                <a:cubicBezTo>
                  <a:pt x="583644" y="220761"/>
                  <a:pt x="582825" y="221717"/>
                  <a:pt x="582825" y="222809"/>
                </a:cubicBezTo>
                <a:cubicBezTo>
                  <a:pt x="583098" y="224447"/>
                  <a:pt x="583576" y="226973"/>
                  <a:pt x="584259" y="230386"/>
                </a:cubicBezTo>
                <a:cubicBezTo>
                  <a:pt x="584941" y="233799"/>
                  <a:pt x="585419" y="235642"/>
                  <a:pt x="585692" y="235915"/>
                </a:cubicBezTo>
                <a:cubicBezTo>
                  <a:pt x="586784" y="234277"/>
                  <a:pt x="587740" y="233185"/>
                  <a:pt x="588559" y="232639"/>
                </a:cubicBezTo>
                <a:cubicBezTo>
                  <a:pt x="593201" y="230454"/>
                  <a:pt x="598730" y="224652"/>
                  <a:pt x="605147" y="215232"/>
                </a:cubicBezTo>
                <a:cubicBezTo>
                  <a:pt x="611564" y="205812"/>
                  <a:pt x="615182" y="200555"/>
                  <a:pt x="616001" y="199463"/>
                </a:cubicBezTo>
                <a:cubicBezTo>
                  <a:pt x="614362" y="199736"/>
                  <a:pt x="612041" y="200214"/>
                  <a:pt x="609038" y="200897"/>
                </a:cubicBezTo>
                <a:cubicBezTo>
                  <a:pt x="606034" y="201579"/>
                  <a:pt x="603304" y="201921"/>
                  <a:pt x="600846" y="201921"/>
                </a:cubicBezTo>
                <a:lnTo>
                  <a:pt x="590197" y="201511"/>
                </a:lnTo>
                <a:cubicBezTo>
                  <a:pt x="589924" y="199600"/>
                  <a:pt x="589174" y="198712"/>
                  <a:pt x="587945" y="198849"/>
                </a:cubicBezTo>
                <a:cubicBezTo>
                  <a:pt x="586716" y="198985"/>
                  <a:pt x="586102" y="198371"/>
                  <a:pt x="586102" y="197006"/>
                </a:cubicBezTo>
                <a:close/>
                <a:moveTo>
                  <a:pt x="2696232" y="195777"/>
                </a:moveTo>
                <a:lnTo>
                  <a:pt x="2692956" y="202330"/>
                </a:lnTo>
                <a:lnTo>
                  <a:pt x="2708519" y="199463"/>
                </a:lnTo>
                <a:cubicBezTo>
                  <a:pt x="2708246" y="198917"/>
                  <a:pt x="2706198" y="198166"/>
                  <a:pt x="2702376" y="197211"/>
                </a:cubicBezTo>
                <a:cubicBezTo>
                  <a:pt x="2698553" y="196255"/>
                  <a:pt x="2696505" y="195777"/>
                  <a:pt x="2696232" y="195777"/>
                </a:cubicBezTo>
                <a:close/>
                <a:moveTo>
                  <a:pt x="907208" y="194958"/>
                </a:moveTo>
                <a:cubicBezTo>
                  <a:pt x="905843" y="195504"/>
                  <a:pt x="904205" y="196460"/>
                  <a:pt x="902294" y="197825"/>
                </a:cubicBezTo>
                <a:cubicBezTo>
                  <a:pt x="900382" y="199190"/>
                  <a:pt x="899427" y="200282"/>
                  <a:pt x="899427" y="201102"/>
                </a:cubicBezTo>
                <a:lnTo>
                  <a:pt x="899836" y="201511"/>
                </a:lnTo>
                <a:cubicBezTo>
                  <a:pt x="900655" y="201511"/>
                  <a:pt x="901884" y="200555"/>
                  <a:pt x="903522" y="198644"/>
                </a:cubicBezTo>
                <a:cubicBezTo>
                  <a:pt x="905161" y="196733"/>
                  <a:pt x="906389" y="195504"/>
                  <a:pt x="907208" y="194958"/>
                </a:cubicBezTo>
                <a:close/>
                <a:moveTo>
                  <a:pt x="208064" y="193320"/>
                </a:moveTo>
                <a:cubicBezTo>
                  <a:pt x="204242" y="193320"/>
                  <a:pt x="199600" y="193866"/>
                  <a:pt x="194139" y="194958"/>
                </a:cubicBezTo>
                <a:cubicBezTo>
                  <a:pt x="188678" y="196050"/>
                  <a:pt x="184718" y="196733"/>
                  <a:pt x="182261" y="197006"/>
                </a:cubicBezTo>
                <a:lnTo>
                  <a:pt x="181032" y="198235"/>
                </a:lnTo>
                <a:cubicBezTo>
                  <a:pt x="187859" y="198235"/>
                  <a:pt x="197552" y="196869"/>
                  <a:pt x="210112" y="194139"/>
                </a:cubicBezTo>
                <a:close/>
                <a:moveTo>
                  <a:pt x="219532" y="191681"/>
                </a:moveTo>
                <a:cubicBezTo>
                  <a:pt x="214617" y="191681"/>
                  <a:pt x="212160" y="192500"/>
                  <a:pt x="212160" y="194139"/>
                </a:cubicBezTo>
                <a:lnTo>
                  <a:pt x="212979" y="194548"/>
                </a:lnTo>
                <a:cubicBezTo>
                  <a:pt x="214071" y="194002"/>
                  <a:pt x="215846" y="193524"/>
                  <a:pt x="218304" y="193115"/>
                </a:cubicBezTo>
                <a:cubicBezTo>
                  <a:pt x="220761" y="192705"/>
                  <a:pt x="222263" y="192364"/>
                  <a:pt x="222809" y="192091"/>
                </a:cubicBezTo>
                <a:close/>
                <a:moveTo>
                  <a:pt x="189633" y="189633"/>
                </a:moveTo>
                <a:cubicBezTo>
                  <a:pt x="188541" y="189633"/>
                  <a:pt x="187176" y="189975"/>
                  <a:pt x="185538" y="190657"/>
                </a:cubicBezTo>
                <a:cubicBezTo>
                  <a:pt x="183899" y="191340"/>
                  <a:pt x="183080" y="191954"/>
                  <a:pt x="183080" y="192500"/>
                </a:cubicBezTo>
                <a:lnTo>
                  <a:pt x="183490" y="192910"/>
                </a:lnTo>
                <a:cubicBezTo>
                  <a:pt x="184855" y="192910"/>
                  <a:pt x="186630" y="192774"/>
                  <a:pt x="188814" y="192500"/>
                </a:cubicBezTo>
                <a:cubicBezTo>
                  <a:pt x="190999" y="192227"/>
                  <a:pt x="192091" y="191681"/>
                  <a:pt x="192091" y="190862"/>
                </a:cubicBezTo>
                <a:close/>
                <a:moveTo>
                  <a:pt x="239601" y="186357"/>
                </a:moveTo>
                <a:cubicBezTo>
                  <a:pt x="238236" y="186357"/>
                  <a:pt x="234140" y="187313"/>
                  <a:pt x="227314" y="189224"/>
                </a:cubicBezTo>
                <a:lnTo>
                  <a:pt x="231820" y="190043"/>
                </a:lnTo>
                <a:lnTo>
                  <a:pt x="229772" y="191681"/>
                </a:lnTo>
                <a:cubicBezTo>
                  <a:pt x="231683" y="191681"/>
                  <a:pt x="233936" y="191340"/>
                  <a:pt x="236530" y="190657"/>
                </a:cubicBezTo>
                <a:cubicBezTo>
                  <a:pt x="239124" y="189975"/>
                  <a:pt x="241240" y="189360"/>
                  <a:pt x="242878" y="188814"/>
                </a:cubicBezTo>
                <a:cubicBezTo>
                  <a:pt x="241240" y="188814"/>
                  <a:pt x="240421" y="188405"/>
                  <a:pt x="240421" y="187586"/>
                </a:cubicBezTo>
                <a:cubicBezTo>
                  <a:pt x="240421" y="186766"/>
                  <a:pt x="240148" y="186357"/>
                  <a:pt x="239601" y="186357"/>
                </a:cubicBezTo>
                <a:close/>
                <a:moveTo>
                  <a:pt x="293665" y="185128"/>
                </a:moveTo>
                <a:cubicBezTo>
                  <a:pt x="291208" y="185128"/>
                  <a:pt x="288204" y="185606"/>
                  <a:pt x="284655" y="186562"/>
                </a:cubicBezTo>
                <a:cubicBezTo>
                  <a:pt x="281105" y="187517"/>
                  <a:pt x="278238" y="188132"/>
                  <a:pt x="276054" y="188405"/>
                </a:cubicBezTo>
                <a:cubicBezTo>
                  <a:pt x="278511" y="188405"/>
                  <a:pt x="282129" y="188132"/>
                  <a:pt x="286907" y="187586"/>
                </a:cubicBezTo>
                <a:cubicBezTo>
                  <a:pt x="291686" y="187039"/>
                  <a:pt x="294211" y="186357"/>
                  <a:pt x="294485" y="185538"/>
                </a:cubicBezTo>
                <a:close/>
                <a:moveTo>
                  <a:pt x="261719" y="184309"/>
                </a:moveTo>
                <a:cubicBezTo>
                  <a:pt x="259807" y="184309"/>
                  <a:pt x="257008" y="184650"/>
                  <a:pt x="253322" y="185333"/>
                </a:cubicBezTo>
                <a:cubicBezTo>
                  <a:pt x="249636" y="186016"/>
                  <a:pt x="247793" y="186903"/>
                  <a:pt x="247793" y="187995"/>
                </a:cubicBezTo>
                <a:lnTo>
                  <a:pt x="248203" y="188405"/>
                </a:lnTo>
                <a:cubicBezTo>
                  <a:pt x="248749" y="188405"/>
                  <a:pt x="251206" y="188200"/>
                  <a:pt x="255575" y="187790"/>
                </a:cubicBezTo>
                <a:cubicBezTo>
                  <a:pt x="259944" y="187381"/>
                  <a:pt x="263357" y="186493"/>
                  <a:pt x="265814" y="185128"/>
                </a:cubicBezTo>
                <a:close/>
                <a:moveTo>
                  <a:pt x="274825" y="183899"/>
                </a:moveTo>
                <a:cubicBezTo>
                  <a:pt x="273460" y="183899"/>
                  <a:pt x="272231" y="184036"/>
                  <a:pt x="271139" y="184309"/>
                </a:cubicBezTo>
                <a:cubicBezTo>
                  <a:pt x="270047" y="184582"/>
                  <a:pt x="268818" y="184719"/>
                  <a:pt x="267453" y="184719"/>
                </a:cubicBezTo>
                <a:lnTo>
                  <a:pt x="270729" y="185538"/>
                </a:lnTo>
                <a:cubicBezTo>
                  <a:pt x="273733" y="185538"/>
                  <a:pt x="276258" y="185401"/>
                  <a:pt x="278306" y="185128"/>
                </a:cubicBezTo>
                <a:cubicBezTo>
                  <a:pt x="280354" y="184855"/>
                  <a:pt x="282197" y="184582"/>
                  <a:pt x="283836" y="184309"/>
                </a:cubicBezTo>
                <a:close/>
                <a:moveTo>
                  <a:pt x="472240" y="183080"/>
                </a:moveTo>
                <a:cubicBezTo>
                  <a:pt x="471148" y="186903"/>
                  <a:pt x="470602" y="190043"/>
                  <a:pt x="470602" y="192500"/>
                </a:cubicBezTo>
                <a:lnTo>
                  <a:pt x="471011" y="195368"/>
                </a:lnTo>
                <a:cubicBezTo>
                  <a:pt x="471284" y="194275"/>
                  <a:pt x="471626" y="192774"/>
                  <a:pt x="472035" y="190862"/>
                </a:cubicBezTo>
                <a:cubicBezTo>
                  <a:pt x="472445" y="188951"/>
                  <a:pt x="472650" y="187449"/>
                  <a:pt x="472650" y="186357"/>
                </a:cubicBezTo>
                <a:close/>
                <a:moveTo>
                  <a:pt x="2142077" y="181852"/>
                </a:moveTo>
                <a:cubicBezTo>
                  <a:pt x="2140166" y="182398"/>
                  <a:pt x="2137708" y="183353"/>
                  <a:pt x="2134705" y="184719"/>
                </a:cubicBezTo>
                <a:cubicBezTo>
                  <a:pt x="2131701" y="186084"/>
                  <a:pt x="2130200" y="187176"/>
                  <a:pt x="2130200" y="187995"/>
                </a:cubicBezTo>
                <a:cubicBezTo>
                  <a:pt x="2131838" y="187722"/>
                  <a:pt x="2133886" y="186698"/>
                  <a:pt x="2136343" y="184923"/>
                </a:cubicBezTo>
                <a:cubicBezTo>
                  <a:pt x="2138800" y="183149"/>
                  <a:pt x="2140712" y="182125"/>
                  <a:pt x="2142077" y="181852"/>
                </a:cubicBezTo>
                <a:close/>
                <a:moveTo>
                  <a:pt x="1107081" y="179804"/>
                </a:moveTo>
                <a:cubicBezTo>
                  <a:pt x="1105443" y="179804"/>
                  <a:pt x="1101484" y="181169"/>
                  <a:pt x="1095204" y="183899"/>
                </a:cubicBezTo>
                <a:cubicBezTo>
                  <a:pt x="1088923" y="186630"/>
                  <a:pt x="1085237" y="188541"/>
                  <a:pt x="1084145" y="189633"/>
                </a:cubicBezTo>
                <a:cubicBezTo>
                  <a:pt x="1084145" y="192091"/>
                  <a:pt x="1083053" y="193320"/>
                  <a:pt x="1080868" y="193320"/>
                </a:cubicBezTo>
                <a:lnTo>
                  <a:pt x="1080049" y="192910"/>
                </a:lnTo>
                <a:cubicBezTo>
                  <a:pt x="1074042" y="193456"/>
                  <a:pt x="1063257" y="199190"/>
                  <a:pt x="1047693" y="210112"/>
                </a:cubicBezTo>
                <a:cubicBezTo>
                  <a:pt x="1041413" y="213935"/>
                  <a:pt x="1038136" y="215846"/>
                  <a:pt x="1037863" y="215846"/>
                </a:cubicBezTo>
                <a:lnTo>
                  <a:pt x="1037453" y="215846"/>
                </a:lnTo>
                <a:cubicBezTo>
                  <a:pt x="1037453" y="215300"/>
                  <a:pt x="1039433" y="213525"/>
                  <a:pt x="1043392" y="210522"/>
                </a:cubicBezTo>
                <a:cubicBezTo>
                  <a:pt x="1047352" y="207518"/>
                  <a:pt x="1049468" y="205607"/>
                  <a:pt x="1049741" y="204788"/>
                </a:cubicBezTo>
                <a:cubicBezTo>
                  <a:pt x="1048102" y="204788"/>
                  <a:pt x="1042641" y="207791"/>
                  <a:pt x="1033358" y="213798"/>
                </a:cubicBezTo>
                <a:cubicBezTo>
                  <a:pt x="1024074" y="219805"/>
                  <a:pt x="1018340" y="222946"/>
                  <a:pt x="1016156" y="223219"/>
                </a:cubicBezTo>
                <a:lnTo>
                  <a:pt x="1018203" y="220352"/>
                </a:lnTo>
                <a:lnTo>
                  <a:pt x="1015746" y="221171"/>
                </a:lnTo>
                <a:cubicBezTo>
                  <a:pt x="1016019" y="220079"/>
                  <a:pt x="1017521" y="218440"/>
                  <a:pt x="1020251" y="216256"/>
                </a:cubicBezTo>
                <a:cubicBezTo>
                  <a:pt x="1022982" y="214071"/>
                  <a:pt x="1024347" y="212570"/>
                  <a:pt x="1024347" y="211751"/>
                </a:cubicBezTo>
                <a:cubicBezTo>
                  <a:pt x="1023255" y="211751"/>
                  <a:pt x="1021343" y="212979"/>
                  <a:pt x="1018613" y="215437"/>
                </a:cubicBezTo>
                <a:cubicBezTo>
                  <a:pt x="1015882" y="217894"/>
                  <a:pt x="1014517" y="219669"/>
                  <a:pt x="1014517" y="220761"/>
                </a:cubicBezTo>
                <a:cubicBezTo>
                  <a:pt x="1014517" y="221853"/>
                  <a:pt x="1014039" y="222536"/>
                  <a:pt x="1013084" y="222809"/>
                </a:cubicBezTo>
                <a:cubicBezTo>
                  <a:pt x="1012128" y="223082"/>
                  <a:pt x="1011650" y="223492"/>
                  <a:pt x="1011650" y="224038"/>
                </a:cubicBezTo>
                <a:lnTo>
                  <a:pt x="1009602" y="225266"/>
                </a:lnTo>
                <a:lnTo>
                  <a:pt x="1007554" y="224857"/>
                </a:lnTo>
                <a:cubicBezTo>
                  <a:pt x="1007828" y="224038"/>
                  <a:pt x="1008851" y="222741"/>
                  <a:pt x="1010626" y="220966"/>
                </a:cubicBezTo>
                <a:cubicBezTo>
                  <a:pt x="1012401" y="219191"/>
                  <a:pt x="1013288" y="217348"/>
                  <a:pt x="1013288" y="215437"/>
                </a:cubicBezTo>
                <a:lnTo>
                  <a:pt x="1011241" y="214618"/>
                </a:lnTo>
                <a:cubicBezTo>
                  <a:pt x="1010968" y="215710"/>
                  <a:pt x="1009261" y="217758"/>
                  <a:pt x="1006121" y="220761"/>
                </a:cubicBezTo>
                <a:cubicBezTo>
                  <a:pt x="1002981" y="223765"/>
                  <a:pt x="1000865" y="225540"/>
                  <a:pt x="999772" y="226086"/>
                </a:cubicBezTo>
                <a:lnTo>
                  <a:pt x="1008374" y="214208"/>
                </a:lnTo>
                <a:lnTo>
                  <a:pt x="1007145" y="212979"/>
                </a:lnTo>
                <a:cubicBezTo>
                  <a:pt x="1006053" y="212979"/>
                  <a:pt x="1004960" y="213730"/>
                  <a:pt x="1003868" y="215232"/>
                </a:cubicBezTo>
                <a:cubicBezTo>
                  <a:pt x="1002776" y="216734"/>
                  <a:pt x="1001957" y="217485"/>
                  <a:pt x="1001411" y="217485"/>
                </a:cubicBezTo>
                <a:lnTo>
                  <a:pt x="1001001" y="217485"/>
                </a:lnTo>
                <a:lnTo>
                  <a:pt x="1001411" y="215027"/>
                </a:lnTo>
                <a:cubicBezTo>
                  <a:pt x="1000318" y="215300"/>
                  <a:pt x="997998" y="217007"/>
                  <a:pt x="994448" y="220147"/>
                </a:cubicBezTo>
                <a:cubicBezTo>
                  <a:pt x="990898" y="223287"/>
                  <a:pt x="988441" y="225403"/>
                  <a:pt x="987076" y="226495"/>
                </a:cubicBezTo>
                <a:cubicBezTo>
                  <a:pt x="991171" y="228133"/>
                  <a:pt x="993765" y="228953"/>
                  <a:pt x="994858" y="228953"/>
                </a:cubicBezTo>
                <a:lnTo>
                  <a:pt x="996086" y="228953"/>
                </a:lnTo>
                <a:cubicBezTo>
                  <a:pt x="995540" y="227587"/>
                  <a:pt x="994721" y="226905"/>
                  <a:pt x="993629" y="226905"/>
                </a:cubicBezTo>
                <a:cubicBezTo>
                  <a:pt x="996359" y="226905"/>
                  <a:pt x="999772" y="228407"/>
                  <a:pt x="1003868" y="231410"/>
                </a:cubicBezTo>
                <a:cubicBezTo>
                  <a:pt x="1007964" y="234414"/>
                  <a:pt x="1010285" y="235915"/>
                  <a:pt x="1010831" y="235915"/>
                </a:cubicBezTo>
                <a:cubicBezTo>
                  <a:pt x="1016292" y="235915"/>
                  <a:pt x="1029398" y="229635"/>
                  <a:pt x="1050150" y="217075"/>
                </a:cubicBezTo>
                <a:cubicBezTo>
                  <a:pt x="1059707" y="211614"/>
                  <a:pt x="1064895" y="208884"/>
                  <a:pt x="1065714" y="208884"/>
                </a:cubicBezTo>
                <a:cubicBezTo>
                  <a:pt x="1067352" y="208884"/>
                  <a:pt x="1068718" y="209157"/>
                  <a:pt x="1069810" y="209703"/>
                </a:cubicBezTo>
                <a:cubicBezTo>
                  <a:pt x="1070902" y="210249"/>
                  <a:pt x="1072131" y="211204"/>
                  <a:pt x="1073496" y="212570"/>
                </a:cubicBezTo>
                <a:cubicBezTo>
                  <a:pt x="1074315" y="213389"/>
                  <a:pt x="1075817" y="214071"/>
                  <a:pt x="1078001" y="214618"/>
                </a:cubicBezTo>
                <a:cubicBezTo>
                  <a:pt x="1082643" y="215710"/>
                  <a:pt x="1087353" y="218372"/>
                  <a:pt x="1092132" y="222604"/>
                </a:cubicBezTo>
                <a:cubicBezTo>
                  <a:pt x="1096910" y="226837"/>
                  <a:pt x="1102849" y="232639"/>
                  <a:pt x="1109948" y="240011"/>
                </a:cubicBezTo>
                <a:lnTo>
                  <a:pt x="1108310" y="186766"/>
                </a:lnTo>
                <a:cubicBezTo>
                  <a:pt x="1108310" y="182125"/>
                  <a:pt x="1107900" y="179804"/>
                  <a:pt x="1107081" y="179804"/>
                </a:cubicBezTo>
                <a:close/>
                <a:moveTo>
                  <a:pt x="2970238" y="165878"/>
                </a:moveTo>
                <a:lnTo>
                  <a:pt x="2963275" y="170793"/>
                </a:lnTo>
                <a:cubicBezTo>
                  <a:pt x="2960271" y="172977"/>
                  <a:pt x="2954401" y="177210"/>
                  <a:pt x="2945663" y="183490"/>
                </a:cubicBezTo>
                <a:cubicBezTo>
                  <a:pt x="2936926" y="189770"/>
                  <a:pt x="2932557" y="193456"/>
                  <a:pt x="2932557" y="194548"/>
                </a:cubicBezTo>
                <a:lnTo>
                  <a:pt x="2932557" y="198235"/>
                </a:lnTo>
                <a:cubicBezTo>
                  <a:pt x="2932557" y="201511"/>
                  <a:pt x="2931192" y="203149"/>
                  <a:pt x="2928461" y="203149"/>
                </a:cubicBezTo>
                <a:cubicBezTo>
                  <a:pt x="2927096" y="203149"/>
                  <a:pt x="2925936" y="206153"/>
                  <a:pt x="2924980" y="212160"/>
                </a:cubicBezTo>
                <a:cubicBezTo>
                  <a:pt x="2924024" y="218167"/>
                  <a:pt x="2923546" y="222809"/>
                  <a:pt x="2923546" y="226086"/>
                </a:cubicBezTo>
                <a:cubicBezTo>
                  <a:pt x="2924638" y="225540"/>
                  <a:pt x="2933171" y="222263"/>
                  <a:pt x="2949144" y="216256"/>
                </a:cubicBezTo>
                <a:cubicBezTo>
                  <a:pt x="2965118" y="210249"/>
                  <a:pt x="2973105" y="204788"/>
                  <a:pt x="2973105" y="199873"/>
                </a:cubicBezTo>
                <a:cubicBezTo>
                  <a:pt x="2973105" y="198781"/>
                  <a:pt x="2972422" y="197961"/>
                  <a:pt x="2971057" y="197415"/>
                </a:cubicBezTo>
                <a:cubicBezTo>
                  <a:pt x="2971057" y="196869"/>
                  <a:pt x="2971262" y="196391"/>
                  <a:pt x="2971671" y="195982"/>
                </a:cubicBezTo>
                <a:cubicBezTo>
                  <a:pt x="2972081" y="195572"/>
                  <a:pt x="2972286" y="195231"/>
                  <a:pt x="2972286" y="194958"/>
                </a:cubicBezTo>
                <a:lnTo>
                  <a:pt x="2972286" y="174479"/>
                </a:lnTo>
                <a:cubicBezTo>
                  <a:pt x="2972286" y="168745"/>
                  <a:pt x="2971603" y="165878"/>
                  <a:pt x="2970238" y="165878"/>
                </a:cubicBezTo>
                <a:close/>
                <a:moveTo>
                  <a:pt x="3601393" y="165469"/>
                </a:moveTo>
                <a:cubicBezTo>
                  <a:pt x="3601666" y="166288"/>
                  <a:pt x="3602826" y="167926"/>
                  <a:pt x="3604874" y="170383"/>
                </a:cubicBezTo>
                <a:cubicBezTo>
                  <a:pt x="3606922" y="172841"/>
                  <a:pt x="3608629" y="174752"/>
                  <a:pt x="3609994" y="176117"/>
                </a:cubicBezTo>
                <a:cubicBezTo>
                  <a:pt x="3609720" y="175571"/>
                  <a:pt x="3608765" y="173865"/>
                  <a:pt x="3607127" y="170998"/>
                </a:cubicBezTo>
                <a:cubicBezTo>
                  <a:pt x="3605488" y="168131"/>
                  <a:pt x="3603577" y="166288"/>
                  <a:pt x="3601393" y="165469"/>
                </a:cubicBezTo>
                <a:close/>
                <a:moveTo>
                  <a:pt x="426931" y="164726"/>
                </a:moveTo>
                <a:lnTo>
                  <a:pt x="428108" y="168438"/>
                </a:lnTo>
                <a:cubicBezTo>
                  <a:pt x="428586" y="169462"/>
                  <a:pt x="429098" y="170110"/>
                  <a:pt x="429644" y="170383"/>
                </a:cubicBezTo>
                <a:lnTo>
                  <a:pt x="430463" y="168745"/>
                </a:lnTo>
                <a:close/>
                <a:moveTo>
                  <a:pt x="542687" y="161373"/>
                </a:moveTo>
                <a:cubicBezTo>
                  <a:pt x="539957" y="161646"/>
                  <a:pt x="529308" y="164376"/>
                  <a:pt x="510740" y="169564"/>
                </a:cubicBezTo>
                <a:cubicBezTo>
                  <a:pt x="492173" y="174752"/>
                  <a:pt x="482070" y="177756"/>
                  <a:pt x="480432" y="178575"/>
                </a:cubicBezTo>
                <a:cubicBezTo>
                  <a:pt x="479339" y="179121"/>
                  <a:pt x="478384" y="180828"/>
                  <a:pt x="477565" y="183695"/>
                </a:cubicBezTo>
                <a:cubicBezTo>
                  <a:pt x="476745" y="186562"/>
                  <a:pt x="476063" y="189497"/>
                  <a:pt x="475517" y="192500"/>
                </a:cubicBezTo>
                <a:cubicBezTo>
                  <a:pt x="474425" y="197415"/>
                  <a:pt x="473605" y="200555"/>
                  <a:pt x="473059" y="201921"/>
                </a:cubicBezTo>
                <a:lnTo>
                  <a:pt x="473469" y="202330"/>
                </a:lnTo>
                <a:cubicBezTo>
                  <a:pt x="474834" y="202330"/>
                  <a:pt x="475994" y="200351"/>
                  <a:pt x="476950" y="196391"/>
                </a:cubicBezTo>
                <a:cubicBezTo>
                  <a:pt x="477906" y="192432"/>
                  <a:pt x="478657" y="189906"/>
                  <a:pt x="479203" y="188814"/>
                </a:cubicBezTo>
                <a:cubicBezTo>
                  <a:pt x="480568" y="189087"/>
                  <a:pt x="481251" y="193593"/>
                  <a:pt x="481251" y="202330"/>
                </a:cubicBezTo>
                <a:cubicBezTo>
                  <a:pt x="483708" y="201238"/>
                  <a:pt x="487394" y="199805"/>
                  <a:pt x="492309" y="198030"/>
                </a:cubicBezTo>
                <a:cubicBezTo>
                  <a:pt x="497224" y="196255"/>
                  <a:pt x="500910" y="194275"/>
                  <a:pt x="503368" y="192091"/>
                </a:cubicBezTo>
                <a:cubicBezTo>
                  <a:pt x="505279" y="190453"/>
                  <a:pt x="507737" y="189360"/>
                  <a:pt x="510740" y="188814"/>
                </a:cubicBezTo>
                <a:cubicBezTo>
                  <a:pt x="513744" y="188268"/>
                  <a:pt x="515928" y="187586"/>
                  <a:pt x="517293" y="186766"/>
                </a:cubicBezTo>
                <a:lnTo>
                  <a:pt x="529171" y="191681"/>
                </a:lnTo>
                <a:cubicBezTo>
                  <a:pt x="530809" y="191681"/>
                  <a:pt x="532038" y="191954"/>
                  <a:pt x="532857" y="192500"/>
                </a:cubicBezTo>
                <a:cubicBezTo>
                  <a:pt x="533676" y="193047"/>
                  <a:pt x="534632" y="194139"/>
                  <a:pt x="535724" y="195777"/>
                </a:cubicBezTo>
                <a:lnTo>
                  <a:pt x="531219" y="196596"/>
                </a:lnTo>
                <a:lnTo>
                  <a:pt x="532448" y="197006"/>
                </a:lnTo>
                <a:cubicBezTo>
                  <a:pt x="532994" y="197279"/>
                  <a:pt x="533676" y="197347"/>
                  <a:pt x="534495" y="197211"/>
                </a:cubicBezTo>
                <a:cubicBezTo>
                  <a:pt x="535315" y="197074"/>
                  <a:pt x="535997" y="197142"/>
                  <a:pt x="536543" y="197415"/>
                </a:cubicBezTo>
                <a:cubicBezTo>
                  <a:pt x="537090" y="197688"/>
                  <a:pt x="537636" y="198235"/>
                  <a:pt x="538182" y="199054"/>
                </a:cubicBezTo>
                <a:cubicBezTo>
                  <a:pt x="538728" y="199873"/>
                  <a:pt x="539410" y="200282"/>
                  <a:pt x="540230" y="200282"/>
                </a:cubicBezTo>
                <a:cubicBezTo>
                  <a:pt x="541868" y="200282"/>
                  <a:pt x="542687" y="196596"/>
                  <a:pt x="542687" y="189224"/>
                </a:cubicBezTo>
                <a:lnTo>
                  <a:pt x="541868" y="179394"/>
                </a:lnTo>
                <a:lnTo>
                  <a:pt x="539820" y="177346"/>
                </a:lnTo>
                <a:lnTo>
                  <a:pt x="541049" y="176937"/>
                </a:lnTo>
                <a:lnTo>
                  <a:pt x="541458" y="176937"/>
                </a:lnTo>
                <a:cubicBezTo>
                  <a:pt x="542550" y="176937"/>
                  <a:pt x="543097" y="174343"/>
                  <a:pt x="543097" y="169155"/>
                </a:cubicBezTo>
                <a:cubicBezTo>
                  <a:pt x="543097" y="165605"/>
                  <a:pt x="542960" y="163011"/>
                  <a:pt x="542687" y="161373"/>
                </a:cubicBezTo>
                <a:close/>
                <a:moveTo>
                  <a:pt x="82734" y="160963"/>
                </a:moveTo>
                <a:cubicBezTo>
                  <a:pt x="81369" y="161236"/>
                  <a:pt x="80004" y="161851"/>
                  <a:pt x="78639" y="162806"/>
                </a:cubicBezTo>
                <a:cubicBezTo>
                  <a:pt x="77273" y="163762"/>
                  <a:pt x="76591" y="164786"/>
                  <a:pt x="76591" y="165878"/>
                </a:cubicBezTo>
                <a:lnTo>
                  <a:pt x="77000" y="165878"/>
                </a:lnTo>
                <a:close/>
                <a:moveTo>
                  <a:pt x="93793" y="154000"/>
                </a:moveTo>
                <a:cubicBezTo>
                  <a:pt x="92428" y="154000"/>
                  <a:pt x="89834" y="155912"/>
                  <a:pt x="86011" y="159734"/>
                </a:cubicBezTo>
                <a:cubicBezTo>
                  <a:pt x="86284" y="159461"/>
                  <a:pt x="87513" y="158711"/>
                  <a:pt x="89697" y="157482"/>
                </a:cubicBezTo>
                <a:cubicBezTo>
                  <a:pt x="91881" y="156253"/>
                  <a:pt x="93247" y="155093"/>
                  <a:pt x="93793" y="154000"/>
                </a:cubicBezTo>
                <a:close/>
                <a:moveTo>
                  <a:pt x="2142896" y="153181"/>
                </a:moveTo>
                <a:cubicBezTo>
                  <a:pt x="2140712" y="153181"/>
                  <a:pt x="2138732" y="154342"/>
                  <a:pt x="2136958" y="156663"/>
                </a:cubicBezTo>
                <a:cubicBezTo>
                  <a:pt x="2135182" y="158984"/>
                  <a:pt x="2134295" y="161236"/>
                  <a:pt x="2134295" y="163421"/>
                </a:cubicBezTo>
                <a:cubicBezTo>
                  <a:pt x="2134295" y="165059"/>
                  <a:pt x="2134841" y="165878"/>
                  <a:pt x="2135934" y="165878"/>
                </a:cubicBezTo>
                <a:cubicBezTo>
                  <a:pt x="2136480" y="165878"/>
                  <a:pt x="2136889" y="164376"/>
                  <a:pt x="2137162" y="161373"/>
                </a:cubicBezTo>
                <a:cubicBezTo>
                  <a:pt x="2137435" y="158369"/>
                  <a:pt x="2138118" y="156594"/>
                  <a:pt x="2139210" y="156048"/>
                </a:cubicBezTo>
                <a:lnTo>
                  <a:pt x="2142896" y="154000"/>
                </a:lnTo>
                <a:close/>
                <a:moveTo>
                  <a:pt x="3118913" y="150724"/>
                </a:moveTo>
                <a:cubicBezTo>
                  <a:pt x="3118094" y="150724"/>
                  <a:pt x="3117002" y="151338"/>
                  <a:pt x="3115637" y="152567"/>
                </a:cubicBezTo>
                <a:cubicBezTo>
                  <a:pt x="3114272" y="153796"/>
                  <a:pt x="3113589" y="154820"/>
                  <a:pt x="3113589" y="155639"/>
                </a:cubicBezTo>
                <a:lnTo>
                  <a:pt x="3113589" y="156048"/>
                </a:lnTo>
                <a:cubicBezTo>
                  <a:pt x="3114135" y="156321"/>
                  <a:pt x="3113998" y="156731"/>
                  <a:pt x="3113179" y="157277"/>
                </a:cubicBezTo>
                <a:cubicBezTo>
                  <a:pt x="3112360" y="157823"/>
                  <a:pt x="3111951" y="158233"/>
                  <a:pt x="3111951" y="158506"/>
                </a:cubicBezTo>
                <a:cubicBezTo>
                  <a:pt x="3111951" y="159325"/>
                  <a:pt x="3111473" y="160417"/>
                  <a:pt x="3110517" y="161782"/>
                </a:cubicBezTo>
                <a:cubicBezTo>
                  <a:pt x="3109562" y="163148"/>
                  <a:pt x="3108947" y="163967"/>
                  <a:pt x="3108674" y="164240"/>
                </a:cubicBezTo>
                <a:cubicBezTo>
                  <a:pt x="3103759" y="171612"/>
                  <a:pt x="3101302" y="177483"/>
                  <a:pt x="3101302" y="181852"/>
                </a:cubicBezTo>
                <a:cubicBezTo>
                  <a:pt x="3101302" y="182398"/>
                  <a:pt x="3101438" y="183080"/>
                  <a:pt x="3101711" y="183899"/>
                </a:cubicBezTo>
                <a:cubicBezTo>
                  <a:pt x="3101984" y="184719"/>
                  <a:pt x="3102121" y="185401"/>
                  <a:pt x="3102121" y="185947"/>
                </a:cubicBezTo>
                <a:cubicBezTo>
                  <a:pt x="3102394" y="187859"/>
                  <a:pt x="3100619" y="193593"/>
                  <a:pt x="3096796" y="203149"/>
                </a:cubicBezTo>
                <a:cubicBezTo>
                  <a:pt x="3094066" y="211068"/>
                  <a:pt x="3092564" y="215573"/>
                  <a:pt x="3092291" y="216665"/>
                </a:cubicBezTo>
                <a:lnTo>
                  <a:pt x="3095158" y="213798"/>
                </a:lnTo>
                <a:cubicBezTo>
                  <a:pt x="3095158" y="216529"/>
                  <a:pt x="3094339" y="221171"/>
                  <a:pt x="3092701" y="227724"/>
                </a:cubicBezTo>
                <a:cubicBezTo>
                  <a:pt x="3091062" y="234277"/>
                  <a:pt x="3090243" y="239055"/>
                  <a:pt x="3090243" y="242059"/>
                </a:cubicBezTo>
                <a:cubicBezTo>
                  <a:pt x="3090243" y="247520"/>
                  <a:pt x="3090790" y="250251"/>
                  <a:pt x="3091882" y="250251"/>
                </a:cubicBezTo>
                <a:lnTo>
                  <a:pt x="3092701" y="249431"/>
                </a:lnTo>
                <a:cubicBezTo>
                  <a:pt x="3091882" y="246428"/>
                  <a:pt x="3092428" y="244926"/>
                  <a:pt x="3094339" y="244926"/>
                </a:cubicBezTo>
                <a:lnTo>
                  <a:pt x="3095158" y="246155"/>
                </a:lnTo>
                <a:cubicBezTo>
                  <a:pt x="3095158" y="248339"/>
                  <a:pt x="3094885" y="251616"/>
                  <a:pt x="3094339" y="255985"/>
                </a:cubicBezTo>
                <a:cubicBezTo>
                  <a:pt x="3093520" y="259534"/>
                  <a:pt x="3093110" y="262947"/>
                  <a:pt x="3093110" y="266224"/>
                </a:cubicBezTo>
                <a:cubicBezTo>
                  <a:pt x="3093110" y="270320"/>
                  <a:pt x="3093520" y="274279"/>
                  <a:pt x="3094339" y="278102"/>
                </a:cubicBezTo>
                <a:cubicBezTo>
                  <a:pt x="3094885" y="283563"/>
                  <a:pt x="3095158" y="287658"/>
                  <a:pt x="3095158" y="290389"/>
                </a:cubicBezTo>
                <a:cubicBezTo>
                  <a:pt x="3095158" y="293665"/>
                  <a:pt x="3094544" y="297147"/>
                  <a:pt x="3093315" y="300833"/>
                </a:cubicBezTo>
                <a:cubicBezTo>
                  <a:pt x="3092086" y="304519"/>
                  <a:pt x="3091335" y="307045"/>
                  <a:pt x="3091062" y="308410"/>
                </a:cubicBezTo>
                <a:cubicBezTo>
                  <a:pt x="3087240" y="308137"/>
                  <a:pt x="3084168" y="307045"/>
                  <a:pt x="3081847" y="305134"/>
                </a:cubicBezTo>
                <a:cubicBezTo>
                  <a:pt x="3079526" y="303222"/>
                  <a:pt x="3077546" y="302267"/>
                  <a:pt x="3075908" y="302267"/>
                </a:cubicBezTo>
                <a:cubicBezTo>
                  <a:pt x="3074270" y="302267"/>
                  <a:pt x="3073314" y="302813"/>
                  <a:pt x="3073041" y="303905"/>
                </a:cubicBezTo>
                <a:cubicBezTo>
                  <a:pt x="3071949" y="304997"/>
                  <a:pt x="3070857" y="305543"/>
                  <a:pt x="3069764" y="305543"/>
                </a:cubicBezTo>
                <a:cubicBezTo>
                  <a:pt x="3068946" y="305543"/>
                  <a:pt x="3067716" y="305202"/>
                  <a:pt x="3066078" y="304519"/>
                </a:cubicBezTo>
                <a:cubicBezTo>
                  <a:pt x="3064440" y="303837"/>
                  <a:pt x="3063211" y="303495"/>
                  <a:pt x="3062392" y="303495"/>
                </a:cubicBezTo>
                <a:cubicBezTo>
                  <a:pt x="3061573" y="303495"/>
                  <a:pt x="3060003" y="303700"/>
                  <a:pt x="3057682" y="304110"/>
                </a:cubicBezTo>
                <a:cubicBezTo>
                  <a:pt x="3055361" y="304519"/>
                  <a:pt x="3053791" y="304314"/>
                  <a:pt x="3052972" y="303495"/>
                </a:cubicBezTo>
                <a:cubicBezTo>
                  <a:pt x="3051607" y="302403"/>
                  <a:pt x="3050651" y="300970"/>
                  <a:pt x="3050105" y="299195"/>
                </a:cubicBezTo>
                <a:cubicBezTo>
                  <a:pt x="3049559" y="297420"/>
                  <a:pt x="3049286" y="296259"/>
                  <a:pt x="3049286" y="295713"/>
                </a:cubicBezTo>
                <a:cubicBezTo>
                  <a:pt x="3048740" y="292710"/>
                  <a:pt x="3047920" y="290116"/>
                  <a:pt x="3046828" y="287931"/>
                </a:cubicBezTo>
                <a:cubicBezTo>
                  <a:pt x="3045736" y="285747"/>
                  <a:pt x="3043688" y="283699"/>
                  <a:pt x="3040685" y="281788"/>
                </a:cubicBezTo>
                <a:lnTo>
                  <a:pt x="3046418" y="281378"/>
                </a:lnTo>
                <a:cubicBezTo>
                  <a:pt x="3045872" y="280559"/>
                  <a:pt x="3045053" y="279740"/>
                  <a:pt x="3043961" y="278921"/>
                </a:cubicBezTo>
                <a:cubicBezTo>
                  <a:pt x="3042869" y="278102"/>
                  <a:pt x="3042323" y="276873"/>
                  <a:pt x="3042323" y="275235"/>
                </a:cubicBezTo>
                <a:cubicBezTo>
                  <a:pt x="3042323" y="273596"/>
                  <a:pt x="3042869" y="272777"/>
                  <a:pt x="3043961" y="272777"/>
                </a:cubicBezTo>
                <a:cubicBezTo>
                  <a:pt x="3044780" y="271958"/>
                  <a:pt x="3045190" y="271002"/>
                  <a:pt x="3045190" y="269910"/>
                </a:cubicBezTo>
                <a:lnTo>
                  <a:pt x="3045190" y="266224"/>
                </a:lnTo>
                <a:cubicBezTo>
                  <a:pt x="3045190" y="263220"/>
                  <a:pt x="3045600" y="260763"/>
                  <a:pt x="3046418" y="258852"/>
                </a:cubicBezTo>
                <a:cubicBezTo>
                  <a:pt x="3047238" y="256394"/>
                  <a:pt x="3047852" y="250933"/>
                  <a:pt x="3048262" y="242469"/>
                </a:cubicBezTo>
                <a:cubicBezTo>
                  <a:pt x="3048671" y="234004"/>
                  <a:pt x="3048876" y="227041"/>
                  <a:pt x="3048876" y="221580"/>
                </a:cubicBezTo>
                <a:lnTo>
                  <a:pt x="3048466" y="211751"/>
                </a:lnTo>
                <a:cubicBezTo>
                  <a:pt x="3048466" y="206016"/>
                  <a:pt x="3047920" y="203149"/>
                  <a:pt x="3046828" y="203149"/>
                </a:cubicBezTo>
                <a:cubicBezTo>
                  <a:pt x="3045736" y="203149"/>
                  <a:pt x="3044166" y="204446"/>
                  <a:pt x="3042118" y="207040"/>
                </a:cubicBezTo>
                <a:cubicBezTo>
                  <a:pt x="3040070" y="209634"/>
                  <a:pt x="3038774" y="210931"/>
                  <a:pt x="3038227" y="210931"/>
                </a:cubicBezTo>
                <a:cubicBezTo>
                  <a:pt x="3037135" y="210931"/>
                  <a:pt x="3034131" y="213457"/>
                  <a:pt x="3029216" y="218508"/>
                </a:cubicBezTo>
                <a:cubicBezTo>
                  <a:pt x="3024302" y="223560"/>
                  <a:pt x="3020479" y="227587"/>
                  <a:pt x="3017748" y="230591"/>
                </a:cubicBezTo>
                <a:cubicBezTo>
                  <a:pt x="3018022" y="237144"/>
                  <a:pt x="3018158" y="247110"/>
                  <a:pt x="3018158" y="260490"/>
                </a:cubicBezTo>
                <a:cubicBezTo>
                  <a:pt x="3018158" y="264040"/>
                  <a:pt x="3018294" y="273801"/>
                  <a:pt x="3018568" y="289775"/>
                </a:cubicBezTo>
                <a:cubicBezTo>
                  <a:pt x="3018841" y="305748"/>
                  <a:pt x="3019660" y="320697"/>
                  <a:pt x="3021025" y="334623"/>
                </a:cubicBezTo>
                <a:cubicBezTo>
                  <a:pt x="3021025" y="334077"/>
                  <a:pt x="3021230" y="333326"/>
                  <a:pt x="3021639" y="332370"/>
                </a:cubicBezTo>
                <a:cubicBezTo>
                  <a:pt x="3022049" y="331415"/>
                  <a:pt x="3022390" y="330937"/>
                  <a:pt x="3022663" y="330937"/>
                </a:cubicBezTo>
                <a:cubicBezTo>
                  <a:pt x="3023210" y="330937"/>
                  <a:pt x="3023619" y="331551"/>
                  <a:pt x="3023892" y="332780"/>
                </a:cubicBezTo>
                <a:cubicBezTo>
                  <a:pt x="3024165" y="334009"/>
                  <a:pt x="3024848" y="334623"/>
                  <a:pt x="3025940" y="334623"/>
                </a:cubicBezTo>
                <a:cubicBezTo>
                  <a:pt x="3027032" y="334623"/>
                  <a:pt x="3028602" y="334760"/>
                  <a:pt x="3030650" y="335033"/>
                </a:cubicBezTo>
                <a:cubicBezTo>
                  <a:pt x="3032698" y="335306"/>
                  <a:pt x="3033722" y="335852"/>
                  <a:pt x="3033722" y="336671"/>
                </a:cubicBezTo>
                <a:lnTo>
                  <a:pt x="3032902" y="338309"/>
                </a:lnTo>
                <a:lnTo>
                  <a:pt x="3036998" y="336671"/>
                </a:lnTo>
                <a:cubicBezTo>
                  <a:pt x="3038910" y="336671"/>
                  <a:pt x="3040343" y="337149"/>
                  <a:pt x="3041299" y="338104"/>
                </a:cubicBezTo>
                <a:cubicBezTo>
                  <a:pt x="3042254" y="339060"/>
                  <a:pt x="3043006" y="339811"/>
                  <a:pt x="3043552" y="340357"/>
                </a:cubicBezTo>
                <a:cubicBezTo>
                  <a:pt x="3044644" y="339538"/>
                  <a:pt x="3046009" y="339128"/>
                  <a:pt x="3047647" y="339128"/>
                </a:cubicBezTo>
                <a:lnTo>
                  <a:pt x="3052562" y="340357"/>
                </a:lnTo>
                <a:lnTo>
                  <a:pt x="3050514" y="341586"/>
                </a:lnTo>
                <a:cubicBezTo>
                  <a:pt x="3050788" y="342132"/>
                  <a:pt x="3052153" y="342814"/>
                  <a:pt x="3054610" y="343634"/>
                </a:cubicBezTo>
                <a:cubicBezTo>
                  <a:pt x="3057068" y="344453"/>
                  <a:pt x="3058979" y="344999"/>
                  <a:pt x="3060344" y="345272"/>
                </a:cubicBezTo>
                <a:lnTo>
                  <a:pt x="3061573" y="344862"/>
                </a:lnTo>
                <a:cubicBezTo>
                  <a:pt x="3061573" y="343770"/>
                  <a:pt x="3060617" y="343088"/>
                  <a:pt x="3058706" y="342814"/>
                </a:cubicBezTo>
                <a:cubicBezTo>
                  <a:pt x="3056795" y="342541"/>
                  <a:pt x="3055839" y="342268"/>
                  <a:pt x="3055839" y="341995"/>
                </a:cubicBezTo>
                <a:cubicBezTo>
                  <a:pt x="3062119" y="341449"/>
                  <a:pt x="3071676" y="341176"/>
                  <a:pt x="3084509" y="341176"/>
                </a:cubicBezTo>
                <a:cubicBezTo>
                  <a:pt x="3085328" y="341176"/>
                  <a:pt x="3090243" y="341244"/>
                  <a:pt x="3099254" y="341381"/>
                </a:cubicBezTo>
                <a:cubicBezTo>
                  <a:pt x="3108264" y="341518"/>
                  <a:pt x="3113452" y="340767"/>
                  <a:pt x="3114818" y="339128"/>
                </a:cubicBezTo>
                <a:lnTo>
                  <a:pt x="3107855" y="337080"/>
                </a:lnTo>
                <a:lnTo>
                  <a:pt x="3110722" y="335852"/>
                </a:lnTo>
                <a:cubicBezTo>
                  <a:pt x="3111814" y="335852"/>
                  <a:pt x="3112770" y="332780"/>
                  <a:pt x="3113589" y="326636"/>
                </a:cubicBezTo>
                <a:cubicBezTo>
                  <a:pt x="3114408" y="320493"/>
                  <a:pt x="3114818" y="315919"/>
                  <a:pt x="3114818" y="312916"/>
                </a:cubicBezTo>
                <a:cubicBezTo>
                  <a:pt x="3115090" y="309639"/>
                  <a:pt x="3115774" y="303768"/>
                  <a:pt x="3116866" y="295304"/>
                </a:cubicBezTo>
                <a:cubicBezTo>
                  <a:pt x="3117138" y="293392"/>
                  <a:pt x="3117548" y="289979"/>
                  <a:pt x="3118094" y="285064"/>
                </a:cubicBezTo>
                <a:cubicBezTo>
                  <a:pt x="3118640" y="280150"/>
                  <a:pt x="3118913" y="275781"/>
                  <a:pt x="3118913" y="271958"/>
                </a:cubicBezTo>
                <a:lnTo>
                  <a:pt x="3118504" y="264995"/>
                </a:lnTo>
                <a:cubicBezTo>
                  <a:pt x="3118504" y="263630"/>
                  <a:pt x="3118913" y="262606"/>
                  <a:pt x="3119733" y="261923"/>
                </a:cubicBezTo>
                <a:cubicBezTo>
                  <a:pt x="3120552" y="261241"/>
                  <a:pt x="3120962" y="260490"/>
                  <a:pt x="3120962" y="259671"/>
                </a:cubicBezTo>
                <a:lnTo>
                  <a:pt x="3120552" y="256804"/>
                </a:lnTo>
                <a:lnTo>
                  <a:pt x="3119323" y="260080"/>
                </a:lnTo>
                <a:lnTo>
                  <a:pt x="3118913" y="258033"/>
                </a:lnTo>
                <a:cubicBezTo>
                  <a:pt x="3118913" y="257213"/>
                  <a:pt x="3119118" y="256189"/>
                  <a:pt x="3119528" y="254961"/>
                </a:cubicBezTo>
                <a:cubicBezTo>
                  <a:pt x="3119937" y="253732"/>
                  <a:pt x="3120415" y="252981"/>
                  <a:pt x="3120962" y="252708"/>
                </a:cubicBezTo>
                <a:lnTo>
                  <a:pt x="3121780" y="256394"/>
                </a:lnTo>
                <a:cubicBezTo>
                  <a:pt x="3123692" y="248203"/>
                  <a:pt x="3124648" y="231410"/>
                  <a:pt x="3124648" y="206016"/>
                </a:cubicBezTo>
                <a:lnTo>
                  <a:pt x="3124648" y="190453"/>
                </a:lnTo>
                <a:cubicBezTo>
                  <a:pt x="3124648" y="188541"/>
                  <a:pt x="3124374" y="185674"/>
                  <a:pt x="3123828" y="181852"/>
                </a:cubicBezTo>
                <a:lnTo>
                  <a:pt x="3122600" y="183899"/>
                </a:lnTo>
                <a:cubicBezTo>
                  <a:pt x="3121780" y="180896"/>
                  <a:pt x="3121371" y="176254"/>
                  <a:pt x="3121371" y="169974"/>
                </a:cubicBezTo>
                <a:cubicBezTo>
                  <a:pt x="3121371" y="169701"/>
                  <a:pt x="3121439" y="166424"/>
                  <a:pt x="3121576" y="160144"/>
                </a:cubicBezTo>
                <a:cubicBezTo>
                  <a:pt x="3121712" y="153864"/>
                  <a:pt x="3120825" y="150724"/>
                  <a:pt x="3118913" y="150724"/>
                </a:cubicBezTo>
                <a:close/>
                <a:moveTo>
                  <a:pt x="3774125" y="150043"/>
                </a:moveTo>
                <a:lnTo>
                  <a:pt x="3774138" y="150620"/>
                </a:lnTo>
                <a:lnTo>
                  <a:pt x="3773824" y="151953"/>
                </a:lnTo>
                <a:close/>
                <a:moveTo>
                  <a:pt x="2337444" y="149086"/>
                </a:moveTo>
                <a:cubicBezTo>
                  <a:pt x="2337990" y="149086"/>
                  <a:pt x="2340312" y="149495"/>
                  <a:pt x="2344407" y="150314"/>
                </a:cubicBezTo>
                <a:cubicBezTo>
                  <a:pt x="2344407" y="151953"/>
                  <a:pt x="2344953" y="152772"/>
                  <a:pt x="2346045" y="152772"/>
                </a:cubicBezTo>
                <a:lnTo>
                  <a:pt x="2352189" y="151133"/>
                </a:lnTo>
                <a:lnTo>
                  <a:pt x="2352599" y="152772"/>
                </a:lnTo>
                <a:cubicBezTo>
                  <a:pt x="2352326" y="153045"/>
                  <a:pt x="2352326" y="153318"/>
                  <a:pt x="2352599" y="153591"/>
                </a:cubicBezTo>
                <a:cubicBezTo>
                  <a:pt x="2352872" y="153864"/>
                  <a:pt x="2353145" y="154000"/>
                  <a:pt x="2353418" y="154000"/>
                </a:cubicBezTo>
                <a:cubicBezTo>
                  <a:pt x="2354510" y="154547"/>
                  <a:pt x="2356353" y="155093"/>
                  <a:pt x="2358947" y="155639"/>
                </a:cubicBezTo>
                <a:cubicBezTo>
                  <a:pt x="2361541" y="156185"/>
                  <a:pt x="2363384" y="157277"/>
                  <a:pt x="2364476" y="158915"/>
                </a:cubicBezTo>
                <a:cubicBezTo>
                  <a:pt x="2363384" y="159188"/>
                  <a:pt x="2362292" y="159871"/>
                  <a:pt x="2361200" y="160963"/>
                </a:cubicBezTo>
                <a:cubicBezTo>
                  <a:pt x="2361472" y="161782"/>
                  <a:pt x="2362565" y="162192"/>
                  <a:pt x="2364476" y="162192"/>
                </a:cubicBezTo>
                <a:cubicBezTo>
                  <a:pt x="2367480" y="162192"/>
                  <a:pt x="2370893" y="163148"/>
                  <a:pt x="2374716" y="165059"/>
                </a:cubicBezTo>
                <a:lnTo>
                  <a:pt x="2370210" y="166697"/>
                </a:lnTo>
                <a:cubicBezTo>
                  <a:pt x="2371030" y="166970"/>
                  <a:pt x="2371849" y="167380"/>
                  <a:pt x="2372668" y="167926"/>
                </a:cubicBezTo>
                <a:cubicBezTo>
                  <a:pt x="2373487" y="168472"/>
                  <a:pt x="2374170" y="168745"/>
                  <a:pt x="2374716" y="168745"/>
                </a:cubicBezTo>
                <a:cubicBezTo>
                  <a:pt x="2375808" y="168745"/>
                  <a:pt x="2376627" y="167448"/>
                  <a:pt x="2377173" y="164854"/>
                </a:cubicBezTo>
                <a:cubicBezTo>
                  <a:pt x="2377719" y="162260"/>
                  <a:pt x="2377992" y="160281"/>
                  <a:pt x="2377992" y="158915"/>
                </a:cubicBezTo>
                <a:lnTo>
                  <a:pt x="2376764" y="154000"/>
                </a:lnTo>
                <a:lnTo>
                  <a:pt x="2377992" y="153181"/>
                </a:lnTo>
                <a:cubicBezTo>
                  <a:pt x="2379358" y="153181"/>
                  <a:pt x="2380108" y="155844"/>
                  <a:pt x="2380245" y="161168"/>
                </a:cubicBezTo>
                <a:cubicBezTo>
                  <a:pt x="2380382" y="166492"/>
                  <a:pt x="2380586" y="169974"/>
                  <a:pt x="2380859" y="171612"/>
                </a:cubicBezTo>
                <a:cubicBezTo>
                  <a:pt x="2381406" y="172704"/>
                  <a:pt x="2381679" y="173524"/>
                  <a:pt x="2381679" y="174070"/>
                </a:cubicBezTo>
                <a:cubicBezTo>
                  <a:pt x="2382224" y="177346"/>
                  <a:pt x="2382771" y="179394"/>
                  <a:pt x="2383317" y="180213"/>
                </a:cubicBezTo>
                <a:cubicBezTo>
                  <a:pt x="2384682" y="181578"/>
                  <a:pt x="2385365" y="182671"/>
                  <a:pt x="2385365" y="183490"/>
                </a:cubicBezTo>
                <a:lnTo>
                  <a:pt x="2383726" y="183080"/>
                </a:lnTo>
                <a:cubicBezTo>
                  <a:pt x="2384818" y="184992"/>
                  <a:pt x="2385365" y="187586"/>
                  <a:pt x="2385365" y="190862"/>
                </a:cubicBezTo>
                <a:lnTo>
                  <a:pt x="2387822" y="165878"/>
                </a:lnTo>
                <a:lnTo>
                  <a:pt x="2389051" y="169155"/>
                </a:lnTo>
                <a:cubicBezTo>
                  <a:pt x="2390689" y="168882"/>
                  <a:pt x="2391508" y="165742"/>
                  <a:pt x="2391508" y="159734"/>
                </a:cubicBezTo>
                <a:cubicBezTo>
                  <a:pt x="2393146" y="160281"/>
                  <a:pt x="2394512" y="164854"/>
                  <a:pt x="2395604" y="173455"/>
                </a:cubicBezTo>
                <a:cubicBezTo>
                  <a:pt x="2396696" y="182056"/>
                  <a:pt x="2397242" y="188814"/>
                  <a:pt x="2397242" y="193729"/>
                </a:cubicBezTo>
                <a:lnTo>
                  <a:pt x="2397242" y="195368"/>
                </a:lnTo>
                <a:cubicBezTo>
                  <a:pt x="2397242" y="200009"/>
                  <a:pt x="2396286" y="202330"/>
                  <a:pt x="2394375" y="202330"/>
                </a:cubicBezTo>
                <a:lnTo>
                  <a:pt x="2395604" y="206426"/>
                </a:lnTo>
                <a:lnTo>
                  <a:pt x="2396423" y="204378"/>
                </a:lnTo>
                <a:cubicBezTo>
                  <a:pt x="2397242" y="204651"/>
                  <a:pt x="2398061" y="207177"/>
                  <a:pt x="2398881" y="211955"/>
                </a:cubicBezTo>
                <a:cubicBezTo>
                  <a:pt x="2399700" y="216734"/>
                  <a:pt x="2400110" y="220352"/>
                  <a:pt x="2400110" y="222809"/>
                </a:cubicBezTo>
                <a:cubicBezTo>
                  <a:pt x="2400110" y="224447"/>
                  <a:pt x="2399563" y="225266"/>
                  <a:pt x="2398471" y="225266"/>
                </a:cubicBezTo>
                <a:cubicBezTo>
                  <a:pt x="2397652" y="223628"/>
                  <a:pt x="2397242" y="221717"/>
                  <a:pt x="2397242" y="219532"/>
                </a:cubicBezTo>
                <a:cubicBezTo>
                  <a:pt x="2396423" y="220625"/>
                  <a:pt x="2396014" y="221990"/>
                  <a:pt x="2396014" y="223628"/>
                </a:cubicBezTo>
                <a:cubicBezTo>
                  <a:pt x="2396014" y="225540"/>
                  <a:pt x="2396492" y="226632"/>
                  <a:pt x="2397447" y="226905"/>
                </a:cubicBezTo>
                <a:cubicBezTo>
                  <a:pt x="2398403" y="227178"/>
                  <a:pt x="2399222" y="227656"/>
                  <a:pt x="2399904" y="228338"/>
                </a:cubicBezTo>
                <a:cubicBezTo>
                  <a:pt x="2400587" y="229021"/>
                  <a:pt x="2400929" y="230591"/>
                  <a:pt x="2400929" y="233048"/>
                </a:cubicBezTo>
                <a:lnTo>
                  <a:pt x="2400929" y="237963"/>
                </a:lnTo>
                <a:cubicBezTo>
                  <a:pt x="2400929" y="240421"/>
                  <a:pt x="2400792" y="242196"/>
                  <a:pt x="2400519" y="243288"/>
                </a:cubicBezTo>
                <a:lnTo>
                  <a:pt x="2399290" y="243697"/>
                </a:lnTo>
                <a:cubicBezTo>
                  <a:pt x="2399290" y="244790"/>
                  <a:pt x="2399563" y="245950"/>
                  <a:pt x="2400110" y="247179"/>
                </a:cubicBezTo>
                <a:cubicBezTo>
                  <a:pt x="2400656" y="248407"/>
                  <a:pt x="2400929" y="249431"/>
                  <a:pt x="2400929" y="250251"/>
                </a:cubicBezTo>
                <a:lnTo>
                  <a:pt x="2400929" y="258033"/>
                </a:lnTo>
                <a:cubicBezTo>
                  <a:pt x="2400929" y="253664"/>
                  <a:pt x="2400519" y="250660"/>
                  <a:pt x="2399700" y="249022"/>
                </a:cubicBezTo>
                <a:lnTo>
                  <a:pt x="2399290" y="254756"/>
                </a:lnTo>
                <a:cubicBezTo>
                  <a:pt x="2399290" y="257213"/>
                  <a:pt x="2399563" y="261173"/>
                  <a:pt x="2400110" y="266634"/>
                </a:cubicBezTo>
                <a:lnTo>
                  <a:pt x="2400929" y="258852"/>
                </a:lnTo>
                <a:lnTo>
                  <a:pt x="2401338" y="269501"/>
                </a:lnTo>
                <a:cubicBezTo>
                  <a:pt x="2401338" y="285064"/>
                  <a:pt x="2401884" y="296669"/>
                  <a:pt x="2402976" y="304314"/>
                </a:cubicBezTo>
                <a:lnTo>
                  <a:pt x="2404205" y="292027"/>
                </a:lnTo>
                <a:lnTo>
                  <a:pt x="2404205" y="288341"/>
                </a:lnTo>
                <a:cubicBezTo>
                  <a:pt x="2404205" y="283699"/>
                  <a:pt x="2404478" y="280150"/>
                  <a:pt x="2405024" y="277692"/>
                </a:cubicBezTo>
                <a:lnTo>
                  <a:pt x="2405844" y="276873"/>
                </a:lnTo>
                <a:lnTo>
                  <a:pt x="2404615" y="276054"/>
                </a:lnTo>
                <a:cubicBezTo>
                  <a:pt x="2404068" y="274962"/>
                  <a:pt x="2403796" y="273187"/>
                  <a:pt x="2403796" y="270729"/>
                </a:cubicBezTo>
                <a:cubicBezTo>
                  <a:pt x="2403796" y="267726"/>
                  <a:pt x="2403932" y="265541"/>
                  <a:pt x="2404205" y="264176"/>
                </a:cubicBezTo>
                <a:lnTo>
                  <a:pt x="2405844" y="266224"/>
                </a:lnTo>
                <a:lnTo>
                  <a:pt x="2407891" y="259261"/>
                </a:lnTo>
                <a:cubicBezTo>
                  <a:pt x="2407891" y="260353"/>
                  <a:pt x="2407960" y="262196"/>
                  <a:pt x="2408096" y="264790"/>
                </a:cubicBezTo>
                <a:cubicBezTo>
                  <a:pt x="2408232" y="267384"/>
                  <a:pt x="2408710" y="269364"/>
                  <a:pt x="2409530" y="270729"/>
                </a:cubicBezTo>
                <a:cubicBezTo>
                  <a:pt x="2410076" y="270456"/>
                  <a:pt x="2410622" y="268135"/>
                  <a:pt x="2411168" y="263767"/>
                </a:cubicBezTo>
                <a:cubicBezTo>
                  <a:pt x="2411714" y="259398"/>
                  <a:pt x="2411987" y="256258"/>
                  <a:pt x="2411987" y="254346"/>
                </a:cubicBezTo>
                <a:lnTo>
                  <a:pt x="2411987" y="272368"/>
                </a:lnTo>
                <a:cubicBezTo>
                  <a:pt x="2411987" y="293665"/>
                  <a:pt x="2413352" y="307455"/>
                  <a:pt x="2416083" y="313735"/>
                </a:cubicBezTo>
                <a:cubicBezTo>
                  <a:pt x="2416356" y="314281"/>
                  <a:pt x="2416697" y="315032"/>
                  <a:pt x="2417107" y="315987"/>
                </a:cubicBezTo>
                <a:cubicBezTo>
                  <a:pt x="2417516" y="316943"/>
                  <a:pt x="2417721" y="317694"/>
                  <a:pt x="2417721" y="318240"/>
                </a:cubicBezTo>
                <a:lnTo>
                  <a:pt x="2416902" y="319059"/>
                </a:lnTo>
                <a:cubicBezTo>
                  <a:pt x="2415264" y="319059"/>
                  <a:pt x="2414444" y="320561"/>
                  <a:pt x="2414444" y="323564"/>
                </a:cubicBezTo>
                <a:cubicBezTo>
                  <a:pt x="2414444" y="324657"/>
                  <a:pt x="2414786" y="326295"/>
                  <a:pt x="2415468" y="328479"/>
                </a:cubicBezTo>
                <a:cubicBezTo>
                  <a:pt x="2416151" y="330664"/>
                  <a:pt x="2416492" y="332302"/>
                  <a:pt x="2416492" y="333394"/>
                </a:cubicBezTo>
                <a:cubicBezTo>
                  <a:pt x="2416492" y="336125"/>
                  <a:pt x="2415400" y="342268"/>
                  <a:pt x="2413216" y="351825"/>
                </a:cubicBezTo>
                <a:lnTo>
                  <a:pt x="2413216" y="352644"/>
                </a:lnTo>
                <a:cubicBezTo>
                  <a:pt x="2413216" y="353737"/>
                  <a:pt x="2413489" y="354965"/>
                  <a:pt x="2414035" y="356330"/>
                </a:cubicBezTo>
                <a:cubicBezTo>
                  <a:pt x="2414581" y="357696"/>
                  <a:pt x="2415264" y="358378"/>
                  <a:pt x="2416083" y="358378"/>
                </a:cubicBezTo>
                <a:cubicBezTo>
                  <a:pt x="2416356" y="358105"/>
                  <a:pt x="2416765" y="357901"/>
                  <a:pt x="2417311" y="357764"/>
                </a:cubicBezTo>
                <a:cubicBezTo>
                  <a:pt x="2417858" y="357627"/>
                  <a:pt x="2417994" y="357969"/>
                  <a:pt x="2417721" y="358788"/>
                </a:cubicBezTo>
                <a:lnTo>
                  <a:pt x="2416492" y="360426"/>
                </a:lnTo>
                <a:cubicBezTo>
                  <a:pt x="2414854" y="360426"/>
                  <a:pt x="2413557" y="363020"/>
                  <a:pt x="2412602" y="368208"/>
                </a:cubicBezTo>
                <a:cubicBezTo>
                  <a:pt x="2411646" y="373396"/>
                  <a:pt x="2411168" y="377628"/>
                  <a:pt x="2411168" y="380905"/>
                </a:cubicBezTo>
                <a:lnTo>
                  <a:pt x="2411168" y="383772"/>
                </a:lnTo>
                <a:cubicBezTo>
                  <a:pt x="2411168" y="385410"/>
                  <a:pt x="2410826" y="386707"/>
                  <a:pt x="2410144" y="387663"/>
                </a:cubicBezTo>
                <a:cubicBezTo>
                  <a:pt x="2409461" y="388619"/>
                  <a:pt x="2408164" y="389096"/>
                  <a:pt x="2406253" y="389096"/>
                </a:cubicBezTo>
                <a:cubicBezTo>
                  <a:pt x="2404888" y="389096"/>
                  <a:pt x="2402704" y="388755"/>
                  <a:pt x="2399700" y="388073"/>
                </a:cubicBezTo>
                <a:cubicBezTo>
                  <a:pt x="2396696" y="387390"/>
                  <a:pt x="2394375" y="387049"/>
                  <a:pt x="2392737" y="387049"/>
                </a:cubicBezTo>
                <a:cubicBezTo>
                  <a:pt x="2389188" y="387049"/>
                  <a:pt x="2386320" y="387253"/>
                  <a:pt x="2384136" y="387663"/>
                </a:cubicBezTo>
                <a:cubicBezTo>
                  <a:pt x="2381952" y="388073"/>
                  <a:pt x="2379904" y="389096"/>
                  <a:pt x="2377992" y="390735"/>
                </a:cubicBezTo>
                <a:lnTo>
                  <a:pt x="2376764" y="389096"/>
                </a:lnTo>
                <a:cubicBezTo>
                  <a:pt x="2372668" y="390462"/>
                  <a:pt x="2370620" y="390325"/>
                  <a:pt x="2370620" y="388687"/>
                </a:cubicBezTo>
                <a:cubicBezTo>
                  <a:pt x="2369801" y="387868"/>
                  <a:pt x="2368845" y="387458"/>
                  <a:pt x="2367753" y="387458"/>
                </a:cubicBezTo>
                <a:lnTo>
                  <a:pt x="2366524" y="387458"/>
                </a:lnTo>
                <a:lnTo>
                  <a:pt x="2368572" y="389096"/>
                </a:lnTo>
                <a:cubicBezTo>
                  <a:pt x="2368299" y="390189"/>
                  <a:pt x="2366934" y="390735"/>
                  <a:pt x="2364476" y="390735"/>
                </a:cubicBezTo>
                <a:cubicBezTo>
                  <a:pt x="2362019" y="390735"/>
                  <a:pt x="2360654" y="390735"/>
                  <a:pt x="2360380" y="390735"/>
                </a:cubicBezTo>
                <a:lnTo>
                  <a:pt x="2362019" y="392783"/>
                </a:lnTo>
                <a:lnTo>
                  <a:pt x="2359152" y="394421"/>
                </a:lnTo>
                <a:lnTo>
                  <a:pt x="2358333" y="392783"/>
                </a:lnTo>
                <a:cubicBezTo>
                  <a:pt x="2359152" y="390871"/>
                  <a:pt x="2360380" y="389370"/>
                  <a:pt x="2362019" y="388277"/>
                </a:cubicBezTo>
                <a:cubicBezTo>
                  <a:pt x="2359834" y="388277"/>
                  <a:pt x="2356831" y="389096"/>
                  <a:pt x="2353008" y="390735"/>
                </a:cubicBezTo>
                <a:cubicBezTo>
                  <a:pt x="2348640" y="392373"/>
                  <a:pt x="2345499" y="393192"/>
                  <a:pt x="2343588" y="393192"/>
                </a:cubicBezTo>
                <a:lnTo>
                  <a:pt x="2336625" y="390325"/>
                </a:lnTo>
                <a:cubicBezTo>
                  <a:pt x="2334168" y="390325"/>
                  <a:pt x="2332188" y="389438"/>
                  <a:pt x="2330686" y="387663"/>
                </a:cubicBezTo>
                <a:cubicBezTo>
                  <a:pt x="2329185" y="385888"/>
                  <a:pt x="2327614" y="383362"/>
                  <a:pt x="2325976" y="380086"/>
                </a:cubicBezTo>
                <a:cubicBezTo>
                  <a:pt x="2324338" y="376809"/>
                  <a:pt x="2323109" y="374625"/>
                  <a:pt x="2322290" y="373533"/>
                </a:cubicBezTo>
                <a:cubicBezTo>
                  <a:pt x="2318741" y="369437"/>
                  <a:pt x="2316420" y="365205"/>
                  <a:pt x="2315328" y="360836"/>
                </a:cubicBezTo>
                <a:cubicBezTo>
                  <a:pt x="2314235" y="356467"/>
                  <a:pt x="2313689" y="351006"/>
                  <a:pt x="2313689" y="344453"/>
                </a:cubicBezTo>
                <a:cubicBezTo>
                  <a:pt x="2313689" y="338446"/>
                  <a:pt x="2314099" y="332575"/>
                  <a:pt x="2314918" y="326841"/>
                </a:cubicBezTo>
                <a:cubicBezTo>
                  <a:pt x="2315464" y="319196"/>
                  <a:pt x="2315737" y="313462"/>
                  <a:pt x="2315737" y="309639"/>
                </a:cubicBezTo>
                <a:cubicBezTo>
                  <a:pt x="2315737" y="308820"/>
                  <a:pt x="2315464" y="308001"/>
                  <a:pt x="2314918" y="307181"/>
                </a:cubicBezTo>
                <a:cubicBezTo>
                  <a:pt x="2314372" y="306362"/>
                  <a:pt x="2313689" y="305953"/>
                  <a:pt x="2312870" y="305953"/>
                </a:cubicBezTo>
                <a:lnTo>
                  <a:pt x="2311641" y="305953"/>
                </a:lnTo>
                <a:cubicBezTo>
                  <a:pt x="2310003" y="307318"/>
                  <a:pt x="2302767" y="314963"/>
                  <a:pt x="2289934" y="328889"/>
                </a:cubicBezTo>
                <a:cubicBezTo>
                  <a:pt x="2276827" y="343088"/>
                  <a:pt x="2269728" y="350323"/>
                  <a:pt x="2268636" y="350596"/>
                </a:cubicBezTo>
                <a:lnTo>
                  <a:pt x="2268636" y="348549"/>
                </a:lnTo>
                <a:lnTo>
                  <a:pt x="2267407" y="351416"/>
                </a:lnTo>
                <a:cubicBezTo>
                  <a:pt x="2267407" y="352508"/>
                  <a:pt x="2266315" y="353737"/>
                  <a:pt x="2264130" y="355102"/>
                </a:cubicBezTo>
                <a:lnTo>
                  <a:pt x="2264950" y="355921"/>
                </a:lnTo>
                <a:cubicBezTo>
                  <a:pt x="2261946" y="355921"/>
                  <a:pt x="2259762" y="356740"/>
                  <a:pt x="2258396" y="358378"/>
                </a:cubicBezTo>
                <a:cubicBezTo>
                  <a:pt x="2257031" y="360017"/>
                  <a:pt x="2255598" y="362542"/>
                  <a:pt x="2254096" y="365955"/>
                </a:cubicBezTo>
                <a:cubicBezTo>
                  <a:pt x="2252594" y="369369"/>
                  <a:pt x="2250888" y="371075"/>
                  <a:pt x="2248976" y="371075"/>
                </a:cubicBezTo>
                <a:cubicBezTo>
                  <a:pt x="2249249" y="371621"/>
                  <a:pt x="2249386" y="372577"/>
                  <a:pt x="2249386" y="373942"/>
                </a:cubicBezTo>
                <a:cubicBezTo>
                  <a:pt x="2249386" y="376400"/>
                  <a:pt x="2248567" y="377765"/>
                  <a:pt x="2246928" y="378038"/>
                </a:cubicBezTo>
                <a:lnTo>
                  <a:pt x="2246109" y="375171"/>
                </a:lnTo>
                <a:cubicBezTo>
                  <a:pt x="2245290" y="375171"/>
                  <a:pt x="2244539" y="375649"/>
                  <a:pt x="2243856" y="376604"/>
                </a:cubicBezTo>
                <a:cubicBezTo>
                  <a:pt x="2243174" y="377560"/>
                  <a:pt x="2242832" y="378448"/>
                  <a:pt x="2242832" y="379267"/>
                </a:cubicBezTo>
                <a:cubicBezTo>
                  <a:pt x="2242013" y="380905"/>
                  <a:pt x="2240375" y="384113"/>
                  <a:pt x="2237918" y="388892"/>
                </a:cubicBezTo>
                <a:cubicBezTo>
                  <a:pt x="2235460" y="393670"/>
                  <a:pt x="2232866" y="397698"/>
                  <a:pt x="2230136" y="400974"/>
                </a:cubicBezTo>
                <a:cubicBezTo>
                  <a:pt x="2227405" y="404251"/>
                  <a:pt x="2224674" y="405889"/>
                  <a:pt x="2221944" y="405889"/>
                </a:cubicBezTo>
                <a:cubicBezTo>
                  <a:pt x="2221125" y="405889"/>
                  <a:pt x="2219965" y="404182"/>
                  <a:pt x="2218463" y="400769"/>
                </a:cubicBezTo>
                <a:cubicBezTo>
                  <a:pt x="2216961" y="397356"/>
                  <a:pt x="2216210" y="394967"/>
                  <a:pt x="2216210" y="393602"/>
                </a:cubicBezTo>
                <a:cubicBezTo>
                  <a:pt x="2216210" y="392510"/>
                  <a:pt x="2216688" y="391144"/>
                  <a:pt x="2217644" y="389506"/>
                </a:cubicBezTo>
                <a:cubicBezTo>
                  <a:pt x="2218599" y="387868"/>
                  <a:pt x="2219077" y="386776"/>
                  <a:pt x="2219077" y="386229"/>
                </a:cubicBezTo>
                <a:cubicBezTo>
                  <a:pt x="2217985" y="385683"/>
                  <a:pt x="2216961" y="384932"/>
                  <a:pt x="2216005" y="383977"/>
                </a:cubicBezTo>
                <a:cubicBezTo>
                  <a:pt x="2215050" y="383021"/>
                  <a:pt x="2213616" y="382270"/>
                  <a:pt x="2211705" y="381724"/>
                </a:cubicBezTo>
                <a:lnTo>
                  <a:pt x="2211705" y="380905"/>
                </a:lnTo>
                <a:cubicBezTo>
                  <a:pt x="2211705" y="378994"/>
                  <a:pt x="2211296" y="376946"/>
                  <a:pt x="2210476" y="374761"/>
                </a:cubicBezTo>
                <a:cubicBezTo>
                  <a:pt x="2209657" y="372577"/>
                  <a:pt x="2208701" y="371212"/>
                  <a:pt x="2207609" y="370666"/>
                </a:cubicBezTo>
                <a:cubicBezTo>
                  <a:pt x="2206517" y="370120"/>
                  <a:pt x="2205834" y="368618"/>
                  <a:pt x="2205561" y="366160"/>
                </a:cubicBezTo>
                <a:cubicBezTo>
                  <a:pt x="2205288" y="363703"/>
                  <a:pt x="2204469" y="362474"/>
                  <a:pt x="2203104" y="362474"/>
                </a:cubicBezTo>
                <a:cubicBezTo>
                  <a:pt x="2202285" y="362474"/>
                  <a:pt x="2201738" y="361177"/>
                  <a:pt x="2201466" y="358583"/>
                </a:cubicBezTo>
                <a:cubicBezTo>
                  <a:pt x="2201192" y="355989"/>
                  <a:pt x="2201056" y="353873"/>
                  <a:pt x="2201056" y="352235"/>
                </a:cubicBezTo>
                <a:cubicBezTo>
                  <a:pt x="2201056" y="343770"/>
                  <a:pt x="2201738" y="338309"/>
                  <a:pt x="2203104" y="335852"/>
                </a:cubicBezTo>
                <a:lnTo>
                  <a:pt x="2203923" y="340357"/>
                </a:lnTo>
                <a:cubicBezTo>
                  <a:pt x="2203923" y="340084"/>
                  <a:pt x="2204196" y="339674"/>
                  <a:pt x="2204742" y="339128"/>
                </a:cubicBezTo>
                <a:cubicBezTo>
                  <a:pt x="2205288" y="338582"/>
                  <a:pt x="2205561" y="338036"/>
                  <a:pt x="2205561" y="337490"/>
                </a:cubicBezTo>
                <a:cubicBezTo>
                  <a:pt x="2205561" y="336671"/>
                  <a:pt x="2205424" y="335852"/>
                  <a:pt x="2205152" y="335033"/>
                </a:cubicBezTo>
                <a:cubicBezTo>
                  <a:pt x="2204879" y="334213"/>
                  <a:pt x="2204742" y="333394"/>
                  <a:pt x="2204742" y="332575"/>
                </a:cubicBezTo>
                <a:cubicBezTo>
                  <a:pt x="2204742" y="332029"/>
                  <a:pt x="2205152" y="331619"/>
                  <a:pt x="2205971" y="331346"/>
                </a:cubicBezTo>
                <a:cubicBezTo>
                  <a:pt x="2206790" y="331073"/>
                  <a:pt x="2207472" y="330254"/>
                  <a:pt x="2208018" y="328889"/>
                </a:cubicBezTo>
                <a:cubicBezTo>
                  <a:pt x="2208565" y="327524"/>
                  <a:pt x="2208838" y="325203"/>
                  <a:pt x="2208838" y="321926"/>
                </a:cubicBezTo>
                <a:cubicBezTo>
                  <a:pt x="2208838" y="317830"/>
                  <a:pt x="2207882" y="315100"/>
                  <a:pt x="2205971" y="313735"/>
                </a:cubicBezTo>
                <a:cubicBezTo>
                  <a:pt x="2205698" y="314554"/>
                  <a:pt x="2205015" y="316124"/>
                  <a:pt x="2203923" y="318445"/>
                </a:cubicBezTo>
                <a:cubicBezTo>
                  <a:pt x="2202831" y="320766"/>
                  <a:pt x="2201602" y="322609"/>
                  <a:pt x="2200237" y="323974"/>
                </a:cubicBezTo>
                <a:cubicBezTo>
                  <a:pt x="2200783" y="323701"/>
                  <a:pt x="2201466" y="323564"/>
                  <a:pt x="2202285" y="323564"/>
                </a:cubicBezTo>
                <a:cubicBezTo>
                  <a:pt x="2203104" y="323564"/>
                  <a:pt x="2203786" y="324657"/>
                  <a:pt x="2204332" y="326841"/>
                </a:cubicBezTo>
                <a:lnTo>
                  <a:pt x="2202694" y="325612"/>
                </a:lnTo>
                <a:cubicBezTo>
                  <a:pt x="2201875" y="325612"/>
                  <a:pt x="2200783" y="326909"/>
                  <a:pt x="2199418" y="329503"/>
                </a:cubicBezTo>
                <a:cubicBezTo>
                  <a:pt x="2198052" y="332097"/>
                  <a:pt x="2196960" y="333940"/>
                  <a:pt x="2196141" y="335033"/>
                </a:cubicBezTo>
                <a:lnTo>
                  <a:pt x="2197370" y="338719"/>
                </a:lnTo>
                <a:cubicBezTo>
                  <a:pt x="2197370" y="340084"/>
                  <a:pt x="2197097" y="341722"/>
                  <a:pt x="2196550" y="343634"/>
                </a:cubicBezTo>
                <a:cubicBezTo>
                  <a:pt x="2196004" y="345545"/>
                  <a:pt x="2195322" y="346501"/>
                  <a:pt x="2194503" y="346501"/>
                </a:cubicBezTo>
                <a:lnTo>
                  <a:pt x="2193274" y="345272"/>
                </a:lnTo>
                <a:lnTo>
                  <a:pt x="2194912" y="342405"/>
                </a:lnTo>
                <a:cubicBezTo>
                  <a:pt x="2193274" y="342405"/>
                  <a:pt x="2191908" y="344589"/>
                  <a:pt x="2190816" y="348958"/>
                </a:cubicBezTo>
                <a:cubicBezTo>
                  <a:pt x="2189451" y="353327"/>
                  <a:pt x="2186174" y="358788"/>
                  <a:pt x="2180987" y="365341"/>
                </a:cubicBezTo>
                <a:cubicBezTo>
                  <a:pt x="2180714" y="365614"/>
                  <a:pt x="2180100" y="366775"/>
                  <a:pt x="2179144" y="368823"/>
                </a:cubicBezTo>
                <a:cubicBezTo>
                  <a:pt x="2178188" y="370870"/>
                  <a:pt x="2176891" y="371894"/>
                  <a:pt x="2175252" y="371894"/>
                </a:cubicBezTo>
                <a:lnTo>
                  <a:pt x="2176072" y="369027"/>
                </a:lnTo>
                <a:cubicBezTo>
                  <a:pt x="2173614" y="371758"/>
                  <a:pt x="2170133" y="375376"/>
                  <a:pt x="2165628" y="379881"/>
                </a:cubicBezTo>
                <a:cubicBezTo>
                  <a:pt x="2161122" y="384386"/>
                  <a:pt x="2158460" y="386639"/>
                  <a:pt x="2157641" y="386639"/>
                </a:cubicBezTo>
                <a:lnTo>
                  <a:pt x="2158050" y="383362"/>
                </a:lnTo>
                <a:lnTo>
                  <a:pt x="2154774" y="385410"/>
                </a:lnTo>
                <a:cubicBezTo>
                  <a:pt x="2155047" y="385137"/>
                  <a:pt x="2155184" y="384728"/>
                  <a:pt x="2155184" y="384182"/>
                </a:cubicBezTo>
                <a:cubicBezTo>
                  <a:pt x="2155184" y="383635"/>
                  <a:pt x="2154910" y="383362"/>
                  <a:pt x="2154364" y="383362"/>
                </a:cubicBezTo>
                <a:cubicBezTo>
                  <a:pt x="2153272" y="383362"/>
                  <a:pt x="2151634" y="383977"/>
                  <a:pt x="2149449" y="385206"/>
                </a:cubicBezTo>
                <a:cubicBezTo>
                  <a:pt x="2147265" y="386434"/>
                  <a:pt x="2145627" y="387049"/>
                  <a:pt x="2144534" y="387049"/>
                </a:cubicBezTo>
                <a:cubicBezTo>
                  <a:pt x="2147538" y="383226"/>
                  <a:pt x="2149040" y="380632"/>
                  <a:pt x="2149040" y="379267"/>
                </a:cubicBezTo>
                <a:lnTo>
                  <a:pt x="2148221" y="378448"/>
                </a:lnTo>
                <a:lnTo>
                  <a:pt x="2143716" y="379267"/>
                </a:lnTo>
                <a:cubicBezTo>
                  <a:pt x="2147265" y="376263"/>
                  <a:pt x="2149040" y="373533"/>
                  <a:pt x="2149040" y="371075"/>
                </a:cubicBezTo>
                <a:lnTo>
                  <a:pt x="2148630" y="369437"/>
                </a:lnTo>
                <a:cubicBezTo>
                  <a:pt x="2147538" y="369437"/>
                  <a:pt x="2143442" y="374352"/>
                  <a:pt x="2136343" y="384182"/>
                </a:cubicBezTo>
                <a:cubicBezTo>
                  <a:pt x="2135251" y="385547"/>
                  <a:pt x="2133340" y="388073"/>
                  <a:pt x="2130609" y="391759"/>
                </a:cubicBezTo>
                <a:cubicBezTo>
                  <a:pt x="2127878" y="395445"/>
                  <a:pt x="2126240" y="397288"/>
                  <a:pt x="2125694" y="397288"/>
                </a:cubicBezTo>
                <a:cubicBezTo>
                  <a:pt x="2124329" y="397288"/>
                  <a:pt x="2122622" y="396469"/>
                  <a:pt x="2120574" y="394831"/>
                </a:cubicBezTo>
                <a:cubicBezTo>
                  <a:pt x="2118526" y="393192"/>
                  <a:pt x="2117503" y="391827"/>
                  <a:pt x="2117503" y="390735"/>
                </a:cubicBezTo>
                <a:lnTo>
                  <a:pt x="2118322" y="389916"/>
                </a:lnTo>
                <a:lnTo>
                  <a:pt x="2121598" y="391554"/>
                </a:lnTo>
                <a:lnTo>
                  <a:pt x="2119960" y="392783"/>
                </a:lnTo>
                <a:lnTo>
                  <a:pt x="2119960" y="393192"/>
                </a:lnTo>
                <a:cubicBezTo>
                  <a:pt x="2120506" y="393738"/>
                  <a:pt x="2121462" y="394011"/>
                  <a:pt x="2122827" y="394011"/>
                </a:cubicBezTo>
                <a:lnTo>
                  <a:pt x="2126923" y="394011"/>
                </a:lnTo>
                <a:cubicBezTo>
                  <a:pt x="2122554" y="390735"/>
                  <a:pt x="2120370" y="388550"/>
                  <a:pt x="2120370" y="387458"/>
                </a:cubicBezTo>
                <a:lnTo>
                  <a:pt x="2121189" y="386229"/>
                </a:lnTo>
                <a:lnTo>
                  <a:pt x="2117503" y="385410"/>
                </a:lnTo>
                <a:lnTo>
                  <a:pt x="2118322" y="384182"/>
                </a:lnTo>
                <a:cubicBezTo>
                  <a:pt x="2115318" y="381724"/>
                  <a:pt x="2112656" y="378857"/>
                  <a:pt x="2110335" y="375581"/>
                </a:cubicBezTo>
                <a:cubicBezTo>
                  <a:pt x="2108014" y="372304"/>
                  <a:pt x="2106239" y="369573"/>
                  <a:pt x="2105010" y="367389"/>
                </a:cubicBezTo>
                <a:cubicBezTo>
                  <a:pt x="2103782" y="365205"/>
                  <a:pt x="2102894" y="363703"/>
                  <a:pt x="2102348" y="362884"/>
                </a:cubicBezTo>
                <a:cubicBezTo>
                  <a:pt x="2095249" y="350596"/>
                  <a:pt x="2091017" y="344453"/>
                  <a:pt x="2089652" y="344453"/>
                </a:cubicBezTo>
                <a:cubicBezTo>
                  <a:pt x="2088559" y="344726"/>
                  <a:pt x="2086784" y="345340"/>
                  <a:pt x="2084327" y="346296"/>
                </a:cubicBezTo>
                <a:cubicBezTo>
                  <a:pt x="2081870" y="347252"/>
                  <a:pt x="2079685" y="347729"/>
                  <a:pt x="2077774" y="347729"/>
                </a:cubicBezTo>
                <a:cubicBezTo>
                  <a:pt x="2076955" y="347729"/>
                  <a:pt x="2076067" y="347593"/>
                  <a:pt x="2075112" y="347320"/>
                </a:cubicBezTo>
                <a:cubicBezTo>
                  <a:pt x="2074156" y="347047"/>
                  <a:pt x="2073268" y="346774"/>
                  <a:pt x="2072449" y="346501"/>
                </a:cubicBezTo>
                <a:cubicBezTo>
                  <a:pt x="2069446" y="354965"/>
                  <a:pt x="2065486" y="360836"/>
                  <a:pt x="2060572" y="364112"/>
                </a:cubicBezTo>
                <a:cubicBezTo>
                  <a:pt x="2058387" y="365478"/>
                  <a:pt x="2057295" y="366706"/>
                  <a:pt x="2057295" y="367799"/>
                </a:cubicBezTo>
                <a:lnTo>
                  <a:pt x="2057295" y="368618"/>
                </a:lnTo>
                <a:lnTo>
                  <a:pt x="2061391" y="366979"/>
                </a:lnTo>
                <a:cubicBezTo>
                  <a:pt x="2061118" y="368891"/>
                  <a:pt x="2059752" y="369983"/>
                  <a:pt x="2057295" y="370256"/>
                </a:cubicBezTo>
                <a:cubicBezTo>
                  <a:pt x="2054838" y="370529"/>
                  <a:pt x="2053609" y="370939"/>
                  <a:pt x="2053609" y="371485"/>
                </a:cubicBezTo>
                <a:cubicBezTo>
                  <a:pt x="2053609" y="372577"/>
                  <a:pt x="2052448" y="374488"/>
                  <a:pt x="2050128" y="377219"/>
                </a:cubicBezTo>
                <a:cubicBezTo>
                  <a:pt x="2047806" y="379949"/>
                  <a:pt x="2046100" y="381315"/>
                  <a:pt x="2045008" y="381315"/>
                </a:cubicBezTo>
                <a:lnTo>
                  <a:pt x="2046236" y="377628"/>
                </a:lnTo>
                <a:lnTo>
                  <a:pt x="2038864" y="381315"/>
                </a:lnTo>
                <a:cubicBezTo>
                  <a:pt x="2039137" y="380222"/>
                  <a:pt x="2040161" y="378652"/>
                  <a:pt x="2041936" y="376604"/>
                </a:cubicBezTo>
                <a:cubicBezTo>
                  <a:pt x="2043711" y="374557"/>
                  <a:pt x="2044871" y="373260"/>
                  <a:pt x="2045417" y="372713"/>
                </a:cubicBezTo>
                <a:cubicBezTo>
                  <a:pt x="2044052" y="373533"/>
                  <a:pt x="2042687" y="374761"/>
                  <a:pt x="2041322" y="376400"/>
                </a:cubicBezTo>
                <a:cubicBezTo>
                  <a:pt x="2039956" y="378038"/>
                  <a:pt x="2038728" y="379403"/>
                  <a:pt x="2037636" y="380495"/>
                </a:cubicBezTo>
                <a:lnTo>
                  <a:pt x="2040093" y="374352"/>
                </a:lnTo>
                <a:lnTo>
                  <a:pt x="2035178" y="377628"/>
                </a:lnTo>
                <a:cubicBezTo>
                  <a:pt x="2035178" y="375444"/>
                  <a:pt x="2038591" y="370256"/>
                  <a:pt x="2045417" y="362065"/>
                </a:cubicBezTo>
                <a:cubicBezTo>
                  <a:pt x="2038045" y="370256"/>
                  <a:pt x="2032857" y="374352"/>
                  <a:pt x="2029854" y="374352"/>
                </a:cubicBezTo>
                <a:lnTo>
                  <a:pt x="2029034" y="374352"/>
                </a:lnTo>
                <a:lnTo>
                  <a:pt x="2031902" y="369846"/>
                </a:lnTo>
                <a:cubicBezTo>
                  <a:pt x="2039820" y="358105"/>
                  <a:pt x="2046988" y="341108"/>
                  <a:pt x="2053404" y="318854"/>
                </a:cubicBezTo>
                <a:cubicBezTo>
                  <a:pt x="2059821" y="296601"/>
                  <a:pt x="2063029" y="278238"/>
                  <a:pt x="2063029" y="263767"/>
                </a:cubicBezTo>
                <a:cubicBezTo>
                  <a:pt x="2063029" y="261309"/>
                  <a:pt x="2062620" y="260080"/>
                  <a:pt x="2061800" y="260080"/>
                </a:cubicBezTo>
                <a:lnTo>
                  <a:pt x="2059343" y="260490"/>
                </a:lnTo>
                <a:cubicBezTo>
                  <a:pt x="2057705" y="260763"/>
                  <a:pt x="2055588" y="257555"/>
                  <a:pt x="2052994" y="250865"/>
                </a:cubicBezTo>
                <a:cubicBezTo>
                  <a:pt x="2050400" y="244175"/>
                  <a:pt x="2049104" y="239602"/>
                  <a:pt x="2049104" y="237144"/>
                </a:cubicBezTo>
                <a:cubicBezTo>
                  <a:pt x="2049104" y="234960"/>
                  <a:pt x="2050059" y="233868"/>
                  <a:pt x="2051970" y="233868"/>
                </a:cubicBezTo>
                <a:cubicBezTo>
                  <a:pt x="2053609" y="233868"/>
                  <a:pt x="2055179" y="234004"/>
                  <a:pt x="2056680" y="234277"/>
                </a:cubicBezTo>
                <a:cubicBezTo>
                  <a:pt x="2058182" y="234550"/>
                  <a:pt x="2059480" y="234687"/>
                  <a:pt x="2060572" y="234687"/>
                </a:cubicBezTo>
                <a:cubicBezTo>
                  <a:pt x="2062483" y="234687"/>
                  <a:pt x="2063985" y="234072"/>
                  <a:pt x="2065077" y="232844"/>
                </a:cubicBezTo>
                <a:cubicBezTo>
                  <a:pt x="2066169" y="231615"/>
                  <a:pt x="2066715" y="229362"/>
                  <a:pt x="2066715" y="226086"/>
                </a:cubicBezTo>
                <a:cubicBezTo>
                  <a:pt x="2066715" y="222536"/>
                  <a:pt x="2065896" y="218850"/>
                  <a:pt x="2064258" y="215027"/>
                </a:cubicBezTo>
                <a:cubicBezTo>
                  <a:pt x="2062620" y="211204"/>
                  <a:pt x="2060435" y="208064"/>
                  <a:pt x="2057705" y="205607"/>
                </a:cubicBezTo>
                <a:cubicBezTo>
                  <a:pt x="2057705" y="204242"/>
                  <a:pt x="2058524" y="203218"/>
                  <a:pt x="2060162" y="202535"/>
                </a:cubicBezTo>
                <a:cubicBezTo>
                  <a:pt x="2061800" y="201852"/>
                  <a:pt x="2063439" y="201511"/>
                  <a:pt x="2065077" y="201511"/>
                </a:cubicBezTo>
                <a:cubicBezTo>
                  <a:pt x="2070538" y="201511"/>
                  <a:pt x="2076408" y="202740"/>
                  <a:pt x="2082688" y="205197"/>
                </a:cubicBezTo>
                <a:cubicBezTo>
                  <a:pt x="2088969" y="207655"/>
                  <a:pt x="2092655" y="209020"/>
                  <a:pt x="2093747" y="209293"/>
                </a:cubicBezTo>
                <a:cubicBezTo>
                  <a:pt x="2094566" y="209293"/>
                  <a:pt x="2095590" y="210112"/>
                  <a:pt x="2096819" y="211751"/>
                </a:cubicBezTo>
                <a:cubicBezTo>
                  <a:pt x="2098048" y="213389"/>
                  <a:pt x="2099208" y="214208"/>
                  <a:pt x="2100300" y="214208"/>
                </a:cubicBezTo>
                <a:cubicBezTo>
                  <a:pt x="2103850" y="212843"/>
                  <a:pt x="2107536" y="210863"/>
                  <a:pt x="2111359" y="208269"/>
                </a:cubicBezTo>
                <a:cubicBezTo>
                  <a:pt x="2115182" y="205675"/>
                  <a:pt x="2118731" y="203013"/>
                  <a:pt x="2122008" y="200282"/>
                </a:cubicBezTo>
                <a:cubicBezTo>
                  <a:pt x="2122008" y="199190"/>
                  <a:pt x="2123988" y="198030"/>
                  <a:pt x="2127947" y="196801"/>
                </a:cubicBezTo>
                <a:cubicBezTo>
                  <a:pt x="2131906" y="195572"/>
                  <a:pt x="2134978" y="194821"/>
                  <a:pt x="2137162" y="194548"/>
                </a:cubicBezTo>
                <a:cubicBezTo>
                  <a:pt x="2140712" y="198098"/>
                  <a:pt x="2143033" y="199873"/>
                  <a:pt x="2144125" y="199873"/>
                </a:cubicBezTo>
                <a:cubicBezTo>
                  <a:pt x="2148494" y="199873"/>
                  <a:pt x="2151634" y="200692"/>
                  <a:pt x="2153545" y="202330"/>
                </a:cubicBezTo>
                <a:cubicBezTo>
                  <a:pt x="2155456" y="203969"/>
                  <a:pt x="2157095" y="206358"/>
                  <a:pt x="2158460" y="209498"/>
                </a:cubicBezTo>
                <a:cubicBezTo>
                  <a:pt x="2159825" y="212638"/>
                  <a:pt x="2161190" y="214345"/>
                  <a:pt x="2162556" y="214618"/>
                </a:cubicBezTo>
                <a:lnTo>
                  <a:pt x="2163375" y="212979"/>
                </a:lnTo>
                <a:cubicBezTo>
                  <a:pt x="2163375" y="209703"/>
                  <a:pt x="2162624" y="206699"/>
                  <a:pt x="2161122" y="203969"/>
                </a:cubicBezTo>
                <a:cubicBezTo>
                  <a:pt x="2159620" y="201238"/>
                  <a:pt x="2158733" y="199463"/>
                  <a:pt x="2158460" y="198644"/>
                </a:cubicBezTo>
                <a:cubicBezTo>
                  <a:pt x="2158460" y="197825"/>
                  <a:pt x="2159074" y="197279"/>
                  <a:pt x="2160303" y="197006"/>
                </a:cubicBezTo>
                <a:cubicBezTo>
                  <a:pt x="2161532" y="196733"/>
                  <a:pt x="2162556" y="196596"/>
                  <a:pt x="2163375" y="196596"/>
                </a:cubicBezTo>
                <a:cubicBezTo>
                  <a:pt x="2166378" y="196596"/>
                  <a:pt x="2169928" y="197415"/>
                  <a:pt x="2174024" y="199054"/>
                </a:cubicBezTo>
                <a:cubicBezTo>
                  <a:pt x="2178120" y="200692"/>
                  <a:pt x="2180714" y="201648"/>
                  <a:pt x="2181806" y="201921"/>
                </a:cubicBezTo>
                <a:cubicBezTo>
                  <a:pt x="2185628" y="201921"/>
                  <a:pt x="2189656" y="200692"/>
                  <a:pt x="2193888" y="198235"/>
                </a:cubicBezTo>
                <a:cubicBezTo>
                  <a:pt x="2198121" y="195777"/>
                  <a:pt x="2203513" y="192091"/>
                  <a:pt x="2210066" y="187176"/>
                </a:cubicBezTo>
                <a:cubicBezTo>
                  <a:pt x="2214435" y="183626"/>
                  <a:pt x="2218053" y="181032"/>
                  <a:pt x="2220920" y="179394"/>
                </a:cubicBezTo>
                <a:cubicBezTo>
                  <a:pt x="2223788" y="177756"/>
                  <a:pt x="2226176" y="176937"/>
                  <a:pt x="2228088" y="176937"/>
                </a:cubicBezTo>
                <a:lnTo>
                  <a:pt x="2230955" y="176937"/>
                </a:lnTo>
                <a:cubicBezTo>
                  <a:pt x="2233412" y="176937"/>
                  <a:pt x="2234914" y="177278"/>
                  <a:pt x="2235460" y="177961"/>
                </a:cubicBezTo>
                <a:cubicBezTo>
                  <a:pt x="2236006" y="178643"/>
                  <a:pt x="2236416" y="178985"/>
                  <a:pt x="2236689" y="178985"/>
                </a:cubicBezTo>
                <a:cubicBezTo>
                  <a:pt x="2238874" y="177619"/>
                  <a:pt x="2241194" y="176937"/>
                  <a:pt x="2243652" y="176937"/>
                </a:cubicBezTo>
                <a:cubicBezTo>
                  <a:pt x="2246928" y="176937"/>
                  <a:pt x="2251366" y="179189"/>
                  <a:pt x="2256963" y="183695"/>
                </a:cubicBezTo>
                <a:cubicBezTo>
                  <a:pt x="2262560" y="188200"/>
                  <a:pt x="2266178" y="190999"/>
                  <a:pt x="2267817" y="192091"/>
                </a:cubicBezTo>
                <a:cubicBezTo>
                  <a:pt x="2265906" y="184446"/>
                  <a:pt x="2264950" y="179258"/>
                  <a:pt x="2264950" y="176527"/>
                </a:cubicBezTo>
                <a:cubicBezTo>
                  <a:pt x="2264950" y="175162"/>
                  <a:pt x="2265359" y="174343"/>
                  <a:pt x="2266178" y="174070"/>
                </a:cubicBezTo>
                <a:cubicBezTo>
                  <a:pt x="2266998" y="173797"/>
                  <a:pt x="2268226" y="173660"/>
                  <a:pt x="2269864" y="173660"/>
                </a:cubicBezTo>
                <a:cubicBezTo>
                  <a:pt x="2271230" y="173660"/>
                  <a:pt x="2273824" y="174821"/>
                  <a:pt x="2277646" y="177141"/>
                </a:cubicBezTo>
                <a:cubicBezTo>
                  <a:pt x="2281469" y="179462"/>
                  <a:pt x="2283380" y="181169"/>
                  <a:pt x="2283380" y="182261"/>
                </a:cubicBezTo>
                <a:cubicBezTo>
                  <a:pt x="2283108" y="182807"/>
                  <a:pt x="2283039" y="183285"/>
                  <a:pt x="2283176" y="183695"/>
                </a:cubicBezTo>
                <a:cubicBezTo>
                  <a:pt x="2283312" y="184104"/>
                  <a:pt x="2283654" y="184309"/>
                  <a:pt x="2284200" y="184309"/>
                </a:cubicBezTo>
                <a:lnTo>
                  <a:pt x="2286248" y="185947"/>
                </a:lnTo>
                <a:cubicBezTo>
                  <a:pt x="2288432" y="185947"/>
                  <a:pt x="2290138" y="186766"/>
                  <a:pt x="2291367" y="188405"/>
                </a:cubicBezTo>
                <a:cubicBezTo>
                  <a:pt x="2292596" y="190043"/>
                  <a:pt x="2293347" y="190999"/>
                  <a:pt x="2293620" y="191272"/>
                </a:cubicBezTo>
                <a:cubicBezTo>
                  <a:pt x="2314099" y="178165"/>
                  <a:pt x="2324338" y="169564"/>
                  <a:pt x="2324338" y="165469"/>
                </a:cubicBezTo>
                <a:cubicBezTo>
                  <a:pt x="2324338" y="163557"/>
                  <a:pt x="2325499" y="161168"/>
                  <a:pt x="2327820" y="158301"/>
                </a:cubicBezTo>
                <a:cubicBezTo>
                  <a:pt x="2330140" y="155434"/>
                  <a:pt x="2332257" y="154000"/>
                  <a:pt x="2334168" y="154000"/>
                </a:cubicBezTo>
                <a:lnTo>
                  <a:pt x="2333758" y="154000"/>
                </a:lnTo>
                <a:cubicBezTo>
                  <a:pt x="2333485" y="153727"/>
                  <a:pt x="2333349" y="153181"/>
                  <a:pt x="2333349" y="152362"/>
                </a:cubicBezTo>
                <a:cubicBezTo>
                  <a:pt x="2333349" y="151543"/>
                  <a:pt x="2333826" y="150792"/>
                  <a:pt x="2334782" y="150109"/>
                </a:cubicBezTo>
                <a:cubicBezTo>
                  <a:pt x="2335738" y="149427"/>
                  <a:pt x="2336625" y="149086"/>
                  <a:pt x="2337444" y="149086"/>
                </a:cubicBezTo>
                <a:close/>
                <a:moveTo>
                  <a:pt x="101575" y="148676"/>
                </a:moveTo>
                <a:lnTo>
                  <a:pt x="95431" y="152772"/>
                </a:lnTo>
                <a:cubicBezTo>
                  <a:pt x="96250" y="152772"/>
                  <a:pt x="97479" y="152294"/>
                  <a:pt x="99117" y="151338"/>
                </a:cubicBezTo>
                <a:cubicBezTo>
                  <a:pt x="100756" y="150383"/>
                  <a:pt x="101575" y="149495"/>
                  <a:pt x="101575" y="148676"/>
                </a:cubicBezTo>
                <a:close/>
                <a:moveTo>
                  <a:pt x="78639" y="148676"/>
                </a:moveTo>
                <a:lnTo>
                  <a:pt x="79048" y="149086"/>
                </a:lnTo>
                <a:cubicBezTo>
                  <a:pt x="78775" y="150997"/>
                  <a:pt x="72631" y="155229"/>
                  <a:pt x="60617" y="161782"/>
                </a:cubicBezTo>
                <a:cubicBezTo>
                  <a:pt x="58979" y="162875"/>
                  <a:pt x="57204" y="163967"/>
                  <a:pt x="55293" y="165059"/>
                </a:cubicBezTo>
                <a:cubicBezTo>
                  <a:pt x="53381" y="166151"/>
                  <a:pt x="51880" y="167107"/>
                  <a:pt x="50787" y="167926"/>
                </a:cubicBezTo>
                <a:lnTo>
                  <a:pt x="47101" y="169974"/>
                </a:lnTo>
                <a:lnTo>
                  <a:pt x="46282" y="170383"/>
                </a:lnTo>
                <a:cubicBezTo>
                  <a:pt x="45190" y="170383"/>
                  <a:pt x="43483" y="171203"/>
                  <a:pt x="41162" y="172841"/>
                </a:cubicBezTo>
                <a:cubicBezTo>
                  <a:pt x="38841" y="174479"/>
                  <a:pt x="36998" y="175298"/>
                  <a:pt x="35633" y="175298"/>
                </a:cubicBezTo>
                <a:lnTo>
                  <a:pt x="35224" y="175298"/>
                </a:lnTo>
                <a:cubicBezTo>
                  <a:pt x="35497" y="173660"/>
                  <a:pt x="41299" y="169564"/>
                  <a:pt x="52630" y="163011"/>
                </a:cubicBezTo>
                <a:cubicBezTo>
                  <a:pt x="63962" y="156458"/>
                  <a:pt x="72631" y="151680"/>
                  <a:pt x="78639" y="148676"/>
                </a:cubicBezTo>
                <a:close/>
                <a:moveTo>
                  <a:pt x="3486712" y="143761"/>
                </a:moveTo>
                <a:cubicBezTo>
                  <a:pt x="3486438" y="145126"/>
                  <a:pt x="3485824" y="149836"/>
                  <a:pt x="3484868" y="157891"/>
                </a:cubicBezTo>
                <a:cubicBezTo>
                  <a:pt x="3483913" y="165946"/>
                  <a:pt x="3482480" y="170930"/>
                  <a:pt x="3480568" y="172841"/>
                </a:cubicBezTo>
                <a:cubicBezTo>
                  <a:pt x="3480568" y="173387"/>
                  <a:pt x="3480909" y="174138"/>
                  <a:pt x="3481592" y="175094"/>
                </a:cubicBezTo>
                <a:cubicBezTo>
                  <a:pt x="3482275" y="176049"/>
                  <a:pt x="3482616" y="177073"/>
                  <a:pt x="3482616" y="178165"/>
                </a:cubicBezTo>
                <a:cubicBezTo>
                  <a:pt x="3482616" y="178985"/>
                  <a:pt x="3482480" y="179940"/>
                  <a:pt x="3482206" y="181032"/>
                </a:cubicBezTo>
                <a:cubicBezTo>
                  <a:pt x="3481933" y="182125"/>
                  <a:pt x="3481933" y="183080"/>
                  <a:pt x="3482206" y="183899"/>
                </a:cubicBezTo>
                <a:cubicBezTo>
                  <a:pt x="3484118" y="180077"/>
                  <a:pt x="3485347" y="172773"/>
                  <a:pt x="3485893" y="161987"/>
                </a:cubicBezTo>
                <a:cubicBezTo>
                  <a:pt x="3486438" y="151202"/>
                  <a:pt x="3486712" y="145126"/>
                  <a:pt x="3486712" y="143761"/>
                </a:cubicBezTo>
                <a:close/>
                <a:moveTo>
                  <a:pt x="3026350" y="142123"/>
                </a:moveTo>
                <a:cubicBezTo>
                  <a:pt x="3024984" y="142123"/>
                  <a:pt x="3023073" y="142396"/>
                  <a:pt x="3020616" y="142942"/>
                </a:cubicBezTo>
                <a:cubicBezTo>
                  <a:pt x="3018158" y="143488"/>
                  <a:pt x="3016929" y="144171"/>
                  <a:pt x="3016929" y="144990"/>
                </a:cubicBezTo>
                <a:lnTo>
                  <a:pt x="3017748" y="145399"/>
                </a:lnTo>
                <a:cubicBezTo>
                  <a:pt x="3019933" y="145399"/>
                  <a:pt x="3022800" y="144307"/>
                  <a:pt x="3026350" y="142123"/>
                </a:cubicBezTo>
                <a:close/>
                <a:moveTo>
                  <a:pt x="2388232" y="141713"/>
                </a:moveTo>
                <a:lnTo>
                  <a:pt x="2391508" y="144580"/>
                </a:lnTo>
                <a:lnTo>
                  <a:pt x="2392328" y="144580"/>
                </a:lnTo>
                <a:cubicBezTo>
                  <a:pt x="2392054" y="145945"/>
                  <a:pt x="2391918" y="147720"/>
                  <a:pt x="2391918" y="149905"/>
                </a:cubicBezTo>
                <a:cubicBezTo>
                  <a:pt x="2391918" y="152635"/>
                  <a:pt x="2392328" y="154410"/>
                  <a:pt x="2393146" y="155229"/>
                </a:cubicBezTo>
                <a:cubicBezTo>
                  <a:pt x="2393966" y="156048"/>
                  <a:pt x="2394512" y="156594"/>
                  <a:pt x="2394785" y="156867"/>
                </a:cubicBezTo>
                <a:lnTo>
                  <a:pt x="2392737" y="158506"/>
                </a:lnTo>
                <a:cubicBezTo>
                  <a:pt x="2392191" y="158506"/>
                  <a:pt x="2391645" y="156867"/>
                  <a:pt x="2391099" y="153591"/>
                </a:cubicBezTo>
                <a:cubicBezTo>
                  <a:pt x="2390552" y="150314"/>
                  <a:pt x="2390007" y="148403"/>
                  <a:pt x="2389460" y="147857"/>
                </a:cubicBezTo>
                <a:cubicBezTo>
                  <a:pt x="2387822" y="147311"/>
                  <a:pt x="2387003" y="145945"/>
                  <a:pt x="2387003" y="143761"/>
                </a:cubicBezTo>
                <a:close/>
                <a:moveTo>
                  <a:pt x="645080" y="139256"/>
                </a:moveTo>
                <a:cubicBezTo>
                  <a:pt x="640985" y="139256"/>
                  <a:pt x="636684" y="139802"/>
                  <a:pt x="632179" y="140894"/>
                </a:cubicBezTo>
                <a:cubicBezTo>
                  <a:pt x="627674" y="141986"/>
                  <a:pt x="624738" y="142669"/>
                  <a:pt x="623373" y="142942"/>
                </a:cubicBezTo>
                <a:lnTo>
                  <a:pt x="613543" y="145399"/>
                </a:lnTo>
                <a:cubicBezTo>
                  <a:pt x="612178" y="145672"/>
                  <a:pt x="608765" y="146219"/>
                  <a:pt x="603304" y="147038"/>
                </a:cubicBezTo>
                <a:cubicBezTo>
                  <a:pt x="597843" y="147857"/>
                  <a:pt x="592996" y="149086"/>
                  <a:pt x="588764" y="150724"/>
                </a:cubicBezTo>
                <a:cubicBezTo>
                  <a:pt x="584532" y="152362"/>
                  <a:pt x="582416" y="154410"/>
                  <a:pt x="582416" y="156867"/>
                </a:cubicBezTo>
                <a:lnTo>
                  <a:pt x="582416" y="159325"/>
                </a:lnTo>
                <a:cubicBezTo>
                  <a:pt x="582416" y="163967"/>
                  <a:pt x="581869" y="166288"/>
                  <a:pt x="580777" y="166288"/>
                </a:cubicBezTo>
                <a:lnTo>
                  <a:pt x="583235" y="167926"/>
                </a:lnTo>
                <a:lnTo>
                  <a:pt x="583644" y="173250"/>
                </a:lnTo>
                <a:cubicBezTo>
                  <a:pt x="583644" y="173797"/>
                  <a:pt x="583371" y="174343"/>
                  <a:pt x="582825" y="174889"/>
                </a:cubicBezTo>
                <a:cubicBezTo>
                  <a:pt x="582279" y="175435"/>
                  <a:pt x="581733" y="175708"/>
                  <a:pt x="581187" y="175708"/>
                </a:cubicBezTo>
                <a:lnTo>
                  <a:pt x="581187" y="176117"/>
                </a:lnTo>
                <a:lnTo>
                  <a:pt x="588969" y="177756"/>
                </a:lnTo>
                <a:cubicBezTo>
                  <a:pt x="594157" y="177756"/>
                  <a:pt x="598321" y="177210"/>
                  <a:pt x="601461" y="176117"/>
                </a:cubicBezTo>
                <a:cubicBezTo>
                  <a:pt x="604601" y="175025"/>
                  <a:pt x="608082" y="173387"/>
                  <a:pt x="611905" y="171203"/>
                </a:cubicBezTo>
                <a:cubicBezTo>
                  <a:pt x="615182" y="169291"/>
                  <a:pt x="618117" y="167926"/>
                  <a:pt x="620711" y="167107"/>
                </a:cubicBezTo>
                <a:cubicBezTo>
                  <a:pt x="623305" y="166288"/>
                  <a:pt x="626377" y="165878"/>
                  <a:pt x="629926" y="165878"/>
                </a:cubicBezTo>
                <a:cubicBezTo>
                  <a:pt x="632111" y="165878"/>
                  <a:pt x="633681" y="165469"/>
                  <a:pt x="634636" y="164649"/>
                </a:cubicBezTo>
                <a:cubicBezTo>
                  <a:pt x="635592" y="163830"/>
                  <a:pt x="636479" y="163421"/>
                  <a:pt x="637298" y="163421"/>
                </a:cubicBezTo>
                <a:cubicBezTo>
                  <a:pt x="639210" y="163421"/>
                  <a:pt x="640166" y="164103"/>
                  <a:pt x="640166" y="165469"/>
                </a:cubicBezTo>
                <a:cubicBezTo>
                  <a:pt x="640166" y="166561"/>
                  <a:pt x="642213" y="168677"/>
                  <a:pt x="646309" y="171817"/>
                </a:cubicBezTo>
                <a:cubicBezTo>
                  <a:pt x="650405" y="174957"/>
                  <a:pt x="653135" y="176527"/>
                  <a:pt x="654501" y="176527"/>
                </a:cubicBezTo>
                <a:cubicBezTo>
                  <a:pt x="655320" y="176527"/>
                  <a:pt x="656276" y="177141"/>
                  <a:pt x="657368" y="178370"/>
                </a:cubicBezTo>
                <a:cubicBezTo>
                  <a:pt x="658460" y="179599"/>
                  <a:pt x="659689" y="180486"/>
                  <a:pt x="661054" y="181032"/>
                </a:cubicBezTo>
                <a:cubicBezTo>
                  <a:pt x="662965" y="181578"/>
                  <a:pt x="664740" y="182944"/>
                  <a:pt x="666378" y="185128"/>
                </a:cubicBezTo>
                <a:cubicBezTo>
                  <a:pt x="668017" y="187313"/>
                  <a:pt x="669382" y="188405"/>
                  <a:pt x="670474" y="188405"/>
                </a:cubicBezTo>
                <a:lnTo>
                  <a:pt x="671703" y="187995"/>
                </a:lnTo>
                <a:cubicBezTo>
                  <a:pt x="671976" y="186903"/>
                  <a:pt x="672112" y="185265"/>
                  <a:pt x="672112" y="183080"/>
                </a:cubicBezTo>
                <a:cubicBezTo>
                  <a:pt x="672112" y="173797"/>
                  <a:pt x="671293" y="159598"/>
                  <a:pt x="669655" y="140484"/>
                </a:cubicBezTo>
                <a:cubicBezTo>
                  <a:pt x="667744" y="140758"/>
                  <a:pt x="665218" y="140689"/>
                  <a:pt x="662078" y="140280"/>
                </a:cubicBezTo>
                <a:cubicBezTo>
                  <a:pt x="658938" y="139870"/>
                  <a:pt x="656276" y="139665"/>
                  <a:pt x="654091" y="139665"/>
                </a:cubicBezTo>
                <a:cubicBezTo>
                  <a:pt x="653545" y="139665"/>
                  <a:pt x="652862" y="139802"/>
                  <a:pt x="652043" y="140075"/>
                </a:cubicBezTo>
                <a:cubicBezTo>
                  <a:pt x="651224" y="140348"/>
                  <a:pt x="650542" y="140484"/>
                  <a:pt x="649995" y="140484"/>
                </a:cubicBezTo>
                <a:lnTo>
                  <a:pt x="649586" y="140484"/>
                </a:lnTo>
                <a:cubicBezTo>
                  <a:pt x="648767" y="140484"/>
                  <a:pt x="648016" y="140280"/>
                  <a:pt x="647333" y="139870"/>
                </a:cubicBezTo>
                <a:cubicBezTo>
                  <a:pt x="646651" y="139461"/>
                  <a:pt x="645900" y="139256"/>
                  <a:pt x="645080" y="139256"/>
                </a:cubicBezTo>
                <a:close/>
                <a:moveTo>
                  <a:pt x="3527260" y="138027"/>
                </a:moveTo>
                <a:lnTo>
                  <a:pt x="3528898" y="138846"/>
                </a:lnTo>
                <a:lnTo>
                  <a:pt x="3528898" y="139256"/>
                </a:lnTo>
                <a:cubicBezTo>
                  <a:pt x="3528352" y="139256"/>
                  <a:pt x="3527806" y="138846"/>
                  <a:pt x="3527260" y="138027"/>
                </a:cubicBezTo>
                <a:close/>
                <a:moveTo>
                  <a:pt x="134750" y="136798"/>
                </a:moveTo>
                <a:cubicBezTo>
                  <a:pt x="130928" y="138710"/>
                  <a:pt x="127241" y="141440"/>
                  <a:pt x="123692" y="144990"/>
                </a:cubicBezTo>
                <a:cubicBezTo>
                  <a:pt x="117685" y="149905"/>
                  <a:pt x="112770" y="153045"/>
                  <a:pt x="108947" y="154410"/>
                </a:cubicBezTo>
                <a:cubicBezTo>
                  <a:pt x="103759" y="156048"/>
                  <a:pt x="98162" y="158984"/>
                  <a:pt x="92155" y="163216"/>
                </a:cubicBezTo>
                <a:cubicBezTo>
                  <a:pt x="86147" y="167448"/>
                  <a:pt x="82325" y="170110"/>
                  <a:pt x="80686" y="171203"/>
                </a:cubicBezTo>
                <a:cubicBezTo>
                  <a:pt x="81506" y="169291"/>
                  <a:pt x="83553" y="167380"/>
                  <a:pt x="86830" y="165469"/>
                </a:cubicBezTo>
                <a:cubicBezTo>
                  <a:pt x="86011" y="165742"/>
                  <a:pt x="84509" y="166288"/>
                  <a:pt x="82325" y="167107"/>
                </a:cubicBezTo>
                <a:cubicBezTo>
                  <a:pt x="80140" y="167926"/>
                  <a:pt x="78365" y="169428"/>
                  <a:pt x="77000" y="171612"/>
                </a:cubicBezTo>
                <a:cubicBezTo>
                  <a:pt x="75089" y="171066"/>
                  <a:pt x="73997" y="171339"/>
                  <a:pt x="73724" y="172431"/>
                </a:cubicBezTo>
                <a:cubicBezTo>
                  <a:pt x="82461" y="172431"/>
                  <a:pt x="95568" y="170793"/>
                  <a:pt x="113043" y="167516"/>
                </a:cubicBezTo>
                <a:cubicBezTo>
                  <a:pt x="115773" y="166970"/>
                  <a:pt x="119050" y="166356"/>
                  <a:pt x="122873" y="165673"/>
                </a:cubicBezTo>
                <a:cubicBezTo>
                  <a:pt x="126695" y="164991"/>
                  <a:pt x="130928" y="164376"/>
                  <a:pt x="135569" y="163830"/>
                </a:cubicBezTo>
                <a:lnTo>
                  <a:pt x="135569" y="150724"/>
                </a:lnTo>
                <a:cubicBezTo>
                  <a:pt x="135569" y="147447"/>
                  <a:pt x="135296" y="142805"/>
                  <a:pt x="134750" y="136798"/>
                </a:cubicBezTo>
                <a:close/>
                <a:moveTo>
                  <a:pt x="1415491" y="135979"/>
                </a:moveTo>
                <a:lnTo>
                  <a:pt x="1415081" y="136389"/>
                </a:lnTo>
                <a:cubicBezTo>
                  <a:pt x="1416720" y="137208"/>
                  <a:pt x="1417539" y="138437"/>
                  <a:pt x="1417539" y="140075"/>
                </a:cubicBezTo>
                <a:cubicBezTo>
                  <a:pt x="1417539" y="142532"/>
                  <a:pt x="1416720" y="145126"/>
                  <a:pt x="1415081" y="147857"/>
                </a:cubicBezTo>
                <a:cubicBezTo>
                  <a:pt x="1413443" y="150587"/>
                  <a:pt x="1412624" y="152362"/>
                  <a:pt x="1412624" y="153181"/>
                </a:cubicBezTo>
                <a:cubicBezTo>
                  <a:pt x="1414808" y="151543"/>
                  <a:pt x="1417061" y="149427"/>
                  <a:pt x="1419382" y="146833"/>
                </a:cubicBezTo>
                <a:cubicBezTo>
                  <a:pt x="1421703" y="144239"/>
                  <a:pt x="1423273" y="142396"/>
                  <a:pt x="1424092" y="141304"/>
                </a:cubicBezTo>
                <a:cubicBezTo>
                  <a:pt x="1423546" y="141031"/>
                  <a:pt x="1422386" y="140075"/>
                  <a:pt x="1420611" y="138437"/>
                </a:cubicBezTo>
                <a:cubicBezTo>
                  <a:pt x="1418836" y="136798"/>
                  <a:pt x="1417129" y="135979"/>
                  <a:pt x="1415491" y="135979"/>
                </a:cubicBezTo>
                <a:close/>
                <a:moveTo>
                  <a:pt x="533676" y="133931"/>
                </a:moveTo>
                <a:cubicBezTo>
                  <a:pt x="532584" y="133931"/>
                  <a:pt x="530946" y="134409"/>
                  <a:pt x="528761" y="135365"/>
                </a:cubicBezTo>
                <a:cubicBezTo>
                  <a:pt x="526577" y="136320"/>
                  <a:pt x="525485" y="137208"/>
                  <a:pt x="525485" y="138027"/>
                </a:cubicBezTo>
                <a:lnTo>
                  <a:pt x="526714" y="138437"/>
                </a:lnTo>
                <a:cubicBezTo>
                  <a:pt x="528898" y="138437"/>
                  <a:pt x="531492" y="137208"/>
                  <a:pt x="534495" y="134750"/>
                </a:cubicBezTo>
                <a:close/>
                <a:moveTo>
                  <a:pt x="2388232" y="131064"/>
                </a:moveTo>
                <a:lnTo>
                  <a:pt x="2391099" y="134750"/>
                </a:lnTo>
                <a:cubicBezTo>
                  <a:pt x="2390007" y="134750"/>
                  <a:pt x="2389256" y="135023"/>
                  <a:pt x="2388846" y="135570"/>
                </a:cubicBezTo>
                <a:cubicBezTo>
                  <a:pt x="2388436" y="136116"/>
                  <a:pt x="2388232" y="136935"/>
                  <a:pt x="2388232" y="138027"/>
                </a:cubicBezTo>
                <a:cubicBezTo>
                  <a:pt x="2388232" y="139119"/>
                  <a:pt x="2387959" y="139938"/>
                  <a:pt x="2387412" y="140484"/>
                </a:cubicBezTo>
                <a:lnTo>
                  <a:pt x="2386594" y="138027"/>
                </a:lnTo>
                <a:cubicBezTo>
                  <a:pt x="2386594" y="137754"/>
                  <a:pt x="2387140" y="135433"/>
                  <a:pt x="2388232" y="131064"/>
                </a:cubicBezTo>
                <a:close/>
                <a:moveTo>
                  <a:pt x="3039866" y="130655"/>
                </a:moveTo>
                <a:cubicBezTo>
                  <a:pt x="3038500" y="130655"/>
                  <a:pt x="3037135" y="131064"/>
                  <a:pt x="3035770" y="131883"/>
                </a:cubicBezTo>
                <a:cubicBezTo>
                  <a:pt x="3034404" y="132703"/>
                  <a:pt x="3033585" y="133249"/>
                  <a:pt x="3033312" y="133522"/>
                </a:cubicBezTo>
                <a:close/>
                <a:moveTo>
                  <a:pt x="2297306" y="129836"/>
                </a:moveTo>
                <a:cubicBezTo>
                  <a:pt x="2296760" y="130109"/>
                  <a:pt x="2295804" y="130723"/>
                  <a:pt x="2294439" y="131679"/>
                </a:cubicBezTo>
                <a:cubicBezTo>
                  <a:pt x="2293074" y="132634"/>
                  <a:pt x="2291845" y="133385"/>
                  <a:pt x="2290753" y="133931"/>
                </a:cubicBezTo>
                <a:cubicBezTo>
                  <a:pt x="2290753" y="135843"/>
                  <a:pt x="2290206" y="136798"/>
                  <a:pt x="2289114" y="136798"/>
                </a:cubicBezTo>
                <a:cubicBezTo>
                  <a:pt x="2290480" y="136798"/>
                  <a:pt x="2292118" y="135911"/>
                  <a:pt x="2294029" y="134136"/>
                </a:cubicBezTo>
                <a:cubicBezTo>
                  <a:pt x="2295941" y="132361"/>
                  <a:pt x="2297033" y="130928"/>
                  <a:pt x="2297306" y="129836"/>
                </a:cubicBezTo>
                <a:close/>
                <a:moveTo>
                  <a:pt x="2237508" y="129426"/>
                </a:moveTo>
                <a:cubicBezTo>
                  <a:pt x="2232047" y="129426"/>
                  <a:pt x="2226040" y="130382"/>
                  <a:pt x="2219487" y="132293"/>
                </a:cubicBezTo>
                <a:cubicBezTo>
                  <a:pt x="2212934" y="134204"/>
                  <a:pt x="2204742" y="136935"/>
                  <a:pt x="2194912" y="140484"/>
                </a:cubicBezTo>
                <a:cubicBezTo>
                  <a:pt x="2176891" y="147038"/>
                  <a:pt x="2163648" y="150724"/>
                  <a:pt x="2155184" y="151543"/>
                </a:cubicBezTo>
                <a:cubicBezTo>
                  <a:pt x="2153272" y="151816"/>
                  <a:pt x="2150678" y="152976"/>
                  <a:pt x="2147402" y="155024"/>
                </a:cubicBezTo>
                <a:cubicBezTo>
                  <a:pt x="2144125" y="157072"/>
                  <a:pt x="2142350" y="158915"/>
                  <a:pt x="2142077" y="160554"/>
                </a:cubicBezTo>
                <a:lnTo>
                  <a:pt x="2143716" y="161782"/>
                </a:lnTo>
                <a:cubicBezTo>
                  <a:pt x="2147265" y="161782"/>
                  <a:pt x="2162351" y="158369"/>
                  <a:pt x="2188974" y="151543"/>
                </a:cubicBezTo>
                <a:cubicBezTo>
                  <a:pt x="2215596" y="144717"/>
                  <a:pt x="2231774" y="140211"/>
                  <a:pt x="2237508" y="138027"/>
                </a:cubicBezTo>
                <a:cubicBezTo>
                  <a:pt x="2237781" y="138027"/>
                  <a:pt x="2238396" y="137754"/>
                  <a:pt x="2239351" y="137208"/>
                </a:cubicBezTo>
                <a:cubicBezTo>
                  <a:pt x="2240307" y="136662"/>
                  <a:pt x="2240785" y="136116"/>
                  <a:pt x="2240785" y="135570"/>
                </a:cubicBezTo>
                <a:cubicBezTo>
                  <a:pt x="2240785" y="131474"/>
                  <a:pt x="2239692" y="129426"/>
                  <a:pt x="2237508" y="129426"/>
                </a:cubicBezTo>
                <a:close/>
                <a:moveTo>
                  <a:pt x="3384728" y="128607"/>
                </a:moveTo>
                <a:cubicBezTo>
                  <a:pt x="3383635" y="128607"/>
                  <a:pt x="3381315" y="129426"/>
                  <a:pt x="3377765" y="131064"/>
                </a:cubicBezTo>
                <a:cubicBezTo>
                  <a:pt x="3374215" y="132703"/>
                  <a:pt x="3372304" y="133931"/>
                  <a:pt x="3372031" y="134750"/>
                </a:cubicBezTo>
                <a:lnTo>
                  <a:pt x="3372440" y="135570"/>
                </a:lnTo>
                <a:cubicBezTo>
                  <a:pt x="3374078" y="135570"/>
                  <a:pt x="3376536" y="134750"/>
                  <a:pt x="3379813" y="133112"/>
                </a:cubicBezTo>
                <a:cubicBezTo>
                  <a:pt x="3383089" y="131474"/>
                  <a:pt x="3384728" y="129972"/>
                  <a:pt x="3384728" y="128607"/>
                </a:cubicBezTo>
                <a:close/>
                <a:moveTo>
                  <a:pt x="532857" y="128607"/>
                </a:moveTo>
                <a:lnTo>
                  <a:pt x="523847" y="132293"/>
                </a:lnTo>
                <a:cubicBezTo>
                  <a:pt x="520024" y="133658"/>
                  <a:pt x="517430" y="134750"/>
                  <a:pt x="516065" y="135570"/>
                </a:cubicBezTo>
                <a:lnTo>
                  <a:pt x="521389" y="134750"/>
                </a:lnTo>
                <a:lnTo>
                  <a:pt x="518112" y="137208"/>
                </a:lnTo>
                <a:cubicBezTo>
                  <a:pt x="519478" y="137208"/>
                  <a:pt x="524393" y="134341"/>
                  <a:pt x="532857" y="128607"/>
                </a:cubicBezTo>
                <a:close/>
                <a:moveTo>
                  <a:pt x="543097" y="127378"/>
                </a:moveTo>
                <a:cubicBezTo>
                  <a:pt x="542277" y="127378"/>
                  <a:pt x="540844" y="128061"/>
                  <a:pt x="538796" y="129426"/>
                </a:cubicBezTo>
                <a:cubicBezTo>
                  <a:pt x="536748" y="130791"/>
                  <a:pt x="535178" y="132020"/>
                  <a:pt x="534086" y="133112"/>
                </a:cubicBezTo>
                <a:cubicBezTo>
                  <a:pt x="540639" y="131747"/>
                  <a:pt x="543916" y="130382"/>
                  <a:pt x="543916" y="129016"/>
                </a:cubicBezTo>
                <a:close/>
                <a:moveTo>
                  <a:pt x="3080004" y="124921"/>
                </a:moveTo>
                <a:lnTo>
                  <a:pt x="3074270" y="128197"/>
                </a:lnTo>
                <a:lnTo>
                  <a:pt x="3075908" y="128607"/>
                </a:lnTo>
                <a:cubicBezTo>
                  <a:pt x="3076727" y="128607"/>
                  <a:pt x="3077546" y="128265"/>
                  <a:pt x="3078366" y="127583"/>
                </a:cubicBezTo>
                <a:cubicBezTo>
                  <a:pt x="3079184" y="126900"/>
                  <a:pt x="3079867" y="126559"/>
                  <a:pt x="3080413" y="126559"/>
                </a:cubicBezTo>
                <a:cubicBezTo>
                  <a:pt x="3080960" y="126559"/>
                  <a:pt x="3081710" y="126764"/>
                  <a:pt x="3082666" y="127173"/>
                </a:cubicBezTo>
                <a:cubicBezTo>
                  <a:pt x="3083622" y="127583"/>
                  <a:pt x="3084373" y="127924"/>
                  <a:pt x="3084918" y="128197"/>
                </a:cubicBezTo>
                <a:cubicBezTo>
                  <a:pt x="3084646" y="127378"/>
                  <a:pt x="3083963" y="126627"/>
                  <a:pt x="3082871" y="125945"/>
                </a:cubicBezTo>
                <a:cubicBezTo>
                  <a:pt x="3081779" y="125262"/>
                  <a:pt x="3080823" y="124921"/>
                  <a:pt x="3080004" y="124921"/>
                </a:cubicBezTo>
                <a:close/>
                <a:moveTo>
                  <a:pt x="527942" y="124921"/>
                </a:moveTo>
                <a:cubicBezTo>
                  <a:pt x="524939" y="124921"/>
                  <a:pt x="522754" y="125467"/>
                  <a:pt x="521389" y="126559"/>
                </a:cubicBezTo>
                <a:lnTo>
                  <a:pt x="525485" y="126559"/>
                </a:lnTo>
                <a:lnTo>
                  <a:pt x="528761" y="125330"/>
                </a:lnTo>
                <a:close/>
                <a:moveTo>
                  <a:pt x="2255120" y="124511"/>
                </a:moveTo>
                <a:cubicBezTo>
                  <a:pt x="2254574" y="124511"/>
                  <a:pt x="2252253" y="124784"/>
                  <a:pt x="2248157" y="125330"/>
                </a:cubicBezTo>
                <a:cubicBezTo>
                  <a:pt x="2244061" y="125876"/>
                  <a:pt x="2242013" y="126968"/>
                  <a:pt x="2242013" y="128607"/>
                </a:cubicBezTo>
                <a:cubicBezTo>
                  <a:pt x="2242013" y="129699"/>
                  <a:pt x="2242969" y="131201"/>
                  <a:pt x="2244880" y="133112"/>
                </a:cubicBezTo>
                <a:cubicBezTo>
                  <a:pt x="2244880" y="132566"/>
                  <a:pt x="2244812" y="131747"/>
                  <a:pt x="2244676" y="130655"/>
                </a:cubicBezTo>
                <a:cubicBezTo>
                  <a:pt x="2244539" y="129562"/>
                  <a:pt x="2244744" y="128743"/>
                  <a:pt x="2245290" y="128197"/>
                </a:cubicBezTo>
                <a:cubicBezTo>
                  <a:pt x="2245563" y="128197"/>
                  <a:pt x="2246041" y="128812"/>
                  <a:pt x="2246724" y="130040"/>
                </a:cubicBezTo>
                <a:cubicBezTo>
                  <a:pt x="2247406" y="131269"/>
                  <a:pt x="2248294" y="131883"/>
                  <a:pt x="2249386" y="131883"/>
                </a:cubicBezTo>
                <a:cubicBezTo>
                  <a:pt x="2251024" y="131883"/>
                  <a:pt x="2252526" y="131337"/>
                  <a:pt x="2253891" y="130245"/>
                </a:cubicBezTo>
                <a:cubicBezTo>
                  <a:pt x="2255256" y="129153"/>
                  <a:pt x="2255939" y="127788"/>
                  <a:pt x="2255939" y="126149"/>
                </a:cubicBezTo>
                <a:close/>
                <a:moveTo>
                  <a:pt x="2148630" y="124511"/>
                </a:moveTo>
                <a:cubicBezTo>
                  <a:pt x="2148357" y="124784"/>
                  <a:pt x="2147333" y="125740"/>
                  <a:pt x="2145558" y="127378"/>
                </a:cubicBezTo>
                <a:cubicBezTo>
                  <a:pt x="2143784" y="129016"/>
                  <a:pt x="2142896" y="130245"/>
                  <a:pt x="2142896" y="131064"/>
                </a:cubicBezTo>
                <a:cubicBezTo>
                  <a:pt x="2144262" y="131064"/>
                  <a:pt x="2145558" y="130586"/>
                  <a:pt x="2146787" y="129631"/>
                </a:cubicBezTo>
                <a:cubicBezTo>
                  <a:pt x="2148016" y="128675"/>
                  <a:pt x="2148630" y="127515"/>
                  <a:pt x="2148630" y="126149"/>
                </a:cubicBezTo>
                <a:close/>
                <a:moveTo>
                  <a:pt x="3487531" y="124101"/>
                </a:moveTo>
                <a:lnTo>
                  <a:pt x="3485483" y="131883"/>
                </a:lnTo>
                <a:lnTo>
                  <a:pt x="3487531" y="137208"/>
                </a:lnTo>
                <a:lnTo>
                  <a:pt x="3487940" y="135979"/>
                </a:lnTo>
                <a:lnTo>
                  <a:pt x="3487940" y="131883"/>
                </a:lnTo>
                <a:close/>
                <a:moveTo>
                  <a:pt x="3377356" y="124101"/>
                </a:moveTo>
                <a:cubicBezTo>
                  <a:pt x="3375717" y="124375"/>
                  <a:pt x="3372782" y="126286"/>
                  <a:pt x="3368550" y="129836"/>
                </a:cubicBezTo>
                <a:cubicBezTo>
                  <a:pt x="3364317" y="133385"/>
                  <a:pt x="3361109" y="136252"/>
                  <a:pt x="3358924" y="138437"/>
                </a:cubicBezTo>
                <a:cubicBezTo>
                  <a:pt x="3361109" y="138437"/>
                  <a:pt x="3364249" y="136662"/>
                  <a:pt x="3368344" y="133112"/>
                </a:cubicBezTo>
                <a:cubicBezTo>
                  <a:pt x="3372440" y="129562"/>
                  <a:pt x="3375444" y="126559"/>
                  <a:pt x="3377356" y="124101"/>
                </a:cubicBezTo>
                <a:close/>
                <a:moveTo>
                  <a:pt x="3425685" y="122054"/>
                </a:moveTo>
                <a:cubicBezTo>
                  <a:pt x="3424047" y="122054"/>
                  <a:pt x="3421726" y="122600"/>
                  <a:pt x="3418722" y="123692"/>
                </a:cubicBezTo>
                <a:cubicBezTo>
                  <a:pt x="3415719" y="124784"/>
                  <a:pt x="3413398" y="125330"/>
                  <a:pt x="3411760" y="125330"/>
                </a:cubicBezTo>
                <a:cubicBezTo>
                  <a:pt x="3410940" y="125330"/>
                  <a:pt x="3410053" y="125057"/>
                  <a:pt x="3409097" y="124511"/>
                </a:cubicBezTo>
                <a:cubicBezTo>
                  <a:pt x="3408142" y="123965"/>
                  <a:pt x="3407254" y="123692"/>
                  <a:pt x="3406435" y="123692"/>
                </a:cubicBezTo>
                <a:cubicBezTo>
                  <a:pt x="3402339" y="123692"/>
                  <a:pt x="3398107" y="124648"/>
                  <a:pt x="3393738" y="126559"/>
                </a:cubicBezTo>
                <a:cubicBezTo>
                  <a:pt x="3389370" y="128470"/>
                  <a:pt x="3385547" y="130791"/>
                  <a:pt x="3382270" y="133522"/>
                </a:cubicBezTo>
                <a:cubicBezTo>
                  <a:pt x="3392373" y="131883"/>
                  <a:pt x="3402612" y="129836"/>
                  <a:pt x="3412988" y="127378"/>
                </a:cubicBezTo>
                <a:lnTo>
                  <a:pt x="3422818" y="137208"/>
                </a:lnTo>
                <a:cubicBezTo>
                  <a:pt x="3423091" y="135297"/>
                  <a:pt x="3423569" y="132839"/>
                  <a:pt x="3424252" y="129836"/>
                </a:cubicBezTo>
                <a:cubicBezTo>
                  <a:pt x="3424934" y="126832"/>
                  <a:pt x="3425412" y="124238"/>
                  <a:pt x="3425685" y="122054"/>
                </a:cubicBezTo>
                <a:close/>
                <a:moveTo>
                  <a:pt x="2314508" y="122054"/>
                </a:moveTo>
                <a:cubicBezTo>
                  <a:pt x="2313689" y="122054"/>
                  <a:pt x="2312392" y="122668"/>
                  <a:pt x="2310617" y="123897"/>
                </a:cubicBezTo>
                <a:cubicBezTo>
                  <a:pt x="2308842" y="125125"/>
                  <a:pt x="2307682" y="125876"/>
                  <a:pt x="2307136" y="126149"/>
                </a:cubicBezTo>
                <a:lnTo>
                  <a:pt x="2307955" y="126559"/>
                </a:lnTo>
                <a:cubicBezTo>
                  <a:pt x="2308501" y="126286"/>
                  <a:pt x="2309730" y="125603"/>
                  <a:pt x="2311641" y="124511"/>
                </a:cubicBezTo>
                <a:cubicBezTo>
                  <a:pt x="2313552" y="123419"/>
                  <a:pt x="2314508" y="122600"/>
                  <a:pt x="2314508" y="122054"/>
                </a:cubicBezTo>
                <a:close/>
                <a:moveTo>
                  <a:pt x="541458" y="121234"/>
                </a:moveTo>
                <a:cubicBezTo>
                  <a:pt x="539274" y="121234"/>
                  <a:pt x="536816" y="122122"/>
                  <a:pt x="534086" y="123897"/>
                </a:cubicBezTo>
                <a:cubicBezTo>
                  <a:pt x="531355" y="125672"/>
                  <a:pt x="529717" y="126695"/>
                  <a:pt x="529171" y="126968"/>
                </a:cubicBezTo>
                <a:cubicBezTo>
                  <a:pt x="530536" y="126695"/>
                  <a:pt x="532175" y="126149"/>
                  <a:pt x="534086" y="125330"/>
                </a:cubicBezTo>
                <a:cubicBezTo>
                  <a:pt x="535997" y="124511"/>
                  <a:pt x="537636" y="124101"/>
                  <a:pt x="539001" y="124101"/>
                </a:cubicBezTo>
                <a:cubicBezTo>
                  <a:pt x="540912" y="122736"/>
                  <a:pt x="541868" y="121917"/>
                  <a:pt x="541868" y="121644"/>
                </a:cubicBezTo>
                <a:close/>
                <a:moveTo>
                  <a:pt x="1107081" y="120006"/>
                </a:moveTo>
                <a:cubicBezTo>
                  <a:pt x="1105170" y="120279"/>
                  <a:pt x="1096500" y="123760"/>
                  <a:pt x="1081073" y="130450"/>
                </a:cubicBezTo>
                <a:cubicBezTo>
                  <a:pt x="1065646" y="137140"/>
                  <a:pt x="1057386" y="141031"/>
                  <a:pt x="1056294" y="142123"/>
                </a:cubicBezTo>
                <a:cubicBezTo>
                  <a:pt x="1054929" y="143761"/>
                  <a:pt x="1053905" y="145741"/>
                  <a:pt x="1053222" y="148062"/>
                </a:cubicBezTo>
                <a:cubicBezTo>
                  <a:pt x="1052539" y="150383"/>
                  <a:pt x="1052062" y="151816"/>
                  <a:pt x="1051788" y="152362"/>
                </a:cubicBezTo>
                <a:cubicBezTo>
                  <a:pt x="1050969" y="154820"/>
                  <a:pt x="1049877" y="157550"/>
                  <a:pt x="1048512" y="160554"/>
                </a:cubicBezTo>
                <a:cubicBezTo>
                  <a:pt x="1047420" y="161373"/>
                  <a:pt x="1046600" y="162943"/>
                  <a:pt x="1046054" y="165264"/>
                </a:cubicBezTo>
                <a:cubicBezTo>
                  <a:pt x="1045508" y="167585"/>
                  <a:pt x="1045099" y="169155"/>
                  <a:pt x="1044826" y="169974"/>
                </a:cubicBezTo>
                <a:cubicBezTo>
                  <a:pt x="1045372" y="169701"/>
                  <a:pt x="1050218" y="167585"/>
                  <a:pt x="1059366" y="163625"/>
                </a:cubicBezTo>
                <a:cubicBezTo>
                  <a:pt x="1068513" y="159666"/>
                  <a:pt x="1074042" y="156185"/>
                  <a:pt x="1075953" y="153181"/>
                </a:cubicBezTo>
                <a:cubicBezTo>
                  <a:pt x="1075953" y="152908"/>
                  <a:pt x="1076363" y="152226"/>
                  <a:pt x="1077182" y="151133"/>
                </a:cubicBezTo>
                <a:cubicBezTo>
                  <a:pt x="1078001" y="150041"/>
                  <a:pt x="1078820" y="149495"/>
                  <a:pt x="1079640" y="149495"/>
                </a:cubicBezTo>
                <a:cubicBezTo>
                  <a:pt x="1080186" y="149495"/>
                  <a:pt x="1080800" y="149905"/>
                  <a:pt x="1081483" y="150724"/>
                </a:cubicBezTo>
                <a:cubicBezTo>
                  <a:pt x="1082165" y="151543"/>
                  <a:pt x="1082780" y="151953"/>
                  <a:pt x="1083326" y="151953"/>
                </a:cubicBezTo>
                <a:cubicBezTo>
                  <a:pt x="1084691" y="151953"/>
                  <a:pt x="1085647" y="151475"/>
                  <a:pt x="1086193" y="150519"/>
                </a:cubicBezTo>
                <a:cubicBezTo>
                  <a:pt x="1086739" y="149563"/>
                  <a:pt x="1087080" y="148608"/>
                  <a:pt x="1087217" y="147652"/>
                </a:cubicBezTo>
                <a:cubicBezTo>
                  <a:pt x="1087353" y="146696"/>
                  <a:pt x="1087422" y="146082"/>
                  <a:pt x="1087422" y="145809"/>
                </a:cubicBezTo>
                <a:lnTo>
                  <a:pt x="1089470" y="145809"/>
                </a:lnTo>
                <a:cubicBezTo>
                  <a:pt x="1090835" y="148266"/>
                  <a:pt x="1092541" y="150041"/>
                  <a:pt x="1094589" y="151133"/>
                </a:cubicBezTo>
                <a:cubicBezTo>
                  <a:pt x="1096637" y="152226"/>
                  <a:pt x="1098958" y="153113"/>
                  <a:pt x="1101552" y="153796"/>
                </a:cubicBezTo>
                <a:cubicBezTo>
                  <a:pt x="1104146" y="154478"/>
                  <a:pt x="1106398" y="155229"/>
                  <a:pt x="1108310" y="156048"/>
                </a:cubicBezTo>
                <a:lnTo>
                  <a:pt x="1107900" y="121234"/>
                </a:lnTo>
                <a:close/>
                <a:moveTo>
                  <a:pt x="136798" y="117139"/>
                </a:moveTo>
                <a:cubicBezTo>
                  <a:pt x="135979" y="117685"/>
                  <a:pt x="132839" y="119869"/>
                  <a:pt x="127378" y="123692"/>
                </a:cubicBezTo>
                <a:cubicBezTo>
                  <a:pt x="121917" y="127515"/>
                  <a:pt x="119050" y="129972"/>
                  <a:pt x="118777" y="131064"/>
                </a:cubicBezTo>
                <a:lnTo>
                  <a:pt x="119186" y="131474"/>
                </a:lnTo>
                <a:cubicBezTo>
                  <a:pt x="130655" y="123282"/>
                  <a:pt x="136525" y="118504"/>
                  <a:pt x="136798" y="117139"/>
                </a:cubicBezTo>
                <a:close/>
                <a:moveTo>
                  <a:pt x="577010" y="107147"/>
                </a:moveTo>
                <a:lnTo>
                  <a:pt x="575453" y="108128"/>
                </a:lnTo>
                <a:lnTo>
                  <a:pt x="576272" y="109357"/>
                </a:lnTo>
                <a:lnTo>
                  <a:pt x="577501" y="108128"/>
                </a:lnTo>
                <a:close/>
                <a:moveTo>
                  <a:pt x="224857" y="106490"/>
                </a:moveTo>
                <a:cubicBezTo>
                  <a:pt x="224584" y="106490"/>
                  <a:pt x="224106" y="107172"/>
                  <a:pt x="223423" y="108538"/>
                </a:cubicBezTo>
                <a:cubicBezTo>
                  <a:pt x="222741" y="109903"/>
                  <a:pt x="221307" y="110585"/>
                  <a:pt x="219123" y="110585"/>
                </a:cubicBezTo>
                <a:cubicBezTo>
                  <a:pt x="217757" y="110585"/>
                  <a:pt x="216256" y="110108"/>
                  <a:pt x="214617" y="109152"/>
                </a:cubicBezTo>
                <a:cubicBezTo>
                  <a:pt x="212979" y="108196"/>
                  <a:pt x="211477" y="107582"/>
                  <a:pt x="210112" y="107309"/>
                </a:cubicBezTo>
                <a:lnTo>
                  <a:pt x="211341" y="109766"/>
                </a:lnTo>
                <a:lnTo>
                  <a:pt x="207655" y="109766"/>
                </a:lnTo>
                <a:lnTo>
                  <a:pt x="210112" y="112633"/>
                </a:lnTo>
                <a:cubicBezTo>
                  <a:pt x="209020" y="112633"/>
                  <a:pt x="208132" y="112087"/>
                  <a:pt x="207450" y="110995"/>
                </a:cubicBezTo>
                <a:cubicBezTo>
                  <a:pt x="206767" y="109903"/>
                  <a:pt x="206153" y="109220"/>
                  <a:pt x="205607" y="108947"/>
                </a:cubicBezTo>
                <a:cubicBezTo>
                  <a:pt x="204515" y="108947"/>
                  <a:pt x="202398" y="109630"/>
                  <a:pt x="199258" y="110995"/>
                </a:cubicBezTo>
                <a:cubicBezTo>
                  <a:pt x="196118" y="112360"/>
                  <a:pt x="193320" y="113043"/>
                  <a:pt x="190862" y="113043"/>
                </a:cubicBezTo>
                <a:cubicBezTo>
                  <a:pt x="190862" y="113589"/>
                  <a:pt x="188541" y="114954"/>
                  <a:pt x="183899" y="117139"/>
                </a:cubicBezTo>
                <a:cubicBezTo>
                  <a:pt x="181715" y="117139"/>
                  <a:pt x="179940" y="118231"/>
                  <a:pt x="178575" y="120415"/>
                </a:cubicBezTo>
                <a:cubicBezTo>
                  <a:pt x="177210" y="122600"/>
                  <a:pt x="176527" y="124921"/>
                  <a:pt x="176527" y="127378"/>
                </a:cubicBezTo>
                <a:cubicBezTo>
                  <a:pt x="176527" y="129836"/>
                  <a:pt x="175981" y="131474"/>
                  <a:pt x="174889" y="132293"/>
                </a:cubicBezTo>
                <a:cubicBezTo>
                  <a:pt x="173796" y="133112"/>
                  <a:pt x="173250" y="133795"/>
                  <a:pt x="173250" y="134341"/>
                </a:cubicBezTo>
                <a:lnTo>
                  <a:pt x="174479" y="134750"/>
                </a:lnTo>
                <a:cubicBezTo>
                  <a:pt x="174752" y="134750"/>
                  <a:pt x="175230" y="134682"/>
                  <a:pt x="175913" y="134546"/>
                </a:cubicBezTo>
                <a:cubicBezTo>
                  <a:pt x="176595" y="134409"/>
                  <a:pt x="176937" y="135023"/>
                  <a:pt x="176937" y="136389"/>
                </a:cubicBezTo>
                <a:cubicBezTo>
                  <a:pt x="176937" y="138027"/>
                  <a:pt x="175981" y="139529"/>
                  <a:pt x="174069" y="140894"/>
                </a:cubicBezTo>
                <a:lnTo>
                  <a:pt x="176527" y="142942"/>
                </a:lnTo>
                <a:lnTo>
                  <a:pt x="176527" y="146219"/>
                </a:lnTo>
                <a:cubicBezTo>
                  <a:pt x="176527" y="150041"/>
                  <a:pt x="175708" y="152089"/>
                  <a:pt x="174069" y="152362"/>
                </a:cubicBezTo>
                <a:lnTo>
                  <a:pt x="175708" y="156867"/>
                </a:lnTo>
                <a:cubicBezTo>
                  <a:pt x="178438" y="156867"/>
                  <a:pt x="182534" y="156321"/>
                  <a:pt x="187995" y="155229"/>
                </a:cubicBezTo>
                <a:cubicBezTo>
                  <a:pt x="195367" y="154410"/>
                  <a:pt x="199327" y="154000"/>
                  <a:pt x="199873" y="154000"/>
                </a:cubicBezTo>
                <a:cubicBezTo>
                  <a:pt x="205061" y="154000"/>
                  <a:pt x="207791" y="153318"/>
                  <a:pt x="208064" y="151953"/>
                </a:cubicBezTo>
                <a:lnTo>
                  <a:pt x="211341" y="153591"/>
                </a:lnTo>
                <a:cubicBezTo>
                  <a:pt x="214617" y="151953"/>
                  <a:pt x="221375" y="150587"/>
                  <a:pt x="231615" y="149495"/>
                </a:cubicBezTo>
                <a:cubicBezTo>
                  <a:pt x="241854" y="148403"/>
                  <a:pt x="249977" y="147857"/>
                  <a:pt x="255984" y="147857"/>
                </a:cubicBezTo>
                <a:cubicBezTo>
                  <a:pt x="256531" y="147857"/>
                  <a:pt x="257623" y="147925"/>
                  <a:pt x="259261" y="148062"/>
                </a:cubicBezTo>
                <a:cubicBezTo>
                  <a:pt x="260899" y="148198"/>
                  <a:pt x="261992" y="147993"/>
                  <a:pt x="262538" y="147447"/>
                </a:cubicBezTo>
                <a:lnTo>
                  <a:pt x="266633" y="145809"/>
                </a:lnTo>
                <a:cubicBezTo>
                  <a:pt x="266633" y="145263"/>
                  <a:pt x="265610" y="144102"/>
                  <a:pt x="263562" y="142328"/>
                </a:cubicBezTo>
                <a:cubicBezTo>
                  <a:pt x="261514" y="140553"/>
                  <a:pt x="260353" y="139119"/>
                  <a:pt x="260080" y="138027"/>
                </a:cubicBezTo>
                <a:cubicBezTo>
                  <a:pt x="260899" y="138027"/>
                  <a:pt x="262333" y="138846"/>
                  <a:pt x="264381" y="140484"/>
                </a:cubicBezTo>
                <a:cubicBezTo>
                  <a:pt x="266429" y="142123"/>
                  <a:pt x="267999" y="143351"/>
                  <a:pt x="269091" y="144171"/>
                </a:cubicBezTo>
                <a:cubicBezTo>
                  <a:pt x="268818" y="142259"/>
                  <a:pt x="261855" y="135501"/>
                  <a:pt x="248203" y="123897"/>
                </a:cubicBezTo>
                <a:cubicBezTo>
                  <a:pt x="234550" y="112292"/>
                  <a:pt x="226768" y="106490"/>
                  <a:pt x="224857" y="106490"/>
                </a:cubicBezTo>
                <a:close/>
                <a:moveTo>
                  <a:pt x="192500" y="103623"/>
                </a:moveTo>
                <a:lnTo>
                  <a:pt x="196187" y="107718"/>
                </a:lnTo>
                <a:lnTo>
                  <a:pt x="192091" y="106080"/>
                </a:lnTo>
                <a:cubicBezTo>
                  <a:pt x="191545" y="106080"/>
                  <a:pt x="190794" y="106490"/>
                  <a:pt x="189838" y="107309"/>
                </a:cubicBezTo>
                <a:cubicBezTo>
                  <a:pt x="188882" y="108128"/>
                  <a:pt x="187995" y="108538"/>
                  <a:pt x="187176" y="108538"/>
                </a:cubicBezTo>
                <a:lnTo>
                  <a:pt x="185947" y="107718"/>
                </a:lnTo>
                <a:cubicBezTo>
                  <a:pt x="185947" y="106899"/>
                  <a:pt x="186835" y="106012"/>
                  <a:pt x="188609" y="105056"/>
                </a:cubicBezTo>
                <a:cubicBezTo>
                  <a:pt x="190384" y="104101"/>
                  <a:pt x="191681" y="103623"/>
                  <a:pt x="192500" y="103623"/>
                </a:cubicBezTo>
                <a:close/>
                <a:moveTo>
                  <a:pt x="585283" y="102804"/>
                </a:moveTo>
                <a:lnTo>
                  <a:pt x="583644" y="103623"/>
                </a:lnTo>
                <a:lnTo>
                  <a:pt x="582903" y="103437"/>
                </a:lnTo>
                <a:lnTo>
                  <a:pt x="578650" y="106115"/>
                </a:lnTo>
                <a:lnTo>
                  <a:pt x="580982" y="105671"/>
                </a:lnTo>
                <a:cubicBezTo>
                  <a:pt x="583030" y="105398"/>
                  <a:pt x="584463" y="104442"/>
                  <a:pt x="585283" y="102804"/>
                </a:cubicBezTo>
                <a:close/>
                <a:moveTo>
                  <a:pt x="588667" y="99808"/>
                </a:moveTo>
                <a:lnTo>
                  <a:pt x="585283" y="101939"/>
                </a:lnTo>
                <a:lnTo>
                  <a:pt x="585692" y="101780"/>
                </a:lnTo>
                <a:cubicBezTo>
                  <a:pt x="588150" y="101643"/>
                  <a:pt x="589378" y="101302"/>
                  <a:pt x="589378" y="100756"/>
                </a:cubicBezTo>
                <a:close/>
                <a:moveTo>
                  <a:pt x="208883" y="99117"/>
                </a:moveTo>
                <a:lnTo>
                  <a:pt x="208474" y="102394"/>
                </a:lnTo>
                <a:cubicBezTo>
                  <a:pt x="207928" y="102394"/>
                  <a:pt x="207245" y="102053"/>
                  <a:pt x="206426" y="101370"/>
                </a:cubicBezTo>
                <a:cubicBezTo>
                  <a:pt x="205607" y="100687"/>
                  <a:pt x="204924" y="100346"/>
                  <a:pt x="204378" y="100346"/>
                </a:cubicBezTo>
                <a:cubicBezTo>
                  <a:pt x="201648" y="100346"/>
                  <a:pt x="197688" y="101165"/>
                  <a:pt x="192500" y="102804"/>
                </a:cubicBezTo>
                <a:cubicBezTo>
                  <a:pt x="187312" y="104442"/>
                  <a:pt x="184036" y="106080"/>
                  <a:pt x="182671" y="107718"/>
                </a:cubicBezTo>
                <a:cubicBezTo>
                  <a:pt x="182124" y="108265"/>
                  <a:pt x="181169" y="108538"/>
                  <a:pt x="179804" y="108538"/>
                </a:cubicBezTo>
                <a:cubicBezTo>
                  <a:pt x="178438" y="108538"/>
                  <a:pt x="177756" y="109357"/>
                  <a:pt x="177756" y="110995"/>
                </a:cubicBezTo>
                <a:lnTo>
                  <a:pt x="178165" y="115091"/>
                </a:lnTo>
                <a:lnTo>
                  <a:pt x="183080" y="113043"/>
                </a:lnTo>
                <a:cubicBezTo>
                  <a:pt x="184172" y="112770"/>
                  <a:pt x="187039" y="111951"/>
                  <a:pt x="191681" y="110585"/>
                </a:cubicBezTo>
                <a:cubicBezTo>
                  <a:pt x="196323" y="109220"/>
                  <a:pt x="198644" y="108265"/>
                  <a:pt x="198644" y="107718"/>
                </a:cubicBezTo>
                <a:cubicBezTo>
                  <a:pt x="200009" y="106899"/>
                  <a:pt x="202057" y="106490"/>
                  <a:pt x="204788" y="106490"/>
                </a:cubicBezTo>
                <a:lnTo>
                  <a:pt x="204378" y="106080"/>
                </a:lnTo>
                <a:cubicBezTo>
                  <a:pt x="204651" y="105261"/>
                  <a:pt x="205743" y="104442"/>
                  <a:pt x="207655" y="103623"/>
                </a:cubicBezTo>
                <a:cubicBezTo>
                  <a:pt x="209566" y="102804"/>
                  <a:pt x="211204" y="102257"/>
                  <a:pt x="212570" y="101984"/>
                </a:cubicBezTo>
                <a:close/>
                <a:moveTo>
                  <a:pt x="1394603" y="98708"/>
                </a:moveTo>
                <a:cubicBezTo>
                  <a:pt x="1389961" y="100346"/>
                  <a:pt x="1385182" y="103077"/>
                  <a:pt x="1380268" y="106899"/>
                </a:cubicBezTo>
                <a:cubicBezTo>
                  <a:pt x="1375353" y="110722"/>
                  <a:pt x="1372486" y="113043"/>
                  <a:pt x="1371666" y="113862"/>
                </a:cubicBezTo>
                <a:cubicBezTo>
                  <a:pt x="1367298" y="117685"/>
                  <a:pt x="1364021" y="120279"/>
                  <a:pt x="1361837" y="121644"/>
                </a:cubicBezTo>
                <a:cubicBezTo>
                  <a:pt x="1362656" y="121098"/>
                  <a:pt x="1368390" y="118094"/>
                  <a:pt x="1379039" y="112633"/>
                </a:cubicBezTo>
                <a:cubicBezTo>
                  <a:pt x="1389688" y="107172"/>
                  <a:pt x="1395012" y="103077"/>
                  <a:pt x="1395012" y="100346"/>
                </a:cubicBezTo>
                <a:close/>
                <a:moveTo>
                  <a:pt x="579549" y="95841"/>
                </a:moveTo>
                <a:cubicBezTo>
                  <a:pt x="577910" y="96114"/>
                  <a:pt x="576204" y="96728"/>
                  <a:pt x="574429" y="97684"/>
                </a:cubicBezTo>
                <a:cubicBezTo>
                  <a:pt x="572654" y="98640"/>
                  <a:pt x="571357" y="99254"/>
                  <a:pt x="570538" y="99527"/>
                </a:cubicBezTo>
                <a:lnTo>
                  <a:pt x="571357" y="100756"/>
                </a:lnTo>
                <a:cubicBezTo>
                  <a:pt x="573541" y="100756"/>
                  <a:pt x="576272" y="99117"/>
                  <a:pt x="579549" y="95841"/>
                </a:cubicBezTo>
                <a:close/>
                <a:moveTo>
                  <a:pt x="206836" y="92974"/>
                </a:moveTo>
                <a:lnTo>
                  <a:pt x="205607" y="93793"/>
                </a:lnTo>
                <a:cubicBezTo>
                  <a:pt x="206972" y="93793"/>
                  <a:pt x="207723" y="93998"/>
                  <a:pt x="207859" y="94407"/>
                </a:cubicBezTo>
                <a:cubicBezTo>
                  <a:pt x="207996" y="94817"/>
                  <a:pt x="208201" y="95022"/>
                  <a:pt x="208474" y="95022"/>
                </a:cubicBezTo>
                <a:lnTo>
                  <a:pt x="215027" y="100346"/>
                </a:lnTo>
                <a:lnTo>
                  <a:pt x="216256" y="99937"/>
                </a:lnTo>
                <a:cubicBezTo>
                  <a:pt x="216256" y="98844"/>
                  <a:pt x="214959" y="97411"/>
                  <a:pt x="212365" y="95636"/>
                </a:cubicBezTo>
                <a:cubicBezTo>
                  <a:pt x="209771" y="93861"/>
                  <a:pt x="207928" y="92974"/>
                  <a:pt x="206836" y="92974"/>
                </a:cubicBezTo>
                <a:close/>
                <a:moveTo>
                  <a:pt x="221171" y="92155"/>
                </a:moveTo>
                <a:lnTo>
                  <a:pt x="226905" y="94612"/>
                </a:lnTo>
                <a:lnTo>
                  <a:pt x="227724" y="94612"/>
                </a:lnTo>
                <a:lnTo>
                  <a:pt x="227314" y="93793"/>
                </a:lnTo>
                <a:cubicBezTo>
                  <a:pt x="225403" y="93793"/>
                  <a:pt x="224311" y="93520"/>
                  <a:pt x="224038" y="92974"/>
                </a:cubicBezTo>
                <a:cubicBezTo>
                  <a:pt x="223765" y="92428"/>
                  <a:pt x="223355" y="92155"/>
                  <a:pt x="222809" y="92155"/>
                </a:cubicBezTo>
                <a:close/>
                <a:moveTo>
                  <a:pt x="601256" y="90516"/>
                </a:moveTo>
                <a:cubicBezTo>
                  <a:pt x="600437" y="90516"/>
                  <a:pt x="599345" y="90926"/>
                  <a:pt x="597979" y="91745"/>
                </a:cubicBezTo>
                <a:cubicBezTo>
                  <a:pt x="596614" y="92564"/>
                  <a:pt x="595658" y="93110"/>
                  <a:pt x="595112" y="93383"/>
                </a:cubicBezTo>
                <a:lnTo>
                  <a:pt x="597570" y="94203"/>
                </a:lnTo>
                <a:lnTo>
                  <a:pt x="590737" y="98505"/>
                </a:lnTo>
                <a:lnTo>
                  <a:pt x="595932" y="97274"/>
                </a:lnTo>
                <a:cubicBezTo>
                  <a:pt x="599754" y="95499"/>
                  <a:pt x="601666" y="94066"/>
                  <a:pt x="601666" y="92974"/>
                </a:cubicBezTo>
                <a:lnTo>
                  <a:pt x="599618" y="92155"/>
                </a:lnTo>
                <a:close/>
                <a:moveTo>
                  <a:pt x="550469" y="87649"/>
                </a:moveTo>
                <a:lnTo>
                  <a:pt x="549240" y="88059"/>
                </a:lnTo>
                <a:cubicBezTo>
                  <a:pt x="549240" y="89151"/>
                  <a:pt x="550878" y="89697"/>
                  <a:pt x="554155" y="89697"/>
                </a:cubicBezTo>
                <a:lnTo>
                  <a:pt x="556203" y="89697"/>
                </a:lnTo>
                <a:cubicBezTo>
                  <a:pt x="554838" y="88332"/>
                  <a:pt x="552926" y="87649"/>
                  <a:pt x="550469" y="87649"/>
                </a:cubicBezTo>
                <a:close/>
                <a:moveTo>
                  <a:pt x="609447" y="84782"/>
                </a:moveTo>
                <a:cubicBezTo>
                  <a:pt x="608628" y="84782"/>
                  <a:pt x="607263" y="85260"/>
                  <a:pt x="605352" y="86216"/>
                </a:cubicBezTo>
                <a:cubicBezTo>
                  <a:pt x="603440" y="87171"/>
                  <a:pt x="602485" y="88059"/>
                  <a:pt x="602485" y="88878"/>
                </a:cubicBezTo>
                <a:lnTo>
                  <a:pt x="603304" y="90107"/>
                </a:lnTo>
                <a:cubicBezTo>
                  <a:pt x="604123" y="90107"/>
                  <a:pt x="605352" y="89424"/>
                  <a:pt x="606990" y="88059"/>
                </a:cubicBezTo>
                <a:cubicBezTo>
                  <a:pt x="608628" y="86694"/>
                  <a:pt x="609447" y="85601"/>
                  <a:pt x="609447" y="84782"/>
                </a:cubicBezTo>
                <a:close/>
                <a:moveTo>
                  <a:pt x="532448" y="82734"/>
                </a:moveTo>
                <a:lnTo>
                  <a:pt x="532448" y="83144"/>
                </a:lnTo>
                <a:cubicBezTo>
                  <a:pt x="532448" y="83963"/>
                  <a:pt x="532721" y="84782"/>
                  <a:pt x="533267" y="85601"/>
                </a:cubicBezTo>
                <a:cubicBezTo>
                  <a:pt x="533813" y="86421"/>
                  <a:pt x="534495" y="86830"/>
                  <a:pt x="535315" y="86830"/>
                </a:cubicBezTo>
                <a:lnTo>
                  <a:pt x="536134" y="85601"/>
                </a:lnTo>
                <a:cubicBezTo>
                  <a:pt x="536407" y="85874"/>
                  <a:pt x="536748" y="85874"/>
                  <a:pt x="537158" y="85601"/>
                </a:cubicBezTo>
                <a:cubicBezTo>
                  <a:pt x="537567" y="85328"/>
                  <a:pt x="537772" y="85055"/>
                  <a:pt x="537772" y="84782"/>
                </a:cubicBezTo>
                <a:lnTo>
                  <a:pt x="536134" y="82734"/>
                </a:lnTo>
                <a:lnTo>
                  <a:pt x="535315" y="83554"/>
                </a:lnTo>
                <a:cubicBezTo>
                  <a:pt x="535588" y="83827"/>
                  <a:pt x="535724" y="84236"/>
                  <a:pt x="535724" y="84782"/>
                </a:cubicBezTo>
                <a:cubicBezTo>
                  <a:pt x="535724" y="85328"/>
                  <a:pt x="535451" y="85601"/>
                  <a:pt x="534905" y="85601"/>
                </a:cubicBezTo>
                <a:close/>
                <a:moveTo>
                  <a:pt x="673751" y="82325"/>
                </a:moveTo>
                <a:lnTo>
                  <a:pt x="674570" y="83144"/>
                </a:lnTo>
                <a:cubicBezTo>
                  <a:pt x="669382" y="86148"/>
                  <a:pt x="663511" y="88946"/>
                  <a:pt x="656958" y="91540"/>
                </a:cubicBezTo>
                <a:cubicBezTo>
                  <a:pt x="650405" y="94134"/>
                  <a:pt x="646173" y="95841"/>
                  <a:pt x="644261" y="96660"/>
                </a:cubicBezTo>
                <a:cubicBezTo>
                  <a:pt x="661464" y="87376"/>
                  <a:pt x="671293" y="82598"/>
                  <a:pt x="673751" y="82325"/>
                </a:cubicBezTo>
                <a:close/>
                <a:moveTo>
                  <a:pt x="548628" y="80971"/>
                </a:moveTo>
                <a:lnTo>
                  <a:pt x="542687" y="82734"/>
                </a:lnTo>
                <a:lnTo>
                  <a:pt x="545964" y="83144"/>
                </a:lnTo>
                <a:cubicBezTo>
                  <a:pt x="547056" y="83144"/>
                  <a:pt x="547670" y="82803"/>
                  <a:pt x="547807" y="82120"/>
                </a:cubicBezTo>
                <a:close/>
                <a:moveTo>
                  <a:pt x="604123" y="78639"/>
                </a:moveTo>
                <a:cubicBezTo>
                  <a:pt x="594293" y="85192"/>
                  <a:pt x="586784" y="89970"/>
                  <a:pt x="581596" y="92974"/>
                </a:cubicBezTo>
                <a:lnTo>
                  <a:pt x="581187" y="92974"/>
                </a:lnTo>
                <a:lnTo>
                  <a:pt x="581187" y="94612"/>
                </a:lnTo>
                <a:cubicBezTo>
                  <a:pt x="582279" y="94339"/>
                  <a:pt x="585692" y="92223"/>
                  <a:pt x="591426" y="88264"/>
                </a:cubicBezTo>
                <a:cubicBezTo>
                  <a:pt x="597160" y="84304"/>
                  <a:pt x="601393" y="81096"/>
                  <a:pt x="604123" y="78639"/>
                </a:cubicBezTo>
                <a:close/>
                <a:moveTo>
                  <a:pt x="2223992" y="77000"/>
                </a:moveTo>
                <a:cubicBezTo>
                  <a:pt x="2222900" y="77000"/>
                  <a:pt x="2221671" y="77478"/>
                  <a:pt x="2220306" y="78434"/>
                </a:cubicBezTo>
                <a:cubicBezTo>
                  <a:pt x="2218940" y="79390"/>
                  <a:pt x="2217985" y="80004"/>
                  <a:pt x="2217439" y="80277"/>
                </a:cubicBezTo>
                <a:cubicBezTo>
                  <a:pt x="2215254" y="81369"/>
                  <a:pt x="2211159" y="82461"/>
                  <a:pt x="2205152" y="83554"/>
                </a:cubicBezTo>
                <a:cubicBezTo>
                  <a:pt x="2198326" y="85192"/>
                  <a:pt x="2194639" y="86284"/>
                  <a:pt x="2194093" y="86830"/>
                </a:cubicBezTo>
                <a:lnTo>
                  <a:pt x="2194503" y="87240"/>
                </a:lnTo>
                <a:cubicBezTo>
                  <a:pt x="2200237" y="87240"/>
                  <a:pt x="2207472" y="86284"/>
                  <a:pt x="2216210" y="84373"/>
                </a:cubicBezTo>
                <a:cubicBezTo>
                  <a:pt x="2224948" y="82461"/>
                  <a:pt x="2232184" y="80277"/>
                  <a:pt x="2237918" y="77819"/>
                </a:cubicBezTo>
                <a:lnTo>
                  <a:pt x="2231364" y="77000"/>
                </a:lnTo>
                <a:cubicBezTo>
                  <a:pt x="2230818" y="77000"/>
                  <a:pt x="2229794" y="77410"/>
                  <a:pt x="2228293" y="78229"/>
                </a:cubicBezTo>
                <a:cubicBezTo>
                  <a:pt x="2226791" y="79048"/>
                  <a:pt x="2225630" y="79458"/>
                  <a:pt x="2224811" y="79458"/>
                </a:cubicBezTo>
                <a:lnTo>
                  <a:pt x="2223992" y="79048"/>
                </a:lnTo>
                <a:close/>
                <a:moveTo>
                  <a:pt x="2647902" y="74952"/>
                </a:moveTo>
                <a:lnTo>
                  <a:pt x="2647083" y="76181"/>
                </a:lnTo>
                <a:cubicBezTo>
                  <a:pt x="2647083" y="77273"/>
                  <a:pt x="2649062" y="78161"/>
                  <a:pt x="2653022" y="78843"/>
                </a:cubicBezTo>
                <a:cubicBezTo>
                  <a:pt x="2656981" y="79526"/>
                  <a:pt x="2660190" y="79867"/>
                  <a:pt x="2662647" y="79867"/>
                </a:cubicBezTo>
                <a:lnTo>
                  <a:pt x="2665514" y="79867"/>
                </a:lnTo>
                <a:close/>
                <a:moveTo>
                  <a:pt x="1516656" y="74952"/>
                </a:moveTo>
                <a:cubicBezTo>
                  <a:pt x="1492901" y="85328"/>
                  <a:pt x="1478839" y="92291"/>
                  <a:pt x="1474470" y="95841"/>
                </a:cubicBezTo>
                <a:cubicBezTo>
                  <a:pt x="1474197" y="96933"/>
                  <a:pt x="1472558" y="98298"/>
                  <a:pt x="1469555" y="99937"/>
                </a:cubicBezTo>
                <a:cubicBezTo>
                  <a:pt x="1466551" y="101575"/>
                  <a:pt x="1464504" y="102394"/>
                  <a:pt x="1463411" y="102394"/>
                </a:cubicBezTo>
                <a:cubicBezTo>
                  <a:pt x="1458223" y="102394"/>
                  <a:pt x="1454264" y="96250"/>
                  <a:pt x="1451534" y="83963"/>
                </a:cubicBezTo>
                <a:cubicBezTo>
                  <a:pt x="1450168" y="84782"/>
                  <a:pt x="1447984" y="86148"/>
                  <a:pt x="1444981" y="88059"/>
                </a:cubicBezTo>
                <a:cubicBezTo>
                  <a:pt x="1441977" y="89970"/>
                  <a:pt x="1439383" y="92018"/>
                  <a:pt x="1437198" y="94203"/>
                </a:cubicBezTo>
                <a:cubicBezTo>
                  <a:pt x="1436925" y="95295"/>
                  <a:pt x="1436243" y="96523"/>
                  <a:pt x="1435151" y="97889"/>
                </a:cubicBezTo>
                <a:cubicBezTo>
                  <a:pt x="1434058" y="99254"/>
                  <a:pt x="1432966" y="100073"/>
                  <a:pt x="1431874" y="100346"/>
                </a:cubicBezTo>
                <a:lnTo>
                  <a:pt x="1431464" y="99527"/>
                </a:lnTo>
                <a:cubicBezTo>
                  <a:pt x="1431464" y="97616"/>
                  <a:pt x="1430782" y="96660"/>
                  <a:pt x="1429417" y="96660"/>
                </a:cubicBezTo>
                <a:lnTo>
                  <a:pt x="1429007" y="96660"/>
                </a:lnTo>
                <a:cubicBezTo>
                  <a:pt x="1429280" y="97206"/>
                  <a:pt x="1429622" y="97957"/>
                  <a:pt x="1430031" y="98913"/>
                </a:cubicBezTo>
                <a:cubicBezTo>
                  <a:pt x="1430441" y="99868"/>
                  <a:pt x="1430645" y="100619"/>
                  <a:pt x="1430645" y="101165"/>
                </a:cubicBezTo>
                <a:cubicBezTo>
                  <a:pt x="1430645" y="101438"/>
                  <a:pt x="1430304" y="101848"/>
                  <a:pt x="1429622" y="102394"/>
                </a:cubicBezTo>
                <a:cubicBezTo>
                  <a:pt x="1428939" y="102940"/>
                  <a:pt x="1428598" y="103759"/>
                  <a:pt x="1428598" y="104851"/>
                </a:cubicBezTo>
                <a:cubicBezTo>
                  <a:pt x="1428598" y="106490"/>
                  <a:pt x="1427642" y="108128"/>
                  <a:pt x="1425730" y="109766"/>
                </a:cubicBezTo>
                <a:cubicBezTo>
                  <a:pt x="1423819" y="111405"/>
                  <a:pt x="1422590" y="112770"/>
                  <a:pt x="1422044" y="113862"/>
                </a:cubicBezTo>
                <a:cubicBezTo>
                  <a:pt x="1424228" y="113589"/>
                  <a:pt x="1426686" y="112292"/>
                  <a:pt x="1429417" y="109971"/>
                </a:cubicBezTo>
                <a:cubicBezTo>
                  <a:pt x="1432147" y="107650"/>
                  <a:pt x="1433922" y="106217"/>
                  <a:pt x="1434741" y="105671"/>
                </a:cubicBezTo>
                <a:cubicBezTo>
                  <a:pt x="1433649" y="106763"/>
                  <a:pt x="1431533" y="108811"/>
                  <a:pt x="1428393" y="111814"/>
                </a:cubicBezTo>
                <a:cubicBezTo>
                  <a:pt x="1425253" y="114818"/>
                  <a:pt x="1422932" y="117958"/>
                  <a:pt x="1421430" y="121234"/>
                </a:cubicBezTo>
                <a:cubicBezTo>
                  <a:pt x="1419928" y="124511"/>
                  <a:pt x="1419177" y="128061"/>
                  <a:pt x="1419177" y="131883"/>
                </a:cubicBezTo>
                <a:cubicBezTo>
                  <a:pt x="1419177" y="132976"/>
                  <a:pt x="1420201" y="133590"/>
                  <a:pt x="1422249" y="133726"/>
                </a:cubicBezTo>
                <a:cubicBezTo>
                  <a:pt x="1424297" y="133863"/>
                  <a:pt x="1426072" y="134136"/>
                  <a:pt x="1427574" y="134546"/>
                </a:cubicBezTo>
                <a:cubicBezTo>
                  <a:pt x="1429075" y="134955"/>
                  <a:pt x="1429826" y="136116"/>
                  <a:pt x="1429826" y="138027"/>
                </a:cubicBezTo>
                <a:lnTo>
                  <a:pt x="1433103" y="134750"/>
                </a:lnTo>
                <a:cubicBezTo>
                  <a:pt x="1433922" y="135023"/>
                  <a:pt x="1434673" y="135774"/>
                  <a:pt x="1435356" y="137003"/>
                </a:cubicBezTo>
                <a:cubicBezTo>
                  <a:pt x="1436038" y="138232"/>
                  <a:pt x="1436516" y="138983"/>
                  <a:pt x="1436789" y="139256"/>
                </a:cubicBezTo>
                <a:cubicBezTo>
                  <a:pt x="1438154" y="141440"/>
                  <a:pt x="1440134" y="143488"/>
                  <a:pt x="1442728" y="145399"/>
                </a:cubicBezTo>
                <a:cubicBezTo>
                  <a:pt x="1445322" y="147311"/>
                  <a:pt x="1447165" y="148676"/>
                  <a:pt x="1448257" y="149495"/>
                </a:cubicBezTo>
                <a:cubicBezTo>
                  <a:pt x="1449895" y="150587"/>
                  <a:pt x="1451602" y="152362"/>
                  <a:pt x="1453377" y="154820"/>
                </a:cubicBezTo>
                <a:cubicBezTo>
                  <a:pt x="1455152" y="157277"/>
                  <a:pt x="1456585" y="159052"/>
                  <a:pt x="1457677" y="160144"/>
                </a:cubicBezTo>
                <a:cubicBezTo>
                  <a:pt x="1459862" y="159871"/>
                  <a:pt x="1465800" y="153727"/>
                  <a:pt x="1475494" y="141713"/>
                </a:cubicBezTo>
                <a:cubicBezTo>
                  <a:pt x="1485187" y="129699"/>
                  <a:pt x="1490170" y="123555"/>
                  <a:pt x="1490443" y="123282"/>
                </a:cubicBezTo>
                <a:cubicBezTo>
                  <a:pt x="1489351" y="123828"/>
                  <a:pt x="1486143" y="125603"/>
                  <a:pt x="1480818" y="128607"/>
                </a:cubicBezTo>
                <a:cubicBezTo>
                  <a:pt x="1475494" y="131610"/>
                  <a:pt x="1470374" y="134000"/>
                  <a:pt x="1465459" y="135774"/>
                </a:cubicBezTo>
                <a:cubicBezTo>
                  <a:pt x="1460544" y="137549"/>
                  <a:pt x="1456448" y="138437"/>
                  <a:pt x="1453172" y="138437"/>
                </a:cubicBezTo>
                <a:cubicBezTo>
                  <a:pt x="1448530" y="138437"/>
                  <a:pt x="1444639" y="136935"/>
                  <a:pt x="1441499" y="133931"/>
                </a:cubicBezTo>
                <a:cubicBezTo>
                  <a:pt x="1438359" y="130928"/>
                  <a:pt x="1435151" y="126832"/>
                  <a:pt x="1431874" y="121644"/>
                </a:cubicBezTo>
                <a:lnTo>
                  <a:pt x="1444981" y="115500"/>
                </a:lnTo>
                <a:cubicBezTo>
                  <a:pt x="1457268" y="109766"/>
                  <a:pt x="1470511" y="103691"/>
                  <a:pt x="1484709" y="97274"/>
                </a:cubicBezTo>
                <a:cubicBezTo>
                  <a:pt x="1498908" y="90858"/>
                  <a:pt x="1507509" y="87649"/>
                  <a:pt x="1510512" y="87649"/>
                </a:cubicBezTo>
                <a:cubicBezTo>
                  <a:pt x="1511058" y="87649"/>
                  <a:pt x="1512014" y="88332"/>
                  <a:pt x="1513380" y="89697"/>
                </a:cubicBezTo>
                <a:cubicBezTo>
                  <a:pt x="1514472" y="89697"/>
                  <a:pt x="1515359" y="88605"/>
                  <a:pt x="1516042" y="86421"/>
                </a:cubicBezTo>
                <a:cubicBezTo>
                  <a:pt x="1516724" y="84236"/>
                  <a:pt x="1517066" y="82461"/>
                  <a:pt x="1517066" y="81096"/>
                </a:cubicBezTo>
                <a:cubicBezTo>
                  <a:pt x="1517066" y="78366"/>
                  <a:pt x="1516929" y="76318"/>
                  <a:pt x="1516656" y="74952"/>
                </a:cubicBezTo>
                <a:close/>
                <a:moveTo>
                  <a:pt x="2658961" y="74133"/>
                </a:moveTo>
                <a:cubicBezTo>
                  <a:pt x="2658961" y="75499"/>
                  <a:pt x="2662647" y="76659"/>
                  <a:pt x="2670019" y="77615"/>
                </a:cubicBezTo>
                <a:cubicBezTo>
                  <a:pt x="2677392" y="78570"/>
                  <a:pt x="2682716" y="79048"/>
                  <a:pt x="2685993" y="79048"/>
                </a:cubicBezTo>
                <a:cubicBezTo>
                  <a:pt x="2684627" y="77956"/>
                  <a:pt x="2680532" y="76864"/>
                  <a:pt x="2673705" y="75772"/>
                </a:cubicBezTo>
                <a:cubicBezTo>
                  <a:pt x="2666879" y="74679"/>
                  <a:pt x="2661964" y="74133"/>
                  <a:pt x="2658961" y="74133"/>
                </a:cubicBezTo>
                <a:close/>
                <a:moveTo>
                  <a:pt x="594703" y="70857"/>
                </a:moveTo>
                <a:cubicBezTo>
                  <a:pt x="588969" y="70857"/>
                  <a:pt x="580368" y="72222"/>
                  <a:pt x="568900" y="74952"/>
                </a:cubicBezTo>
                <a:lnTo>
                  <a:pt x="548979" y="80866"/>
                </a:lnTo>
                <a:lnTo>
                  <a:pt x="552722" y="85397"/>
                </a:lnTo>
                <a:cubicBezTo>
                  <a:pt x="554496" y="86352"/>
                  <a:pt x="556681" y="87240"/>
                  <a:pt x="559275" y="88059"/>
                </a:cubicBezTo>
                <a:cubicBezTo>
                  <a:pt x="561869" y="88878"/>
                  <a:pt x="563985" y="89697"/>
                  <a:pt x="565623" y="90516"/>
                </a:cubicBezTo>
                <a:lnTo>
                  <a:pt x="562347" y="92155"/>
                </a:lnTo>
                <a:lnTo>
                  <a:pt x="563166" y="92974"/>
                </a:lnTo>
                <a:cubicBezTo>
                  <a:pt x="566169" y="92974"/>
                  <a:pt x="570606" y="90653"/>
                  <a:pt x="576477" y="86011"/>
                </a:cubicBezTo>
                <a:cubicBezTo>
                  <a:pt x="582347" y="81369"/>
                  <a:pt x="586102" y="78502"/>
                  <a:pt x="587740" y="77410"/>
                </a:cubicBezTo>
                <a:cubicBezTo>
                  <a:pt x="586648" y="77683"/>
                  <a:pt x="584259" y="78229"/>
                  <a:pt x="580572" y="79048"/>
                </a:cubicBezTo>
                <a:cubicBezTo>
                  <a:pt x="576886" y="79867"/>
                  <a:pt x="573541" y="80277"/>
                  <a:pt x="570538" y="80277"/>
                </a:cubicBezTo>
                <a:lnTo>
                  <a:pt x="568490" y="80277"/>
                </a:lnTo>
                <a:lnTo>
                  <a:pt x="577501" y="77819"/>
                </a:lnTo>
                <a:cubicBezTo>
                  <a:pt x="590061" y="75362"/>
                  <a:pt x="596478" y="73314"/>
                  <a:pt x="596751" y="71676"/>
                </a:cubicBezTo>
                <a:close/>
                <a:moveTo>
                  <a:pt x="2260444" y="70038"/>
                </a:moveTo>
                <a:lnTo>
                  <a:pt x="2253072" y="72905"/>
                </a:lnTo>
                <a:lnTo>
                  <a:pt x="2261263" y="70447"/>
                </a:lnTo>
                <a:close/>
                <a:moveTo>
                  <a:pt x="2224402" y="69628"/>
                </a:moveTo>
                <a:cubicBezTo>
                  <a:pt x="2217576" y="69628"/>
                  <a:pt x="2210408" y="70379"/>
                  <a:pt x="2202899" y="71881"/>
                </a:cubicBezTo>
                <a:cubicBezTo>
                  <a:pt x="2195390" y="73382"/>
                  <a:pt x="2186311" y="75635"/>
                  <a:pt x="2175662" y="78639"/>
                </a:cubicBezTo>
                <a:cubicBezTo>
                  <a:pt x="2173205" y="79185"/>
                  <a:pt x="2170406" y="79936"/>
                  <a:pt x="2167266" y="80891"/>
                </a:cubicBezTo>
                <a:cubicBezTo>
                  <a:pt x="2164126" y="81847"/>
                  <a:pt x="2160508" y="82734"/>
                  <a:pt x="2156412" y="83554"/>
                </a:cubicBezTo>
                <a:cubicBezTo>
                  <a:pt x="2155593" y="89288"/>
                  <a:pt x="2154364" y="95022"/>
                  <a:pt x="2152726" y="100756"/>
                </a:cubicBezTo>
                <a:cubicBezTo>
                  <a:pt x="2157368" y="93110"/>
                  <a:pt x="2160098" y="89151"/>
                  <a:pt x="2160918" y="88878"/>
                </a:cubicBezTo>
                <a:cubicBezTo>
                  <a:pt x="2160918" y="93793"/>
                  <a:pt x="2159552" y="96250"/>
                  <a:pt x="2156822" y="96250"/>
                </a:cubicBezTo>
                <a:lnTo>
                  <a:pt x="2158050" y="97479"/>
                </a:lnTo>
                <a:cubicBezTo>
                  <a:pt x="2159143" y="97479"/>
                  <a:pt x="2160303" y="97070"/>
                  <a:pt x="2161532" y="96250"/>
                </a:cubicBezTo>
                <a:cubicBezTo>
                  <a:pt x="2162760" y="95431"/>
                  <a:pt x="2163648" y="95022"/>
                  <a:pt x="2164194" y="95022"/>
                </a:cubicBezTo>
                <a:cubicBezTo>
                  <a:pt x="2167471" y="95022"/>
                  <a:pt x="2171430" y="94407"/>
                  <a:pt x="2176072" y="93179"/>
                </a:cubicBezTo>
                <a:cubicBezTo>
                  <a:pt x="2180714" y="91950"/>
                  <a:pt x="2183444" y="90380"/>
                  <a:pt x="2184263" y="88468"/>
                </a:cubicBezTo>
                <a:lnTo>
                  <a:pt x="2187950" y="89288"/>
                </a:lnTo>
                <a:cubicBezTo>
                  <a:pt x="2187676" y="88468"/>
                  <a:pt x="2188154" y="87581"/>
                  <a:pt x="2189383" y="86625"/>
                </a:cubicBezTo>
                <a:cubicBezTo>
                  <a:pt x="2190612" y="85670"/>
                  <a:pt x="2191363" y="84919"/>
                  <a:pt x="2191636" y="84373"/>
                </a:cubicBezTo>
                <a:lnTo>
                  <a:pt x="2187130" y="84373"/>
                </a:lnTo>
                <a:cubicBezTo>
                  <a:pt x="2187403" y="83554"/>
                  <a:pt x="2188222" y="82939"/>
                  <a:pt x="2189588" y="82530"/>
                </a:cubicBezTo>
                <a:cubicBezTo>
                  <a:pt x="2190953" y="82120"/>
                  <a:pt x="2192182" y="81915"/>
                  <a:pt x="2193274" y="81915"/>
                </a:cubicBezTo>
                <a:lnTo>
                  <a:pt x="2194503" y="83144"/>
                </a:lnTo>
                <a:cubicBezTo>
                  <a:pt x="2195868" y="83144"/>
                  <a:pt x="2197574" y="82803"/>
                  <a:pt x="2199622" y="82120"/>
                </a:cubicBezTo>
                <a:cubicBezTo>
                  <a:pt x="2201670" y="81437"/>
                  <a:pt x="2202967" y="80687"/>
                  <a:pt x="2203513" y="79867"/>
                </a:cubicBezTo>
                <a:cubicBezTo>
                  <a:pt x="2201329" y="79867"/>
                  <a:pt x="2198326" y="80687"/>
                  <a:pt x="2194503" y="82325"/>
                </a:cubicBezTo>
                <a:cubicBezTo>
                  <a:pt x="2197779" y="79048"/>
                  <a:pt x="2200919" y="77410"/>
                  <a:pt x="2203923" y="77410"/>
                </a:cubicBezTo>
                <a:lnTo>
                  <a:pt x="2205971" y="78639"/>
                </a:lnTo>
                <a:lnTo>
                  <a:pt x="2210476" y="76591"/>
                </a:lnTo>
                <a:lnTo>
                  <a:pt x="2208018" y="76181"/>
                </a:lnTo>
                <a:cubicBezTo>
                  <a:pt x="2208018" y="75362"/>
                  <a:pt x="2208633" y="74679"/>
                  <a:pt x="2209862" y="74133"/>
                </a:cubicBezTo>
                <a:cubicBezTo>
                  <a:pt x="2211090" y="73587"/>
                  <a:pt x="2212251" y="73314"/>
                  <a:pt x="2213343" y="73314"/>
                </a:cubicBezTo>
                <a:lnTo>
                  <a:pt x="2216620" y="74133"/>
                </a:lnTo>
                <a:cubicBezTo>
                  <a:pt x="2216620" y="73041"/>
                  <a:pt x="2217030" y="72290"/>
                  <a:pt x="2217848" y="71881"/>
                </a:cubicBezTo>
                <a:cubicBezTo>
                  <a:pt x="2218668" y="71471"/>
                  <a:pt x="2219828" y="71130"/>
                  <a:pt x="2221330" y="70857"/>
                </a:cubicBezTo>
                <a:cubicBezTo>
                  <a:pt x="2222832" y="70584"/>
                  <a:pt x="2223856" y="70174"/>
                  <a:pt x="2224402" y="69628"/>
                </a:cubicBezTo>
                <a:close/>
                <a:moveTo>
                  <a:pt x="715527" y="68809"/>
                </a:moveTo>
                <a:lnTo>
                  <a:pt x="706926" y="71266"/>
                </a:lnTo>
                <a:lnTo>
                  <a:pt x="706517" y="71676"/>
                </a:lnTo>
                <a:cubicBezTo>
                  <a:pt x="707882" y="71676"/>
                  <a:pt x="709725" y="71403"/>
                  <a:pt x="712046" y="70857"/>
                </a:cubicBezTo>
                <a:cubicBezTo>
                  <a:pt x="714367" y="70311"/>
                  <a:pt x="715527" y="69628"/>
                  <a:pt x="715527" y="68809"/>
                </a:cubicBezTo>
                <a:close/>
                <a:moveTo>
                  <a:pt x="2256348" y="67171"/>
                </a:moveTo>
                <a:cubicBezTo>
                  <a:pt x="2253891" y="67990"/>
                  <a:pt x="2250819" y="69218"/>
                  <a:pt x="2247133" y="70857"/>
                </a:cubicBezTo>
                <a:cubicBezTo>
                  <a:pt x="2243447" y="72495"/>
                  <a:pt x="2240375" y="73860"/>
                  <a:pt x="2237918" y="74952"/>
                </a:cubicBezTo>
                <a:cubicBezTo>
                  <a:pt x="2239829" y="74133"/>
                  <a:pt x="2242696" y="73041"/>
                  <a:pt x="2246519" y="71676"/>
                </a:cubicBezTo>
                <a:cubicBezTo>
                  <a:pt x="2250342" y="70311"/>
                  <a:pt x="2253618" y="68809"/>
                  <a:pt x="2256348" y="67171"/>
                </a:cubicBezTo>
                <a:close/>
                <a:moveTo>
                  <a:pt x="3010786" y="65532"/>
                </a:moveTo>
                <a:cubicBezTo>
                  <a:pt x="3009420" y="65532"/>
                  <a:pt x="3007782" y="66556"/>
                  <a:pt x="3005871" y="68604"/>
                </a:cubicBezTo>
                <a:cubicBezTo>
                  <a:pt x="3003960" y="70652"/>
                  <a:pt x="3002458" y="72768"/>
                  <a:pt x="3001366" y="74952"/>
                </a:cubicBezTo>
                <a:close/>
                <a:moveTo>
                  <a:pt x="3021025" y="64304"/>
                </a:moveTo>
                <a:cubicBezTo>
                  <a:pt x="3019114" y="64304"/>
                  <a:pt x="3016929" y="65191"/>
                  <a:pt x="3014472" y="66966"/>
                </a:cubicBezTo>
                <a:cubicBezTo>
                  <a:pt x="3012014" y="68741"/>
                  <a:pt x="3010376" y="69901"/>
                  <a:pt x="3009557" y="70447"/>
                </a:cubicBezTo>
                <a:cubicBezTo>
                  <a:pt x="3005734" y="73724"/>
                  <a:pt x="3002458" y="75908"/>
                  <a:pt x="2999727" y="77000"/>
                </a:cubicBezTo>
                <a:lnTo>
                  <a:pt x="2998498" y="82734"/>
                </a:lnTo>
                <a:lnTo>
                  <a:pt x="2998908" y="83963"/>
                </a:lnTo>
                <a:cubicBezTo>
                  <a:pt x="3000273" y="82871"/>
                  <a:pt x="3003140" y="80618"/>
                  <a:pt x="3007509" y="77205"/>
                </a:cubicBezTo>
                <a:cubicBezTo>
                  <a:pt x="3011878" y="73792"/>
                  <a:pt x="3015428" y="70720"/>
                  <a:pt x="3018158" y="67990"/>
                </a:cubicBezTo>
                <a:cubicBezTo>
                  <a:pt x="3018158" y="66351"/>
                  <a:pt x="3019114" y="65123"/>
                  <a:pt x="3021025" y="64304"/>
                </a:cubicBezTo>
                <a:close/>
                <a:moveTo>
                  <a:pt x="2247748" y="59389"/>
                </a:moveTo>
                <a:cubicBezTo>
                  <a:pt x="2246382" y="59389"/>
                  <a:pt x="2244744" y="59730"/>
                  <a:pt x="2242832" y="60413"/>
                </a:cubicBezTo>
                <a:cubicBezTo>
                  <a:pt x="2240921" y="61095"/>
                  <a:pt x="2239692" y="61846"/>
                  <a:pt x="2239146" y="62665"/>
                </a:cubicBezTo>
                <a:cubicBezTo>
                  <a:pt x="2239966" y="62665"/>
                  <a:pt x="2241467" y="62187"/>
                  <a:pt x="2243652" y="61232"/>
                </a:cubicBezTo>
                <a:cubicBezTo>
                  <a:pt x="2245836" y="60276"/>
                  <a:pt x="2247202" y="59662"/>
                  <a:pt x="2247748" y="59389"/>
                </a:cubicBezTo>
                <a:close/>
                <a:moveTo>
                  <a:pt x="2279694" y="57750"/>
                </a:moveTo>
                <a:lnTo>
                  <a:pt x="2260444" y="66351"/>
                </a:lnTo>
                <a:cubicBezTo>
                  <a:pt x="2263721" y="66351"/>
                  <a:pt x="2267612" y="64986"/>
                  <a:pt x="2272117" y="62256"/>
                </a:cubicBezTo>
                <a:cubicBezTo>
                  <a:pt x="2276622" y="59525"/>
                  <a:pt x="2279148" y="58023"/>
                  <a:pt x="2279694" y="57750"/>
                </a:cubicBezTo>
                <a:close/>
                <a:moveTo>
                  <a:pt x="3505962" y="55702"/>
                </a:moveTo>
                <a:cubicBezTo>
                  <a:pt x="3502958" y="55702"/>
                  <a:pt x="3500160" y="59116"/>
                  <a:pt x="3497566" y="65942"/>
                </a:cubicBezTo>
                <a:cubicBezTo>
                  <a:pt x="3494972" y="72768"/>
                  <a:pt x="3492855" y="80345"/>
                  <a:pt x="3491217" y="88673"/>
                </a:cubicBezTo>
                <a:cubicBezTo>
                  <a:pt x="3489579" y="97001"/>
                  <a:pt x="3488760" y="102940"/>
                  <a:pt x="3488760" y="106490"/>
                </a:cubicBezTo>
                <a:lnTo>
                  <a:pt x="3488760" y="108538"/>
                </a:lnTo>
                <a:cubicBezTo>
                  <a:pt x="3495586" y="85055"/>
                  <a:pt x="3501456" y="67717"/>
                  <a:pt x="3506371" y="56522"/>
                </a:cubicBezTo>
                <a:close/>
                <a:moveTo>
                  <a:pt x="2384955" y="49149"/>
                </a:moveTo>
                <a:cubicBezTo>
                  <a:pt x="2384682" y="49695"/>
                  <a:pt x="2384546" y="50514"/>
                  <a:pt x="2384546" y="51607"/>
                </a:cubicBezTo>
                <a:cubicBezTo>
                  <a:pt x="2384546" y="52699"/>
                  <a:pt x="2385023" y="54269"/>
                  <a:pt x="2385979" y="56317"/>
                </a:cubicBezTo>
                <a:cubicBezTo>
                  <a:pt x="2386935" y="58365"/>
                  <a:pt x="2387549" y="59935"/>
                  <a:pt x="2387822" y="61027"/>
                </a:cubicBezTo>
                <a:cubicBezTo>
                  <a:pt x="2388368" y="61027"/>
                  <a:pt x="2388982" y="60890"/>
                  <a:pt x="2389665" y="60617"/>
                </a:cubicBezTo>
                <a:cubicBezTo>
                  <a:pt x="2390348" y="60344"/>
                  <a:pt x="2390962" y="60481"/>
                  <a:pt x="2391508" y="61027"/>
                </a:cubicBezTo>
                <a:cubicBezTo>
                  <a:pt x="2391508" y="62665"/>
                  <a:pt x="2389734" y="64304"/>
                  <a:pt x="2386184" y="65942"/>
                </a:cubicBezTo>
                <a:cubicBezTo>
                  <a:pt x="2382634" y="67580"/>
                  <a:pt x="2379904" y="68399"/>
                  <a:pt x="2377992" y="68399"/>
                </a:cubicBezTo>
                <a:lnTo>
                  <a:pt x="2376354" y="67580"/>
                </a:lnTo>
                <a:lnTo>
                  <a:pt x="2379221" y="63484"/>
                </a:lnTo>
                <a:cubicBezTo>
                  <a:pt x="2378402" y="63484"/>
                  <a:pt x="2377036" y="63689"/>
                  <a:pt x="2375125" y="64099"/>
                </a:cubicBezTo>
                <a:cubicBezTo>
                  <a:pt x="2373214" y="64508"/>
                  <a:pt x="2371439" y="64440"/>
                  <a:pt x="2369801" y="63894"/>
                </a:cubicBezTo>
                <a:cubicBezTo>
                  <a:pt x="2369801" y="63075"/>
                  <a:pt x="2372122" y="60413"/>
                  <a:pt x="2376764" y="55907"/>
                </a:cubicBezTo>
                <a:cubicBezTo>
                  <a:pt x="2381406" y="51402"/>
                  <a:pt x="2384136" y="49149"/>
                  <a:pt x="2384955" y="49149"/>
                </a:cubicBezTo>
                <a:close/>
                <a:moveTo>
                  <a:pt x="1107081" y="46692"/>
                </a:moveTo>
                <a:cubicBezTo>
                  <a:pt x="1094794" y="50514"/>
                  <a:pt x="1081210" y="55225"/>
                  <a:pt x="1066328" y="60822"/>
                </a:cubicBezTo>
                <a:cubicBezTo>
                  <a:pt x="1051447" y="66420"/>
                  <a:pt x="1037180" y="72085"/>
                  <a:pt x="1023528" y="77819"/>
                </a:cubicBezTo>
                <a:lnTo>
                  <a:pt x="993629" y="89697"/>
                </a:lnTo>
                <a:cubicBezTo>
                  <a:pt x="992537" y="91609"/>
                  <a:pt x="990898" y="93929"/>
                  <a:pt x="988714" y="96660"/>
                </a:cubicBezTo>
                <a:cubicBezTo>
                  <a:pt x="986530" y="99390"/>
                  <a:pt x="984891" y="101848"/>
                  <a:pt x="983799" y="104032"/>
                </a:cubicBezTo>
                <a:cubicBezTo>
                  <a:pt x="983253" y="105124"/>
                  <a:pt x="982570" y="107377"/>
                  <a:pt x="981751" y="110790"/>
                </a:cubicBezTo>
                <a:cubicBezTo>
                  <a:pt x="980932" y="114203"/>
                  <a:pt x="979976" y="116320"/>
                  <a:pt x="978884" y="117139"/>
                </a:cubicBezTo>
                <a:lnTo>
                  <a:pt x="978065" y="117548"/>
                </a:lnTo>
                <a:lnTo>
                  <a:pt x="979294" y="117958"/>
                </a:lnTo>
                <a:cubicBezTo>
                  <a:pt x="979840" y="118777"/>
                  <a:pt x="980113" y="120006"/>
                  <a:pt x="980113" y="121644"/>
                </a:cubicBezTo>
                <a:cubicBezTo>
                  <a:pt x="980113" y="127378"/>
                  <a:pt x="978748" y="132020"/>
                  <a:pt x="976017" y="135570"/>
                </a:cubicBezTo>
                <a:cubicBezTo>
                  <a:pt x="975198" y="136935"/>
                  <a:pt x="974310" y="144648"/>
                  <a:pt x="973355" y="158711"/>
                </a:cubicBezTo>
                <a:cubicBezTo>
                  <a:pt x="972399" y="172773"/>
                  <a:pt x="971785" y="183490"/>
                  <a:pt x="971512" y="190862"/>
                </a:cubicBezTo>
                <a:cubicBezTo>
                  <a:pt x="971512" y="192227"/>
                  <a:pt x="971990" y="193388"/>
                  <a:pt x="972945" y="194344"/>
                </a:cubicBezTo>
                <a:cubicBezTo>
                  <a:pt x="973901" y="195299"/>
                  <a:pt x="974925" y="196187"/>
                  <a:pt x="976017" y="197006"/>
                </a:cubicBezTo>
                <a:cubicBezTo>
                  <a:pt x="989670" y="192910"/>
                  <a:pt x="1000660" y="189497"/>
                  <a:pt x="1008988" y="186766"/>
                </a:cubicBezTo>
                <a:cubicBezTo>
                  <a:pt x="1017316" y="184036"/>
                  <a:pt x="1021616" y="181442"/>
                  <a:pt x="1021890" y="178985"/>
                </a:cubicBezTo>
                <a:lnTo>
                  <a:pt x="1025166" y="157687"/>
                </a:lnTo>
                <a:cubicBezTo>
                  <a:pt x="1025439" y="157687"/>
                  <a:pt x="1021890" y="160281"/>
                  <a:pt x="1014517" y="165469"/>
                </a:cubicBezTo>
                <a:cubicBezTo>
                  <a:pt x="1001411" y="175571"/>
                  <a:pt x="993765" y="180623"/>
                  <a:pt x="991581" y="180623"/>
                </a:cubicBezTo>
                <a:cubicBezTo>
                  <a:pt x="989670" y="180623"/>
                  <a:pt x="987963" y="175640"/>
                  <a:pt x="986461" y="165673"/>
                </a:cubicBezTo>
                <a:cubicBezTo>
                  <a:pt x="984960" y="155707"/>
                  <a:pt x="984209" y="148403"/>
                  <a:pt x="984209" y="143761"/>
                </a:cubicBezTo>
                <a:cubicBezTo>
                  <a:pt x="984209" y="142123"/>
                  <a:pt x="984277" y="140826"/>
                  <a:pt x="984413" y="139870"/>
                </a:cubicBezTo>
                <a:cubicBezTo>
                  <a:pt x="984550" y="138914"/>
                  <a:pt x="984618" y="138164"/>
                  <a:pt x="984618" y="137617"/>
                </a:cubicBezTo>
                <a:cubicBezTo>
                  <a:pt x="984618" y="136252"/>
                  <a:pt x="983526" y="134204"/>
                  <a:pt x="981342" y="131474"/>
                </a:cubicBezTo>
                <a:cubicBezTo>
                  <a:pt x="983799" y="130655"/>
                  <a:pt x="986530" y="128334"/>
                  <a:pt x="989533" y="124511"/>
                </a:cubicBezTo>
                <a:cubicBezTo>
                  <a:pt x="990079" y="125057"/>
                  <a:pt x="990352" y="126149"/>
                  <a:pt x="990352" y="127788"/>
                </a:cubicBezTo>
                <a:cubicBezTo>
                  <a:pt x="990352" y="129426"/>
                  <a:pt x="991171" y="130245"/>
                  <a:pt x="992810" y="130245"/>
                </a:cubicBezTo>
                <a:cubicBezTo>
                  <a:pt x="995267" y="130245"/>
                  <a:pt x="1001274" y="128197"/>
                  <a:pt x="1010831" y="124101"/>
                </a:cubicBezTo>
                <a:cubicBezTo>
                  <a:pt x="1020388" y="120006"/>
                  <a:pt x="1026122" y="117548"/>
                  <a:pt x="1028033" y="116729"/>
                </a:cubicBezTo>
                <a:lnTo>
                  <a:pt x="1028033" y="107309"/>
                </a:lnTo>
                <a:cubicBezTo>
                  <a:pt x="1028033" y="102394"/>
                  <a:pt x="1027146" y="98025"/>
                  <a:pt x="1025371" y="94203"/>
                </a:cubicBezTo>
                <a:cubicBezTo>
                  <a:pt x="1023596" y="90380"/>
                  <a:pt x="1022572" y="87649"/>
                  <a:pt x="1022299" y="86011"/>
                </a:cubicBezTo>
                <a:lnTo>
                  <a:pt x="1022709" y="85601"/>
                </a:lnTo>
                <a:cubicBezTo>
                  <a:pt x="1024347" y="85601"/>
                  <a:pt x="1025917" y="84373"/>
                  <a:pt x="1027419" y="81915"/>
                </a:cubicBezTo>
                <a:cubicBezTo>
                  <a:pt x="1028921" y="79458"/>
                  <a:pt x="1030627" y="78229"/>
                  <a:pt x="1032538" y="78229"/>
                </a:cubicBezTo>
                <a:cubicBezTo>
                  <a:pt x="1034177" y="78229"/>
                  <a:pt x="1036566" y="78775"/>
                  <a:pt x="1039706" y="79867"/>
                </a:cubicBezTo>
                <a:cubicBezTo>
                  <a:pt x="1042846" y="80960"/>
                  <a:pt x="1045235" y="81506"/>
                  <a:pt x="1046874" y="81506"/>
                </a:cubicBezTo>
                <a:cubicBezTo>
                  <a:pt x="1055338" y="81506"/>
                  <a:pt x="1061140" y="82939"/>
                  <a:pt x="1064281" y="85806"/>
                </a:cubicBezTo>
                <a:cubicBezTo>
                  <a:pt x="1067421" y="88673"/>
                  <a:pt x="1069673" y="91882"/>
                  <a:pt x="1071039" y="95431"/>
                </a:cubicBezTo>
                <a:cubicBezTo>
                  <a:pt x="1072404" y="98981"/>
                  <a:pt x="1073360" y="101029"/>
                  <a:pt x="1073906" y="101575"/>
                </a:cubicBezTo>
                <a:lnTo>
                  <a:pt x="1074725" y="99937"/>
                </a:lnTo>
                <a:lnTo>
                  <a:pt x="1074725" y="96660"/>
                </a:lnTo>
                <a:lnTo>
                  <a:pt x="1076363" y="99527"/>
                </a:lnTo>
                <a:lnTo>
                  <a:pt x="1076363" y="99117"/>
                </a:lnTo>
                <a:cubicBezTo>
                  <a:pt x="1080732" y="99117"/>
                  <a:pt x="1087012" y="97752"/>
                  <a:pt x="1095204" y="95022"/>
                </a:cubicBezTo>
                <a:cubicBezTo>
                  <a:pt x="1095750" y="95568"/>
                  <a:pt x="1097456" y="97001"/>
                  <a:pt x="1100323" y="99322"/>
                </a:cubicBezTo>
                <a:cubicBezTo>
                  <a:pt x="1103190" y="101643"/>
                  <a:pt x="1104624" y="104169"/>
                  <a:pt x="1104624" y="106899"/>
                </a:cubicBezTo>
                <a:cubicBezTo>
                  <a:pt x="1104624" y="107718"/>
                  <a:pt x="1104828" y="108606"/>
                  <a:pt x="1105238" y="109562"/>
                </a:cubicBezTo>
                <a:cubicBezTo>
                  <a:pt x="1105648" y="110517"/>
                  <a:pt x="1106262" y="110995"/>
                  <a:pt x="1107081" y="110995"/>
                </a:cubicBezTo>
                <a:cubicBezTo>
                  <a:pt x="1108446" y="110995"/>
                  <a:pt x="1109129" y="106353"/>
                  <a:pt x="1109129" y="97070"/>
                </a:cubicBezTo>
                <a:cubicBezTo>
                  <a:pt x="1109129" y="77410"/>
                  <a:pt x="1108446" y="60617"/>
                  <a:pt x="1107081" y="46692"/>
                </a:cubicBezTo>
                <a:close/>
                <a:moveTo>
                  <a:pt x="2621280" y="29490"/>
                </a:moveTo>
                <a:cubicBezTo>
                  <a:pt x="2623464" y="29490"/>
                  <a:pt x="2625580" y="30104"/>
                  <a:pt x="2627628" y="31333"/>
                </a:cubicBezTo>
                <a:cubicBezTo>
                  <a:pt x="2629676" y="32561"/>
                  <a:pt x="2630700" y="34131"/>
                  <a:pt x="2630700" y="36043"/>
                </a:cubicBezTo>
                <a:cubicBezTo>
                  <a:pt x="2630700" y="37135"/>
                  <a:pt x="2632748" y="38227"/>
                  <a:pt x="2636844" y="39319"/>
                </a:cubicBezTo>
                <a:cubicBezTo>
                  <a:pt x="2639847" y="40139"/>
                  <a:pt x="2641759" y="40958"/>
                  <a:pt x="2642578" y="41777"/>
                </a:cubicBezTo>
                <a:cubicBezTo>
                  <a:pt x="2643397" y="42596"/>
                  <a:pt x="2644216" y="43688"/>
                  <a:pt x="2645035" y="45054"/>
                </a:cubicBezTo>
                <a:cubicBezTo>
                  <a:pt x="2645854" y="46419"/>
                  <a:pt x="2646400" y="47511"/>
                  <a:pt x="2646674" y="48330"/>
                </a:cubicBezTo>
                <a:cubicBezTo>
                  <a:pt x="2646946" y="49149"/>
                  <a:pt x="2649540" y="52835"/>
                  <a:pt x="2654455" y="59389"/>
                </a:cubicBezTo>
                <a:cubicBezTo>
                  <a:pt x="2659370" y="65942"/>
                  <a:pt x="2661828" y="69355"/>
                  <a:pt x="2661828" y="69628"/>
                </a:cubicBezTo>
                <a:cubicBezTo>
                  <a:pt x="2661828" y="71812"/>
                  <a:pt x="2665172" y="73109"/>
                  <a:pt x="2671862" y="73519"/>
                </a:cubicBezTo>
                <a:cubicBezTo>
                  <a:pt x="2678552" y="73929"/>
                  <a:pt x="2682306" y="74133"/>
                  <a:pt x="2683126" y="74133"/>
                </a:cubicBezTo>
                <a:lnTo>
                  <a:pt x="2700328" y="75772"/>
                </a:lnTo>
                <a:lnTo>
                  <a:pt x="2690908" y="73724"/>
                </a:lnTo>
                <a:cubicBezTo>
                  <a:pt x="2678348" y="70993"/>
                  <a:pt x="2668927" y="68536"/>
                  <a:pt x="2662647" y="66351"/>
                </a:cubicBezTo>
                <a:cubicBezTo>
                  <a:pt x="2669746" y="66351"/>
                  <a:pt x="2680122" y="67171"/>
                  <a:pt x="2693775" y="68809"/>
                </a:cubicBezTo>
                <a:cubicBezTo>
                  <a:pt x="2705789" y="70720"/>
                  <a:pt x="2716165" y="71676"/>
                  <a:pt x="2724902" y="71676"/>
                </a:cubicBezTo>
                <a:cubicBezTo>
                  <a:pt x="2731728" y="71676"/>
                  <a:pt x="2735142" y="70993"/>
                  <a:pt x="2735142" y="69628"/>
                </a:cubicBezTo>
                <a:cubicBezTo>
                  <a:pt x="2735142" y="67990"/>
                  <a:pt x="2736098" y="67171"/>
                  <a:pt x="2738009" y="67171"/>
                </a:cubicBezTo>
                <a:lnTo>
                  <a:pt x="2740056" y="67580"/>
                </a:lnTo>
                <a:lnTo>
                  <a:pt x="2736370" y="69628"/>
                </a:lnTo>
                <a:lnTo>
                  <a:pt x="2738418" y="70038"/>
                </a:lnTo>
                <a:cubicBezTo>
                  <a:pt x="2740056" y="70038"/>
                  <a:pt x="2742241" y="69560"/>
                  <a:pt x="2744972" y="68604"/>
                </a:cubicBezTo>
                <a:cubicBezTo>
                  <a:pt x="2747702" y="67648"/>
                  <a:pt x="2749477" y="66624"/>
                  <a:pt x="2750296" y="65532"/>
                </a:cubicBezTo>
                <a:lnTo>
                  <a:pt x="2751115" y="69218"/>
                </a:lnTo>
                <a:cubicBezTo>
                  <a:pt x="2751934" y="73587"/>
                  <a:pt x="2752958" y="76522"/>
                  <a:pt x="2754187" y="78024"/>
                </a:cubicBezTo>
                <a:cubicBezTo>
                  <a:pt x="2755416" y="79526"/>
                  <a:pt x="2758078" y="81642"/>
                  <a:pt x="2762174" y="84373"/>
                </a:cubicBezTo>
                <a:cubicBezTo>
                  <a:pt x="2767088" y="87649"/>
                  <a:pt x="2773028" y="92155"/>
                  <a:pt x="2779990" y="97889"/>
                </a:cubicBezTo>
                <a:cubicBezTo>
                  <a:pt x="2786953" y="103623"/>
                  <a:pt x="2790434" y="107855"/>
                  <a:pt x="2790434" y="110585"/>
                </a:cubicBezTo>
                <a:lnTo>
                  <a:pt x="2788796" y="111814"/>
                </a:lnTo>
                <a:cubicBezTo>
                  <a:pt x="2789069" y="112633"/>
                  <a:pt x="2790230" y="113521"/>
                  <a:pt x="2792278" y="114476"/>
                </a:cubicBezTo>
                <a:cubicBezTo>
                  <a:pt x="2794325" y="115432"/>
                  <a:pt x="2796032" y="116046"/>
                  <a:pt x="2797397" y="116320"/>
                </a:cubicBezTo>
                <a:cubicBezTo>
                  <a:pt x="2796851" y="116593"/>
                  <a:pt x="2795622" y="117412"/>
                  <a:pt x="2793711" y="118777"/>
                </a:cubicBezTo>
                <a:cubicBezTo>
                  <a:pt x="2791800" y="120142"/>
                  <a:pt x="2790434" y="121917"/>
                  <a:pt x="2789615" y="124101"/>
                </a:cubicBezTo>
                <a:cubicBezTo>
                  <a:pt x="2789069" y="125467"/>
                  <a:pt x="2788182" y="126354"/>
                  <a:pt x="2786953" y="126764"/>
                </a:cubicBezTo>
                <a:cubicBezTo>
                  <a:pt x="2785724" y="127173"/>
                  <a:pt x="2784018" y="127378"/>
                  <a:pt x="2781833" y="127378"/>
                </a:cubicBezTo>
                <a:cubicBezTo>
                  <a:pt x="2776645" y="127378"/>
                  <a:pt x="2768864" y="127105"/>
                  <a:pt x="2758487" y="126559"/>
                </a:cubicBezTo>
                <a:cubicBezTo>
                  <a:pt x="2751934" y="126013"/>
                  <a:pt x="2746883" y="125740"/>
                  <a:pt x="2743333" y="125740"/>
                </a:cubicBezTo>
                <a:cubicBezTo>
                  <a:pt x="2740330" y="125740"/>
                  <a:pt x="2737804" y="125876"/>
                  <a:pt x="2735756" y="126149"/>
                </a:cubicBezTo>
                <a:cubicBezTo>
                  <a:pt x="2733708" y="126422"/>
                  <a:pt x="2732002" y="126695"/>
                  <a:pt x="2730636" y="126968"/>
                </a:cubicBezTo>
                <a:cubicBezTo>
                  <a:pt x="2703332" y="129699"/>
                  <a:pt x="2666743" y="131337"/>
                  <a:pt x="2620870" y="131883"/>
                </a:cubicBezTo>
                <a:cubicBezTo>
                  <a:pt x="2618140" y="132156"/>
                  <a:pt x="2614044" y="132293"/>
                  <a:pt x="2608583" y="132293"/>
                </a:cubicBezTo>
                <a:cubicBezTo>
                  <a:pt x="2605033" y="135843"/>
                  <a:pt x="2602576" y="138710"/>
                  <a:pt x="2601210" y="140894"/>
                </a:cubicBezTo>
                <a:cubicBezTo>
                  <a:pt x="2599026" y="140894"/>
                  <a:pt x="2595135" y="144171"/>
                  <a:pt x="2589538" y="150724"/>
                </a:cubicBezTo>
                <a:cubicBezTo>
                  <a:pt x="2583940" y="157277"/>
                  <a:pt x="2581142" y="161646"/>
                  <a:pt x="2581142" y="163830"/>
                </a:cubicBezTo>
                <a:cubicBezTo>
                  <a:pt x="2581142" y="165742"/>
                  <a:pt x="2580527" y="167858"/>
                  <a:pt x="2579298" y="170179"/>
                </a:cubicBezTo>
                <a:cubicBezTo>
                  <a:pt x="2578070" y="172500"/>
                  <a:pt x="2576090" y="175298"/>
                  <a:pt x="2573360" y="178575"/>
                </a:cubicBezTo>
                <a:cubicBezTo>
                  <a:pt x="2570083" y="182944"/>
                  <a:pt x="2567558" y="186766"/>
                  <a:pt x="2565782" y="190043"/>
                </a:cubicBezTo>
                <a:cubicBezTo>
                  <a:pt x="2564008" y="193320"/>
                  <a:pt x="2563120" y="196596"/>
                  <a:pt x="2563120" y="199873"/>
                </a:cubicBezTo>
                <a:cubicBezTo>
                  <a:pt x="2563120" y="200419"/>
                  <a:pt x="2562438" y="200829"/>
                  <a:pt x="2561072" y="201102"/>
                </a:cubicBezTo>
                <a:cubicBezTo>
                  <a:pt x="2559707" y="201375"/>
                  <a:pt x="2559024" y="202467"/>
                  <a:pt x="2559024" y="204378"/>
                </a:cubicBezTo>
                <a:cubicBezTo>
                  <a:pt x="2559024" y="205470"/>
                  <a:pt x="2559707" y="207382"/>
                  <a:pt x="2561072" y="210112"/>
                </a:cubicBezTo>
                <a:cubicBezTo>
                  <a:pt x="2562438" y="212843"/>
                  <a:pt x="2563120" y="215573"/>
                  <a:pt x="2563120" y="218304"/>
                </a:cubicBezTo>
                <a:cubicBezTo>
                  <a:pt x="2563120" y="222399"/>
                  <a:pt x="2562438" y="225949"/>
                  <a:pt x="2561072" y="228953"/>
                </a:cubicBezTo>
                <a:cubicBezTo>
                  <a:pt x="2560253" y="230864"/>
                  <a:pt x="2559298" y="237622"/>
                  <a:pt x="2558206" y="249227"/>
                </a:cubicBezTo>
                <a:cubicBezTo>
                  <a:pt x="2557113" y="260831"/>
                  <a:pt x="2556430" y="270047"/>
                  <a:pt x="2556157" y="276873"/>
                </a:cubicBezTo>
                <a:cubicBezTo>
                  <a:pt x="2557522" y="275235"/>
                  <a:pt x="2559707" y="272641"/>
                  <a:pt x="2562711" y="269091"/>
                </a:cubicBezTo>
                <a:cubicBezTo>
                  <a:pt x="2565714" y="265541"/>
                  <a:pt x="2567898" y="262128"/>
                  <a:pt x="2569264" y="258852"/>
                </a:cubicBezTo>
                <a:lnTo>
                  <a:pt x="2567626" y="258852"/>
                </a:lnTo>
                <a:cubicBezTo>
                  <a:pt x="2567626" y="258033"/>
                  <a:pt x="2568650" y="257213"/>
                  <a:pt x="2570697" y="256394"/>
                </a:cubicBezTo>
                <a:cubicBezTo>
                  <a:pt x="2572745" y="255575"/>
                  <a:pt x="2573769" y="254346"/>
                  <a:pt x="2573769" y="252708"/>
                </a:cubicBezTo>
                <a:cubicBezTo>
                  <a:pt x="2573769" y="249978"/>
                  <a:pt x="2571312" y="244926"/>
                  <a:pt x="2566397" y="237554"/>
                </a:cubicBezTo>
                <a:cubicBezTo>
                  <a:pt x="2568581" y="235096"/>
                  <a:pt x="2570220" y="231956"/>
                  <a:pt x="2571312" y="228133"/>
                </a:cubicBezTo>
                <a:cubicBezTo>
                  <a:pt x="2572950" y="228133"/>
                  <a:pt x="2574042" y="227587"/>
                  <a:pt x="2574588" y="226495"/>
                </a:cubicBezTo>
                <a:cubicBezTo>
                  <a:pt x="2575134" y="225403"/>
                  <a:pt x="2575749" y="224516"/>
                  <a:pt x="2576431" y="223833"/>
                </a:cubicBezTo>
                <a:cubicBezTo>
                  <a:pt x="2577114" y="223150"/>
                  <a:pt x="2578957" y="222809"/>
                  <a:pt x="2581960" y="222809"/>
                </a:cubicBezTo>
                <a:cubicBezTo>
                  <a:pt x="2587148" y="222809"/>
                  <a:pt x="2592337" y="222263"/>
                  <a:pt x="2597524" y="221171"/>
                </a:cubicBezTo>
                <a:cubicBezTo>
                  <a:pt x="2602712" y="220079"/>
                  <a:pt x="2609129" y="218440"/>
                  <a:pt x="2616774" y="216256"/>
                </a:cubicBezTo>
                <a:cubicBezTo>
                  <a:pt x="2624420" y="214071"/>
                  <a:pt x="2630837" y="212433"/>
                  <a:pt x="2636024" y="211341"/>
                </a:cubicBezTo>
                <a:cubicBezTo>
                  <a:pt x="2641212" y="210249"/>
                  <a:pt x="2646537" y="209703"/>
                  <a:pt x="2651998" y="209703"/>
                </a:cubicBezTo>
                <a:cubicBezTo>
                  <a:pt x="2651998" y="191954"/>
                  <a:pt x="2651861" y="178575"/>
                  <a:pt x="2651588" y="169564"/>
                </a:cubicBezTo>
                <a:cubicBezTo>
                  <a:pt x="2650496" y="168745"/>
                  <a:pt x="2648516" y="167380"/>
                  <a:pt x="2645650" y="165469"/>
                </a:cubicBezTo>
                <a:cubicBezTo>
                  <a:pt x="2642782" y="163557"/>
                  <a:pt x="2640462" y="161578"/>
                  <a:pt x="2638687" y="159530"/>
                </a:cubicBezTo>
                <a:cubicBezTo>
                  <a:pt x="2636912" y="157482"/>
                  <a:pt x="2636024" y="155366"/>
                  <a:pt x="2636024" y="153181"/>
                </a:cubicBezTo>
                <a:cubicBezTo>
                  <a:pt x="2636024" y="151816"/>
                  <a:pt x="2638414" y="149427"/>
                  <a:pt x="2643192" y="146014"/>
                </a:cubicBezTo>
                <a:cubicBezTo>
                  <a:pt x="2647970" y="142601"/>
                  <a:pt x="2651179" y="140894"/>
                  <a:pt x="2652817" y="140894"/>
                </a:cubicBezTo>
                <a:cubicBezTo>
                  <a:pt x="2655002" y="140894"/>
                  <a:pt x="2659985" y="142532"/>
                  <a:pt x="2667767" y="145809"/>
                </a:cubicBezTo>
                <a:cubicBezTo>
                  <a:pt x="2675548" y="149086"/>
                  <a:pt x="2682716" y="152703"/>
                  <a:pt x="2689269" y="156663"/>
                </a:cubicBezTo>
                <a:cubicBezTo>
                  <a:pt x="2695822" y="160622"/>
                  <a:pt x="2699099" y="163830"/>
                  <a:pt x="2699099" y="166288"/>
                </a:cubicBezTo>
                <a:cubicBezTo>
                  <a:pt x="2699099" y="167380"/>
                  <a:pt x="2698348" y="169086"/>
                  <a:pt x="2696846" y="171407"/>
                </a:cubicBezTo>
                <a:cubicBezTo>
                  <a:pt x="2695345" y="173728"/>
                  <a:pt x="2694594" y="176527"/>
                  <a:pt x="2694594" y="179804"/>
                </a:cubicBezTo>
                <a:cubicBezTo>
                  <a:pt x="2694594" y="183353"/>
                  <a:pt x="2695140" y="185265"/>
                  <a:pt x="2696232" y="185538"/>
                </a:cubicBezTo>
                <a:cubicBezTo>
                  <a:pt x="2698143" y="185811"/>
                  <a:pt x="2706881" y="187039"/>
                  <a:pt x="2722445" y="189224"/>
                </a:cubicBezTo>
                <a:cubicBezTo>
                  <a:pt x="2738009" y="191408"/>
                  <a:pt x="2747566" y="194412"/>
                  <a:pt x="2751115" y="198235"/>
                </a:cubicBezTo>
                <a:cubicBezTo>
                  <a:pt x="2751388" y="198508"/>
                  <a:pt x="2751866" y="198985"/>
                  <a:pt x="2752548" y="199668"/>
                </a:cubicBezTo>
                <a:cubicBezTo>
                  <a:pt x="2753231" y="200351"/>
                  <a:pt x="2754528" y="200965"/>
                  <a:pt x="2756440" y="201511"/>
                </a:cubicBezTo>
                <a:cubicBezTo>
                  <a:pt x="2758624" y="202330"/>
                  <a:pt x="2760945" y="204242"/>
                  <a:pt x="2763402" y="207245"/>
                </a:cubicBezTo>
                <a:cubicBezTo>
                  <a:pt x="2765860" y="210249"/>
                  <a:pt x="2767635" y="212979"/>
                  <a:pt x="2768727" y="215437"/>
                </a:cubicBezTo>
                <a:cubicBezTo>
                  <a:pt x="2768727" y="216802"/>
                  <a:pt x="2767976" y="217894"/>
                  <a:pt x="2766474" y="218713"/>
                </a:cubicBezTo>
                <a:cubicBezTo>
                  <a:pt x="2764972" y="219532"/>
                  <a:pt x="2763949" y="220079"/>
                  <a:pt x="2763402" y="220352"/>
                </a:cubicBezTo>
                <a:lnTo>
                  <a:pt x="2770775" y="218713"/>
                </a:lnTo>
                <a:lnTo>
                  <a:pt x="2770775" y="219123"/>
                </a:lnTo>
                <a:cubicBezTo>
                  <a:pt x="2770775" y="220761"/>
                  <a:pt x="2771184" y="221853"/>
                  <a:pt x="2772003" y="222399"/>
                </a:cubicBezTo>
                <a:cubicBezTo>
                  <a:pt x="2772822" y="222946"/>
                  <a:pt x="2773983" y="223287"/>
                  <a:pt x="2775485" y="223423"/>
                </a:cubicBezTo>
                <a:cubicBezTo>
                  <a:pt x="2776986" y="223560"/>
                  <a:pt x="2777737" y="224038"/>
                  <a:pt x="2777737" y="224857"/>
                </a:cubicBezTo>
                <a:cubicBezTo>
                  <a:pt x="2774188" y="226222"/>
                  <a:pt x="2771048" y="227314"/>
                  <a:pt x="2768317" y="228133"/>
                </a:cubicBezTo>
                <a:lnTo>
                  <a:pt x="2683945" y="248612"/>
                </a:lnTo>
                <a:cubicBezTo>
                  <a:pt x="2680668" y="265541"/>
                  <a:pt x="2678211" y="274006"/>
                  <a:pt x="2676572" y="274006"/>
                </a:cubicBezTo>
                <a:cubicBezTo>
                  <a:pt x="2675480" y="274006"/>
                  <a:pt x="2674661" y="273050"/>
                  <a:pt x="2674115" y="271139"/>
                </a:cubicBezTo>
                <a:cubicBezTo>
                  <a:pt x="2673296" y="273323"/>
                  <a:pt x="2672135" y="278989"/>
                  <a:pt x="2670634" y="288136"/>
                </a:cubicBezTo>
                <a:cubicBezTo>
                  <a:pt x="2669132" y="297283"/>
                  <a:pt x="2668381" y="303495"/>
                  <a:pt x="2668381" y="306772"/>
                </a:cubicBezTo>
                <a:cubicBezTo>
                  <a:pt x="2668381" y="309502"/>
                  <a:pt x="2669200" y="310731"/>
                  <a:pt x="2670838" y="310458"/>
                </a:cubicBezTo>
                <a:lnTo>
                  <a:pt x="2696232" y="305543"/>
                </a:lnTo>
                <a:cubicBezTo>
                  <a:pt x="2736098" y="297898"/>
                  <a:pt x="2756576" y="293392"/>
                  <a:pt x="2757668" y="292027"/>
                </a:cubicBezTo>
                <a:cubicBezTo>
                  <a:pt x="2759034" y="291208"/>
                  <a:pt x="2760399" y="290798"/>
                  <a:pt x="2761764" y="290798"/>
                </a:cubicBezTo>
                <a:cubicBezTo>
                  <a:pt x="2764222" y="290798"/>
                  <a:pt x="2770502" y="292573"/>
                  <a:pt x="2780604" y="296123"/>
                </a:cubicBezTo>
                <a:cubicBezTo>
                  <a:pt x="2790707" y="299673"/>
                  <a:pt x="2795895" y="302130"/>
                  <a:pt x="2796168" y="303495"/>
                </a:cubicBezTo>
                <a:lnTo>
                  <a:pt x="2794530" y="305134"/>
                </a:lnTo>
                <a:cubicBezTo>
                  <a:pt x="2796988" y="306226"/>
                  <a:pt x="2798899" y="307250"/>
                  <a:pt x="2800264" y="308205"/>
                </a:cubicBezTo>
                <a:cubicBezTo>
                  <a:pt x="2801630" y="309161"/>
                  <a:pt x="2802722" y="310185"/>
                  <a:pt x="2803541" y="311277"/>
                </a:cubicBezTo>
                <a:cubicBezTo>
                  <a:pt x="2804360" y="312369"/>
                  <a:pt x="2805452" y="313598"/>
                  <a:pt x="2806817" y="314963"/>
                </a:cubicBezTo>
                <a:cubicBezTo>
                  <a:pt x="2807364" y="316602"/>
                  <a:pt x="2808114" y="319059"/>
                  <a:pt x="2809070" y="322336"/>
                </a:cubicBezTo>
                <a:cubicBezTo>
                  <a:pt x="2810026" y="325612"/>
                  <a:pt x="2811322" y="328206"/>
                  <a:pt x="2812961" y="330118"/>
                </a:cubicBezTo>
                <a:cubicBezTo>
                  <a:pt x="2813507" y="330937"/>
                  <a:pt x="2814940" y="332712"/>
                  <a:pt x="2817261" y="335442"/>
                </a:cubicBezTo>
                <a:cubicBezTo>
                  <a:pt x="2819582" y="338173"/>
                  <a:pt x="2821357" y="340903"/>
                  <a:pt x="2822586" y="343634"/>
                </a:cubicBezTo>
                <a:cubicBezTo>
                  <a:pt x="2823815" y="346364"/>
                  <a:pt x="2824429" y="348958"/>
                  <a:pt x="2824429" y="351416"/>
                </a:cubicBezTo>
                <a:cubicBezTo>
                  <a:pt x="2824429" y="352508"/>
                  <a:pt x="2823951" y="353873"/>
                  <a:pt x="2822996" y="355511"/>
                </a:cubicBezTo>
                <a:cubicBezTo>
                  <a:pt x="2822040" y="357150"/>
                  <a:pt x="2821562" y="358788"/>
                  <a:pt x="2821562" y="360426"/>
                </a:cubicBezTo>
                <a:cubicBezTo>
                  <a:pt x="2821562" y="361792"/>
                  <a:pt x="2822040" y="363703"/>
                  <a:pt x="2822996" y="366160"/>
                </a:cubicBezTo>
                <a:cubicBezTo>
                  <a:pt x="2823951" y="368618"/>
                  <a:pt x="2824429" y="370529"/>
                  <a:pt x="2824429" y="371894"/>
                </a:cubicBezTo>
                <a:cubicBezTo>
                  <a:pt x="2824429" y="373533"/>
                  <a:pt x="2823473" y="374352"/>
                  <a:pt x="2821562" y="374352"/>
                </a:cubicBezTo>
                <a:cubicBezTo>
                  <a:pt x="2818558" y="374352"/>
                  <a:pt x="2812552" y="373396"/>
                  <a:pt x="2803541" y="371485"/>
                </a:cubicBezTo>
                <a:cubicBezTo>
                  <a:pt x="2795349" y="369300"/>
                  <a:pt x="2789206" y="368208"/>
                  <a:pt x="2785110" y="368208"/>
                </a:cubicBezTo>
                <a:cubicBezTo>
                  <a:pt x="2781287" y="368208"/>
                  <a:pt x="2775553" y="368754"/>
                  <a:pt x="2767908" y="369846"/>
                </a:cubicBezTo>
                <a:cubicBezTo>
                  <a:pt x="2766270" y="370120"/>
                  <a:pt x="2764290" y="370393"/>
                  <a:pt x="2761969" y="370666"/>
                </a:cubicBezTo>
                <a:cubicBezTo>
                  <a:pt x="2759648" y="370939"/>
                  <a:pt x="2756849" y="371075"/>
                  <a:pt x="2753572" y="371075"/>
                </a:cubicBezTo>
                <a:cubicBezTo>
                  <a:pt x="2754119" y="370529"/>
                  <a:pt x="2755757" y="369915"/>
                  <a:pt x="2758487" y="369232"/>
                </a:cubicBezTo>
                <a:cubicBezTo>
                  <a:pt x="2761218" y="368549"/>
                  <a:pt x="2762720" y="367799"/>
                  <a:pt x="2762993" y="366979"/>
                </a:cubicBezTo>
                <a:lnTo>
                  <a:pt x="2763812" y="366160"/>
                </a:lnTo>
                <a:lnTo>
                  <a:pt x="2767498" y="367799"/>
                </a:lnTo>
                <a:cubicBezTo>
                  <a:pt x="2770502" y="367799"/>
                  <a:pt x="2772003" y="367252"/>
                  <a:pt x="2772003" y="366160"/>
                </a:cubicBezTo>
                <a:cubicBezTo>
                  <a:pt x="2772003" y="365341"/>
                  <a:pt x="2770502" y="364932"/>
                  <a:pt x="2767498" y="364932"/>
                </a:cubicBezTo>
                <a:cubicBezTo>
                  <a:pt x="2766952" y="364932"/>
                  <a:pt x="2760945" y="365341"/>
                  <a:pt x="2749477" y="366160"/>
                </a:cubicBezTo>
                <a:lnTo>
                  <a:pt x="2744152" y="365751"/>
                </a:lnTo>
                <a:lnTo>
                  <a:pt x="2747838" y="364112"/>
                </a:lnTo>
                <a:cubicBezTo>
                  <a:pt x="2745927" y="364112"/>
                  <a:pt x="2743948" y="364317"/>
                  <a:pt x="2741900" y="364727"/>
                </a:cubicBezTo>
                <a:cubicBezTo>
                  <a:pt x="2739852" y="365136"/>
                  <a:pt x="2737872" y="365341"/>
                  <a:pt x="2735961" y="365341"/>
                </a:cubicBezTo>
                <a:lnTo>
                  <a:pt x="2731046" y="364932"/>
                </a:lnTo>
                <a:lnTo>
                  <a:pt x="2731046" y="365341"/>
                </a:lnTo>
                <a:cubicBezTo>
                  <a:pt x="2730227" y="365887"/>
                  <a:pt x="2727087" y="366502"/>
                  <a:pt x="2721626" y="367184"/>
                </a:cubicBezTo>
                <a:cubicBezTo>
                  <a:pt x="2716165" y="367867"/>
                  <a:pt x="2711932" y="368345"/>
                  <a:pt x="2708929" y="368618"/>
                </a:cubicBezTo>
                <a:lnTo>
                  <a:pt x="2707700" y="367389"/>
                </a:lnTo>
                <a:cubicBezTo>
                  <a:pt x="2701420" y="367389"/>
                  <a:pt x="2693775" y="369164"/>
                  <a:pt x="2684764" y="372713"/>
                </a:cubicBezTo>
                <a:cubicBezTo>
                  <a:pt x="2683945" y="372987"/>
                  <a:pt x="2681010" y="373942"/>
                  <a:pt x="2675958" y="375581"/>
                </a:cubicBezTo>
                <a:cubicBezTo>
                  <a:pt x="2670907" y="377219"/>
                  <a:pt x="2665787" y="378038"/>
                  <a:pt x="2660599" y="378038"/>
                </a:cubicBezTo>
                <a:lnTo>
                  <a:pt x="2662647" y="378857"/>
                </a:lnTo>
                <a:cubicBezTo>
                  <a:pt x="2662374" y="380222"/>
                  <a:pt x="2659575" y="381383"/>
                  <a:pt x="2654251" y="382339"/>
                </a:cubicBezTo>
                <a:cubicBezTo>
                  <a:pt x="2648926" y="383294"/>
                  <a:pt x="2644762" y="383772"/>
                  <a:pt x="2641759" y="383772"/>
                </a:cubicBezTo>
                <a:lnTo>
                  <a:pt x="2643806" y="385820"/>
                </a:lnTo>
                <a:cubicBezTo>
                  <a:pt x="2642441" y="387185"/>
                  <a:pt x="2639984" y="388482"/>
                  <a:pt x="2636434" y="389711"/>
                </a:cubicBezTo>
                <a:cubicBezTo>
                  <a:pt x="2632884" y="390940"/>
                  <a:pt x="2630018" y="391554"/>
                  <a:pt x="2627833" y="391554"/>
                </a:cubicBezTo>
                <a:lnTo>
                  <a:pt x="2626604" y="391144"/>
                </a:lnTo>
                <a:cubicBezTo>
                  <a:pt x="2622508" y="392510"/>
                  <a:pt x="2618140" y="394421"/>
                  <a:pt x="2613498" y="396878"/>
                </a:cubicBezTo>
                <a:cubicBezTo>
                  <a:pt x="2612679" y="397151"/>
                  <a:pt x="2610153" y="398244"/>
                  <a:pt x="2605921" y="400155"/>
                </a:cubicBezTo>
                <a:cubicBezTo>
                  <a:pt x="2601688" y="402066"/>
                  <a:pt x="2597252" y="403295"/>
                  <a:pt x="2592610" y="403841"/>
                </a:cubicBezTo>
                <a:cubicBezTo>
                  <a:pt x="2587968" y="404660"/>
                  <a:pt x="2581960" y="407254"/>
                  <a:pt x="2574588" y="411623"/>
                </a:cubicBezTo>
                <a:cubicBezTo>
                  <a:pt x="2573496" y="412169"/>
                  <a:pt x="2571244" y="413330"/>
                  <a:pt x="2567830" y="415104"/>
                </a:cubicBezTo>
                <a:cubicBezTo>
                  <a:pt x="2564417" y="416879"/>
                  <a:pt x="2561482" y="417903"/>
                  <a:pt x="2559024" y="418176"/>
                </a:cubicBezTo>
                <a:lnTo>
                  <a:pt x="2558615" y="417767"/>
                </a:lnTo>
                <a:cubicBezTo>
                  <a:pt x="2558888" y="416128"/>
                  <a:pt x="2568444" y="411077"/>
                  <a:pt x="2587285" y="402612"/>
                </a:cubicBezTo>
                <a:cubicBezTo>
                  <a:pt x="2606126" y="394148"/>
                  <a:pt x="2616502" y="389916"/>
                  <a:pt x="2618413" y="389916"/>
                </a:cubicBezTo>
                <a:cubicBezTo>
                  <a:pt x="2620051" y="389643"/>
                  <a:pt x="2622031" y="389096"/>
                  <a:pt x="2624352" y="388277"/>
                </a:cubicBezTo>
                <a:cubicBezTo>
                  <a:pt x="2626672" y="387458"/>
                  <a:pt x="2628516" y="386776"/>
                  <a:pt x="2629881" y="386229"/>
                </a:cubicBezTo>
                <a:lnTo>
                  <a:pt x="2627014" y="385410"/>
                </a:lnTo>
                <a:cubicBezTo>
                  <a:pt x="2630564" y="383772"/>
                  <a:pt x="2633567" y="382816"/>
                  <a:pt x="2636024" y="382543"/>
                </a:cubicBezTo>
                <a:lnTo>
                  <a:pt x="2636024" y="383772"/>
                </a:lnTo>
                <a:cubicBezTo>
                  <a:pt x="2641486" y="382134"/>
                  <a:pt x="2646810" y="380086"/>
                  <a:pt x="2651998" y="377628"/>
                </a:cubicBezTo>
                <a:cubicBezTo>
                  <a:pt x="2648175" y="377901"/>
                  <a:pt x="2642714" y="379130"/>
                  <a:pt x="2635615" y="381315"/>
                </a:cubicBezTo>
                <a:cubicBezTo>
                  <a:pt x="2628516" y="383499"/>
                  <a:pt x="2623191" y="384728"/>
                  <a:pt x="2619642" y="385001"/>
                </a:cubicBezTo>
                <a:cubicBezTo>
                  <a:pt x="2619914" y="383362"/>
                  <a:pt x="2625102" y="380768"/>
                  <a:pt x="2635205" y="377219"/>
                </a:cubicBezTo>
                <a:cubicBezTo>
                  <a:pt x="2645308" y="373669"/>
                  <a:pt x="2651861" y="371894"/>
                  <a:pt x="2654865" y="371894"/>
                </a:cubicBezTo>
                <a:cubicBezTo>
                  <a:pt x="2655138" y="371621"/>
                  <a:pt x="2655206" y="371416"/>
                  <a:pt x="2655070" y="371280"/>
                </a:cubicBezTo>
                <a:cubicBezTo>
                  <a:pt x="2654933" y="371143"/>
                  <a:pt x="2654728" y="371075"/>
                  <a:pt x="2654455" y="371075"/>
                </a:cubicBezTo>
                <a:cubicBezTo>
                  <a:pt x="2654455" y="371075"/>
                  <a:pt x="2654251" y="371075"/>
                  <a:pt x="2653841" y="371075"/>
                </a:cubicBezTo>
                <a:cubicBezTo>
                  <a:pt x="2653432" y="371075"/>
                  <a:pt x="2653226" y="370802"/>
                  <a:pt x="2653226" y="370256"/>
                </a:cubicBezTo>
                <a:lnTo>
                  <a:pt x="2654865" y="369437"/>
                </a:lnTo>
                <a:cubicBezTo>
                  <a:pt x="2652408" y="369437"/>
                  <a:pt x="2648721" y="370461"/>
                  <a:pt x="2643806" y="372509"/>
                </a:cubicBezTo>
                <a:cubicBezTo>
                  <a:pt x="2638892" y="374557"/>
                  <a:pt x="2635888" y="375854"/>
                  <a:pt x="2634796" y="376400"/>
                </a:cubicBezTo>
                <a:cubicBezTo>
                  <a:pt x="2625512" y="381041"/>
                  <a:pt x="2619232" y="383362"/>
                  <a:pt x="2615955" y="383362"/>
                </a:cubicBezTo>
                <a:lnTo>
                  <a:pt x="2615136" y="382134"/>
                </a:lnTo>
                <a:cubicBezTo>
                  <a:pt x="2621416" y="379403"/>
                  <a:pt x="2630222" y="375785"/>
                  <a:pt x="2641554" y="371280"/>
                </a:cubicBezTo>
                <a:cubicBezTo>
                  <a:pt x="2652885" y="366775"/>
                  <a:pt x="2659780" y="364522"/>
                  <a:pt x="2662238" y="364522"/>
                </a:cubicBezTo>
                <a:lnTo>
                  <a:pt x="2663056" y="365751"/>
                </a:lnTo>
                <a:lnTo>
                  <a:pt x="2666333" y="364522"/>
                </a:lnTo>
                <a:lnTo>
                  <a:pt x="2667562" y="362884"/>
                </a:lnTo>
                <a:cubicBezTo>
                  <a:pt x="2669473" y="363430"/>
                  <a:pt x="2673364" y="362406"/>
                  <a:pt x="2679234" y="359812"/>
                </a:cubicBezTo>
                <a:cubicBezTo>
                  <a:pt x="2685105" y="357218"/>
                  <a:pt x="2688587" y="355648"/>
                  <a:pt x="2689679" y="355102"/>
                </a:cubicBezTo>
                <a:cubicBezTo>
                  <a:pt x="2688040" y="355375"/>
                  <a:pt x="2685788" y="355716"/>
                  <a:pt x="2682921" y="356126"/>
                </a:cubicBezTo>
                <a:cubicBezTo>
                  <a:pt x="2680054" y="356535"/>
                  <a:pt x="2677665" y="357013"/>
                  <a:pt x="2675753" y="357559"/>
                </a:cubicBezTo>
                <a:lnTo>
                  <a:pt x="2676572" y="358378"/>
                </a:lnTo>
                <a:cubicBezTo>
                  <a:pt x="2676299" y="358924"/>
                  <a:pt x="2674934" y="359539"/>
                  <a:pt x="2672476" y="360221"/>
                </a:cubicBezTo>
                <a:cubicBezTo>
                  <a:pt x="2670019" y="360904"/>
                  <a:pt x="2667971" y="361245"/>
                  <a:pt x="2666333" y="361245"/>
                </a:cubicBezTo>
                <a:lnTo>
                  <a:pt x="2664285" y="360836"/>
                </a:lnTo>
                <a:lnTo>
                  <a:pt x="2670019" y="358378"/>
                </a:lnTo>
                <a:cubicBezTo>
                  <a:pt x="2668108" y="358378"/>
                  <a:pt x="2664285" y="359334"/>
                  <a:pt x="2658551" y="361245"/>
                </a:cubicBezTo>
                <a:cubicBezTo>
                  <a:pt x="2654455" y="362884"/>
                  <a:pt x="2651725" y="363839"/>
                  <a:pt x="2650360" y="364112"/>
                </a:cubicBezTo>
                <a:cubicBezTo>
                  <a:pt x="2643806" y="365205"/>
                  <a:pt x="2636161" y="365751"/>
                  <a:pt x="2627424" y="365751"/>
                </a:cubicBezTo>
                <a:lnTo>
                  <a:pt x="2624147" y="365751"/>
                </a:lnTo>
                <a:lnTo>
                  <a:pt x="2624556" y="364112"/>
                </a:lnTo>
                <a:cubicBezTo>
                  <a:pt x="2624010" y="364112"/>
                  <a:pt x="2622508" y="364863"/>
                  <a:pt x="2620051" y="366365"/>
                </a:cubicBezTo>
                <a:cubicBezTo>
                  <a:pt x="2617594" y="367867"/>
                  <a:pt x="2614590" y="368618"/>
                  <a:pt x="2611040" y="368618"/>
                </a:cubicBezTo>
                <a:lnTo>
                  <a:pt x="2610222" y="367389"/>
                </a:lnTo>
                <a:cubicBezTo>
                  <a:pt x="2603395" y="367389"/>
                  <a:pt x="2596296" y="368345"/>
                  <a:pt x="2588923" y="370256"/>
                </a:cubicBezTo>
                <a:cubicBezTo>
                  <a:pt x="2581551" y="372167"/>
                  <a:pt x="2577182" y="373260"/>
                  <a:pt x="2575817" y="373533"/>
                </a:cubicBezTo>
                <a:cubicBezTo>
                  <a:pt x="2573086" y="374352"/>
                  <a:pt x="2567489" y="375717"/>
                  <a:pt x="2559024" y="377628"/>
                </a:cubicBezTo>
                <a:lnTo>
                  <a:pt x="2557386" y="364932"/>
                </a:lnTo>
                <a:cubicBezTo>
                  <a:pt x="2554110" y="366297"/>
                  <a:pt x="2549194" y="368072"/>
                  <a:pt x="2542642" y="370256"/>
                </a:cubicBezTo>
                <a:cubicBezTo>
                  <a:pt x="2536361" y="368345"/>
                  <a:pt x="2532266" y="366706"/>
                  <a:pt x="2530354" y="365341"/>
                </a:cubicBezTo>
                <a:cubicBezTo>
                  <a:pt x="2528443" y="363976"/>
                  <a:pt x="2525712" y="360699"/>
                  <a:pt x="2522162" y="355511"/>
                </a:cubicBezTo>
                <a:cubicBezTo>
                  <a:pt x="2517248" y="348139"/>
                  <a:pt x="2513971" y="344316"/>
                  <a:pt x="2512333" y="344043"/>
                </a:cubicBezTo>
                <a:cubicBezTo>
                  <a:pt x="2510694" y="342951"/>
                  <a:pt x="2509876" y="341040"/>
                  <a:pt x="2509876" y="338309"/>
                </a:cubicBezTo>
                <a:lnTo>
                  <a:pt x="2511514" y="335442"/>
                </a:lnTo>
                <a:cubicBezTo>
                  <a:pt x="2510694" y="335442"/>
                  <a:pt x="2509876" y="333872"/>
                  <a:pt x="2509056" y="330732"/>
                </a:cubicBezTo>
                <a:cubicBezTo>
                  <a:pt x="2508237" y="327592"/>
                  <a:pt x="2507555" y="325476"/>
                  <a:pt x="2507008" y="324384"/>
                </a:cubicBezTo>
                <a:cubicBezTo>
                  <a:pt x="2506735" y="323838"/>
                  <a:pt x="2506189" y="323018"/>
                  <a:pt x="2505370" y="321926"/>
                </a:cubicBezTo>
                <a:cubicBezTo>
                  <a:pt x="2504551" y="320834"/>
                  <a:pt x="2504141" y="319742"/>
                  <a:pt x="2504141" y="318650"/>
                </a:cubicBezTo>
                <a:lnTo>
                  <a:pt x="2505780" y="316602"/>
                </a:lnTo>
                <a:lnTo>
                  <a:pt x="2507418" y="318650"/>
                </a:lnTo>
                <a:cubicBezTo>
                  <a:pt x="2508237" y="318377"/>
                  <a:pt x="2508920" y="317967"/>
                  <a:pt x="2509466" y="317421"/>
                </a:cubicBezTo>
                <a:cubicBezTo>
                  <a:pt x="2510012" y="316875"/>
                  <a:pt x="2510694" y="316465"/>
                  <a:pt x="2511514" y="316192"/>
                </a:cubicBezTo>
                <a:lnTo>
                  <a:pt x="2510285" y="315373"/>
                </a:lnTo>
                <a:cubicBezTo>
                  <a:pt x="2510558" y="312916"/>
                  <a:pt x="2512742" y="307591"/>
                  <a:pt x="2516838" y="299400"/>
                </a:cubicBezTo>
                <a:cubicBezTo>
                  <a:pt x="2521207" y="290116"/>
                  <a:pt x="2523392" y="284518"/>
                  <a:pt x="2523392" y="282607"/>
                </a:cubicBezTo>
                <a:lnTo>
                  <a:pt x="2522572" y="280150"/>
                </a:lnTo>
                <a:lnTo>
                  <a:pt x="2519296" y="282197"/>
                </a:lnTo>
                <a:lnTo>
                  <a:pt x="2518476" y="281378"/>
                </a:lnTo>
                <a:cubicBezTo>
                  <a:pt x="2518476" y="280832"/>
                  <a:pt x="2519022" y="279672"/>
                  <a:pt x="2520115" y="277897"/>
                </a:cubicBezTo>
                <a:cubicBezTo>
                  <a:pt x="2521207" y="276122"/>
                  <a:pt x="2522026" y="274689"/>
                  <a:pt x="2522572" y="273596"/>
                </a:cubicBezTo>
                <a:lnTo>
                  <a:pt x="2523801" y="275235"/>
                </a:lnTo>
                <a:cubicBezTo>
                  <a:pt x="2524074" y="274415"/>
                  <a:pt x="2524211" y="273187"/>
                  <a:pt x="2524211" y="271548"/>
                </a:cubicBezTo>
                <a:lnTo>
                  <a:pt x="2524211" y="265405"/>
                </a:lnTo>
                <a:lnTo>
                  <a:pt x="2516838" y="277283"/>
                </a:lnTo>
                <a:cubicBezTo>
                  <a:pt x="2514108" y="281651"/>
                  <a:pt x="2503800" y="298376"/>
                  <a:pt x="2485915" y="327455"/>
                </a:cubicBezTo>
                <a:cubicBezTo>
                  <a:pt x="2468031" y="356535"/>
                  <a:pt x="2458269" y="371212"/>
                  <a:pt x="2456631" y="371485"/>
                </a:cubicBezTo>
                <a:cubicBezTo>
                  <a:pt x="2456358" y="371212"/>
                  <a:pt x="2455948" y="371826"/>
                  <a:pt x="2455402" y="373328"/>
                </a:cubicBezTo>
                <a:cubicBezTo>
                  <a:pt x="2454856" y="374830"/>
                  <a:pt x="2454446" y="375854"/>
                  <a:pt x="2454173" y="376400"/>
                </a:cubicBezTo>
                <a:lnTo>
                  <a:pt x="2453354" y="372304"/>
                </a:lnTo>
                <a:lnTo>
                  <a:pt x="2448849" y="378857"/>
                </a:lnTo>
                <a:cubicBezTo>
                  <a:pt x="2449395" y="376400"/>
                  <a:pt x="2450555" y="373328"/>
                  <a:pt x="2452330" y="369642"/>
                </a:cubicBezTo>
                <a:cubicBezTo>
                  <a:pt x="2454105" y="365955"/>
                  <a:pt x="2455402" y="362884"/>
                  <a:pt x="2456221" y="360426"/>
                </a:cubicBezTo>
                <a:lnTo>
                  <a:pt x="2456221" y="359607"/>
                </a:lnTo>
                <a:cubicBezTo>
                  <a:pt x="2456221" y="358242"/>
                  <a:pt x="2456836" y="356808"/>
                  <a:pt x="2458064" y="355307"/>
                </a:cubicBezTo>
                <a:cubicBezTo>
                  <a:pt x="2459293" y="353805"/>
                  <a:pt x="2460044" y="352781"/>
                  <a:pt x="2460317" y="352235"/>
                </a:cubicBezTo>
                <a:lnTo>
                  <a:pt x="2457860" y="357969"/>
                </a:lnTo>
                <a:cubicBezTo>
                  <a:pt x="2458678" y="357696"/>
                  <a:pt x="2460658" y="354624"/>
                  <a:pt x="2463798" y="348753"/>
                </a:cubicBezTo>
                <a:cubicBezTo>
                  <a:pt x="2466938" y="342883"/>
                  <a:pt x="2468645" y="339265"/>
                  <a:pt x="2468918" y="337900"/>
                </a:cubicBezTo>
                <a:lnTo>
                  <a:pt x="2468508" y="337490"/>
                </a:lnTo>
                <a:lnTo>
                  <a:pt x="2466051" y="339538"/>
                </a:lnTo>
                <a:lnTo>
                  <a:pt x="2465641" y="338719"/>
                </a:lnTo>
                <a:cubicBezTo>
                  <a:pt x="2465641" y="336807"/>
                  <a:pt x="2466256" y="335101"/>
                  <a:pt x="2467484" y="333599"/>
                </a:cubicBezTo>
                <a:cubicBezTo>
                  <a:pt x="2468713" y="332097"/>
                  <a:pt x="2469600" y="330937"/>
                  <a:pt x="2470146" y="330118"/>
                </a:cubicBezTo>
                <a:cubicBezTo>
                  <a:pt x="2472877" y="324930"/>
                  <a:pt x="2475744" y="317830"/>
                  <a:pt x="2478748" y="308820"/>
                </a:cubicBezTo>
                <a:cubicBezTo>
                  <a:pt x="2480932" y="301720"/>
                  <a:pt x="2482844" y="296396"/>
                  <a:pt x="2484482" y="292846"/>
                </a:cubicBezTo>
                <a:lnTo>
                  <a:pt x="2522162" y="204788"/>
                </a:lnTo>
                <a:cubicBezTo>
                  <a:pt x="2519978" y="202876"/>
                  <a:pt x="2517316" y="200760"/>
                  <a:pt x="2514176" y="198439"/>
                </a:cubicBezTo>
                <a:cubicBezTo>
                  <a:pt x="2511036" y="196118"/>
                  <a:pt x="2508647" y="194412"/>
                  <a:pt x="2507008" y="193320"/>
                </a:cubicBezTo>
                <a:lnTo>
                  <a:pt x="2510285" y="192910"/>
                </a:lnTo>
                <a:lnTo>
                  <a:pt x="2507828" y="190862"/>
                </a:lnTo>
                <a:lnTo>
                  <a:pt x="2509056" y="190043"/>
                </a:lnTo>
                <a:lnTo>
                  <a:pt x="2512742" y="190862"/>
                </a:lnTo>
                <a:lnTo>
                  <a:pt x="2511104" y="188814"/>
                </a:lnTo>
                <a:lnTo>
                  <a:pt x="2506189" y="185947"/>
                </a:lnTo>
                <a:lnTo>
                  <a:pt x="2517657" y="185947"/>
                </a:lnTo>
                <a:lnTo>
                  <a:pt x="2515610" y="182261"/>
                </a:lnTo>
                <a:lnTo>
                  <a:pt x="2517248" y="179394"/>
                </a:lnTo>
                <a:cubicBezTo>
                  <a:pt x="2518067" y="181578"/>
                  <a:pt x="2519091" y="183149"/>
                  <a:pt x="2520320" y="184104"/>
                </a:cubicBezTo>
                <a:cubicBezTo>
                  <a:pt x="2521548" y="185060"/>
                  <a:pt x="2522982" y="185811"/>
                  <a:pt x="2524620" y="186357"/>
                </a:cubicBezTo>
                <a:cubicBezTo>
                  <a:pt x="2526258" y="186903"/>
                  <a:pt x="2527624" y="187449"/>
                  <a:pt x="2528716" y="187995"/>
                </a:cubicBezTo>
                <a:cubicBezTo>
                  <a:pt x="2536634" y="169701"/>
                  <a:pt x="2541959" y="156594"/>
                  <a:pt x="2544689" y="148676"/>
                </a:cubicBezTo>
                <a:cubicBezTo>
                  <a:pt x="2541140" y="148676"/>
                  <a:pt x="2536634" y="149700"/>
                  <a:pt x="2531173" y="151748"/>
                </a:cubicBezTo>
                <a:cubicBezTo>
                  <a:pt x="2525712" y="153796"/>
                  <a:pt x="2518204" y="156731"/>
                  <a:pt x="2508647" y="160554"/>
                </a:cubicBezTo>
                <a:cubicBezTo>
                  <a:pt x="2496632" y="165742"/>
                  <a:pt x="2489670" y="168336"/>
                  <a:pt x="2487758" y="168336"/>
                </a:cubicBezTo>
                <a:cubicBezTo>
                  <a:pt x="2486120" y="168336"/>
                  <a:pt x="2485164" y="167789"/>
                  <a:pt x="2484891" y="166697"/>
                </a:cubicBezTo>
                <a:cubicBezTo>
                  <a:pt x="2482707" y="162602"/>
                  <a:pt x="2480796" y="159871"/>
                  <a:pt x="2479157" y="158506"/>
                </a:cubicBezTo>
                <a:cubicBezTo>
                  <a:pt x="2478065" y="156867"/>
                  <a:pt x="2477314" y="155229"/>
                  <a:pt x="2476904" y="153591"/>
                </a:cubicBezTo>
                <a:cubicBezTo>
                  <a:pt x="2476495" y="151953"/>
                  <a:pt x="2476290" y="148266"/>
                  <a:pt x="2476290" y="142532"/>
                </a:cubicBezTo>
                <a:cubicBezTo>
                  <a:pt x="2476290" y="139802"/>
                  <a:pt x="2475744" y="135979"/>
                  <a:pt x="2474652" y="131064"/>
                </a:cubicBezTo>
                <a:cubicBezTo>
                  <a:pt x="2473833" y="124511"/>
                  <a:pt x="2473423" y="120961"/>
                  <a:pt x="2473423" y="120415"/>
                </a:cubicBezTo>
                <a:cubicBezTo>
                  <a:pt x="2473423" y="116866"/>
                  <a:pt x="2474106" y="114818"/>
                  <a:pt x="2475471" y="114272"/>
                </a:cubicBezTo>
                <a:cubicBezTo>
                  <a:pt x="2476836" y="113726"/>
                  <a:pt x="2477519" y="113316"/>
                  <a:pt x="2477519" y="113043"/>
                </a:cubicBezTo>
                <a:cubicBezTo>
                  <a:pt x="2477519" y="111951"/>
                  <a:pt x="2476973" y="110517"/>
                  <a:pt x="2475881" y="108742"/>
                </a:cubicBezTo>
                <a:cubicBezTo>
                  <a:pt x="2474789" y="106968"/>
                  <a:pt x="2474242" y="105671"/>
                  <a:pt x="2474242" y="104851"/>
                </a:cubicBezTo>
                <a:lnTo>
                  <a:pt x="2479157" y="105261"/>
                </a:lnTo>
                <a:lnTo>
                  <a:pt x="2477519" y="101575"/>
                </a:lnTo>
                <a:cubicBezTo>
                  <a:pt x="2477519" y="101029"/>
                  <a:pt x="2478202" y="100619"/>
                  <a:pt x="2479567" y="100346"/>
                </a:cubicBezTo>
                <a:cubicBezTo>
                  <a:pt x="2480932" y="100073"/>
                  <a:pt x="2481888" y="99254"/>
                  <a:pt x="2482434" y="97889"/>
                </a:cubicBezTo>
                <a:cubicBezTo>
                  <a:pt x="2483253" y="97889"/>
                  <a:pt x="2484072" y="97684"/>
                  <a:pt x="2484891" y="97274"/>
                </a:cubicBezTo>
                <a:cubicBezTo>
                  <a:pt x="2485710" y="96865"/>
                  <a:pt x="2486530" y="96660"/>
                  <a:pt x="2487349" y="96660"/>
                </a:cubicBezTo>
                <a:cubicBezTo>
                  <a:pt x="2487895" y="96660"/>
                  <a:pt x="2490148" y="97684"/>
                  <a:pt x="2494107" y="99732"/>
                </a:cubicBezTo>
                <a:cubicBezTo>
                  <a:pt x="2498066" y="101780"/>
                  <a:pt x="2502503" y="102804"/>
                  <a:pt x="2507418" y="102804"/>
                </a:cubicBezTo>
                <a:cubicBezTo>
                  <a:pt x="2515336" y="102804"/>
                  <a:pt x="2523118" y="102189"/>
                  <a:pt x="2530764" y="100960"/>
                </a:cubicBezTo>
                <a:cubicBezTo>
                  <a:pt x="2538409" y="99732"/>
                  <a:pt x="2547966" y="97889"/>
                  <a:pt x="2559434" y="95431"/>
                </a:cubicBezTo>
                <a:lnTo>
                  <a:pt x="2568035" y="93793"/>
                </a:lnTo>
                <a:lnTo>
                  <a:pt x="2570902" y="83963"/>
                </a:lnTo>
                <a:cubicBezTo>
                  <a:pt x="2576363" y="68126"/>
                  <a:pt x="2579094" y="58160"/>
                  <a:pt x="2579094" y="54064"/>
                </a:cubicBezTo>
                <a:cubicBezTo>
                  <a:pt x="2579094" y="52699"/>
                  <a:pt x="2578138" y="50992"/>
                  <a:pt x="2576227" y="48944"/>
                </a:cubicBezTo>
                <a:cubicBezTo>
                  <a:pt x="2574315" y="46897"/>
                  <a:pt x="2573360" y="44098"/>
                  <a:pt x="2573360" y="40548"/>
                </a:cubicBezTo>
                <a:cubicBezTo>
                  <a:pt x="2573360" y="33995"/>
                  <a:pt x="2577182" y="30718"/>
                  <a:pt x="2584828" y="30718"/>
                </a:cubicBezTo>
                <a:cubicBezTo>
                  <a:pt x="2586739" y="30718"/>
                  <a:pt x="2590152" y="30991"/>
                  <a:pt x="2595067" y="31538"/>
                </a:cubicBezTo>
                <a:cubicBezTo>
                  <a:pt x="2599982" y="32084"/>
                  <a:pt x="2603395" y="32357"/>
                  <a:pt x="2605306" y="32357"/>
                </a:cubicBezTo>
                <a:cubicBezTo>
                  <a:pt x="2608583" y="32357"/>
                  <a:pt x="2611177" y="31811"/>
                  <a:pt x="2613088" y="30718"/>
                </a:cubicBezTo>
                <a:cubicBezTo>
                  <a:pt x="2614454" y="30718"/>
                  <a:pt x="2615819" y="30514"/>
                  <a:pt x="2617184" y="30104"/>
                </a:cubicBezTo>
                <a:cubicBezTo>
                  <a:pt x="2618549" y="29694"/>
                  <a:pt x="2619914" y="29490"/>
                  <a:pt x="2621280" y="29490"/>
                </a:cubicBezTo>
                <a:close/>
                <a:moveTo>
                  <a:pt x="1282379" y="25394"/>
                </a:moveTo>
                <a:cubicBezTo>
                  <a:pt x="1287021" y="25394"/>
                  <a:pt x="1293506" y="29694"/>
                  <a:pt x="1301834" y="38296"/>
                </a:cubicBezTo>
                <a:cubicBezTo>
                  <a:pt x="1310162" y="46897"/>
                  <a:pt x="1315418" y="53791"/>
                  <a:pt x="1317603" y="58979"/>
                </a:cubicBezTo>
                <a:cubicBezTo>
                  <a:pt x="1318695" y="60071"/>
                  <a:pt x="1320265" y="61573"/>
                  <a:pt x="1322313" y="63484"/>
                </a:cubicBezTo>
                <a:cubicBezTo>
                  <a:pt x="1324361" y="65396"/>
                  <a:pt x="1326067" y="67171"/>
                  <a:pt x="1327432" y="68809"/>
                </a:cubicBezTo>
                <a:cubicBezTo>
                  <a:pt x="1325521" y="71539"/>
                  <a:pt x="1323814" y="73519"/>
                  <a:pt x="1322313" y="74748"/>
                </a:cubicBezTo>
                <a:cubicBezTo>
                  <a:pt x="1320811" y="75976"/>
                  <a:pt x="1318558" y="77410"/>
                  <a:pt x="1315555" y="79048"/>
                </a:cubicBezTo>
                <a:cubicBezTo>
                  <a:pt x="1308456" y="82871"/>
                  <a:pt x="1300127" y="90789"/>
                  <a:pt x="1290571" y="102804"/>
                </a:cubicBezTo>
                <a:cubicBezTo>
                  <a:pt x="1290024" y="103350"/>
                  <a:pt x="1289274" y="104374"/>
                  <a:pt x="1288318" y="105875"/>
                </a:cubicBezTo>
                <a:cubicBezTo>
                  <a:pt x="1287362" y="107377"/>
                  <a:pt x="1286475" y="108265"/>
                  <a:pt x="1285656" y="108538"/>
                </a:cubicBezTo>
                <a:lnTo>
                  <a:pt x="1284427" y="106490"/>
                </a:lnTo>
                <a:lnTo>
                  <a:pt x="1288523" y="103623"/>
                </a:lnTo>
                <a:lnTo>
                  <a:pt x="1290571" y="98708"/>
                </a:lnTo>
                <a:cubicBezTo>
                  <a:pt x="1290024" y="99254"/>
                  <a:pt x="1288591" y="100551"/>
                  <a:pt x="1286270" y="102599"/>
                </a:cubicBezTo>
                <a:cubicBezTo>
                  <a:pt x="1283949" y="104647"/>
                  <a:pt x="1282789" y="106080"/>
                  <a:pt x="1282789" y="106899"/>
                </a:cubicBezTo>
                <a:lnTo>
                  <a:pt x="1283608" y="107718"/>
                </a:lnTo>
                <a:cubicBezTo>
                  <a:pt x="1283608" y="108811"/>
                  <a:pt x="1283198" y="110176"/>
                  <a:pt x="1282379" y="111814"/>
                </a:cubicBezTo>
                <a:cubicBezTo>
                  <a:pt x="1281560" y="113453"/>
                  <a:pt x="1280741" y="114408"/>
                  <a:pt x="1279922" y="114681"/>
                </a:cubicBezTo>
                <a:lnTo>
                  <a:pt x="1279922" y="111405"/>
                </a:lnTo>
                <a:cubicBezTo>
                  <a:pt x="1274734" y="118777"/>
                  <a:pt x="1269682" y="124921"/>
                  <a:pt x="1264768" y="129836"/>
                </a:cubicBezTo>
                <a:lnTo>
                  <a:pt x="1261900" y="136389"/>
                </a:lnTo>
                <a:cubicBezTo>
                  <a:pt x="1269819" y="133385"/>
                  <a:pt x="1277532" y="129699"/>
                  <a:pt x="1285041" y="125330"/>
                </a:cubicBezTo>
                <a:cubicBezTo>
                  <a:pt x="1292550" y="120961"/>
                  <a:pt x="1296305" y="116456"/>
                  <a:pt x="1296305" y="111814"/>
                </a:cubicBezTo>
                <a:cubicBezTo>
                  <a:pt x="1296305" y="110995"/>
                  <a:pt x="1296032" y="110176"/>
                  <a:pt x="1295486" y="109357"/>
                </a:cubicBezTo>
                <a:cubicBezTo>
                  <a:pt x="1294940" y="108538"/>
                  <a:pt x="1294666" y="107855"/>
                  <a:pt x="1294666" y="107309"/>
                </a:cubicBezTo>
                <a:cubicBezTo>
                  <a:pt x="1294666" y="106763"/>
                  <a:pt x="1295144" y="106217"/>
                  <a:pt x="1296100" y="105671"/>
                </a:cubicBezTo>
                <a:cubicBezTo>
                  <a:pt x="1297056" y="105124"/>
                  <a:pt x="1297943" y="104851"/>
                  <a:pt x="1298762" y="104851"/>
                </a:cubicBezTo>
                <a:cubicBezTo>
                  <a:pt x="1303404" y="104851"/>
                  <a:pt x="1307158" y="106421"/>
                  <a:pt x="1310026" y="109562"/>
                </a:cubicBezTo>
                <a:cubicBezTo>
                  <a:pt x="1312892" y="112702"/>
                  <a:pt x="1315964" y="117275"/>
                  <a:pt x="1319241" y="123282"/>
                </a:cubicBezTo>
                <a:cubicBezTo>
                  <a:pt x="1322244" y="128743"/>
                  <a:pt x="1324838" y="132566"/>
                  <a:pt x="1327023" y="134750"/>
                </a:cubicBezTo>
                <a:cubicBezTo>
                  <a:pt x="1328934" y="136662"/>
                  <a:pt x="1329890" y="138300"/>
                  <a:pt x="1329890" y="139665"/>
                </a:cubicBezTo>
                <a:cubicBezTo>
                  <a:pt x="1329890" y="140211"/>
                  <a:pt x="1329139" y="141918"/>
                  <a:pt x="1327637" y="144785"/>
                </a:cubicBezTo>
                <a:cubicBezTo>
                  <a:pt x="1326135" y="147652"/>
                  <a:pt x="1324975" y="149632"/>
                  <a:pt x="1324156" y="150724"/>
                </a:cubicBezTo>
                <a:lnTo>
                  <a:pt x="1316784" y="153181"/>
                </a:lnTo>
                <a:lnTo>
                  <a:pt x="1316784" y="153591"/>
                </a:lnTo>
                <a:cubicBezTo>
                  <a:pt x="1316784" y="154956"/>
                  <a:pt x="1316033" y="156185"/>
                  <a:pt x="1314531" y="157277"/>
                </a:cubicBezTo>
                <a:cubicBezTo>
                  <a:pt x="1313029" y="158369"/>
                  <a:pt x="1312142" y="159052"/>
                  <a:pt x="1311868" y="159325"/>
                </a:cubicBezTo>
                <a:lnTo>
                  <a:pt x="1311868" y="160144"/>
                </a:lnTo>
                <a:cubicBezTo>
                  <a:pt x="1311049" y="161236"/>
                  <a:pt x="1309002" y="163216"/>
                  <a:pt x="1305725" y="166083"/>
                </a:cubicBezTo>
                <a:cubicBezTo>
                  <a:pt x="1302448" y="168950"/>
                  <a:pt x="1300810" y="171203"/>
                  <a:pt x="1300810" y="172841"/>
                </a:cubicBezTo>
                <a:cubicBezTo>
                  <a:pt x="1299718" y="174752"/>
                  <a:pt x="1297875" y="177688"/>
                  <a:pt x="1295281" y="181647"/>
                </a:cubicBezTo>
                <a:cubicBezTo>
                  <a:pt x="1292687" y="185606"/>
                  <a:pt x="1291390" y="187859"/>
                  <a:pt x="1291390" y="188405"/>
                </a:cubicBezTo>
                <a:cubicBezTo>
                  <a:pt x="1291390" y="189224"/>
                  <a:pt x="1290980" y="189702"/>
                  <a:pt x="1290161" y="189838"/>
                </a:cubicBezTo>
                <a:cubicBezTo>
                  <a:pt x="1289342" y="189975"/>
                  <a:pt x="1288796" y="190180"/>
                  <a:pt x="1288523" y="190453"/>
                </a:cubicBezTo>
                <a:cubicBezTo>
                  <a:pt x="1288796" y="190726"/>
                  <a:pt x="1288932" y="191135"/>
                  <a:pt x="1288932" y="191681"/>
                </a:cubicBezTo>
                <a:cubicBezTo>
                  <a:pt x="1288932" y="192227"/>
                  <a:pt x="1288660" y="192500"/>
                  <a:pt x="1288113" y="192500"/>
                </a:cubicBezTo>
                <a:lnTo>
                  <a:pt x="1286884" y="192091"/>
                </a:lnTo>
                <a:cubicBezTo>
                  <a:pt x="1285792" y="192364"/>
                  <a:pt x="1285246" y="192842"/>
                  <a:pt x="1285246" y="193524"/>
                </a:cubicBezTo>
                <a:cubicBezTo>
                  <a:pt x="1285246" y="194207"/>
                  <a:pt x="1285110" y="194548"/>
                  <a:pt x="1284837" y="194548"/>
                </a:cubicBezTo>
                <a:cubicBezTo>
                  <a:pt x="1284564" y="194548"/>
                  <a:pt x="1284086" y="194480"/>
                  <a:pt x="1283403" y="194344"/>
                </a:cubicBezTo>
                <a:cubicBezTo>
                  <a:pt x="1282721" y="194207"/>
                  <a:pt x="1282379" y="194685"/>
                  <a:pt x="1282379" y="195777"/>
                </a:cubicBezTo>
                <a:cubicBezTo>
                  <a:pt x="1282379" y="197142"/>
                  <a:pt x="1282038" y="197961"/>
                  <a:pt x="1281355" y="198235"/>
                </a:cubicBezTo>
                <a:lnTo>
                  <a:pt x="1280282" y="199767"/>
                </a:lnTo>
                <a:lnTo>
                  <a:pt x="1279639" y="200120"/>
                </a:lnTo>
                <a:lnTo>
                  <a:pt x="1277055" y="198644"/>
                </a:lnTo>
                <a:lnTo>
                  <a:pt x="1273368" y="203559"/>
                </a:lnTo>
                <a:lnTo>
                  <a:pt x="1279639" y="200120"/>
                </a:lnTo>
                <a:lnTo>
                  <a:pt x="1279922" y="200282"/>
                </a:lnTo>
                <a:lnTo>
                  <a:pt x="1280282" y="199767"/>
                </a:lnTo>
                <a:lnTo>
                  <a:pt x="1298762" y="189633"/>
                </a:lnTo>
                <a:lnTo>
                  <a:pt x="1315145" y="180213"/>
                </a:lnTo>
                <a:cubicBezTo>
                  <a:pt x="1314872" y="181032"/>
                  <a:pt x="1313848" y="182193"/>
                  <a:pt x="1312073" y="183695"/>
                </a:cubicBezTo>
                <a:cubicBezTo>
                  <a:pt x="1310298" y="185196"/>
                  <a:pt x="1309411" y="186630"/>
                  <a:pt x="1309411" y="187995"/>
                </a:cubicBezTo>
                <a:lnTo>
                  <a:pt x="1309821" y="188405"/>
                </a:lnTo>
                <a:cubicBezTo>
                  <a:pt x="1311459" y="187586"/>
                  <a:pt x="1313029" y="186766"/>
                  <a:pt x="1314531" y="185947"/>
                </a:cubicBezTo>
                <a:cubicBezTo>
                  <a:pt x="1316033" y="185128"/>
                  <a:pt x="1317193" y="184036"/>
                  <a:pt x="1318012" y="182671"/>
                </a:cubicBezTo>
                <a:lnTo>
                  <a:pt x="1321289" y="185538"/>
                </a:lnTo>
                <a:lnTo>
                  <a:pt x="1324156" y="183899"/>
                </a:lnTo>
                <a:lnTo>
                  <a:pt x="1324975" y="184309"/>
                </a:lnTo>
                <a:cubicBezTo>
                  <a:pt x="1324702" y="185401"/>
                  <a:pt x="1323610" y="187039"/>
                  <a:pt x="1321698" y="189224"/>
                </a:cubicBezTo>
                <a:cubicBezTo>
                  <a:pt x="1319787" y="191408"/>
                  <a:pt x="1318558" y="192774"/>
                  <a:pt x="1318012" y="193320"/>
                </a:cubicBezTo>
                <a:lnTo>
                  <a:pt x="1320879" y="193320"/>
                </a:lnTo>
                <a:cubicBezTo>
                  <a:pt x="1320606" y="194139"/>
                  <a:pt x="1319446" y="195299"/>
                  <a:pt x="1317398" y="196801"/>
                </a:cubicBezTo>
                <a:cubicBezTo>
                  <a:pt x="1315350" y="198303"/>
                  <a:pt x="1313916" y="199463"/>
                  <a:pt x="1313097" y="200282"/>
                </a:cubicBezTo>
                <a:cubicBezTo>
                  <a:pt x="1319104" y="197006"/>
                  <a:pt x="1322927" y="195094"/>
                  <a:pt x="1324565" y="194548"/>
                </a:cubicBezTo>
                <a:cubicBezTo>
                  <a:pt x="1324292" y="195368"/>
                  <a:pt x="1320743" y="198371"/>
                  <a:pt x="1313916" y="203559"/>
                </a:cubicBezTo>
                <a:cubicBezTo>
                  <a:pt x="1307090" y="208747"/>
                  <a:pt x="1303268" y="211751"/>
                  <a:pt x="1302448" y="212570"/>
                </a:cubicBezTo>
                <a:cubicBezTo>
                  <a:pt x="1308728" y="208474"/>
                  <a:pt x="1316101" y="204651"/>
                  <a:pt x="1324565" y="201102"/>
                </a:cubicBezTo>
                <a:lnTo>
                  <a:pt x="1325384" y="201921"/>
                </a:lnTo>
                <a:cubicBezTo>
                  <a:pt x="1316920" y="207109"/>
                  <a:pt x="1309002" y="213116"/>
                  <a:pt x="1301629" y="219942"/>
                </a:cubicBezTo>
                <a:cubicBezTo>
                  <a:pt x="1305452" y="216938"/>
                  <a:pt x="1308182" y="215300"/>
                  <a:pt x="1309821" y="215027"/>
                </a:cubicBezTo>
                <a:lnTo>
                  <a:pt x="1310640" y="215846"/>
                </a:lnTo>
                <a:lnTo>
                  <a:pt x="1303268" y="221990"/>
                </a:lnTo>
                <a:cubicBezTo>
                  <a:pt x="1272413" y="246018"/>
                  <a:pt x="1256712" y="259534"/>
                  <a:pt x="1256166" y="262538"/>
                </a:cubicBezTo>
                <a:lnTo>
                  <a:pt x="1255347" y="263767"/>
                </a:lnTo>
                <a:cubicBezTo>
                  <a:pt x="1255074" y="263767"/>
                  <a:pt x="1254460" y="263767"/>
                  <a:pt x="1253504" y="263767"/>
                </a:cubicBezTo>
                <a:cubicBezTo>
                  <a:pt x="1252549" y="263767"/>
                  <a:pt x="1251798" y="264176"/>
                  <a:pt x="1251251" y="264995"/>
                </a:cubicBezTo>
                <a:lnTo>
                  <a:pt x="1252480" y="267043"/>
                </a:lnTo>
                <a:cubicBezTo>
                  <a:pt x="1251115" y="267043"/>
                  <a:pt x="1249818" y="267589"/>
                  <a:pt x="1248589" y="268681"/>
                </a:cubicBezTo>
                <a:cubicBezTo>
                  <a:pt x="1247360" y="269774"/>
                  <a:pt x="1246200" y="271002"/>
                  <a:pt x="1245108" y="272368"/>
                </a:cubicBezTo>
                <a:cubicBezTo>
                  <a:pt x="1243743" y="274006"/>
                  <a:pt x="1242241" y="275508"/>
                  <a:pt x="1240602" y="276873"/>
                </a:cubicBezTo>
                <a:cubicBezTo>
                  <a:pt x="1238964" y="278238"/>
                  <a:pt x="1237190" y="279057"/>
                  <a:pt x="1235278" y="279330"/>
                </a:cubicBezTo>
                <a:lnTo>
                  <a:pt x="1234459" y="276873"/>
                </a:lnTo>
                <a:cubicBezTo>
                  <a:pt x="1230090" y="276873"/>
                  <a:pt x="1226404" y="262401"/>
                  <a:pt x="1223400" y="233458"/>
                </a:cubicBezTo>
                <a:cubicBezTo>
                  <a:pt x="1229134" y="226632"/>
                  <a:pt x="1235756" y="217962"/>
                  <a:pt x="1243265" y="207450"/>
                </a:cubicBezTo>
                <a:cubicBezTo>
                  <a:pt x="1250774" y="196938"/>
                  <a:pt x="1254528" y="190180"/>
                  <a:pt x="1254528" y="187176"/>
                </a:cubicBezTo>
                <a:cubicBezTo>
                  <a:pt x="1254255" y="187176"/>
                  <a:pt x="1250842" y="190180"/>
                  <a:pt x="1244289" y="196187"/>
                </a:cubicBezTo>
                <a:cubicBezTo>
                  <a:pt x="1235824" y="204105"/>
                  <a:pt x="1231182" y="208064"/>
                  <a:pt x="1230363" y="208064"/>
                </a:cubicBezTo>
                <a:cubicBezTo>
                  <a:pt x="1230090" y="207791"/>
                  <a:pt x="1229749" y="207382"/>
                  <a:pt x="1229339" y="206836"/>
                </a:cubicBezTo>
                <a:cubicBezTo>
                  <a:pt x="1228930" y="206290"/>
                  <a:pt x="1228725" y="205880"/>
                  <a:pt x="1228725" y="205607"/>
                </a:cubicBezTo>
                <a:cubicBezTo>
                  <a:pt x="1227086" y="202603"/>
                  <a:pt x="1224766" y="197347"/>
                  <a:pt x="1221762" y="189838"/>
                </a:cubicBezTo>
                <a:cubicBezTo>
                  <a:pt x="1218758" y="182329"/>
                  <a:pt x="1217257" y="177346"/>
                  <a:pt x="1217257" y="174889"/>
                </a:cubicBezTo>
                <a:lnTo>
                  <a:pt x="1218485" y="172841"/>
                </a:lnTo>
                <a:cubicBezTo>
                  <a:pt x="1218485" y="171203"/>
                  <a:pt x="1217871" y="168745"/>
                  <a:pt x="1216642" y="165469"/>
                </a:cubicBezTo>
                <a:cubicBezTo>
                  <a:pt x="1215414" y="162192"/>
                  <a:pt x="1214800" y="159871"/>
                  <a:pt x="1214800" y="158506"/>
                </a:cubicBezTo>
                <a:cubicBezTo>
                  <a:pt x="1214800" y="156867"/>
                  <a:pt x="1215755" y="155297"/>
                  <a:pt x="1217666" y="153796"/>
                </a:cubicBezTo>
                <a:cubicBezTo>
                  <a:pt x="1219578" y="152294"/>
                  <a:pt x="1221489" y="151133"/>
                  <a:pt x="1223400" y="150314"/>
                </a:cubicBezTo>
                <a:cubicBezTo>
                  <a:pt x="1229134" y="147584"/>
                  <a:pt x="1237326" y="132703"/>
                  <a:pt x="1247975" y="105671"/>
                </a:cubicBezTo>
                <a:cubicBezTo>
                  <a:pt x="1249067" y="102394"/>
                  <a:pt x="1253299" y="93383"/>
                  <a:pt x="1260672" y="78639"/>
                </a:cubicBezTo>
                <a:cubicBezTo>
                  <a:pt x="1274324" y="50241"/>
                  <a:pt x="1281150" y="34541"/>
                  <a:pt x="1281150" y="31538"/>
                </a:cubicBezTo>
                <a:cubicBezTo>
                  <a:pt x="1281150" y="30991"/>
                  <a:pt x="1280946" y="29831"/>
                  <a:pt x="1280536" y="28056"/>
                </a:cubicBezTo>
                <a:cubicBezTo>
                  <a:pt x="1280126" y="26281"/>
                  <a:pt x="1280741" y="25394"/>
                  <a:pt x="1282379" y="25394"/>
                </a:cubicBezTo>
                <a:close/>
                <a:moveTo>
                  <a:pt x="1114044" y="25394"/>
                </a:moveTo>
                <a:lnTo>
                  <a:pt x="1115273" y="26213"/>
                </a:lnTo>
                <a:lnTo>
                  <a:pt x="1125922" y="27851"/>
                </a:lnTo>
                <a:cubicBezTo>
                  <a:pt x="1129471" y="28124"/>
                  <a:pt x="1132543" y="28602"/>
                  <a:pt x="1135137" y="29285"/>
                </a:cubicBezTo>
                <a:cubicBezTo>
                  <a:pt x="1137731" y="29967"/>
                  <a:pt x="1140666" y="31401"/>
                  <a:pt x="1143943" y="33585"/>
                </a:cubicBezTo>
                <a:cubicBezTo>
                  <a:pt x="1148312" y="36589"/>
                  <a:pt x="1153500" y="38910"/>
                  <a:pt x="1159507" y="40548"/>
                </a:cubicBezTo>
                <a:cubicBezTo>
                  <a:pt x="1164695" y="42186"/>
                  <a:pt x="1168176" y="43756"/>
                  <a:pt x="1169951" y="45258"/>
                </a:cubicBezTo>
                <a:cubicBezTo>
                  <a:pt x="1171726" y="46760"/>
                  <a:pt x="1173091" y="48808"/>
                  <a:pt x="1174047" y="51402"/>
                </a:cubicBezTo>
                <a:cubicBezTo>
                  <a:pt x="1175002" y="53996"/>
                  <a:pt x="1176436" y="56112"/>
                  <a:pt x="1178347" y="57750"/>
                </a:cubicBezTo>
                <a:lnTo>
                  <a:pt x="1173842" y="58569"/>
                </a:lnTo>
                <a:cubicBezTo>
                  <a:pt x="1174115" y="59116"/>
                  <a:pt x="1175617" y="60959"/>
                  <a:pt x="1178347" y="64099"/>
                </a:cubicBezTo>
                <a:cubicBezTo>
                  <a:pt x="1181078" y="67239"/>
                  <a:pt x="1183398" y="70242"/>
                  <a:pt x="1185310" y="73109"/>
                </a:cubicBezTo>
                <a:cubicBezTo>
                  <a:pt x="1187221" y="75976"/>
                  <a:pt x="1188177" y="78639"/>
                  <a:pt x="1188177" y="81096"/>
                </a:cubicBezTo>
                <a:cubicBezTo>
                  <a:pt x="1188177" y="81369"/>
                  <a:pt x="1188109" y="81983"/>
                  <a:pt x="1187972" y="82939"/>
                </a:cubicBezTo>
                <a:cubicBezTo>
                  <a:pt x="1187836" y="83895"/>
                  <a:pt x="1188314" y="84373"/>
                  <a:pt x="1189406" y="84373"/>
                </a:cubicBezTo>
                <a:cubicBezTo>
                  <a:pt x="1189133" y="85192"/>
                  <a:pt x="1188314" y="85806"/>
                  <a:pt x="1186948" y="86216"/>
                </a:cubicBezTo>
                <a:cubicBezTo>
                  <a:pt x="1185583" y="86625"/>
                  <a:pt x="1184354" y="86830"/>
                  <a:pt x="1183262" y="86830"/>
                </a:cubicBezTo>
                <a:cubicBezTo>
                  <a:pt x="1178893" y="86830"/>
                  <a:pt x="1176094" y="88195"/>
                  <a:pt x="1174866" y="90926"/>
                </a:cubicBezTo>
                <a:cubicBezTo>
                  <a:pt x="1173637" y="93656"/>
                  <a:pt x="1172886" y="97752"/>
                  <a:pt x="1172613" y="103213"/>
                </a:cubicBezTo>
                <a:cubicBezTo>
                  <a:pt x="1172613" y="105944"/>
                  <a:pt x="1172545" y="110039"/>
                  <a:pt x="1172408" y="115500"/>
                </a:cubicBezTo>
                <a:cubicBezTo>
                  <a:pt x="1172272" y="120961"/>
                  <a:pt x="1171794" y="125740"/>
                  <a:pt x="1170975" y="129836"/>
                </a:cubicBezTo>
                <a:cubicBezTo>
                  <a:pt x="1169610" y="129016"/>
                  <a:pt x="1168927" y="129289"/>
                  <a:pt x="1168927" y="130655"/>
                </a:cubicBezTo>
                <a:lnTo>
                  <a:pt x="1170156" y="140075"/>
                </a:lnTo>
                <a:lnTo>
                  <a:pt x="1169336" y="146628"/>
                </a:lnTo>
                <a:lnTo>
                  <a:pt x="1168108" y="144990"/>
                </a:lnTo>
                <a:cubicBezTo>
                  <a:pt x="1168108" y="148266"/>
                  <a:pt x="1168790" y="151680"/>
                  <a:pt x="1170156" y="155229"/>
                </a:cubicBezTo>
                <a:cubicBezTo>
                  <a:pt x="1171248" y="160144"/>
                  <a:pt x="1171794" y="163694"/>
                  <a:pt x="1171794" y="165878"/>
                </a:cubicBezTo>
                <a:cubicBezTo>
                  <a:pt x="1171794" y="167243"/>
                  <a:pt x="1171521" y="169291"/>
                  <a:pt x="1170975" y="172022"/>
                </a:cubicBezTo>
                <a:cubicBezTo>
                  <a:pt x="1170702" y="174752"/>
                  <a:pt x="1171384" y="178575"/>
                  <a:pt x="1173023" y="183490"/>
                </a:cubicBezTo>
                <a:cubicBezTo>
                  <a:pt x="1174115" y="187859"/>
                  <a:pt x="1174661" y="190862"/>
                  <a:pt x="1174661" y="192500"/>
                </a:cubicBezTo>
                <a:cubicBezTo>
                  <a:pt x="1174661" y="193047"/>
                  <a:pt x="1174388" y="193524"/>
                  <a:pt x="1173842" y="193934"/>
                </a:cubicBezTo>
                <a:cubicBezTo>
                  <a:pt x="1173296" y="194344"/>
                  <a:pt x="1172886" y="194821"/>
                  <a:pt x="1172613" y="195368"/>
                </a:cubicBezTo>
                <a:lnTo>
                  <a:pt x="1174661" y="196187"/>
                </a:lnTo>
                <a:cubicBezTo>
                  <a:pt x="1173569" y="198917"/>
                  <a:pt x="1173023" y="204446"/>
                  <a:pt x="1173023" y="212774"/>
                </a:cubicBezTo>
                <a:cubicBezTo>
                  <a:pt x="1173023" y="221102"/>
                  <a:pt x="1173023" y="225676"/>
                  <a:pt x="1173023" y="226495"/>
                </a:cubicBezTo>
                <a:lnTo>
                  <a:pt x="1173023" y="238782"/>
                </a:lnTo>
                <a:lnTo>
                  <a:pt x="1173432" y="279330"/>
                </a:lnTo>
                <a:cubicBezTo>
                  <a:pt x="1173705" y="286703"/>
                  <a:pt x="1174593" y="298171"/>
                  <a:pt x="1176094" y="313735"/>
                </a:cubicBezTo>
                <a:cubicBezTo>
                  <a:pt x="1177596" y="329299"/>
                  <a:pt x="1178484" y="337217"/>
                  <a:pt x="1178757" y="337490"/>
                </a:cubicBezTo>
                <a:cubicBezTo>
                  <a:pt x="1179576" y="338309"/>
                  <a:pt x="1180190" y="341176"/>
                  <a:pt x="1180600" y="346091"/>
                </a:cubicBezTo>
                <a:cubicBezTo>
                  <a:pt x="1181010" y="351006"/>
                  <a:pt x="1181214" y="354829"/>
                  <a:pt x="1181214" y="357559"/>
                </a:cubicBezTo>
                <a:cubicBezTo>
                  <a:pt x="1181214" y="361655"/>
                  <a:pt x="1180258" y="366297"/>
                  <a:pt x="1178347" y="371485"/>
                </a:cubicBezTo>
                <a:cubicBezTo>
                  <a:pt x="1176709" y="376946"/>
                  <a:pt x="1175890" y="381315"/>
                  <a:pt x="1175890" y="384591"/>
                </a:cubicBezTo>
                <a:cubicBezTo>
                  <a:pt x="1175890" y="385410"/>
                  <a:pt x="1175344" y="386434"/>
                  <a:pt x="1174252" y="387663"/>
                </a:cubicBezTo>
                <a:cubicBezTo>
                  <a:pt x="1173159" y="388892"/>
                  <a:pt x="1172613" y="390052"/>
                  <a:pt x="1172613" y="391144"/>
                </a:cubicBezTo>
                <a:lnTo>
                  <a:pt x="1173432" y="393192"/>
                </a:lnTo>
                <a:cubicBezTo>
                  <a:pt x="1172340" y="393192"/>
                  <a:pt x="1171521" y="394148"/>
                  <a:pt x="1170975" y="396059"/>
                </a:cubicBezTo>
                <a:cubicBezTo>
                  <a:pt x="1170429" y="397971"/>
                  <a:pt x="1169473" y="398926"/>
                  <a:pt x="1168108" y="398926"/>
                </a:cubicBezTo>
                <a:cubicBezTo>
                  <a:pt x="1166470" y="398926"/>
                  <a:pt x="1164695" y="397902"/>
                  <a:pt x="1162783" y="395854"/>
                </a:cubicBezTo>
                <a:cubicBezTo>
                  <a:pt x="1160872" y="393807"/>
                  <a:pt x="1159029" y="392032"/>
                  <a:pt x="1157254" y="390530"/>
                </a:cubicBezTo>
                <a:cubicBezTo>
                  <a:pt x="1155479" y="389028"/>
                  <a:pt x="1153500" y="388277"/>
                  <a:pt x="1151315" y="388277"/>
                </a:cubicBezTo>
                <a:cubicBezTo>
                  <a:pt x="1149404" y="388277"/>
                  <a:pt x="1147561" y="389028"/>
                  <a:pt x="1145786" y="390530"/>
                </a:cubicBezTo>
                <a:cubicBezTo>
                  <a:pt x="1144011" y="392032"/>
                  <a:pt x="1142987" y="392919"/>
                  <a:pt x="1142714" y="393192"/>
                </a:cubicBezTo>
                <a:lnTo>
                  <a:pt x="1118959" y="385820"/>
                </a:lnTo>
                <a:cubicBezTo>
                  <a:pt x="1100392" y="379813"/>
                  <a:pt x="1085237" y="375717"/>
                  <a:pt x="1073496" y="373533"/>
                </a:cubicBezTo>
                <a:cubicBezTo>
                  <a:pt x="1065304" y="372167"/>
                  <a:pt x="1057796" y="370393"/>
                  <a:pt x="1050969" y="368208"/>
                </a:cubicBezTo>
                <a:cubicBezTo>
                  <a:pt x="1051242" y="367662"/>
                  <a:pt x="1052062" y="367389"/>
                  <a:pt x="1053427" y="367389"/>
                </a:cubicBezTo>
                <a:cubicBezTo>
                  <a:pt x="1054792" y="367389"/>
                  <a:pt x="1055611" y="367252"/>
                  <a:pt x="1055884" y="366979"/>
                </a:cubicBezTo>
                <a:lnTo>
                  <a:pt x="1054246" y="366160"/>
                </a:lnTo>
                <a:lnTo>
                  <a:pt x="1056294" y="365751"/>
                </a:lnTo>
                <a:lnTo>
                  <a:pt x="1055884" y="365341"/>
                </a:lnTo>
                <a:lnTo>
                  <a:pt x="1014927" y="357150"/>
                </a:lnTo>
                <a:lnTo>
                  <a:pt x="1022709" y="357150"/>
                </a:lnTo>
                <a:lnTo>
                  <a:pt x="1021480" y="355511"/>
                </a:lnTo>
                <a:cubicBezTo>
                  <a:pt x="1021207" y="354692"/>
                  <a:pt x="1019364" y="353873"/>
                  <a:pt x="1015951" y="353054"/>
                </a:cubicBezTo>
                <a:cubicBezTo>
                  <a:pt x="1012538" y="352235"/>
                  <a:pt x="1009875" y="351825"/>
                  <a:pt x="1007964" y="351825"/>
                </a:cubicBezTo>
                <a:cubicBezTo>
                  <a:pt x="1006326" y="351825"/>
                  <a:pt x="1005234" y="352371"/>
                  <a:pt x="1004687" y="353463"/>
                </a:cubicBezTo>
                <a:cubicBezTo>
                  <a:pt x="1004141" y="354556"/>
                  <a:pt x="1003595" y="355102"/>
                  <a:pt x="1003049" y="355102"/>
                </a:cubicBezTo>
                <a:lnTo>
                  <a:pt x="1003459" y="352644"/>
                </a:lnTo>
                <a:cubicBezTo>
                  <a:pt x="1003459" y="351279"/>
                  <a:pt x="1003049" y="350596"/>
                  <a:pt x="1002230" y="350596"/>
                </a:cubicBezTo>
                <a:cubicBezTo>
                  <a:pt x="1001411" y="350596"/>
                  <a:pt x="1001001" y="350323"/>
                  <a:pt x="1001001" y="349777"/>
                </a:cubicBezTo>
                <a:lnTo>
                  <a:pt x="1002230" y="348958"/>
                </a:lnTo>
                <a:cubicBezTo>
                  <a:pt x="1001957" y="348685"/>
                  <a:pt x="1000865" y="348412"/>
                  <a:pt x="998953" y="348139"/>
                </a:cubicBezTo>
                <a:cubicBezTo>
                  <a:pt x="997042" y="347866"/>
                  <a:pt x="995540" y="347593"/>
                  <a:pt x="994448" y="347320"/>
                </a:cubicBezTo>
                <a:cubicBezTo>
                  <a:pt x="993083" y="346501"/>
                  <a:pt x="991308" y="345955"/>
                  <a:pt x="989124" y="345682"/>
                </a:cubicBezTo>
                <a:cubicBezTo>
                  <a:pt x="986939" y="345408"/>
                  <a:pt x="985301" y="344999"/>
                  <a:pt x="984209" y="344453"/>
                </a:cubicBezTo>
                <a:cubicBezTo>
                  <a:pt x="984209" y="343634"/>
                  <a:pt x="983458" y="342951"/>
                  <a:pt x="981956" y="342405"/>
                </a:cubicBezTo>
                <a:cubicBezTo>
                  <a:pt x="980454" y="341859"/>
                  <a:pt x="979567" y="341313"/>
                  <a:pt x="979294" y="340767"/>
                </a:cubicBezTo>
                <a:cubicBezTo>
                  <a:pt x="981751" y="340767"/>
                  <a:pt x="985164" y="341313"/>
                  <a:pt x="989533" y="342405"/>
                </a:cubicBezTo>
                <a:cubicBezTo>
                  <a:pt x="993902" y="343497"/>
                  <a:pt x="997315" y="344043"/>
                  <a:pt x="999772" y="344043"/>
                </a:cubicBezTo>
                <a:lnTo>
                  <a:pt x="1000182" y="344043"/>
                </a:lnTo>
                <a:cubicBezTo>
                  <a:pt x="999909" y="342951"/>
                  <a:pt x="996291" y="341244"/>
                  <a:pt x="989328" y="338924"/>
                </a:cubicBezTo>
                <a:cubicBezTo>
                  <a:pt x="982366" y="336603"/>
                  <a:pt x="977655" y="335306"/>
                  <a:pt x="975198" y="335033"/>
                </a:cubicBezTo>
                <a:lnTo>
                  <a:pt x="974379" y="334623"/>
                </a:lnTo>
                <a:cubicBezTo>
                  <a:pt x="974106" y="333804"/>
                  <a:pt x="972331" y="332370"/>
                  <a:pt x="969054" y="330322"/>
                </a:cubicBezTo>
                <a:cubicBezTo>
                  <a:pt x="965778" y="328275"/>
                  <a:pt x="963730" y="326978"/>
                  <a:pt x="962911" y="326432"/>
                </a:cubicBezTo>
                <a:cubicBezTo>
                  <a:pt x="958269" y="323974"/>
                  <a:pt x="955948" y="322472"/>
                  <a:pt x="955948" y="321926"/>
                </a:cubicBezTo>
                <a:lnTo>
                  <a:pt x="956767" y="321107"/>
                </a:lnTo>
                <a:cubicBezTo>
                  <a:pt x="957859" y="321107"/>
                  <a:pt x="959566" y="321858"/>
                  <a:pt x="961887" y="323360"/>
                </a:cubicBezTo>
                <a:cubicBezTo>
                  <a:pt x="964208" y="324861"/>
                  <a:pt x="966051" y="325612"/>
                  <a:pt x="967416" y="325612"/>
                </a:cubicBezTo>
                <a:lnTo>
                  <a:pt x="966187" y="315783"/>
                </a:lnTo>
                <a:lnTo>
                  <a:pt x="967826" y="314963"/>
                </a:lnTo>
                <a:cubicBezTo>
                  <a:pt x="968372" y="314963"/>
                  <a:pt x="969600" y="314144"/>
                  <a:pt x="971512" y="312506"/>
                </a:cubicBezTo>
                <a:cubicBezTo>
                  <a:pt x="973423" y="310868"/>
                  <a:pt x="974379" y="309775"/>
                  <a:pt x="974379" y="309229"/>
                </a:cubicBezTo>
                <a:cubicBezTo>
                  <a:pt x="974379" y="308683"/>
                  <a:pt x="973833" y="308274"/>
                  <a:pt x="972740" y="308001"/>
                </a:cubicBezTo>
                <a:cubicBezTo>
                  <a:pt x="971648" y="307728"/>
                  <a:pt x="971102" y="307045"/>
                  <a:pt x="971102" y="305953"/>
                </a:cubicBezTo>
                <a:cubicBezTo>
                  <a:pt x="971102" y="302676"/>
                  <a:pt x="972058" y="295577"/>
                  <a:pt x="973969" y="284655"/>
                </a:cubicBezTo>
                <a:cubicBezTo>
                  <a:pt x="975334" y="280559"/>
                  <a:pt x="976154" y="276600"/>
                  <a:pt x="976427" y="272777"/>
                </a:cubicBezTo>
                <a:cubicBezTo>
                  <a:pt x="975608" y="271412"/>
                  <a:pt x="973833" y="268750"/>
                  <a:pt x="971102" y="264790"/>
                </a:cubicBezTo>
                <a:cubicBezTo>
                  <a:pt x="968372" y="260831"/>
                  <a:pt x="967006" y="257623"/>
                  <a:pt x="967006" y="255165"/>
                </a:cubicBezTo>
                <a:cubicBezTo>
                  <a:pt x="967006" y="253800"/>
                  <a:pt x="967962" y="252094"/>
                  <a:pt x="969873" y="250046"/>
                </a:cubicBezTo>
                <a:cubicBezTo>
                  <a:pt x="971785" y="247998"/>
                  <a:pt x="972877" y="246701"/>
                  <a:pt x="973150" y="246155"/>
                </a:cubicBezTo>
                <a:cubicBezTo>
                  <a:pt x="977246" y="242059"/>
                  <a:pt x="979294" y="239192"/>
                  <a:pt x="979294" y="237554"/>
                </a:cubicBezTo>
                <a:lnTo>
                  <a:pt x="978884" y="231001"/>
                </a:lnTo>
                <a:cubicBezTo>
                  <a:pt x="978884" y="229362"/>
                  <a:pt x="979430" y="227314"/>
                  <a:pt x="980522" y="224857"/>
                </a:cubicBezTo>
                <a:cubicBezTo>
                  <a:pt x="980249" y="224038"/>
                  <a:pt x="978884" y="222331"/>
                  <a:pt x="976427" y="219737"/>
                </a:cubicBezTo>
                <a:cubicBezTo>
                  <a:pt x="973969" y="217143"/>
                  <a:pt x="972331" y="215164"/>
                  <a:pt x="971512" y="213798"/>
                </a:cubicBezTo>
                <a:cubicBezTo>
                  <a:pt x="970966" y="217075"/>
                  <a:pt x="970692" y="221853"/>
                  <a:pt x="970692" y="228133"/>
                </a:cubicBezTo>
                <a:cubicBezTo>
                  <a:pt x="970692" y="228953"/>
                  <a:pt x="970829" y="230113"/>
                  <a:pt x="971102" y="231615"/>
                </a:cubicBezTo>
                <a:cubicBezTo>
                  <a:pt x="971375" y="233117"/>
                  <a:pt x="971512" y="234960"/>
                  <a:pt x="971512" y="237144"/>
                </a:cubicBezTo>
                <a:cubicBezTo>
                  <a:pt x="971512" y="240421"/>
                  <a:pt x="970692" y="242059"/>
                  <a:pt x="969054" y="242059"/>
                </a:cubicBezTo>
                <a:lnTo>
                  <a:pt x="967826" y="242878"/>
                </a:lnTo>
                <a:cubicBezTo>
                  <a:pt x="967826" y="246155"/>
                  <a:pt x="967075" y="248134"/>
                  <a:pt x="965573" y="248817"/>
                </a:cubicBezTo>
                <a:cubicBezTo>
                  <a:pt x="964071" y="249500"/>
                  <a:pt x="963320" y="249978"/>
                  <a:pt x="963320" y="250251"/>
                </a:cubicBezTo>
                <a:lnTo>
                  <a:pt x="963730" y="258033"/>
                </a:lnTo>
                <a:cubicBezTo>
                  <a:pt x="963730" y="259125"/>
                  <a:pt x="962706" y="262401"/>
                  <a:pt x="960658" y="267862"/>
                </a:cubicBezTo>
                <a:cubicBezTo>
                  <a:pt x="958610" y="273323"/>
                  <a:pt x="957177" y="277009"/>
                  <a:pt x="956358" y="278921"/>
                </a:cubicBezTo>
                <a:lnTo>
                  <a:pt x="956767" y="280559"/>
                </a:lnTo>
                <a:cubicBezTo>
                  <a:pt x="957586" y="280013"/>
                  <a:pt x="958269" y="279126"/>
                  <a:pt x="958815" y="277897"/>
                </a:cubicBezTo>
                <a:cubicBezTo>
                  <a:pt x="959361" y="276668"/>
                  <a:pt x="959771" y="275917"/>
                  <a:pt x="960044" y="275644"/>
                </a:cubicBezTo>
                <a:cubicBezTo>
                  <a:pt x="960044" y="277556"/>
                  <a:pt x="959429" y="280286"/>
                  <a:pt x="958201" y="283836"/>
                </a:cubicBezTo>
                <a:cubicBezTo>
                  <a:pt x="956972" y="287385"/>
                  <a:pt x="955675" y="289160"/>
                  <a:pt x="954310" y="289160"/>
                </a:cubicBezTo>
                <a:lnTo>
                  <a:pt x="953900" y="289160"/>
                </a:lnTo>
                <a:lnTo>
                  <a:pt x="954310" y="289570"/>
                </a:lnTo>
                <a:cubicBezTo>
                  <a:pt x="954310" y="292573"/>
                  <a:pt x="952125" y="299741"/>
                  <a:pt x="947756" y="311072"/>
                </a:cubicBezTo>
                <a:cubicBezTo>
                  <a:pt x="943388" y="322404"/>
                  <a:pt x="940111" y="328889"/>
                  <a:pt x="937927" y="330527"/>
                </a:cubicBezTo>
                <a:lnTo>
                  <a:pt x="938336" y="332166"/>
                </a:lnTo>
                <a:cubicBezTo>
                  <a:pt x="938609" y="333258"/>
                  <a:pt x="933762" y="340221"/>
                  <a:pt x="923796" y="353054"/>
                </a:cubicBezTo>
                <a:cubicBezTo>
                  <a:pt x="913830" y="365887"/>
                  <a:pt x="907891" y="373123"/>
                  <a:pt x="905980" y="374761"/>
                </a:cubicBezTo>
                <a:cubicBezTo>
                  <a:pt x="906526" y="373123"/>
                  <a:pt x="908574" y="370120"/>
                  <a:pt x="912124" y="365751"/>
                </a:cubicBezTo>
                <a:cubicBezTo>
                  <a:pt x="916492" y="360290"/>
                  <a:pt x="918813" y="356467"/>
                  <a:pt x="919086" y="354283"/>
                </a:cubicBezTo>
                <a:lnTo>
                  <a:pt x="918677" y="353463"/>
                </a:lnTo>
                <a:cubicBezTo>
                  <a:pt x="917858" y="353463"/>
                  <a:pt x="917175" y="354146"/>
                  <a:pt x="916629" y="355511"/>
                </a:cubicBezTo>
                <a:cubicBezTo>
                  <a:pt x="916083" y="356877"/>
                  <a:pt x="915536" y="357696"/>
                  <a:pt x="914990" y="357969"/>
                </a:cubicBezTo>
                <a:lnTo>
                  <a:pt x="904751" y="369027"/>
                </a:lnTo>
                <a:cubicBezTo>
                  <a:pt x="899290" y="375307"/>
                  <a:pt x="895058" y="379813"/>
                  <a:pt x="892054" y="382543"/>
                </a:cubicBezTo>
                <a:cubicBezTo>
                  <a:pt x="897515" y="374898"/>
                  <a:pt x="900519" y="370666"/>
                  <a:pt x="901065" y="369846"/>
                </a:cubicBezTo>
                <a:lnTo>
                  <a:pt x="899427" y="368208"/>
                </a:lnTo>
                <a:cubicBezTo>
                  <a:pt x="898061" y="368208"/>
                  <a:pt x="896082" y="369437"/>
                  <a:pt x="893488" y="371894"/>
                </a:cubicBezTo>
                <a:cubicBezTo>
                  <a:pt x="890894" y="374352"/>
                  <a:pt x="889187" y="375854"/>
                  <a:pt x="888368" y="376400"/>
                </a:cubicBezTo>
                <a:cubicBezTo>
                  <a:pt x="888641" y="375307"/>
                  <a:pt x="891235" y="371758"/>
                  <a:pt x="896150" y="365751"/>
                </a:cubicBezTo>
                <a:lnTo>
                  <a:pt x="898467" y="362999"/>
                </a:lnTo>
                <a:lnTo>
                  <a:pt x="894512" y="365751"/>
                </a:lnTo>
                <a:lnTo>
                  <a:pt x="883044" y="373123"/>
                </a:lnTo>
                <a:lnTo>
                  <a:pt x="883044" y="371075"/>
                </a:lnTo>
                <a:lnTo>
                  <a:pt x="880996" y="371894"/>
                </a:lnTo>
                <a:cubicBezTo>
                  <a:pt x="880450" y="371894"/>
                  <a:pt x="879972" y="371485"/>
                  <a:pt x="879562" y="370666"/>
                </a:cubicBezTo>
                <a:cubicBezTo>
                  <a:pt x="879153" y="369846"/>
                  <a:pt x="877992" y="369300"/>
                  <a:pt x="876081" y="369027"/>
                </a:cubicBezTo>
                <a:cubicBezTo>
                  <a:pt x="876627" y="367935"/>
                  <a:pt x="877719" y="366502"/>
                  <a:pt x="879357" y="364727"/>
                </a:cubicBezTo>
                <a:cubicBezTo>
                  <a:pt x="880996" y="362952"/>
                  <a:pt x="882361" y="361518"/>
                  <a:pt x="883453" y="360426"/>
                </a:cubicBezTo>
                <a:cubicBezTo>
                  <a:pt x="886184" y="360426"/>
                  <a:pt x="889938" y="357286"/>
                  <a:pt x="894716" y="351006"/>
                </a:cubicBezTo>
                <a:cubicBezTo>
                  <a:pt x="899495" y="344726"/>
                  <a:pt x="902020" y="339947"/>
                  <a:pt x="902294" y="336671"/>
                </a:cubicBezTo>
                <a:cubicBezTo>
                  <a:pt x="905843" y="335306"/>
                  <a:pt x="914171" y="312369"/>
                  <a:pt x="927278" y="267862"/>
                </a:cubicBezTo>
                <a:lnTo>
                  <a:pt x="930145" y="258033"/>
                </a:lnTo>
                <a:lnTo>
                  <a:pt x="930554" y="258033"/>
                </a:lnTo>
                <a:cubicBezTo>
                  <a:pt x="930554" y="258579"/>
                  <a:pt x="930554" y="259329"/>
                  <a:pt x="930554" y="260285"/>
                </a:cubicBezTo>
                <a:cubicBezTo>
                  <a:pt x="930554" y="261241"/>
                  <a:pt x="930691" y="261992"/>
                  <a:pt x="930964" y="262538"/>
                </a:cubicBezTo>
                <a:cubicBezTo>
                  <a:pt x="932056" y="261719"/>
                  <a:pt x="932602" y="259671"/>
                  <a:pt x="932602" y="256394"/>
                </a:cubicBezTo>
                <a:lnTo>
                  <a:pt x="932192" y="254346"/>
                </a:lnTo>
                <a:lnTo>
                  <a:pt x="931373" y="255165"/>
                </a:lnTo>
                <a:lnTo>
                  <a:pt x="930554" y="252298"/>
                </a:lnTo>
                <a:cubicBezTo>
                  <a:pt x="930554" y="250387"/>
                  <a:pt x="930827" y="248203"/>
                  <a:pt x="931373" y="245745"/>
                </a:cubicBezTo>
                <a:cubicBezTo>
                  <a:pt x="931920" y="243288"/>
                  <a:pt x="932329" y="241513"/>
                  <a:pt x="932602" y="240421"/>
                </a:cubicBezTo>
                <a:cubicBezTo>
                  <a:pt x="933967" y="235779"/>
                  <a:pt x="934650" y="231820"/>
                  <a:pt x="934650" y="228543"/>
                </a:cubicBezTo>
                <a:cubicBezTo>
                  <a:pt x="934650" y="226359"/>
                  <a:pt x="933967" y="225266"/>
                  <a:pt x="932602" y="225266"/>
                </a:cubicBezTo>
                <a:cubicBezTo>
                  <a:pt x="931783" y="226905"/>
                  <a:pt x="930554" y="229021"/>
                  <a:pt x="928916" y="231615"/>
                </a:cubicBezTo>
                <a:cubicBezTo>
                  <a:pt x="927278" y="234209"/>
                  <a:pt x="926185" y="236325"/>
                  <a:pt x="925639" y="237963"/>
                </a:cubicBezTo>
                <a:lnTo>
                  <a:pt x="928506" y="237554"/>
                </a:lnTo>
                <a:cubicBezTo>
                  <a:pt x="928506" y="238646"/>
                  <a:pt x="927073" y="240967"/>
                  <a:pt x="924206" y="244517"/>
                </a:cubicBezTo>
                <a:cubicBezTo>
                  <a:pt x="921339" y="248066"/>
                  <a:pt x="919905" y="250933"/>
                  <a:pt x="919905" y="253118"/>
                </a:cubicBezTo>
                <a:cubicBezTo>
                  <a:pt x="919905" y="253391"/>
                  <a:pt x="919905" y="253732"/>
                  <a:pt x="919905" y="254142"/>
                </a:cubicBezTo>
                <a:cubicBezTo>
                  <a:pt x="919905" y="254551"/>
                  <a:pt x="919632" y="254756"/>
                  <a:pt x="919086" y="254756"/>
                </a:cubicBezTo>
                <a:lnTo>
                  <a:pt x="918267" y="253937"/>
                </a:lnTo>
                <a:cubicBezTo>
                  <a:pt x="917175" y="254210"/>
                  <a:pt x="914103" y="258033"/>
                  <a:pt x="909052" y="265405"/>
                </a:cubicBezTo>
                <a:cubicBezTo>
                  <a:pt x="904000" y="272777"/>
                  <a:pt x="901474" y="277146"/>
                  <a:pt x="901474" y="278511"/>
                </a:cubicBezTo>
                <a:lnTo>
                  <a:pt x="902703" y="280969"/>
                </a:lnTo>
                <a:lnTo>
                  <a:pt x="901474" y="282607"/>
                </a:lnTo>
                <a:lnTo>
                  <a:pt x="900655" y="281378"/>
                </a:lnTo>
                <a:cubicBezTo>
                  <a:pt x="899836" y="282197"/>
                  <a:pt x="897038" y="285406"/>
                  <a:pt x="892259" y="291003"/>
                </a:cubicBezTo>
                <a:cubicBezTo>
                  <a:pt x="887481" y="296601"/>
                  <a:pt x="885092" y="300901"/>
                  <a:pt x="885092" y="303905"/>
                </a:cubicBezTo>
                <a:lnTo>
                  <a:pt x="885092" y="304314"/>
                </a:lnTo>
                <a:cubicBezTo>
                  <a:pt x="886730" y="303222"/>
                  <a:pt x="888368" y="300901"/>
                  <a:pt x="890006" y="297352"/>
                </a:cubicBezTo>
                <a:cubicBezTo>
                  <a:pt x="894102" y="291072"/>
                  <a:pt x="897106" y="287931"/>
                  <a:pt x="899017" y="287931"/>
                </a:cubicBezTo>
                <a:cubicBezTo>
                  <a:pt x="899290" y="287658"/>
                  <a:pt x="899836" y="286157"/>
                  <a:pt x="900655" y="283426"/>
                </a:cubicBezTo>
                <a:lnTo>
                  <a:pt x="901474" y="284245"/>
                </a:lnTo>
                <a:lnTo>
                  <a:pt x="905980" y="279740"/>
                </a:lnTo>
                <a:lnTo>
                  <a:pt x="854783" y="355921"/>
                </a:lnTo>
                <a:cubicBezTo>
                  <a:pt x="850687" y="362474"/>
                  <a:pt x="847138" y="367799"/>
                  <a:pt x="844134" y="371894"/>
                </a:cubicBezTo>
                <a:cubicBezTo>
                  <a:pt x="841130" y="375990"/>
                  <a:pt x="838127" y="378038"/>
                  <a:pt x="835123" y="378038"/>
                </a:cubicBezTo>
                <a:lnTo>
                  <a:pt x="833895" y="377628"/>
                </a:lnTo>
                <a:lnTo>
                  <a:pt x="839629" y="372304"/>
                </a:lnTo>
                <a:cubicBezTo>
                  <a:pt x="832802" y="373942"/>
                  <a:pt x="827000" y="371143"/>
                  <a:pt x="822222" y="363908"/>
                </a:cubicBezTo>
                <a:cubicBezTo>
                  <a:pt x="817443" y="356672"/>
                  <a:pt x="813826" y="348685"/>
                  <a:pt x="811368" y="339947"/>
                </a:cubicBezTo>
                <a:cubicBezTo>
                  <a:pt x="811095" y="338855"/>
                  <a:pt x="809661" y="337900"/>
                  <a:pt x="807067" y="337080"/>
                </a:cubicBezTo>
                <a:cubicBezTo>
                  <a:pt x="804473" y="336261"/>
                  <a:pt x="803176" y="335169"/>
                  <a:pt x="803176" y="333804"/>
                </a:cubicBezTo>
                <a:cubicBezTo>
                  <a:pt x="803176" y="333531"/>
                  <a:pt x="803518" y="333121"/>
                  <a:pt x="804200" y="332575"/>
                </a:cubicBezTo>
                <a:cubicBezTo>
                  <a:pt x="804883" y="332029"/>
                  <a:pt x="805224" y="331483"/>
                  <a:pt x="805224" y="330937"/>
                </a:cubicBezTo>
                <a:cubicBezTo>
                  <a:pt x="805224" y="329572"/>
                  <a:pt x="807682" y="326158"/>
                  <a:pt x="812597" y="320697"/>
                </a:cubicBezTo>
                <a:cubicBezTo>
                  <a:pt x="816966" y="315783"/>
                  <a:pt x="819560" y="312506"/>
                  <a:pt x="820379" y="310868"/>
                </a:cubicBezTo>
                <a:cubicBezTo>
                  <a:pt x="820652" y="310595"/>
                  <a:pt x="820993" y="309844"/>
                  <a:pt x="821402" y="308615"/>
                </a:cubicBezTo>
                <a:cubicBezTo>
                  <a:pt x="821812" y="307386"/>
                  <a:pt x="822700" y="306772"/>
                  <a:pt x="824065" y="306772"/>
                </a:cubicBezTo>
                <a:lnTo>
                  <a:pt x="828980" y="309639"/>
                </a:lnTo>
                <a:cubicBezTo>
                  <a:pt x="833075" y="308547"/>
                  <a:pt x="860107" y="277009"/>
                  <a:pt x="910076" y="215027"/>
                </a:cubicBezTo>
                <a:cubicBezTo>
                  <a:pt x="920451" y="202194"/>
                  <a:pt x="927687" y="193456"/>
                  <a:pt x="931783" y="188814"/>
                </a:cubicBezTo>
                <a:lnTo>
                  <a:pt x="932602" y="188405"/>
                </a:lnTo>
                <a:cubicBezTo>
                  <a:pt x="932602" y="186766"/>
                  <a:pt x="933216" y="185538"/>
                  <a:pt x="934445" y="184719"/>
                </a:cubicBezTo>
                <a:cubicBezTo>
                  <a:pt x="935674" y="183899"/>
                  <a:pt x="936288" y="183217"/>
                  <a:pt x="936288" y="182671"/>
                </a:cubicBezTo>
                <a:lnTo>
                  <a:pt x="935469" y="182261"/>
                </a:lnTo>
                <a:cubicBezTo>
                  <a:pt x="931920" y="182261"/>
                  <a:pt x="924957" y="186493"/>
                  <a:pt x="914581" y="194958"/>
                </a:cubicBezTo>
                <a:cubicBezTo>
                  <a:pt x="904205" y="203422"/>
                  <a:pt x="898198" y="209566"/>
                  <a:pt x="896560" y="213389"/>
                </a:cubicBezTo>
                <a:cubicBezTo>
                  <a:pt x="897379" y="213389"/>
                  <a:pt x="899836" y="211341"/>
                  <a:pt x="903932" y="207245"/>
                </a:cubicBezTo>
                <a:cubicBezTo>
                  <a:pt x="906936" y="204788"/>
                  <a:pt x="909939" y="202330"/>
                  <a:pt x="912943" y="199873"/>
                </a:cubicBezTo>
                <a:cubicBezTo>
                  <a:pt x="915946" y="197415"/>
                  <a:pt x="918130" y="196187"/>
                  <a:pt x="919496" y="196187"/>
                </a:cubicBezTo>
                <a:cubicBezTo>
                  <a:pt x="919496" y="197006"/>
                  <a:pt x="918608" y="198030"/>
                  <a:pt x="916834" y="199258"/>
                </a:cubicBezTo>
                <a:cubicBezTo>
                  <a:pt x="915059" y="200487"/>
                  <a:pt x="913625" y="201852"/>
                  <a:pt x="912533" y="203354"/>
                </a:cubicBezTo>
                <a:cubicBezTo>
                  <a:pt x="911441" y="204856"/>
                  <a:pt x="910758" y="207245"/>
                  <a:pt x="910485" y="210522"/>
                </a:cubicBezTo>
                <a:lnTo>
                  <a:pt x="907618" y="209293"/>
                </a:lnTo>
                <a:cubicBezTo>
                  <a:pt x="906253" y="209293"/>
                  <a:pt x="905570" y="209976"/>
                  <a:pt x="905570" y="211341"/>
                </a:cubicBezTo>
                <a:lnTo>
                  <a:pt x="905161" y="211341"/>
                </a:lnTo>
                <a:cubicBezTo>
                  <a:pt x="903795" y="212433"/>
                  <a:pt x="899358" y="216051"/>
                  <a:pt x="891850" y="222195"/>
                </a:cubicBezTo>
                <a:cubicBezTo>
                  <a:pt x="884340" y="228338"/>
                  <a:pt x="880450" y="231956"/>
                  <a:pt x="880176" y="233048"/>
                </a:cubicBezTo>
                <a:cubicBezTo>
                  <a:pt x="881269" y="232775"/>
                  <a:pt x="883248" y="231137"/>
                  <a:pt x="886115" y="228133"/>
                </a:cubicBezTo>
                <a:cubicBezTo>
                  <a:pt x="888982" y="225130"/>
                  <a:pt x="890826" y="223628"/>
                  <a:pt x="891645" y="223628"/>
                </a:cubicBezTo>
                <a:cubicBezTo>
                  <a:pt x="893283" y="223628"/>
                  <a:pt x="894853" y="223287"/>
                  <a:pt x="896355" y="222604"/>
                </a:cubicBezTo>
                <a:cubicBezTo>
                  <a:pt x="897857" y="221922"/>
                  <a:pt x="898607" y="220898"/>
                  <a:pt x="898607" y="219532"/>
                </a:cubicBezTo>
                <a:lnTo>
                  <a:pt x="896560" y="219123"/>
                </a:lnTo>
                <a:lnTo>
                  <a:pt x="897788" y="218304"/>
                </a:lnTo>
                <a:lnTo>
                  <a:pt x="899427" y="219532"/>
                </a:lnTo>
                <a:cubicBezTo>
                  <a:pt x="899154" y="220352"/>
                  <a:pt x="893966" y="226086"/>
                  <a:pt x="883863" y="236735"/>
                </a:cubicBezTo>
                <a:cubicBezTo>
                  <a:pt x="880040" y="240557"/>
                  <a:pt x="877856" y="242878"/>
                  <a:pt x="877310" y="243697"/>
                </a:cubicBezTo>
                <a:lnTo>
                  <a:pt x="877310" y="244107"/>
                </a:lnTo>
                <a:cubicBezTo>
                  <a:pt x="877310" y="244926"/>
                  <a:pt x="876695" y="245677"/>
                  <a:pt x="875466" y="246360"/>
                </a:cubicBezTo>
                <a:cubicBezTo>
                  <a:pt x="874238" y="247042"/>
                  <a:pt x="873214" y="247384"/>
                  <a:pt x="872395" y="247384"/>
                </a:cubicBezTo>
                <a:cubicBezTo>
                  <a:pt x="871849" y="247384"/>
                  <a:pt x="870142" y="248612"/>
                  <a:pt x="867275" y="251070"/>
                </a:cubicBezTo>
                <a:cubicBezTo>
                  <a:pt x="864408" y="253527"/>
                  <a:pt x="862838" y="255165"/>
                  <a:pt x="862565" y="255985"/>
                </a:cubicBezTo>
                <a:cubicBezTo>
                  <a:pt x="859015" y="255985"/>
                  <a:pt x="852326" y="260900"/>
                  <a:pt x="842496" y="270729"/>
                </a:cubicBezTo>
                <a:cubicBezTo>
                  <a:pt x="837854" y="275371"/>
                  <a:pt x="834236" y="278784"/>
                  <a:pt x="831642" y="280969"/>
                </a:cubicBezTo>
                <a:cubicBezTo>
                  <a:pt x="829048" y="283153"/>
                  <a:pt x="826795" y="284245"/>
                  <a:pt x="824884" y="284245"/>
                </a:cubicBezTo>
                <a:cubicBezTo>
                  <a:pt x="823519" y="284245"/>
                  <a:pt x="822358" y="282880"/>
                  <a:pt x="821402" y="280150"/>
                </a:cubicBezTo>
                <a:cubicBezTo>
                  <a:pt x="820447" y="277419"/>
                  <a:pt x="819560" y="274552"/>
                  <a:pt x="818740" y="271548"/>
                </a:cubicBezTo>
                <a:cubicBezTo>
                  <a:pt x="818194" y="268818"/>
                  <a:pt x="817512" y="266361"/>
                  <a:pt x="816692" y="264176"/>
                </a:cubicBezTo>
                <a:cubicBezTo>
                  <a:pt x="815873" y="261992"/>
                  <a:pt x="815054" y="260900"/>
                  <a:pt x="814235" y="260900"/>
                </a:cubicBezTo>
                <a:lnTo>
                  <a:pt x="812597" y="261309"/>
                </a:lnTo>
                <a:cubicBezTo>
                  <a:pt x="813962" y="259125"/>
                  <a:pt x="814645" y="256940"/>
                  <a:pt x="814645" y="254756"/>
                </a:cubicBezTo>
                <a:cubicBezTo>
                  <a:pt x="814645" y="252298"/>
                  <a:pt x="813826" y="250251"/>
                  <a:pt x="812187" y="248612"/>
                </a:cubicBezTo>
                <a:cubicBezTo>
                  <a:pt x="812187" y="245882"/>
                  <a:pt x="814372" y="242332"/>
                  <a:pt x="818740" y="237963"/>
                </a:cubicBezTo>
                <a:cubicBezTo>
                  <a:pt x="821471" y="235506"/>
                  <a:pt x="823928" y="231410"/>
                  <a:pt x="826113" y="225676"/>
                </a:cubicBezTo>
                <a:cubicBezTo>
                  <a:pt x="828297" y="220761"/>
                  <a:pt x="830345" y="217348"/>
                  <a:pt x="832256" y="215437"/>
                </a:cubicBezTo>
                <a:cubicBezTo>
                  <a:pt x="833622" y="214618"/>
                  <a:pt x="838468" y="207450"/>
                  <a:pt x="846796" y="193934"/>
                </a:cubicBezTo>
                <a:cubicBezTo>
                  <a:pt x="855124" y="180418"/>
                  <a:pt x="861336" y="170110"/>
                  <a:pt x="865432" y="163011"/>
                </a:cubicBezTo>
                <a:cubicBezTo>
                  <a:pt x="836488" y="186220"/>
                  <a:pt x="822017" y="199190"/>
                  <a:pt x="822017" y="201921"/>
                </a:cubicBezTo>
                <a:cubicBezTo>
                  <a:pt x="822017" y="202740"/>
                  <a:pt x="821607" y="203149"/>
                  <a:pt x="820788" y="203149"/>
                </a:cubicBezTo>
                <a:cubicBezTo>
                  <a:pt x="816966" y="203149"/>
                  <a:pt x="813552" y="200829"/>
                  <a:pt x="810549" y="196187"/>
                </a:cubicBezTo>
                <a:cubicBezTo>
                  <a:pt x="807545" y="191545"/>
                  <a:pt x="805293" y="186220"/>
                  <a:pt x="803791" y="180213"/>
                </a:cubicBezTo>
                <a:cubicBezTo>
                  <a:pt x="802289" y="174206"/>
                  <a:pt x="801538" y="169291"/>
                  <a:pt x="801538" y="165469"/>
                </a:cubicBezTo>
                <a:cubicBezTo>
                  <a:pt x="801538" y="164103"/>
                  <a:pt x="801811" y="162943"/>
                  <a:pt x="802357" y="161987"/>
                </a:cubicBezTo>
                <a:cubicBezTo>
                  <a:pt x="802903" y="161031"/>
                  <a:pt x="803518" y="160349"/>
                  <a:pt x="804200" y="159939"/>
                </a:cubicBezTo>
                <a:cubicBezTo>
                  <a:pt x="804883" y="159530"/>
                  <a:pt x="805361" y="159188"/>
                  <a:pt x="805634" y="158915"/>
                </a:cubicBezTo>
                <a:cubicBezTo>
                  <a:pt x="808091" y="157004"/>
                  <a:pt x="814167" y="146696"/>
                  <a:pt x="823860" y="127992"/>
                </a:cubicBezTo>
                <a:cubicBezTo>
                  <a:pt x="833553" y="109288"/>
                  <a:pt x="843588" y="89288"/>
                  <a:pt x="853964" y="67990"/>
                </a:cubicBezTo>
                <a:lnTo>
                  <a:pt x="866251" y="43415"/>
                </a:lnTo>
                <a:lnTo>
                  <a:pt x="858469" y="30309"/>
                </a:lnTo>
                <a:cubicBezTo>
                  <a:pt x="868845" y="36862"/>
                  <a:pt x="878402" y="44098"/>
                  <a:pt x="887139" y="52016"/>
                </a:cubicBezTo>
                <a:cubicBezTo>
                  <a:pt x="895877" y="59935"/>
                  <a:pt x="900246" y="67580"/>
                  <a:pt x="900246" y="74952"/>
                </a:cubicBezTo>
                <a:lnTo>
                  <a:pt x="899427" y="78639"/>
                </a:lnTo>
                <a:cubicBezTo>
                  <a:pt x="901611" y="77819"/>
                  <a:pt x="903113" y="77683"/>
                  <a:pt x="903932" y="78229"/>
                </a:cubicBezTo>
                <a:cubicBezTo>
                  <a:pt x="903659" y="78502"/>
                  <a:pt x="901270" y="80277"/>
                  <a:pt x="896764" y="83554"/>
                </a:cubicBezTo>
                <a:cubicBezTo>
                  <a:pt x="892259" y="86830"/>
                  <a:pt x="889187" y="89015"/>
                  <a:pt x="887549" y="90107"/>
                </a:cubicBezTo>
                <a:cubicBezTo>
                  <a:pt x="887003" y="90107"/>
                  <a:pt x="886388" y="90858"/>
                  <a:pt x="885706" y="92359"/>
                </a:cubicBezTo>
                <a:cubicBezTo>
                  <a:pt x="885023" y="93861"/>
                  <a:pt x="884136" y="94612"/>
                  <a:pt x="883044" y="94612"/>
                </a:cubicBezTo>
                <a:lnTo>
                  <a:pt x="880176" y="94612"/>
                </a:lnTo>
                <a:cubicBezTo>
                  <a:pt x="881542" y="93793"/>
                  <a:pt x="882224" y="92564"/>
                  <a:pt x="882224" y="90926"/>
                </a:cubicBezTo>
                <a:lnTo>
                  <a:pt x="882224" y="90516"/>
                </a:lnTo>
                <a:cubicBezTo>
                  <a:pt x="880313" y="91062"/>
                  <a:pt x="873282" y="99322"/>
                  <a:pt x="861131" y="115296"/>
                </a:cubicBezTo>
                <a:cubicBezTo>
                  <a:pt x="848981" y="131269"/>
                  <a:pt x="842905" y="139938"/>
                  <a:pt x="842905" y="141304"/>
                </a:cubicBezTo>
                <a:lnTo>
                  <a:pt x="843315" y="141713"/>
                </a:lnTo>
                <a:cubicBezTo>
                  <a:pt x="845226" y="141440"/>
                  <a:pt x="853418" y="136389"/>
                  <a:pt x="867889" y="126559"/>
                </a:cubicBezTo>
                <a:cubicBezTo>
                  <a:pt x="876627" y="120825"/>
                  <a:pt x="881542" y="117685"/>
                  <a:pt x="882634" y="117139"/>
                </a:cubicBezTo>
                <a:cubicBezTo>
                  <a:pt x="879630" y="115500"/>
                  <a:pt x="877719" y="113862"/>
                  <a:pt x="876900" y="112224"/>
                </a:cubicBezTo>
                <a:cubicBezTo>
                  <a:pt x="878811" y="111678"/>
                  <a:pt x="881610" y="110995"/>
                  <a:pt x="885296" y="110176"/>
                </a:cubicBezTo>
                <a:cubicBezTo>
                  <a:pt x="888982" y="109357"/>
                  <a:pt x="891781" y="108811"/>
                  <a:pt x="893692" y="108538"/>
                </a:cubicBezTo>
                <a:cubicBezTo>
                  <a:pt x="896150" y="108538"/>
                  <a:pt x="901474" y="112429"/>
                  <a:pt x="909666" y="120211"/>
                </a:cubicBezTo>
                <a:cubicBezTo>
                  <a:pt x="917858" y="127992"/>
                  <a:pt x="923455" y="133795"/>
                  <a:pt x="926458" y="137617"/>
                </a:cubicBezTo>
                <a:lnTo>
                  <a:pt x="926868" y="138846"/>
                </a:lnTo>
                <a:lnTo>
                  <a:pt x="926049" y="141304"/>
                </a:lnTo>
                <a:cubicBezTo>
                  <a:pt x="926049" y="142669"/>
                  <a:pt x="927278" y="143351"/>
                  <a:pt x="929735" y="143351"/>
                </a:cubicBezTo>
                <a:cubicBezTo>
                  <a:pt x="929462" y="144444"/>
                  <a:pt x="927209" y="146696"/>
                  <a:pt x="922977" y="150109"/>
                </a:cubicBezTo>
                <a:cubicBezTo>
                  <a:pt x="918745" y="153523"/>
                  <a:pt x="915946" y="155775"/>
                  <a:pt x="914581" y="156867"/>
                </a:cubicBezTo>
                <a:cubicBezTo>
                  <a:pt x="911304" y="159052"/>
                  <a:pt x="908710" y="161100"/>
                  <a:pt x="906799" y="163011"/>
                </a:cubicBezTo>
                <a:cubicBezTo>
                  <a:pt x="905980" y="163830"/>
                  <a:pt x="904341" y="165400"/>
                  <a:pt x="901884" y="167721"/>
                </a:cubicBezTo>
                <a:cubicBezTo>
                  <a:pt x="899427" y="170042"/>
                  <a:pt x="897788" y="171339"/>
                  <a:pt x="896969" y="171612"/>
                </a:cubicBezTo>
                <a:lnTo>
                  <a:pt x="896560" y="171203"/>
                </a:lnTo>
                <a:lnTo>
                  <a:pt x="897379" y="167107"/>
                </a:lnTo>
                <a:lnTo>
                  <a:pt x="896150" y="168745"/>
                </a:lnTo>
                <a:cubicBezTo>
                  <a:pt x="895877" y="169837"/>
                  <a:pt x="890552" y="175981"/>
                  <a:pt x="880176" y="187176"/>
                </a:cubicBezTo>
                <a:cubicBezTo>
                  <a:pt x="880723" y="186630"/>
                  <a:pt x="881269" y="186357"/>
                  <a:pt x="881815" y="186357"/>
                </a:cubicBezTo>
                <a:lnTo>
                  <a:pt x="882224" y="186766"/>
                </a:lnTo>
                <a:cubicBezTo>
                  <a:pt x="882224" y="188678"/>
                  <a:pt x="881132" y="191135"/>
                  <a:pt x="878948" y="194139"/>
                </a:cubicBezTo>
                <a:cubicBezTo>
                  <a:pt x="876764" y="197142"/>
                  <a:pt x="874442" y="200009"/>
                  <a:pt x="871985" y="202740"/>
                </a:cubicBezTo>
                <a:cubicBezTo>
                  <a:pt x="871439" y="203286"/>
                  <a:pt x="869937" y="205061"/>
                  <a:pt x="867480" y="208064"/>
                </a:cubicBezTo>
                <a:cubicBezTo>
                  <a:pt x="865022" y="211068"/>
                  <a:pt x="863384" y="213662"/>
                  <a:pt x="862565" y="215846"/>
                </a:cubicBezTo>
                <a:cubicBezTo>
                  <a:pt x="863657" y="215573"/>
                  <a:pt x="866388" y="213730"/>
                  <a:pt x="870756" y="210317"/>
                </a:cubicBezTo>
                <a:cubicBezTo>
                  <a:pt x="875125" y="206904"/>
                  <a:pt x="878402" y="204378"/>
                  <a:pt x="880586" y="202740"/>
                </a:cubicBezTo>
                <a:cubicBezTo>
                  <a:pt x="897242" y="189087"/>
                  <a:pt x="906936" y="182261"/>
                  <a:pt x="909666" y="182261"/>
                </a:cubicBezTo>
                <a:cubicBezTo>
                  <a:pt x="911850" y="182261"/>
                  <a:pt x="918540" y="179121"/>
                  <a:pt x="929735" y="172841"/>
                </a:cubicBezTo>
                <a:lnTo>
                  <a:pt x="930964" y="173250"/>
                </a:lnTo>
                <a:cubicBezTo>
                  <a:pt x="930691" y="174070"/>
                  <a:pt x="929121" y="175367"/>
                  <a:pt x="926254" y="177141"/>
                </a:cubicBezTo>
                <a:cubicBezTo>
                  <a:pt x="923387" y="178916"/>
                  <a:pt x="921407" y="180213"/>
                  <a:pt x="920315" y="181032"/>
                </a:cubicBezTo>
                <a:cubicBezTo>
                  <a:pt x="921134" y="180759"/>
                  <a:pt x="922909" y="180008"/>
                  <a:pt x="925639" y="178780"/>
                </a:cubicBezTo>
                <a:cubicBezTo>
                  <a:pt x="928370" y="177551"/>
                  <a:pt x="930964" y="176937"/>
                  <a:pt x="933421" y="176937"/>
                </a:cubicBezTo>
                <a:lnTo>
                  <a:pt x="934650" y="176937"/>
                </a:lnTo>
                <a:cubicBezTo>
                  <a:pt x="934377" y="178029"/>
                  <a:pt x="932329" y="179462"/>
                  <a:pt x="928506" y="181237"/>
                </a:cubicBezTo>
                <a:cubicBezTo>
                  <a:pt x="924684" y="183012"/>
                  <a:pt x="922772" y="184172"/>
                  <a:pt x="922772" y="184719"/>
                </a:cubicBezTo>
                <a:lnTo>
                  <a:pt x="923182" y="185128"/>
                </a:lnTo>
                <a:cubicBezTo>
                  <a:pt x="924547" y="185128"/>
                  <a:pt x="926868" y="184309"/>
                  <a:pt x="930145" y="182671"/>
                </a:cubicBezTo>
                <a:cubicBezTo>
                  <a:pt x="933421" y="181032"/>
                  <a:pt x="935606" y="179940"/>
                  <a:pt x="936698" y="179394"/>
                </a:cubicBezTo>
                <a:cubicBezTo>
                  <a:pt x="936698" y="177483"/>
                  <a:pt x="936220" y="162260"/>
                  <a:pt x="935264" y="133726"/>
                </a:cubicBezTo>
                <a:cubicBezTo>
                  <a:pt x="934309" y="105193"/>
                  <a:pt x="932602" y="86967"/>
                  <a:pt x="930145" y="79048"/>
                </a:cubicBezTo>
                <a:cubicBezTo>
                  <a:pt x="929872" y="78229"/>
                  <a:pt x="929735" y="77000"/>
                  <a:pt x="929735" y="75362"/>
                </a:cubicBezTo>
                <a:lnTo>
                  <a:pt x="929735" y="72905"/>
                </a:lnTo>
                <a:cubicBezTo>
                  <a:pt x="929735" y="70993"/>
                  <a:pt x="929052" y="69082"/>
                  <a:pt x="927687" y="67171"/>
                </a:cubicBezTo>
                <a:lnTo>
                  <a:pt x="929735" y="64713"/>
                </a:lnTo>
                <a:cubicBezTo>
                  <a:pt x="929735" y="63075"/>
                  <a:pt x="929257" y="61641"/>
                  <a:pt x="928302" y="60413"/>
                </a:cubicBezTo>
                <a:cubicBezTo>
                  <a:pt x="927346" y="59184"/>
                  <a:pt x="926322" y="58023"/>
                  <a:pt x="925230" y="56931"/>
                </a:cubicBezTo>
                <a:cubicBezTo>
                  <a:pt x="921953" y="54201"/>
                  <a:pt x="920315" y="51607"/>
                  <a:pt x="920315" y="49149"/>
                </a:cubicBezTo>
                <a:lnTo>
                  <a:pt x="920724" y="45873"/>
                </a:lnTo>
                <a:lnTo>
                  <a:pt x="922363" y="47101"/>
                </a:lnTo>
                <a:lnTo>
                  <a:pt x="922772" y="46692"/>
                </a:lnTo>
                <a:cubicBezTo>
                  <a:pt x="923046" y="45327"/>
                  <a:pt x="926049" y="44644"/>
                  <a:pt x="931783" y="44644"/>
                </a:cubicBezTo>
                <a:cubicBezTo>
                  <a:pt x="939428" y="44644"/>
                  <a:pt x="944070" y="45600"/>
                  <a:pt x="945708" y="47511"/>
                </a:cubicBezTo>
                <a:cubicBezTo>
                  <a:pt x="946801" y="48603"/>
                  <a:pt x="949122" y="49695"/>
                  <a:pt x="952671" y="50788"/>
                </a:cubicBezTo>
                <a:cubicBezTo>
                  <a:pt x="956221" y="51880"/>
                  <a:pt x="958815" y="53245"/>
                  <a:pt x="960453" y="54883"/>
                </a:cubicBezTo>
                <a:cubicBezTo>
                  <a:pt x="962911" y="57341"/>
                  <a:pt x="965709" y="59593"/>
                  <a:pt x="968850" y="61641"/>
                </a:cubicBezTo>
                <a:cubicBezTo>
                  <a:pt x="971990" y="63689"/>
                  <a:pt x="974106" y="65123"/>
                  <a:pt x="975198" y="65942"/>
                </a:cubicBezTo>
                <a:lnTo>
                  <a:pt x="988714" y="62665"/>
                </a:lnTo>
                <a:cubicBezTo>
                  <a:pt x="1060799" y="45190"/>
                  <a:pt x="1099436" y="33858"/>
                  <a:pt x="1104624" y="28670"/>
                </a:cubicBezTo>
                <a:cubicBezTo>
                  <a:pt x="1106808" y="26486"/>
                  <a:pt x="1109948" y="25394"/>
                  <a:pt x="1114044" y="25394"/>
                </a:cubicBezTo>
                <a:close/>
                <a:moveTo>
                  <a:pt x="3754574" y="16383"/>
                </a:moveTo>
                <a:cubicBezTo>
                  <a:pt x="3757031" y="16383"/>
                  <a:pt x="3764950" y="18636"/>
                  <a:pt x="3778329" y="23141"/>
                </a:cubicBezTo>
                <a:cubicBezTo>
                  <a:pt x="3791708" y="27647"/>
                  <a:pt x="3799354" y="30582"/>
                  <a:pt x="3801265" y="31947"/>
                </a:cubicBezTo>
                <a:lnTo>
                  <a:pt x="3802904" y="30718"/>
                </a:lnTo>
                <a:cubicBezTo>
                  <a:pt x="3804269" y="30718"/>
                  <a:pt x="3805224" y="31674"/>
                  <a:pt x="3805771" y="33585"/>
                </a:cubicBezTo>
                <a:cubicBezTo>
                  <a:pt x="3806317" y="35497"/>
                  <a:pt x="3806590" y="37272"/>
                  <a:pt x="3806590" y="38910"/>
                </a:cubicBezTo>
                <a:cubicBezTo>
                  <a:pt x="3806590" y="41094"/>
                  <a:pt x="3806180" y="42801"/>
                  <a:pt x="3805361" y="44030"/>
                </a:cubicBezTo>
                <a:cubicBezTo>
                  <a:pt x="3804542" y="45258"/>
                  <a:pt x="3803177" y="46624"/>
                  <a:pt x="3801265" y="48125"/>
                </a:cubicBezTo>
                <a:cubicBezTo>
                  <a:pt x="3799354" y="49627"/>
                  <a:pt x="3797989" y="50924"/>
                  <a:pt x="3797170" y="52016"/>
                </a:cubicBezTo>
                <a:lnTo>
                  <a:pt x="3798808" y="52835"/>
                </a:lnTo>
                <a:lnTo>
                  <a:pt x="3797170" y="53655"/>
                </a:lnTo>
                <a:cubicBezTo>
                  <a:pt x="3797170" y="53928"/>
                  <a:pt x="3797306" y="54405"/>
                  <a:pt x="3797579" y="55088"/>
                </a:cubicBezTo>
                <a:cubicBezTo>
                  <a:pt x="3797852" y="55771"/>
                  <a:pt x="3797579" y="56249"/>
                  <a:pt x="3796760" y="56522"/>
                </a:cubicBezTo>
                <a:lnTo>
                  <a:pt x="3794302" y="60208"/>
                </a:lnTo>
                <a:lnTo>
                  <a:pt x="3795941" y="62665"/>
                </a:lnTo>
                <a:lnTo>
                  <a:pt x="3794302" y="63075"/>
                </a:lnTo>
                <a:cubicBezTo>
                  <a:pt x="3788569" y="96660"/>
                  <a:pt x="3784609" y="128061"/>
                  <a:pt x="3782425" y="157277"/>
                </a:cubicBezTo>
                <a:cubicBezTo>
                  <a:pt x="3782425" y="158096"/>
                  <a:pt x="3782493" y="159188"/>
                  <a:pt x="3782630" y="160554"/>
                </a:cubicBezTo>
                <a:cubicBezTo>
                  <a:pt x="3782766" y="161919"/>
                  <a:pt x="3782562" y="163148"/>
                  <a:pt x="3782015" y="164240"/>
                </a:cubicBezTo>
                <a:lnTo>
                  <a:pt x="3780786" y="158915"/>
                </a:lnTo>
                <a:cubicBezTo>
                  <a:pt x="3780786" y="161100"/>
                  <a:pt x="3779694" y="163967"/>
                  <a:pt x="3777510" y="167516"/>
                </a:cubicBezTo>
                <a:lnTo>
                  <a:pt x="3776691" y="164649"/>
                </a:lnTo>
                <a:lnTo>
                  <a:pt x="3776691" y="159325"/>
                </a:lnTo>
                <a:cubicBezTo>
                  <a:pt x="3776691" y="155229"/>
                  <a:pt x="3777100" y="153045"/>
                  <a:pt x="3777920" y="152772"/>
                </a:cubicBezTo>
                <a:lnTo>
                  <a:pt x="3778739" y="153181"/>
                </a:lnTo>
                <a:cubicBezTo>
                  <a:pt x="3778466" y="152635"/>
                  <a:pt x="3778124" y="152021"/>
                  <a:pt x="3777715" y="151338"/>
                </a:cubicBezTo>
                <a:cubicBezTo>
                  <a:pt x="3777306" y="150656"/>
                  <a:pt x="3777100" y="149905"/>
                  <a:pt x="3777100" y="149086"/>
                </a:cubicBezTo>
                <a:lnTo>
                  <a:pt x="3777510" y="139665"/>
                </a:lnTo>
                <a:cubicBezTo>
                  <a:pt x="3776691" y="143215"/>
                  <a:pt x="3776008" y="149086"/>
                  <a:pt x="3775462" y="157277"/>
                </a:cubicBezTo>
                <a:cubicBezTo>
                  <a:pt x="3775462" y="161373"/>
                  <a:pt x="3775326" y="164376"/>
                  <a:pt x="3775052" y="166288"/>
                </a:cubicBezTo>
                <a:lnTo>
                  <a:pt x="3773824" y="163830"/>
                </a:lnTo>
                <a:lnTo>
                  <a:pt x="3773005" y="165059"/>
                </a:lnTo>
                <a:cubicBezTo>
                  <a:pt x="3773005" y="163421"/>
                  <a:pt x="3773210" y="161782"/>
                  <a:pt x="3773619" y="160144"/>
                </a:cubicBezTo>
                <a:cubicBezTo>
                  <a:pt x="3774028" y="158506"/>
                  <a:pt x="3774234" y="156867"/>
                  <a:pt x="3774234" y="155229"/>
                </a:cubicBezTo>
                <a:lnTo>
                  <a:pt x="3774138" y="150620"/>
                </a:lnTo>
                <a:lnTo>
                  <a:pt x="3777100" y="138027"/>
                </a:lnTo>
                <a:lnTo>
                  <a:pt x="3776281" y="136389"/>
                </a:lnTo>
                <a:lnTo>
                  <a:pt x="3774125" y="150043"/>
                </a:lnTo>
                <a:lnTo>
                  <a:pt x="3773824" y="135570"/>
                </a:lnTo>
                <a:lnTo>
                  <a:pt x="3773005" y="133522"/>
                </a:lnTo>
                <a:lnTo>
                  <a:pt x="3771366" y="133522"/>
                </a:lnTo>
                <a:lnTo>
                  <a:pt x="3773005" y="138437"/>
                </a:lnTo>
                <a:cubicBezTo>
                  <a:pt x="3773005" y="139802"/>
                  <a:pt x="3772595" y="142123"/>
                  <a:pt x="3771776" y="145399"/>
                </a:cubicBezTo>
                <a:cubicBezTo>
                  <a:pt x="3770957" y="148676"/>
                  <a:pt x="3770547" y="151133"/>
                  <a:pt x="3770547" y="152772"/>
                </a:cubicBezTo>
                <a:lnTo>
                  <a:pt x="3767680" y="225676"/>
                </a:lnTo>
                <a:cubicBezTo>
                  <a:pt x="3767407" y="224857"/>
                  <a:pt x="3767271" y="223492"/>
                  <a:pt x="3767271" y="221580"/>
                </a:cubicBezTo>
                <a:lnTo>
                  <a:pt x="3767271" y="217485"/>
                </a:lnTo>
                <a:cubicBezTo>
                  <a:pt x="3767271" y="215027"/>
                  <a:pt x="3766998" y="213525"/>
                  <a:pt x="3766452" y="212979"/>
                </a:cubicBezTo>
                <a:cubicBezTo>
                  <a:pt x="3765359" y="217348"/>
                  <a:pt x="3764813" y="222536"/>
                  <a:pt x="3764813" y="228543"/>
                </a:cubicBezTo>
                <a:lnTo>
                  <a:pt x="3761946" y="230591"/>
                </a:lnTo>
                <a:lnTo>
                  <a:pt x="3763584" y="234687"/>
                </a:lnTo>
                <a:cubicBezTo>
                  <a:pt x="3763584" y="235506"/>
                  <a:pt x="3763380" y="236257"/>
                  <a:pt x="3762970" y="236939"/>
                </a:cubicBezTo>
                <a:cubicBezTo>
                  <a:pt x="3762561" y="237622"/>
                  <a:pt x="3762356" y="238373"/>
                  <a:pt x="3762356" y="239192"/>
                </a:cubicBezTo>
                <a:lnTo>
                  <a:pt x="3762356" y="240830"/>
                </a:lnTo>
                <a:cubicBezTo>
                  <a:pt x="3762356" y="243015"/>
                  <a:pt x="3761810" y="244107"/>
                  <a:pt x="3760718" y="244107"/>
                </a:cubicBezTo>
                <a:lnTo>
                  <a:pt x="3759898" y="242469"/>
                </a:lnTo>
                <a:lnTo>
                  <a:pt x="3759489" y="244107"/>
                </a:lnTo>
                <a:cubicBezTo>
                  <a:pt x="3759489" y="244926"/>
                  <a:pt x="3760035" y="245336"/>
                  <a:pt x="3761127" y="245336"/>
                </a:cubicBezTo>
                <a:lnTo>
                  <a:pt x="3761946" y="245336"/>
                </a:lnTo>
                <a:cubicBezTo>
                  <a:pt x="3760581" y="246428"/>
                  <a:pt x="3759625" y="252435"/>
                  <a:pt x="3759079" y="263357"/>
                </a:cubicBezTo>
                <a:cubicBezTo>
                  <a:pt x="3759079" y="267180"/>
                  <a:pt x="3758806" y="270456"/>
                  <a:pt x="3758260" y="273187"/>
                </a:cubicBezTo>
                <a:lnTo>
                  <a:pt x="3758260" y="266224"/>
                </a:lnTo>
                <a:lnTo>
                  <a:pt x="3758260" y="257213"/>
                </a:lnTo>
                <a:cubicBezTo>
                  <a:pt x="3758260" y="253118"/>
                  <a:pt x="3758124" y="250114"/>
                  <a:pt x="3757850" y="248203"/>
                </a:cubicBezTo>
                <a:lnTo>
                  <a:pt x="3756622" y="246974"/>
                </a:lnTo>
                <a:lnTo>
                  <a:pt x="3758260" y="243697"/>
                </a:lnTo>
                <a:lnTo>
                  <a:pt x="3757031" y="244107"/>
                </a:lnTo>
                <a:lnTo>
                  <a:pt x="3756622" y="243288"/>
                </a:lnTo>
                <a:cubicBezTo>
                  <a:pt x="3756622" y="242469"/>
                  <a:pt x="3756758" y="241718"/>
                  <a:pt x="3757031" y="241035"/>
                </a:cubicBezTo>
                <a:cubicBezTo>
                  <a:pt x="3757304" y="240352"/>
                  <a:pt x="3757441" y="239738"/>
                  <a:pt x="3757441" y="239192"/>
                </a:cubicBezTo>
                <a:cubicBezTo>
                  <a:pt x="3757441" y="238373"/>
                  <a:pt x="3757168" y="237690"/>
                  <a:pt x="3756622" y="237144"/>
                </a:cubicBezTo>
                <a:cubicBezTo>
                  <a:pt x="3755530" y="238509"/>
                  <a:pt x="3754847" y="241308"/>
                  <a:pt x="3754574" y="245540"/>
                </a:cubicBezTo>
                <a:cubicBezTo>
                  <a:pt x="3754301" y="249773"/>
                  <a:pt x="3754164" y="252435"/>
                  <a:pt x="3754164" y="253527"/>
                </a:cubicBezTo>
                <a:lnTo>
                  <a:pt x="3752116" y="255165"/>
                </a:lnTo>
                <a:cubicBezTo>
                  <a:pt x="3754028" y="256531"/>
                  <a:pt x="3754984" y="257896"/>
                  <a:pt x="3754984" y="259261"/>
                </a:cubicBezTo>
                <a:lnTo>
                  <a:pt x="3753755" y="269910"/>
                </a:lnTo>
                <a:lnTo>
                  <a:pt x="3753345" y="265405"/>
                </a:lnTo>
                <a:cubicBezTo>
                  <a:pt x="3753345" y="264859"/>
                  <a:pt x="3753414" y="263767"/>
                  <a:pt x="3753550" y="262128"/>
                </a:cubicBezTo>
                <a:cubicBezTo>
                  <a:pt x="3753686" y="260490"/>
                  <a:pt x="3753618" y="259398"/>
                  <a:pt x="3753345" y="258852"/>
                </a:cubicBezTo>
                <a:cubicBezTo>
                  <a:pt x="3751980" y="259125"/>
                  <a:pt x="3750614" y="259944"/>
                  <a:pt x="3749249" y="261309"/>
                </a:cubicBezTo>
                <a:cubicBezTo>
                  <a:pt x="3748157" y="261309"/>
                  <a:pt x="3747270" y="260831"/>
                  <a:pt x="3746587" y="259876"/>
                </a:cubicBezTo>
                <a:cubicBezTo>
                  <a:pt x="3745904" y="258920"/>
                  <a:pt x="3745563" y="258033"/>
                  <a:pt x="3745563" y="257213"/>
                </a:cubicBezTo>
                <a:lnTo>
                  <a:pt x="3747202" y="254756"/>
                </a:lnTo>
                <a:lnTo>
                  <a:pt x="3746382" y="254346"/>
                </a:lnTo>
                <a:cubicBezTo>
                  <a:pt x="3745563" y="254619"/>
                  <a:pt x="3744744" y="255848"/>
                  <a:pt x="3743925" y="258033"/>
                </a:cubicBezTo>
                <a:cubicBezTo>
                  <a:pt x="3743106" y="260217"/>
                  <a:pt x="3742696" y="261992"/>
                  <a:pt x="3742696" y="263357"/>
                </a:cubicBezTo>
                <a:lnTo>
                  <a:pt x="3743515" y="266224"/>
                </a:lnTo>
                <a:cubicBezTo>
                  <a:pt x="3743515" y="267043"/>
                  <a:pt x="3743311" y="269774"/>
                  <a:pt x="3742901" y="274415"/>
                </a:cubicBezTo>
                <a:cubicBezTo>
                  <a:pt x="3742492" y="279057"/>
                  <a:pt x="3741468" y="281651"/>
                  <a:pt x="3739829" y="282197"/>
                </a:cubicBezTo>
                <a:lnTo>
                  <a:pt x="3739010" y="282197"/>
                </a:lnTo>
                <a:lnTo>
                  <a:pt x="3740648" y="275644"/>
                </a:lnTo>
                <a:lnTo>
                  <a:pt x="3740648" y="274006"/>
                </a:lnTo>
                <a:cubicBezTo>
                  <a:pt x="3740648" y="272095"/>
                  <a:pt x="3740444" y="269842"/>
                  <a:pt x="3740034" y="267248"/>
                </a:cubicBezTo>
                <a:cubicBezTo>
                  <a:pt x="3739624" y="264654"/>
                  <a:pt x="3739283" y="263357"/>
                  <a:pt x="3739010" y="263357"/>
                </a:cubicBezTo>
                <a:cubicBezTo>
                  <a:pt x="3738464" y="263357"/>
                  <a:pt x="3737645" y="263493"/>
                  <a:pt x="3736553" y="263767"/>
                </a:cubicBezTo>
                <a:cubicBezTo>
                  <a:pt x="3735460" y="264040"/>
                  <a:pt x="3734505" y="263630"/>
                  <a:pt x="3733686" y="262538"/>
                </a:cubicBezTo>
                <a:lnTo>
                  <a:pt x="3734505" y="260490"/>
                </a:lnTo>
                <a:cubicBezTo>
                  <a:pt x="3734505" y="259125"/>
                  <a:pt x="3734095" y="258715"/>
                  <a:pt x="3733276" y="259261"/>
                </a:cubicBezTo>
                <a:cubicBezTo>
                  <a:pt x="3730272" y="233048"/>
                  <a:pt x="3728361" y="206290"/>
                  <a:pt x="3727542" y="178984"/>
                </a:cubicBezTo>
                <a:cubicBezTo>
                  <a:pt x="3726723" y="151680"/>
                  <a:pt x="3726313" y="119460"/>
                  <a:pt x="3726313" y="82325"/>
                </a:cubicBezTo>
                <a:cubicBezTo>
                  <a:pt x="3726313" y="66488"/>
                  <a:pt x="3727269" y="53655"/>
                  <a:pt x="3729180" y="43825"/>
                </a:cubicBezTo>
                <a:cubicBezTo>
                  <a:pt x="3729999" y="43006"/>
                  <a:pt x="3730546" y="40548"/>
                  <a:pt x="3730818" y="36452"/>
                </a:cubicBezTo>
                <a:cubicBezTo>
                  <a:pt x="3731092" y="32357"/>
                  <a:pt x="3731228" y="29080"/>
                  <a:pt x="3731228" y="26623"/>
                </a:cubicBezTo>
                <a:cubicBezTo>
                  <a:pt x="3730409" y="26077"/>
                  <a:pt x="3728976" y="25257"/>
                  <a:pt x="3726928" y="24165"/>
                </a:cubicBezTo>
                <a:cubicBezTo>
                  <a:pt x="3724880" y="23073"/>
                  <a:pt x="3723856" y="21844"/>
                  <a:pt x="3723856" y="20479"/>
                </a:cubicBezTo>
                <a:cubicBezTo>
                  <a:pt x="3724675" y="19114"/>
                  <a:pt x="3728634" y="18363"/>
                  <a:pt x="3735734" y="18226"/>
                </a:cubicBezTo>
                <a:cubicBezTo>
                  <a:pt x="3742833" y="18090"/>
                  <a:pt x="3747475" y="17885"/>
                  <a:pt x="3749659" y="17612"/>
                </a:cubicBezTo>
                <a:close/>
                <a:moveTo>
                  <a:pt x="3446164" y="14745"/>
                </a:moveTo>
                <a:cubicBezTo>
                  <a:pt x="3451625" y="14745"/>
                  <a:pt x="3458451" y="16588"/>
                  <a:pt x="3466643" y="20274"/>
                </a:cubicBezTo>
                <a:cubicBezTo>
                  <a:pt x="3474834" y="23960"/>
                  <a:pt x="3482616" y="28124"/>
                  <a:pt x="3489988" y="32766"/>
                </a:cubicBezTo>
                <a:cubicBezTo>
                  <a:pt x="3491081" y="34405"/>
                  <a:pt x="3492310" y="35224"/>
                  <a:pt x="3493674" y="35224"/>
                </a:cubicBezTo>
                <a:cubicBezTo>
                  <a:pt x="3498316" y="37408"/>
                  <a:pt x="3502754" y="40480"/>
                  <a:pt x="3506986" y="44439"/>
                </a:cubicBezTo>
                <a:cubicBezTo>
                  <a:pt x="3511218" y="48398"/>
                  <a:pt x="3514426" y="52699"/>
                  <a:pt x="3516611" y="57341"/>
                </a:cubicBezTo>
                <a:cubicBezTo>
                  <a:pt x="3508419" y="65805"/>
                  <a:pt x="3502207" y="75703"/>
                  <a:pt x="3497975" y="87035"/>
                </a:cubicBezTo>
                <a:cubicBezTo>
                  <a:pt x="3493743" y="98367"/>
                  <a:pt x="3491012" y="109630"/>
                  <a:pt x="3489784" y="120825"/>
                </a:cubicBezTo>
                <a:cubicBezTo>
                  <a:pt x="3488555" y="132020"/>
                  <a:pt x="3487531" y="146219"/>
                  <a:pt x="3486712" y="163421"/>
                </a:cubicBezTo>
                <a:lnTo>
                  <a:pt x="3485483" y="182671"/>
                </a:lnTo>
                <a:lnTo>
                  <a:pt x="3501456" y="180623"/>
                </a:lnTo>
                <a:cubicBezTo>
                  <a:pt x="3513198" y="179804"/>
                  <a:pt x="3523574" y="178438"/>
                  <a:pt x="3532584" y="176527"/>
                </a:cubicBezTo>
                <a:lnTo>
                  <a:pt x="3532994" y="175708"/>
                </a:lnTo>
                <a:cubicBezTo>
                  <a:pt x="3532720" y="172704"/>
                  <a:pt x="3525348" y="161100"/>
                  <a:pt x="3510876" y="140894"/>
                </a:cubicBezTo>
                <a:cubicBezTo>
                  <a:pt x="3501593" y="126422"/>
                  <a:pt x="3496951" y="119323"/>
                  <a:pt x="3496951" y="119596"/>
                </a:cubicBezTo>
                <a:cubicBezTo>
                  <a:pt x="3499136" y="120415"/>
                  <a:pt x="3508692" y="132839"/>
                  <a:pt x="3525621" y="156867"/>
                </a:cubicBezTo>
                <a:lnTo>
                  <a:pt x="3539547" y="175708"/>
                </a:lnTo>
                <a:cubicBezTo>
                  <a:pt x="3539547" y="172704"/>
                  <a:pt x="3534496" y="164649"/>
                  <a:pt x="3524392" y="151543"/>
                </a:cubicBezTo>
                <a:cubicBezTo>
                  <a:pt x="3523300" y="150178"/>
                  <a:pt x="3521594" y="147925"/>
                  <a:pt x="3519273" y="144785"/>
                </a:cubicBezTo>
                <a:cubicBezTo>
                  <a:pt x="3516952" y="141645"/>
                  <a:pt x="3515792" y="139665"/>
                  <a:pt x="3515792" y="138846"/>
                </a:cubicBezTo>
                <a:lnTo>
                  <a:pt x="3516201" y="138437"/>
                </a:lnTo>
                <a:lnTo>
                  <a:pt x="3519887" y="140484"/>
                </a:lnTo>
                <a:lnTo>
                  <a:pt x="3519887" y="140075"/>
                </a:lnTo>
                <a:cubicBezTo>
                  <a:pt x="3518522" y="138437"/>
                  <a:pt x="3515792" y="135023"/>
                  <a:pt x="3511696" y="129836"/>
                </a:cubicBezTo>
                <a:cubicBezTo>
                  <a:pt x="3507600" y="124648"/>
                  <a:pt x="3504324" y="119869"/>
                  <a:pt x="3501866" y="115500"/>
                </a:cubicBezTo>
                <a:cubicBezTo>
                  <a:pt x="3503504" y="116866"/>
                  <a:pt x="3506712" y="119937"/>
                  <a:pt x="3511491" y="124716"/>
                </a:cubicBezTo>
                <a:cubicBezTo>
                  <a:pt x="3516270" y="129494"/>
                  <a:pt x="3520980" y="133385"/>
                  <a:pt x="3525621" y="136389"/>
                </a:cubicBezTo>
                <a:cubicBezTo>
                  <a:pt x="3526440" y="136662"/>
                  <a:pt x="3526987" y="137208"/>
                  <a:pt x="3527260" y="138027"/>
                </a:cubicBezTo>
                <a:lnTo>
                  <a:pt x="3525621" y="137208"/>
                </a:lnTo>
                <a:cubicBezTo>
                  <a:pt x="3526168" y="138300"/>
                  <a:pt x="3528010" y="139665"/>
                  <a:pt x="3531151" y="141304"/>
                </a:cubicBezTo>
                <a:cubicBezTo>
                  <a:pt x="3534291" y="142942"/>
                  <a:pt x="3535861" y="144717"/>
                  <a:pt x="3535861" y="146628"/>
                </a:cubicBezTo>
                <a:lnTo>
                  <a:pt x="3530536" y="143351"/>
                </a:lnTo>
                <a:cubicBezTo>
                  <a:pt x="3531902" y="144717"/>
                  <a:pt x="3533540" y="146082"/>
                  <a:pt x="3535451" y="147447"/>
                </a:cubicBezTo>
                <a:cubicBezTo>
                  <a:pt x="3537363" y="148812"/>
                  <a:pt x="3538728" y="150041"/>
                  <a:pt x="3539547" y="151133"/>
                </a:cubicBezTo>
                <a:cubicBezTo>
                  <a:pt x="3539820" y="152772"/>
                  <a:pt x="3542004" y="155297"/>
                  <a:pt x="3546100" y="158711"/>
                </a:cubicBezTo>
                <a:cubicBezTo>
                  <a:pt x="3550196" y="162124"/>
                  <a:pt x="3552790" y="164376"/>
                  <a:pt x="3553882" y="165469"/>
                </a:cubicBezTo>
                <a:cubicBezTo>
                  <a:pt x="3553063" y="162738"/>
                  <a:pt x="3552176" y="160554"/>
                  <a:pt x="3551220" y="158915"/>
                </a:cubicBezTo>
                <a:cubicBezTo>
                  <a:pt x="3550264" y="157277"/>
                  <a:pt x="3548831" y="155502"/>
                  <a:pt x="3546920" y="153591"/>
                </a:cubicBezTo>
                <a:lnTo>
                  <a:pt x="3548558" y="154000"/>
                </a:lnTo>
                <a:cubicBezTo>
                  <a:pt x="3548558" y="152908"/>
                  <a:pt x="3545690" y="149222"/>
                  <a:pt x="3539956" y="142942"/>
                </a:cubicBezTo>
                <a:cubicBezTo>
                  <a:pt x="3533949" y="135843"/>
                  <a:pt x="3530536" y="131337"/>
                  <a:pt x="3529717" y="129426"/>
                </a:cubicBezTo>
                <a:cubicBezTo>
                  <a:pt x="3531082" y="129699"/>
                  <a:pt x="3533813" y="131883"/>
                  <a:pt x="3537909" y="135979"/>
                </a:cubicBezTo>
                <a:cubicBezTo>
                  <a:pt x="3543370" y="140894"/>
                  <a:pt x="3546783" y="143488"/>
                  <a:pt x="3548148" y="143761"/>
                </a:cubicBezTo>
                <a:lnTo>
                  <a:pt x="3551425" y="147447"/>
                </a:lnTo>
                <a:cubicBezTo>
                  <a:pt x="3549786" y="147447"/>
                  <a:pt x="3548421" y="146901"/>
                  <a:pt x="3547329" y="145809"/>
                </a:cubicBezTo>
                <a:cubicBezTo>
                  <a:pt x="3549240" y="147720"/>
                  <a:pt x="3551561" y="149563"/>
                  <a:pt x="3554292" y="151338"/>
                </a:cubicBezTo>
                <a:cubicBezTo>
                  <a:pt x="3557022" y="153113"/>
                  <a:pt x="3558933" y="154137"/>
                  <a:pt x="3560026" y="154410"/>
                </a:cubicBezTo>
                <a:cubicBezTo>
                  <a:pt x="3558660" y="153318"/>
                  <a:pt x="3557842" y="151953"/>
                  <a:pt x="3557568" y="150314"/>
                </a:cubicBezTo>
                <a:cubicBezTo>
                  <a:pt x="3557295" y="148676"/>
                  <a:pt x="3557022" y="147447"/>
                  <a:pt x="3556749" y="146628"/>
                </a:cubicBezTo>
                <a:lnTo>
                  <a:pt x="3556749" y="149495"/>
                </a:lnTo>
                <a:cubicBezTo>
                  <a:pt x="3555930" y="148949"/>
                  <a:pt x="3554565" y="146969"/>
                  <a:pt x="3552654" y="143556"/>
                </a:cubicBezTo>
                <a:cubicBezTo>
                  <a:pt x="3550742" y="140143"/>
                  <a:pt x="3549650" y="138164"/>
                  <a:pt x="3549377" y="137617"/>
                </a:cubicBezTo>
                <a:cubicBezTo>
                  <a:pt x="3551015" y="137890"/>
                  <a:pt x="3556066" y="142259"/>
                  <a:pt x="3564531" y="150724"/>
                </a:cubicBezTo>
                <a:lnTo>
                  <a:pt x="3562483" y="146219"/>
                </a:lnTo>
                <a:lnTo>
                  <a:pt x="3551834" y="133931"/>
                </a:lnTo>
                <a:cubicBezTo>
                  <a:pt x="3556203" y="137208"/>
                  <a:pt x="3560572" y="140758"/>
                  <a:pt x="3564941" y="144580"/>
                </a:cubicBezTo>
                <a:cubicBezTo>
                  <a:pt x="3573951" y="151680"/>
                  <a:pt x="3579822" y="156048"/>
                  <a:pt x="3582552" y="157687"/>
                </a:cubicBezTo>
                <a:cubicBezTo>
                  <a:pt x="3582279" y="156867"/>
                  <a:pt x="3579685" y="154137"/>
                  <a:pt x="3574770" y="149495"/>
                </a:cubicBezTo>
                <a:cubicBezTo>
                  <a:pt x="3569856" y="144853"/>
                  <a:pt x="3566033" y="141304"/>
                  <a:pt x="3563302" y="138846"/>
                </a:cubicBezTo>
                <a:cubicBezTo>
                  <a:pt x="3564668" y="139938"/>
                  <a:pt x="3570811" y="144444"/>
                  <a:pt x="3581733" y="152362"/>
                </a:cubicBezTo>
                <a:cubicBezTo>
                  <a:pt x="3592655" y="160281"/>
                  <a:pt x="3599072" y="164376"/>
                  <a:pt x="3600983" y="164649"/>
                </a:cubicBezTo>
                <a:lnTo>
                  <a:pt x="3601393" y="164240"/>
                </a:lnTo>
                <a:lnTo>
                  <a:pt x="3596887" y="159734"/>
                </a:lnTo>
                <a:cubicBezTo>
                  <a:pt x="3598799" y="160008"/>
                  <a:pt x="3601324" y="161987"/>
                  <a:pt x="3604464" y="165673"/>
                </a:cubicBezTo>
                <a:cubicBezTo>
                  <a:pt x="3607605" y="169359"/>
                  <a:pt x="3610130" y="172568"/>
                  <a:pt x="3612042" y="175298"/>
                </a:cubicBezTo>
                <a:cubicBezTo>
                  <a:pt x="3614772" y="179121"/>
                  <a:pt x="3616888" y="181852"/>
                  <a:pt x="3618390" y="183490"/>
                </a:cubicBezTo>
                <a:cubicBezTo>
                  <a:pt x="3619892" y="185128"/>
                  <a:pt x="3622145" y="186630"/>
                  <a:pt x="3625148" y="187995"/>
                </a:cubicBezTo>
                <a:cubicBezTo>
                  <a:pt x="3628152" y="189087"/>
                  <a:pt x="3630063" y="190589"/>
                  <a:pt x="3630882" y="192500"/>
                </a:cubicBezTo>
                <a:lnTo>
                  <a:pt x="3630472" y="193320"/>
                </a:lnTo>
                <a:lnTo>
                  <a:pt x="3628425" y="193320"/>
                </a:lnTo>
                <a:cubicBezTo>
                  <a:pt x="3629244" y="194958"/>
                  <a:pt x="3631087" y="196187"/>
                  <a:pt x="3633954" y="197006"/>
                </a:cubicBezTo>
                <a:cubicBezTo>
                  <a:pt x="3636821" y="197825"/>
                  <a:pt x="3639210" y="198849"/>
                  <a:pt x="3641122" y="200078"/>
                </a:cubicBezTo>
                <a:cubicBezTo>
                  <a:pt x="3643033" y="201306"/>
                  <a:pt x="3644671" y="204105"/>
                  <a:pt x="3646036" y="208474"/>
                </a:cubicBezTo>
                <a:cubicBezTo>
                  <a:pt x="3643579" y="206563"/>
                  <a:pt x="3641122" y="205607"/>
                  <a:pt x="3638664" y="205607"/>
                </a:cubicBezTo>
                <a:cubicBezTo>
                  <a:pt x="3636753" y="205607"/>
                  <a:pt x="3635319" y="206221"/>
                  <a:pt x="3634364" y="207450"/>
                </a:cubicBezTo>
                <a:cubicBezTo>
                  <a:pt x="3633408" y="208679"/>
                  <a:pt x="3632111" y="209293"/>
                  <a:pt x="3630472" y="209293"/>
                </a:cubicBezTo>
                <a:lnTo>
                  <a:pt x="3629653" y="209703"/>
                </a:lnTo>
                <a:cubicBezTo>
                  <a:pt x="3630472" y="210522"/>
                  <a:pt x="3631770" y="211682"/>
                  <a:pt x="3633544" y="213184"/>
                </a:cubicBezTo>
                <a:cubicBezTo>
                  <a:pt x="3635319" y="214686"/>
                  <a:pt x="3636616" y="216119"/>
                  <a:pt x="3637436" y="217485"/>
                </a:cubicBezTo>
                <a:lnTo>
                  <a:pt x="3635797" y="220761"/>
                </a:lnTo>
                <a:lnTo>
                  <a:pt x="3637845" y="221990"/>
                </a:lnTo>
                <a:cubicBezTo>
                  <a:pt x="3637026" y="222536"/>
                  <a:pt x="3635728" y="222741"/>
                  <a:pt x="3633954" y="222604"/>
                </a:cubicBezTo>
                <a:cubicBezTo>
                  <a:pt x="3632179" y="222468"/>
                  <a:pt x="3631019" y="222399"/>
                  <a:pt x="3630472" y="222399"/>
                </a:cubicBezTo>
                <a:lnTo>
                  <a:pt x="3632111" y="224447"/>
                </a:lnTo>
                <a:lnTo>
                  <a:pt x="3630882" y="225266"/>
                </a:lnTo>
                <a:cubicBezTo>
                  <a:pt x="3628425" y="224447"/>
                  <a:pt x="3626240" y="223901"/>
                  <a:pt x="3624329" y="223628"/>
                </a:cubicBezTo>
                <a:cubicBezTo>
                  <a:pt x="3622418" y="223355"/>
                  <a:pt x="3620916" y="223082"/>
                  <a:pt x="3619824" y="222809"/>
                </a:cubicBezTo>
                <a:cubicBezTo>
                  <a:pt x="3614636" y="222263"/>
                  <a:pt x="3610267" y="221307"/>
                  <a:pt x="3606717" y="219942"/>
                </a:cubicBezTo>
                <a:cubicBezTo>
                  <a:pt x="3597707" y="220761"/>
                  <a:pt x="3588696" y="221990"/>
                  <a:pt x="3579685" y="223628"/>
                </a:cubicBezTo>
                <a:cubicBezTo>
                  <a:pt x="3566306" y="226086"/>
                  <a:pt x="3554701" y="227451"/>
                  <a:pt x="3544871" y="227724"/>
                </a:cubicBezTo>
                <a:cubicBezTo>
                  <a:pt x="3532584" y="227997"/>
                  <a:pt x="3513880" y="229226"/>
                  <a:pt x="3488760" y="231410"/>
                </a:cubicBezTo>
                <a:lnTo>
                  <a:pt x="3513744" y="226086"/>
                </a:lnTo>
                <a:cubicBezTo>
                  <a:pt x="3500364" y="226632"/>
                  <a:pt x="3487121" y="227451"/>
                  <a:pt x="3474015" y="228543"/>
                </a:cubicBezTo>
                <a:cubicBezTo>
                  <a:pt x="3470465" y="243561"/>
                  <a:pt x="3468554" y="258033"/>
                  <a:pt x="3468281" y="271958"/>
                </a:cubicBezTo>
                <a:cubicBezTo>
                  <a:pt x="3462820" y="278238"/>
                  <a:pt x="3456130" y="285474"/>
                  <a:pt x="3448212" y="293665"/>
                </a:cubicBezTo>
                <a:cubicBezTo>
                  <a:pt x="3440294" y="301857"/>
                  <a:pt x="3435242" y="306089"/>
                  <a:pt x="3433058" y="306362"/>
                </a:cubicBezTo>
                <a:lnTo>
                  <a:pt x="3429781" y="304724"/>
                </a:lnTo>
                <a:cubicBezTo>
                  <a:pt x="3428143" y="304997"/>
                  <a:pt x="3423501" y="307728"/>
                  <a:pt x="3415855" y="312916"/>
                </a:cubicBezTo>
                <a:cubicBezTo>
                  <a:pt x="3408210" y="318103"/>
                  <a:pt x="3403568" y="321244"/>
                  <a:pt x="3401930" y="322336"/>
                </a:cubicBezTo>
                <a:cubicBezTo>
                  <a:pt x="3400292" y="323155"/>
                  <a:pt x="3394898" y="326022"/>
                  <a:pt x="3385752" y="330937"/>
                </a:cubicBezTo>
                <a:cubicBezTo>
                  <a:pt x="3376604" y="335852"/>
                  <a:pt x="3371894" y="338992"/>
                  <a:pt x="3371621" y="340357"/>
                </a:cubicBezTo>
                <a:cubicBezTo>
                  <a:pt x="3371348" y="340630"/>
                  <a:pt x="3370802" y="340835"/>
                  <a:pt x="3369983" y="340971"/>
                </a:cubicBezTo>
                <a:cubicBezTo>
                  <a:pt x="3369164" y="341108"/>
                  <a:pt x="3368618" y="341313"/>
                  <a:pt x="3368344" y="341586"/>
                </a:cubicBezTo>
                <a:cubicBezTo>
                  <a:pt x="3368618" y="342132"/>
                  <a:pt x="3368618" y="342610"/>
                  <a:pt x="3368344" y="343019"/>
                </a:cubicBezTo>
                <a:cubicBezTo>
                  <a:pt x="3368071" y="343429"/>
                  <a:pt x="3367662" y="343634"/>
                  <a:pt x="3367116" y="343634"/>
                </a:cubicBezTo>
                <a:lnTo>
                  <a:pt x="3365068" y="343634"/>
                </a:lnTo>
                <a:cubicBezTo>
                  <a:pt x="3362338" y="343634"/>
                  <a:pt x="3360836" y="344043"/>
                  <a:pt x="3360563" y="344862"/>
                </a:cubicBezTo>
                <a:cubicBezTo>
                  <a:pt x="3361655" y="345682"/>
                  <a:pt x="3369983" y="347320"/>
                  <a:pt x="3385547" y="349777"/>
                </a:cubicBezTo>
                <a:cubicBezTo>
                  <a:pt x="3394284" y="350869"/>
                  <a:pt x="3399609" y="351689"/>
                  <a:pt x="3401520" y="352235"/>
                </a:cubicBezTo>
                <a:cubicBezTo>
                  <a:pt x="3400974" y="353327"/>
                  <a:pt x="3400155" y="353873"/>
                  <a:pt x="3399063" y="353873"/>
                </a:cubicBezTo>
                <a:lnTo>
                  <a:pt x="3397424" y="353463"/>
                </a:lnTo>
                <a:cubicBezTo>
                  <a:pt x="3389779" y="351825"/>
                  <a:pt x="3378311" y="350460"/>
                  <a:pt x="3363020" y="349368"/>
                </a:cubicBezTo>
                <a:lnTo>
                  <a:pt x="3352781" y="348549"/>
                </a:lnTo>
                <a:cubicBezTo>
                  <a:pt x="3342951" y="357559"/>
                  <a:pt x="3336056" y="363362"/>
                  <a:pt x="3332097" y="365955"/>
                </a:cubicBezTo>
                <a:cubicBezTo>
                  <a:pt x="3328138" y="368549"/>
                  <a:pt x="3320970" y="372167"/>
                  <a:pt x="3310595" y="376809"/>
                </a:cubicBezTo>
                <a:lnTo>
                  <a:pt x="3301174" y="380905"/>
                </a:lnTo>
                <a:lnTo>
                  <a:pt x="3303632" y="376400"/>
                </a:lnTo>
                <a:cubicBezTo>
                  <a:pt x="3301447" y="376946"/>
                  <a:pt x="3297215" y="377901"/>
                  <a:pt x="3290935" y="379267"/>
                </a:cubicBezTo>
                <a:cubicBezTo>
                  <a:pt x="3295304" y="375444"/>
                  <a:pt x="3298717" y="372713"/>
                  <a:pt x="3301174" y="371075"/>
                </a:cubicBezTo>
                <a:cubicBezTo>
                  <a:pt x="3298171" y="371894"/>
                  <a:pt x="3293939" y="373396"/>
                  <a:pt x="3288477" y="375581"/>
                </a:cubicBezTo>
                <a:cubicBezTo>
                  <a:pt x="3287658" y="375581"/>
                  <a:pt x="3287249" y="375034"/>
                  <a:pt x="3287249" y="373942"/>
                </a:cubicBezTo>
                <a:cubicBezTo>
                  <a:pt x="3287249" y="372850"/>
                  <a:pt x="3288409" y="371826"/>
                  <a:pt x="3290730" y="370870"/>
                </a:cubicBezTo>
                <a:cubicBezTo>
                  <a:pt x="3293051" y="369915"/>
                  <a:pt x="3294484" y="369300"/>
                  <a:pt x="3295031" y="369027"/>
                </a:cubicBezTo>
                <a:cubicBezTo>
                  <a:pt x="3299400" y="367389"/>
                  <a:pt x="3305680" y="364385"/>
                  <a:pt x="3313871" y="360017"/>
                </a:cubicBezTo>
                <a:lnTo>
                  <a:pt x="3323701" y="355102"/>
                </a:lnTo>
                <a:cubicBezTo>
                  <a:pt x="3331346" y="351552"/>
                  <a:pt x="3337422" y="347456"/>
                  <a:pt x="3341927" y="342814"/>
                </a:cubicBezTo>
                <a:cubicBezTo>
                  <a:pt x="3346432" y="338173"/>
                  <a:pt x="3351825" y="331346"/>
                  <a:pt x="3358105" y="322336"/>
                </a:cubicBezTo>
                <a:cubicBezTo>
                  <a:pt x="3366024" y="310868"/>
                  <a:pt x="3376058" y="295577"/>
                  <a:pt x="3388209" y="276463"/>
                </a:cubicBezTo>
                <a:cubicBezTo>
                  <a:pt x="3400360" y="257350"/>
                  <a:pt x="3406572" y="246155"/>
                  <a:pt x="3406844" y="242878"/>
                </a:cubicBezTo>
                <a:lnTo>
                  <a:pt x="3404797" y="242059"/>
                </a:lnTo>
                <a:cubicBezTo>
                  <a:pt x="3395513" y="242059"/>
                  <a:pt x="3377970" y="245745"/>
                  <a:pt x="3352166" y="253118"/>
                </a:cubicBezTo>
                <a:cubicBezTo>
                  <a:pt x="3326363" y="260490"/>
                  <a:pt x="3308137" y="266634"/>
                  <a:pt x="3297488" y="271548"/>
                </a:cubicBezTo>
                <a:cubicBezTo>
                  <a:pt x="3296942" y="271822"/>
                  <a:pt x="3295372" y="272641"/>
                  <a:pt x="3292778" y="274006"/>
                </a:cubicBezTo>
                <a:cubicBezTo>
                  <a:pt x="3290184" y="275371"/>
                  <a:pt x="3287931" y="276054"/>
                  <a:pt x="3286020" y="276054"/>
                </a:cubicBezTo>
                <a:cubicBezTo>
                  <a:pt x="3283836" y="276054"/>
                  <a:pt x="3282334" y="273460"/>
                  <a:pt x="3281515" y="268272"/>
                </a:cubicBezTo>
                <a:cubicBezTo>
                  <a:pt x="3280696" y="263084"/>
                  <a:pt x="3280286" y="258306"/>
                  <a:pt x="3280286" y="253937"/>
                </a:cubicBezTo>
                <a:cubicBezTo>
                  <a:pt x="3280286" y="252571"/>
                  <a:pt x="3280764" y="250797"/>
                  <a:pt x="3281720" y="248612"/>
                </a:cubicBezTo>
                <a:cubicBezTo>
                  <a:pt x="3282675" y="246428"/>
                  <a:pt x="3283153" y="244790"/>
                  <a:pt x="3283153" y="243697"/>
                </a:cubicBezTo>
                <a:cubicBezTo>
                  <a:pt x="3283153" y="241513"/>
                  <a:pt x="3282744" y="239602"/>
                  <a:pt x="3281924" y="237963"/>
                </a:cubicBezTo>
                <a:cubicBezTo>
                  <a:pt x="3281105" y="236325"/>
                  <a:pt x="3280150" y="234687"/>
                  <a:pt x="3279057" y="233048"/>
                </a:cubicBezTo>
                <a:cubicBezTo>
                  <a:pt x="3280150" y="233048"/>
                  <a:pt x="3280968" y="232366"/>
                  <a:pt x="3281515" y="231001"/>
                </a:cubicBezTo>
                <a:cubicBezTo>
                  <a:pt x="3282061" y="229635"/>
                  <a:pt x="3282539" y="227451"/>
                  <a:pt x="3282948" y="224447"/>
                </a:cubicBezTo>
                <a:cubicBezTo>
                  <a:pt x="3283358" y="221444"/>
                  <a:pt x="3284245" y="219942"/>
                  <a:pt x="3285610" y="219942"/>
                </a:cubicBezTo>
                <a:cubicBezTo>
                  <a:pt x="3286156" y="219396"/>
                  <a:pt x="3286566" y="218645"/>
                  <a:pt x="3286839" y="217689"/>
                </a:cubicBezTo>
                <a:cubicBezTo>
                  <a:pt x="3287112" y="216734"/>
                  <a:pt x="3287454" y="215983"/>
                  <a:pt x="3287863" y="215437"/>
                </a:cubicBezTo>
                <a:cubicBezTo>
                  <a:pt x="3288273" y="214891"/>
                  <a:pt x="3289160" y="214618"/>
                  <a:pt x="3290526" y="214618"/>
                </a:cubicBezTo>
                <a:cubicBezTo>
                  <a:pt x="3292164" y="214618"/>
                  <a:pt x="3293870" y="215300"/>
                  <a:pt x="3295645" y="216665"/>
                </a:cubicBezTo>
                <a:cubicBezTo>
                  <a:pt x="3297420" y="218031"/>
                  <a:pt x="3298854" y="218713"/>
                  <a:pt x="3299946" y="218713"/>
                </a:cubicBezTo>
                <a:cubicBezTo>
                  <a:pt x="3305406" y="218713"/>
                  <a:pt x="3311414" y="218031"/>
                  <a:pt x="3317967" y="216665"/>
                </a:cubicBezTo>
                <a:cubicBezTo>
                  <a:pt x="3324520" y="215300"/>
                  <a:pt x="3328343" y="214481"/>
                  <a:pt x="3329435" y="214208"/>
                </a:cubicBezTo>
                <a:lnTo>
                  <a:pt x="3339674" y="211751"/>
                </a:lnTo>
                <a:lnTo>
                  <a:pt x="3383089" y="201511"/>
                </a:lnTo>
                <a:lnTo>
                  <a:pt x="3419542" y="192910"/>
                </a:lnTo>
                <a:cubicBezTo>
                  <a:pt x="3419542" y="185811"/>
                  <a:pt x="3419951" y="178848"/>
                  <a:pt x="3420770" y="172022"/>
                </a:cubicBezTo>
                <a:cubicBezTo>
                  <a:pt x="3418586" y="172841"/>
                  <a:pt x="3415514" y="173933"/>
                  <a:pt x="3411555" y="175298"/>
                </a:cubicBezTo>
                <a:cubicBezTo>
                  <a:pt x="3407596" y="176664"/>
                  <a:pt x="3404114" y="177619"/>
                  <a:pt x="3401110" y="178165"/>
                </a:cubicBezTo>
                <a:lnTo>
                  <a:pt x="3400292" y="176937"/>
                </a:lnTo>
                <a:lnTo>
                  <a:pt x="3408892" y="172022"/>
                </a:lnTo>
                <a:cubicBezTo>
                  <a:pt x="3406435" y="172022"/>
                  <a:pt x="3401862" y="173524"/>
                  <a:pt x="3395172" y="176527"/>
                </a:cubicBezTo>
                <a:cubicBezTo>
                  <a:pt x="3388482" y="179531"/>
                  <a:pt x="3384045" y="181578"/>
                  <a:pt x="3381861" y="182671"/>
                </a:cubicBezTo>
                <a:cubicBezTo>
                  <a:pt x="3374761" y="185947"/>
                  <a:pt x="3367730" y="188951"/>
                  <a:pt x="3360768" y="191681"/>
                </a:cubicBezTo>
                <a:cubicBezTo>
                  <a:pt x="3353805" y="194412"/>
                  <a:pt x="3348821" y="195777"/>
                  <a:pt x="3345818" y="195777"/>
                </a:cubicBezTo>
                <a:lnTo>
                  <a:pt x="3342542" y="194958"/>
                </a:lnTo>
                <a:lnTo>
                  <a:pt x="3342132" y="194958"/>
                </a:lnTo>
                <a:cubicBezTo>
                  <a:pt x="3341040" y="194958"/>
                  <a:pt x="3339811" y="195436"/>
                  <a:pt x="3338446" y="196391"/>
                </a:cubicBezTo>
                <a:cubicBezTo>
                  <a:pt x="3337080" y="197347"/>
                  <a:pt x="3335988" y="197825"/>
                  <a:pt x="3335169" y="197825"/>
                </a:cubicBezTo>
                <a:lnTo>
                  <a:pt x="3337626" y="194548"/>
                </a:lnTo>
                <a:lnTo>
                  <a:pt x="3331892" y="195777"/>
                </a:lnTo>
                <a:cubicBezTo>
                  <a:pt x="3332166" y="194958"/>
                  <a:pt x="3333667" y="193593"/>
                  <a:pt x="3336398" y="191681"/>
                </a:cubicBezTo>
                <a:cubicBezTo>
                  <a:pt x="3339128" y="189770"/>
                  <a:pt x="3341176" y="188268"/>
                  <a:pt x="3342542" y="187176"/>
                </a:cubicBezTo>
                <a:cubicBezTo>
                  <a:pt x="3343634" y="186357"/>
                  <a:pt x="3345545" y="184923"/>
                  <a:pt x="3348276" y="182875"/>
                </a:cubicBezTo>
                <a:cubicBezTo>
                  <a:pt x="3351006" y="180828"/>
                  <a:pt x="3352508" y="179394"/>
                  <a:pt x="3352781" y="178575"/>
                </a:cubicBezTo>
                <a:lnTo>
                  <a:pt x="3352371" y="178165"/>
                </a:lnTo>
                <a:cubicBezTo>
                  <a:pt x="3349914" y="178165"/>
                  <a:pt x="3346296" y="179394"/>
                  <a:pt x="3341518" y="181852"/>
                </a:cubicBezTo>
                <a:cubicBezTo>
                  <a:pt x="3336739" y="184309"/>
                  <a:pt x="3334076" y="185674"/>
                  <a:pt x="3333531" y="185947"/>
                </a:cubicBezTo>
                <a:cubicBezTo>
                  <a:pt x="3333531" y="187859"/>
                  <a:pt x="3331961" y="189429"/>
                  <a:pt x="3328820" y="190657"/>
                </a:cubicBezTo>
                <a:cubicBezTo>
                  <a:pt x="3325680" y="191886"/>
                  <a:pt x="3323018" y="192500"/>
                  <a:pt x="3320834" y="192500"/>
                </a:cubicBezTo>
                <a:cubicBezTo>
                  <a:pt x="3316465" y="192500"/>
                  <a:pt x="3313462" y="189087"/>
                  <a:pt x="3311823" y="182261"/>
                </a:cubicBezTo>
                <a:cubicBezTo>
                  <a:pt x="3310185" y="175435"/>
                  <a:pt x="3309366" y="168882"/>
                  <a:pt x="3309366" y="162602"/>
                </a:cubicBezTo>
                <a:cubicBezTo>
                  <a:pt x="3309366" y="155502"/>
                  <a:pt x="3310458" y="151953"/>
                  <a:pt x="3312642" y="151953"/>
                </a:cubicBezTo>
                <a:cubicBezTo>
                  <a:pt x="3312642" y="149768"/>
                  <a:pt x="3313598" y="148676"/>
                  <a:pt x="3315510" y="148676"/>
                </a:cubicBezTo>
                <a:cubicBezTo>
                  <a:pt x="3317148" y="148676"/>
                  <a:pt x="3324725" y="142396"/>
                  <a:pt x="3338241" y="129836"/>
                </a:cubicBezTo>
                <a:cubicBezTo>
                  <a:pt x="3351757" y="117275"/>
                  <a:pt x="3358515" y="110312"/>
                  <a:pt x="3358515" y="108947"/>
                </a:cubicBezTo>
                <a:cubicBezTo>
                  <a:pt x="3358515" y="108401"/>
                  <a:pt x="3357696" y="107923"/>
                  <a:pt x="3356057" y="107514"/>
                </a:cubicBezTo>
                <a:cubicBezTo>
                  <a:pt x="3354419" y="107104"/>
                  <a:pt x="3353464" y="106763"/>
                  <a:pt x="3353190" y="106490"/>
                </a:cubicBezTo>
                <a:cubicBezTo>
                  <a:pt x="3349368" y="105398"/>
                  <a:pt x="3345477" y="102667"/>
                  <a:pt x="3341518" y="98298"/>
                </a:cubicBezTo>
                <a:cubicBezTo>
                  <a:pt x="3337558" y="93929"/>
                  <a:pt x="3335578" y="89834"/>
                  <a:pt x="3335578" y="86011"/>
                </a:cubicBezTo>
                <a:cubicBezTo>
                  <a:pt x="3335578" y="83827"/>
                  <a:pt x="3334760" y="81096"/>
                  <a:pt x="3333121" y="77819"/>
                </a:cubicBezTo>
                <a:cubicBezTo>
                  <a:pt x="3331483" y="74543"/>
                  <a:pt x="3330664" y="72222"/>
                  <a:pt x="3330664" y="70857"/>
                </a:cubicBezTo>
                <a:cubicBezTo>
                  <a:pt x="3330664" y="68945"/>
                  <a:pt x="3329981" y="67307"/>
                  <a:pt x="3328616" y="65942"/>
                </a:cubicBezTo>
                <a:cubicBezTo>
                  <a:pt x="3327250" y="64577"/>
                  <a:pt x="3326568" y="63621"/>
                  <a:pt x="3326568" y="63075"/>
                </a:cubicBezTo>
                <a:lnTo>
                  <a:pt x="3327797" y="61846"/>
                </a:lnTo>
                <a:lnTo>
                  <a:pt x="3329026" y="63075"/>
                </a:lnTo>
                <a:cubicBezTo>
                  <a:pt x="3329026" y="66624"/>
                  <a:pt x="3334896" y="69491"/>
                  <a:pt x="3346637" y="71676"/>
                </a:cubicBezTo>
                <a:cubicBezTo>
                  <a:pt x="3358378" y="73860"/>
                  <a:pt x="3367526" y="74952"/>
                  <a:pt x="3374078" y="74952"/>
                </a:cubicBezTo>
                <a:cubicBezTo>
                  <a:pt x="3374625" y="74406"/>
                  <a:pt x="3376195" y="72700"/>
                  <a:pt x="3378789" y="69833"/>
                </a:cubicBezTo>
                <a:cubicBezTo>
                  <a:pt x="3381383" y="66966"/>
                  <a:pt x="3383499" y="65532"/>
                  <a:pt x="3385137" y="65532"/>
                </a:cubicBezTo>
                <a:cubicBezTo>
                  <a:pt x="3385956" y="65532"/>
                  <a:pt x="3386639" y="66078"/>
                  <a:pt x="3387185" y="67171"/>
                </a:cubicBezTo>
                <a:cubicBezTo>
                  <a:pt x="3388278" y="69082"/>
                  <a:pt x="3390052" y="70652"/>
                  <a:pt x="3392510" y="71881"/>
                </a:cubicBezTo>
                <a:cubicBezTo>
                  <a:pt x="3394967" y="73109"/>
                  <a:pt x="3396605" y="74270"/>
                  <a:pt x="3397424" y="75362"/>
                </a:cubicBezTo>
                <a:lnTo>
                  <a:pt x="3405616" y="80277"/>
                </a:lnTo>
                <a:cubicBezTo>
                  <a:pt x="3411623" y="83554"/>
                  <a:pt x="3416265" y="86625"/>
                  <a:pt x="3419542" y="89492"/>
                </a:cubicBezTo>
                <a:cubicBezTo>
                  <a:pt x="3422818" y="92359"/>
                  <a:pt x="3425002" y="96250"/>
                  <a:pt x="3426094" y="101165"/>
                </a:cubicBezTo>
                <a:cubicBezTo>
                  <a:pt x="3426914" y="98981"/>
                  <a:pt x="3427596" y="93042"/>
                  <a:pt x="3428143" y="83349"/>
                </a:cubicBezTo>
                <a:cubicBezTo>
                  <a:pt x="3428688" y="73655"/>
                  <a:pt x="3428962" y="64577"/>
                  <a:pt x="3428962" y="56112"/>
                </a:cubicBezTo>
                <a:cubicBezTo>
                  <a:pt x="3429235" y="53108"/>
                  <a:pt x="3429372" y="49695"/>
                  <a:pt x="3429372" y="45873"/>
                </a:cubicBezTo>
                <a:cubicBezTo>
                  <a:pt x="3426641" y="45054"/>
                  <a:pt x="3424866" y="44234"/>
                  <a:pt x="3424047" y="43415"/>
                </a:cubicBezTo>
                <a:cubicBezTo>
                  <a:pt x="3424320" y="42869"/>
                  <a:pt x="3423569" y="41504"/>
                  <a:pt x="3421794" y="39319"/>
                </a:cubicBezTo>
                <a:cubicBezTo>
                  <a:pt x="3420019" y="37135"/>
                  <a:pt x="3418859" y="35633"/>
                  <a:pt x="3418313" y="34814"/>
                </a:cubicBezTo>
                <a:cubicBezTo>
                  <a:pt x="3414763" y="31264"/>
                  <a:pt x="3412988" y="28944"/>
                  <a:pt x="3412988" y="27851"/>
                </a:cubicBezTo>
                <a:cubicBezTo>
                  <a:pt x="3412988" y="24848"/>
                  <a:pt x="3417425" y="21913"/>
                  <a:pt x="3426300" y="19045"/>
                </a:cubicBezTo>
                <a:cubicBezTo>
                  <a:pt x="3435174" y="16178"/>
                  <a:pt x="3441795" y="14745"/>
                  <a:pt x="3446164" y="14745"/>
                </a:cubicBezTo>
                <a:close/>
                <a:moveTo>
                  <a:pt x="677027" y="12287"/>
                </a:moveTo>
                <a:cubicBezTo>
                  <a:pt x="681123" y="12287"/>
                  <a:pt x="684468" y="13380"/>
                  <a:pt x="687062" y="15564"/>
                </a:cubicBezTo>
                <a:cubicBezTo>
                  <a:pt x="689656" y="17748"/>
                  <a:pt x="692455" y="20889"/>
                  <a:pt x="695458" y="24984"/>
                </a:cubicBezTo>
                <a:cubicBezTo>
                  <a:pt x="695731" y="25530"/>
                  <a:pt x="696550" y="26554"/>
                  <a:pt x="697916" y="28056"/>
                </a:cubicBezTo>
                <a:cubicBezTo>
                  <a:pt x="699281" y="29558"/>
                  <a:pt x="700441" y="30718"/>
                  <a:pt x="701397" y="31538"/>
                </a:cubicBezTo>
                <a:cubicBezTo>
                  <a:pt x="702353" y="32357"/>
                  <a:pt x="703377" y="32766"/>
                  <a:pt x="704469" y="32766"/>
                </a:cubicBezTo>
                <a:lnTo>
                  <a:pt x="706517" y="33995"/>
                </a:lnTo>
                <a:lnTo>
                  <a:pt x="705288" y="34405"/>
                </a:lnTo>
                <a:cubicBezTo>
                  <a:pt x="707746" y="36862"/>
                  <a:pt x="710681" y="40343"/>
                  <a:pt x="714094" y="44849"/>
                </a:cubicBezTo>
                <a:cubicBezTo>
                  <a:pt x="717507" y="49354"/>
                  <a:pt x="719214" y="52562"/>
                  <a:pt x="719214" y="54474"/>
                </a:cubicBezTo>
                <a:cubicBezTo>
                  <a:pt x="719214" y="56112"/>
                  <a:pt x="719623" y="57341"/>
                  <a:pt x="720442" y="58160"/>
                </a:cubicBezTo>
                <a:cubicBezTo>
                  <a:pt x="721262" y="58979"/>
                  <a:pt x="722627" y="59935"/>
                  <a:pt x="724538" y="61027"/>
                </a:cubicBezTo>
                <a:cubicBezTo>
                  <a:pt x="722900" y="63484"/>
                  <a:pt x="720988" y="65805"/>
                  <a:pt x="718804" y="67990"/>
                </a:cubicBezTo>
                <a:cubicBezTo>
                  <a:pt x="719623" y="67444"/>
                  <a:pt x="720784" y="66420"/>
                  <a:pt x="722285" y="64918"/>
                </a:cubicBezTo>
                <a:cubicBezTo>
                  <a:pt x="723787" y="63416"/>
                  <a:pt x="725221" y="62392"/>
                  <a:pt x="726586" y="61846"/>
                </a:cubicBezTo>
                <a:lnTo>
                  <a:pt x="727405" y="63075"/>
                </a:lnTo>
                <a:cubicBezTo>
                  <a:pt x="727405" y="64440"/>
                  <a:pt x="725698" y="66420"/>
                  <a:pt x="722285" y="69014"/>
                </a:cubicBezTo>
                <a:cubicBezTo>
                  <a:pt x="718872" y="71608"/>
                  <a:pt x="716347" y="72905"/>
                  <a:pt x="714708" y="72905"/>
                </a:cubicBezTo>
                <a:lnTo>
                  <a:pt x="713070" y="74133"/>
                </a:lnTo>
                <a:cubicBezTo>
                  <a:pt x="713343" y="74406"/>
                  <a:pt x="713138" y="74679"/>
                  <a:pt x="712456" y="74952"/>
                </a:cubicBezTo>
                <a:cubicBezTo>
                  <a:pt x="711773" y="75226"/>
                  <a:pt x="711295" y="75362"/>
                  <a:pt x="711022" y="75362"/>
                </a:cubicBezTo>
                <a:lnTo>
                  <a:pt x="712251" y="77000"/>
                </a:lnTo>
                <a:cubicBezTo>
                  <a:pt x="710886" y="77000"/>
                  <a:pt x="709452" y="76796"/>
                  <a:pt x="707950" y="76386"/>
                </a:cubicBezTo>
                <a:cubicBezTo>
                  <a:pt x="706448" y="75976"/>
                  <a:pt x="705015" y="75772"/>
                  <a:pt x="703650" y="75772"/>
                </a:cubicBezTo>
                <a:cubicBezTo>
                  <a:pt x="699827" y="75772"/>
                  <a:pt x="695322" y="76727"/>
                  <a:pt x="690134" y="78639"/>
                </a:cubicBezTo>
                <a:cubicBezTo>
                  <a:pt x="684127" y="80277"/>
                  <a:pt x="679758" y="81096"/>
                  <a:pt x="677027" y="81096"/>
                </a:cubicBezTo>
                <a:lnTo>
                  <a:pt x="676208" y="80687"/>
                </a:lnTo>
                <a:cubicBezTo>
                  <a:pt x="677847" y="79867"/>
                  <a:pt x="680099" y="79048"/>
                  <a:pt x="682966" y="78229"/>
                </a:cubicBezTo>
                <a:cubicBezTo>
                  <a:pt x="685833" y="77410"/>
                  <a:pt x="687949" y="76318"/>
                  <a:pt x="689315" y="74952"/>
                </a:cubicBezTo>
                <a:cubicBezTo>
                  <a:pt x="686857" y="74952"/>
                  <a:pt x="682079" y="76318"/>
                  <a:pt x="674979" y="79048"/>
                </a:cubicBezTo>
                <a:cubicBezTo>
                  <a:pt x="667880" y="81779"/>
                  <a:pt x="663784" y="83963"/>
                  <a:pt x="662692" y="85601"/>
                </a:cubicBezTo>
                <a:cubicBezTo>
                  <a:pt x="654501" y="89970"/>
                  <a:pt x="647948" y="92155"/>
                  <a:pt x="643033" y="92155"/>
                </a:cubicBezTo>
                <a:lnTo>
                  <a:pt x="642213" y="92155"/>
                </a:lnTo>
                <a:cubicBezTo>
                  <a:pt x="642487" y="91335"/>
                  <a:pt x="644330" y="90038"/>
                  <a:pt x="647743" y="88264"/>
                </a:cubicBezTo>
                <a:cubicBezTo>
                  <a:pt x="651156" y="86489"/>
                  <a:pt x="653135" y="85192"/>
                  <a:pt x="653682" y="84373"/>
                </a:cubicBezTo>
                <a:cubicBezTo>
                  <a:pt x="652316" y="84373"/>
                  <a:pt x="647265" y="86284"/>
                  <a:pt x="638527" y="90107"/>
                </a:cubicBezTo>
                <a:cubicBezTo>
                  <a:pt x="636889" y="90926"/>
                  <a:pt x="633339" y="92428"/>
                  <a:pt x="627878" y="94612"/>
                </a:cubicBezTo>
                <a:cubicBezTo>
                  <a:pt x="628151" y="94066"/>
                  <a:pt x="632247" y="92018"/>
                  <a:pt x="640166" y="88468"/>
                </a:cubicBezTo>
                <a:cubicBezTo>
                  <a:pt x="653818" y="81642"/>
                  <a:pt x="660917" y="77683"/>
                  <a:pt x="661464" y="76591"/>
                </a:cubicBezTo>
                <a:lnTo>
                  <a:pt x="665559" y="74133"/>
                </a:lnTo>
                <a:cubicBezTo>
                  <a:pt x="663648" y="74133"/>
                  <a:pt x="661259" y="74679"/>
                  <a:pt x="658392" y="75772"/>
                </a:cubicBezTo>
                <a:cubicBezTo>
                  <a:pt x="655525" y="76864"/>
                  <a:pt x="653545" y="78093"/>
                  <a:pt x="652453" y="79458"/>
                </a:cubicBezTo>
                <a:lnTo>
                  <a:pt x="637298" y="86421"/>
                </a:lnTo>
                <a:cubicBezTo>
                  <a:pt x="628015" y="90789"/>
                  <a:pt x="620916" y="93793"/>
                  <a:pt x="616001" y="95431"/>
                </a:cubicBezTo>
                <a:cubicBezTo>
                  <a:pt x="624738" y="90516"/>
                  <a:pt x="630199" y="86830"/>
                  <a:pt x="632384" y="84373"/>
                </a:cubicBezTo>
                <a:cubicBezTo>
                  <a:pt x="630745" y="84646"/>
                  <a:pt x="627127" y="86352"/>
                  <a:pt x="621530" y="89492"/>
                </a:cubicBezTo>
                <a:cubicBezTo>
                  <a:pt x="615932" y="92632"/>
                  <a:pt x="613134" y="94749"/>
                  <a:pt x="613134" y="95841"/>
                </a:cubicBezTo>
                <a:lnTo>
                  <a:pt x="613543" y="97479"/>
                </a:lnTo>
                <a:lnTo>
                  <a:pt x="611905" y="96660"/>
                </a:lnTo>
                <a:cubicBezTo>
                  <a:pt x="610813" y="96660"/>
                  <a:pt x="609584" y="97616"/>
                  <a:pt x="608219" y="99527"/>
                </a:cubicBezTo>
                <a:cubicBezTo>
                  <a:pt x="607126" y="99527"/>
                  <a:pt x="605420" y="100073"/>
                  <a:pt x="603099" y="101165"/>
                </a:cubicBezTo>
                <a:cubicBezTo>
                  <a:pt x="600778" y="102257"/>
                  <a:pt x="598252" y="102804"/>
                  <a:pt x="595522" y="102804"/>
                </a:cubicBezTo>
                <a:lnTo>
                  <a:pt x="597979" y="104032"/>
                </a:lnTo>
                <a:cubicBezTo>
                  <a:pt x="597979" y="105124"/>
                  <a:pt x="596000" y="106490"/>
                  <a:pt x="592041" y="108128"/>
                </a:cubicBezTo>
                <a:cubicBezTo>
                  <a:pt x="588081" y="109766"/>
                  <a:pt x="586102" y="110722"/>
                  <a:pt x="586102" y="110995"/>
                </a:cubicBezTo>
                <a:cubicBezTo>
                  <a:pt x="586102" y="112906"/>
                  <a:pt x="585146" y="113862"/>
                  <a:pt x="583235" y="113862"/>
                </a:cubicBezTo>
                <a:lnTo>
                  <a:pt x="581187" y="113453"/>
                </a:lnTo>
                <a:cubicBezTo>
                  <a:pt x="581460" y="113726"/>
                  <a:pt x="581528" y="114067"/>
                  <a:pt x="581392" y="114476"/>
                </a:cubicBezTo>
                <a:cubicBezTo>
                  <a:pt x="581255" y="114886"/>
                  <a:pt x="581050" y="115091"/>
                  <a:pt x="580777" y="115091"/>
                </a:cubicBezTo>
                <a:lnTo>
                  <a:pt x="579549" y="116320"/>
                </a:lnTo>
                <a:lnTo>
                  <a:pt x="579958" y="116729"/>
                </a:lnTo>
                <a:cubicBezTo>
                  <a:pt x="581596" y="116729"/>
                  <a:pt x="582825" y="117480"/>
                  <a:pt x="583644" y="118982"/>
                </a:cubicBezTo>
                <a:cubicBezTo>
                  <a:pt x="584463" y="120484"/>
                  <a:pt x="585146" y="122054"/>
                  <a:pt x="585692" y="123692"/>
                </a:cubicBezTo>
                <a:cubicBezTo>
                  <a:pt x="586238" y="125330"/>
                  <a:pt x="586648" y="126422"/>
                  <a:pt x="586921" y="126968"/>
                </a:cubicBezTo>
                <a:cubicBezTo>
                  <a:pt x="588559" y="126695"/>
                  <a:pt x="601188" y="123965"/>
                  <a:pt x="624806" y="118777"/>
                </a:cubicBezTo>
                <a:cubicBezTo>
                  <a:pt x="648425" y="113589"/>
                  <a:pt x="661737" y="109493"/>
                  <a:pt x="664740" y="106490"/>
                </a:cubicBezTo>
                <a:lnTo>
                  <a:pt x="664331" y="104442"/>
                </a:lnTo>
                <a:cubicBezTo>
                  <a:pt x="666242" y="105261"/>
                  <a:pt x="669041" y="105056"/>
                  <a:pt x="672727" y="103827"/>
                </a:cubicBezTo>
                <a:cubicBezTo>
                  <a:pt x="676413" y="102599"/>
                  <a:pt x="678939" y="101984"/>
                  <a:pt x="680304" y="101984"/>
                </a:cubicBezTo>
                <a:cubicBezTo>
                  <a:pt x="682761" y="101984"/>
                  <a:pt x="687608" y="102804"/>
                  <a:pt x="694844" y="104442"/>
                </a:cubicBezTo>
                <a:cubicBezTo>
                  <a:pt x="702080" y="106080"/>
                  <a:pt x="705698" y="107445"/>
                  <a:pt x="705698" y="108538"/>
                </a:cubicBezTo>
                <a:lnTo>
                  <a:pt x="704469" y="110585"/>
                </a:lnTo>
                <a:cubicBezTo>
                  <a:pt x="706926" y="110039"/>
                  <a:pt x="712046" y="111609"/>
                  <a:pt x="719828" y="115296"/>
                </a:cubicBezTo>
                <a:cubicBezTo>
                  <a:pt x="727610" y="118982"/>
                  <a:pt x="734777" y="123282"/>
                  <a:pt x="741331" y="128197"/>
                </a:cubicBezTo>
                <a:cubicBezTo>
                  <a:pt x="747884" y="133112"/>
                  <a:pt x="751160" y="136798"/>
                  <a:pt x="751160" y="139256"/>
                </a:cubicBezTo>
                <a:cubicBezTo>
                  <a:pt x="751160" y="139529"/>
                  <a:pt x="751160" y="140007"/>
                  <a:pt x="751160" y="140689"/>
                </a:cubicBezTo>
                <a:cubicBezTo>
                  <a:pt x="751160" y="141372"/>
                  <a:pt x="751570" y="141850"/>
                  <a:pt x="752389" y="142123"/>
                </a:cubicBezTo>
                <a:lnTo>
                  <a:pt x="753618" y="143761"/>
                </a:lnTo>
                <a:cubicBezTo>
                  <a:pt x="753618" y="145672"/>
                  <a:pt x="751297" y="147857"/>
                  <a:pt x="746655" y="150314"/>
                </a:cubicBezTo>
                <a:cubicBezTo>
                  <a:pt x="746382" y="150587"/>
                  <a:pt x="745290" y="151406"/>
                  <a:pt x="743378" y="152772"/>
                </a:cubicBezTo>
                <a:cubicBezTo>
                  <a:pt x="741467" y="154137"/>
                  <a:pt x="740511" y="155366"/>
                  <a:pt x="740511" y="156458"/>
                </a:cubicBezTo>
                <a:cubicBezTo>
                  <a:pt x="741058" y="157004"/>
                  <a:pt x="740921" y="157550"/>
                  <a:pt x="740102" y="158096"/>
                </a:cubicBezTo>
                <a:cubicBezTo>
                  <a:pt x="739829" y="158915"/>
                  <a:pt x="739692" y="160008"/>
                  <a:pt x="739692" y="161373"/>
                </a:cubicBezTo>
                <a:cubicBezTo>
                  <a:pt x="739692" y="161919"/>
                  <a:pt x="739760" y="162806"/>
                  <a:pt x="739897" y="164035"/>
                </a:cubicBezTo>
                <a:cubicBezTo>
                  <a:pt x="740034" y="165264"/>
                  <a:pt x="739829" y="166151"/>
                  <a:pt x="739283" y="166697"/>
                </a:cubicBezTo>
                <a:cubicBezTo>
                  <a:pt x="738191" y="169155"/>
                  <a:pt x="737644" y="171817"/>
                  <a:pt x="737644" y="174684"/>
                </a:cubicBezTo>
                <a:cubicBezTo>
                  <a:pt x="737644" y="177551"/>
                  <a:pt x="737644" y="179258"/>
                  <a:pt x="737644" y="179804"/>
                </a:cubicBezTo>
                <a:cubicBezTo>
                  <a:pt x="737644" y="181442"/>
                  <a:pt x="737918" y="183899"/>
                  <a:pt x="738464" y="187176"/>
                </a:cubicBezTo>
                <a:lnTo>
                  <a:pt x="736825" y="187995"/>
                </a:lnTo>
                <a:lnTo>
                  <a:pt x="738054" y="193320"/>
                </a:lnTo>
                <a:lnTo>
                  <a:pt x="738054" y="194548"/>
                </a:lnTo>
                <a:cubicBezTo>
                  <a:pt x="738054" y="196460"/>
                  <a:pt x="737849" y="198508"/>
                  <a:pt x="737440" y="200692"/>
                </a:cubicBezTo>
                <a:cubicBezTo>
                  <a:pt x="737030" y="202876"/>
                  <a:pt x="736689" y="204105"/>
                  <a:pt x="736416" y="204378"/>
                </a:cubicBezTo>
                <a:lnTo>
                  <a:pt x="735597" y="205607"/>
                </a:lnTo>
                <a:lnTo>
                  <a:pt x="736006" y="207655"/>
                </a:lnTo>
                <a:lnTo>
                  <a:pt x="738054" y="207245"/>
                </a:lnTo>
                <a:lnTo>
                  <a:pt x="735597" y="217075"/>
                </a:lnTo>
                <a:cubicBezTo>
                  <a:pt x="735870" y="217075"/>
                  <a:pt x="736347" y="217075"/>
                  <a:pt x="737030" y="217075"/>
                </a:cubicBezTo>
                <a:cubicBezTo>
                  <a:pt x="737713" y="217075"/>
                  <a:pt x="738122" y="217280"/>
                  <a:pt x="738259" y="217689"/>
                </a:cubicBezTo>
                <a:cubicBezTo>
                  <a:pt x="738395" y="218099"/>
                  <a:pt x="738464" y="218713"/>
                  <a:pt x="738464" y="219532"/>
                </a:cubicBezTo>
                <a:cubicBezTo>
                  <a:pt x="738464" y="220625"/>
                  <a:pt x="738054" y="221580"/>
                  <a:pt x="737235" y="222399"/>
                </a:cubicBezTo>
                <a:cubicBezTo>
                  <a:pt x="736416" y="223219"/>
                  <a:pt x="736006" y="223765"/>
                  <a:pt x="736006" y="224038"/>
                </a:cubicBezTo>
                <a:cubicBezTo>
                  <a:pt x="736006" y="224857"/>
                  <a:pt x="736347" y="226086"/>
                  <a:pt x="737030" y="227724"/>
                </a:cubicBezTo>
                <a:cubicBezTo>
                  <a:pt x="737713" y="229362"/>
                  <a:pt x="738054" y="230727"/>
                  <a:pt x="738054" y="231820"/>
                </a:cubicBezTo>
                <a:lnTo>
                  <a:pt x="738054" y="249431"/>
                </a:lnTo>
                <a:cubicBezTo>
                  <a:pt x="738054" y="249978"/>
                  <a:pt x="738464" y="250865"/>
                  <a:pt x="739283" y="252094"/>
                </a:cubicBezTo>
                <a:cubicBezTo>
                  <a:pt x="740102" y="253322"/>
                  <a:pt x="740511" y="254346"/>
                  <a:pt x="740511" y="255165"/>
                </a:cubicBezTo>
                <a:cubicBezTo>
                  <a:pt x="740511" y="255712"/>
                  <a:pt x="740443" y="256462"/>
                  <a:pt x="740307" y="257418"/>
                </a:cubicBezTo>
                <a:cubicBezTo>
                  <a:pt x="740170" y="258374"/>
                  <a:pt x="740375" y="259125"/>
                  <a:pt x="740921" y="259671"/>
                </a:cubicBezTo>
                <a:cubicBezTo>
                  <a:pt x="741467" y="260763"/>
                  <a:pt x="741740" y="264176"/>
                  <a:pt x="741740" y="269910"/>
                </a:cubicBezTo>
                <a:lnTo>
                  <a:pt x="740102" y="271548"/>
                </a:lnTo>
                <a:cubicBezTo>
                  <a:pt x="740375" y="272641"/>
                  <a:pt x="740785" y="274006"/>
                  <a:pt x="741331" y="275644"/>
                </a:cubicBezTo>
                <a:cubicBezTo>
                  <a:pt x="741877" y="277283"/>
                  <a:pt x="742150" y="278784"/>
                  <a:pt x="742150" y="280150"/>
                </a:cubicBezTo>
                <a:cubicBezTo>
                  <a:pt x="742150" y="281515"/>
                  <a:pt x="741740" y="282334"/>
                  <a:pt x="740921" y="282607"/>
                </a:cubicBezTo>
                <a:lnTo>
                  <a:pt x="740511" y="283017"/>
                </a:lnTo>
                <a:cubicBezTo>
                  <a:pt x="745153" y="295577"/>
                  <a:pt x="747474" y="311141"/>
                  <a:pt x="747474" y="329708"/>
                </a:cubicBezTo>
                <a:cubicBezTo>
                  <a:pt x="747474" y="338446"/>
                  <a:pt x="746382" y="347456"/>
                  <a:pt x="744198" y="356740"/>
                </a:cubicBezTo>
                <a:lnTo>
                  <a:pt x="743788" y="357150"/>
                </a:lnTo>
                <a:lnTo>
                  <a:pt x="746246" y="359607"/>
                </a:lnTo>
                <a:cubicBezTo>
                  <a:pt x="745426" y="360426"/>
                  <a:pt x="744129" y="362679"/>
                  <a:pt x="742355" y="366365"/>
                </a:cubicBezTo>
                <a:cubicBezTo>
                  <a:pt x="740580" y="370051"/>
                  <a:pt x="739556" y="371894"/>
                  <a:pt x="739283" y="371894"/>
                </a:cubicBezTo>
                <a:lnTo>
                  <a:pt x="738873" y="369027"/>
                </a:lnTo>
                <a:lnTo>
                  <a:pt x="736006" y="372304"/>
                </a:lnTo>
                <a:lnTo>
                  <a:pt x="732730" y="369437"/>
                </a:lnTo>
                <a:cubicBezTo>
                  <a:pt x="732730" y="371075"/>
                  <a:pt x="732184" y="372031"/>
                  <a:pt x="731091" y="372304"/>
                </a:cubicBezTo>
                <a:cubicBezTo>
                  <a:pt x="729726" y="373669"/>
                  <a:pt x="726518" y="376741"/>
                  <a:pt x="721466" y="381519"/>
                </a:cubicBezTo>
                <a:cubicBezTo>
                  <a:pt x="716415" y="386298"/>
                  <a:pt x="713479" y="388823"/>
                  <a:pt x="712660" y="389096"/>
                </a:cubicBezTo>
                <a:lnTo>
                  <a:pt x="713479" y="386229"/>
                </a:lnTo>
                <a:cubicBezTo>
                  <a:pt x="712387" y="386229"/>
                  <a:pt x="710612" y="387458"/>
                  <a:pt x="708155" y="389916"/>
                </a:cubicBezTo>
                <a:cubicBezTo>
                  <a:pt x="705698" y="392373"/>
                  <a:pt x="703172" y="394421"/>
                  <a:pt x="700578" y="396059"/>
                </a:cubicBezTo>
                <a:cubicBezTo>
                  <a:pt x="697984" y="397698"/>
                  <a:pt x="694503" y="398517"/>
                  <a:pt x="690134" y="398517"/>
                </a:cubicBezTo>
                <a:lnTo>
                  <a:pt x="691362" y="399745"/>
                </a:lnTo>
                <a:cubicBezTo>
                  <a:pt x="690543" y="399745"/>
                  <a:pt x="688495" y="400565"/>
                  <a:pt x="685219" y="402203"/>
                </a:cubicBezTo>
                <a:cubicBezTo>
                  <a:pt x="684127" y="402203"/>
                  <a:pt x="682693" y="401657"/>
                  <a:pt x="680918" y="400565"/>
                </a:cubicBezTo>
                <a:cubicBezTo>
                  <a:pt x="679144" y="399472"/>
                  <a:pt x="677710" y="398926"/>
                  <a:pt x="676618" y="398926"/>
                </a:cubicBezTo>
                <a:lnTo>
                  <a:pt x="674570" y="399745"/>
                </a:lnTo>
                <a:cubicBezTo>
                  <a:pt x="673205" y="399745"/>
                  <a:pt x="671430" y="398653"/>
                  <a:pt x="669245" y="396469"/>
                </a:cubicBezTo>
                <a:cubicBezTo>
                  <a:pt x="667061" y="394284"/>
                  <a:pt x="665969" y="392646"/>
                  <a:pt x="665969" y="391554"/>
                </a:cubicBezTo>
                <a:lnTo>
                  <a:pt x="667198" y="389096"/>
                </a:lnTo>
                <a:cubicBezTo>
                  <a:pt x="667198" y="387731"/>
                  <a:pt x="665559" y="385274"/>
                  <a:pt x="662283" y="381724"/>
                </a:cubicBezTo>
                <a:cubicBezTo>
                  <a:pt x="659006" y="378174"/>
                  <a:pt x="656276" y="375444"/>
                  <a:pt x="654091" y="373533"/>
                </a:cubicBezTo>
                <a:lnTo>
                  <a:pt x="654910" y="375171"/>
                </a:lnTo>
                <a:lnTo>
                  <a:pt x="653272" y="375171"/>
                </a:lnTo>
                <a:cubicBezTo>
                  <a:pt x="653272" y="373533"/>
                  <a:pt x="651702" y="370666"/>
                  <a:pt x="648562" y="366570"/>
                </a:cubicBezTo>
                <a:cubicBezTo>
                  <a:pt x="645422" y="362474"/>
                  <a:pt x="642213" y="358515"/>
                  <a:pt x="638937" y="354692"/>
                </a:cubicBezTo>
                <a:cubicBezTo>
                  <a:pt x="633476" y="348139"/>
                  <a:pt x="630609" y="344589"/>
                  <a:pt x="630336" y="344043"/>
                </a:cubicBezTo>
                <a:cubicBezTo>
                  <a:pt x="631428" y="344589"/>
                  <a:pt x="632998" y="346159"/>
                  <a:pt x="635046" y="348753"/>
                </a:cubicBezTo>
                <a:cubicBezTo>
                  <a:pt x="637094" y="351347"/>
                  <a:pt x="638664" y="352644"/>
                  <a:pt x="639756" y="352644"/>
                </a:cubicBezTo>
                <a:lnTo>
                  <a:pt x="641394" y="351825"/>
                </a:lnTo>
                <a:cubicBezTo>
                  <a:pt x="641121" y="351006"/>
                  <a:pt x="640302" y="349846"/>
                  <a:pt x="638937" y="348344"/>
                </a:cubicBezTo>
                <a:cubicBezTo>
                  <a:pt x="637572" y="346842"/>
                  <a:pt x="636616" y="345818"/>
                  <a:pt x="636070" y="345272"/>
                </a:cubicBezTo>
                <a:cubicBezTo>
                  <a:pt x="635524" y="344726"/>
                  <a:pt x="630541" y="338036"/>
                  <a:pt x="621120" y="325203"/>
                </a:cubicBezTo>
                <a:cubicBezTo>
                  <a:pt x="611700" y="312369"/>
                  <a:pt x="606171" y="305816"/>
                  <a:pt x="604533" y="305543"/>
                </a:cubicBezTo>
                <a:cubicBezTo>
                  <a:pt x="603713" y="306908"/>
                  <a:pt x="602280" y="308205"/>
                  <a:pt x="600232" y="309434"/>
                </a:cubicBezTo>
                <a:cubicBezTo>
                  <a:pt x="598184" y="310663"/>
                  <a:pt x="596887" y="311960"/>
                  <a:pt x="596341" y="313325"/>
                </a:cubicBezTo>
                <a:lnTo>
                  <a:pt x="589788" y="314963"/>
                </a:lnTo>
                <a:cubicBezTo>
                  <a:pt x="590334" y="314144"/>
                  <a:pt x="591085" y="313257"/>
                  <a:pt x="592041" y="312301"/>
                </a:cubicBezTo>
                <a:cubicBezTo>
                  <a:pt x="592996" y="311345"/>
                  <a:pt x="593474" y="310595"/>
                  <a:pt x="593474" y="310049"/>
                </a:cubicBezTo>
                <a:lnTo>
                  <a:pt x="592655" y="308410"/>
                </a:lnTo>
                <a:cubicBezTo>
                  <a:pt x="596205" y="307864"/>
                  <a:pt x="598662" y="307181"/>
                  <a:pt x="600027" y="306362"/>
                </a:cubicBezTo>
                <a:lnTo>
                  <a:pt x="593884" y="304314"/>
                </a:lnTo>
                <a:lnTo>
                  <a:pt x="595522" y="303905"/>
                </a:lnTo>
                <a:cubicBezTo>
                  <a:pt x="596614" y="304178"/>
                  <a:pt x="598184" y="304451"/>
                  <a:pt x="600232" y="304724"/>
                </a:cubicBezTo>
                <a:cubicBezTo>
                  <a:pt x="602280" y="304997"/>
                  <a:pt x="603304" y="304724"/>
                  <a:pt x="603304" y="303905"/>
                </a:cubicBezTo>
                <a:lnTo>
                  <a:pt x="602485" y="303495"/>
                </a:lnTo>
                <a:cubicBezTo>
                  <a:pt x="602212" y="303495"/>
                  <a:pt x="601597" y="303495"/>
                  <a:pt x="600642" y="303495"/>
                </a:cubicBezTo>
                <a:cubicBezTo>
                  <a:pt x="599686" y="303495"/>
                  <a:pt x="599072" y="303086"/>
                  <a:pt x="598798" y="302267"/>
                </a:cubicBezTo>
                <a:cubicBezTo>
                  <a:pt x="599891" y="301174"/>
                  <a:pt x="600573" y="300219"/>
                  <a:pt x="600846" y="299400"/>
                </a:cubicBezTo>
                <a:lnTo>
                  <a:pt x="600027" y="296533"/>
                </a:lnTo>
                <a:lnTo>
                  <a:pt x="598798" y="298580"/>
                </a:lnTo>
                <a:cubicBezTo>
                  <a:pt x="598252" y="298853"/>
                  <a:pt x="596341" y="299195"/>
                  <a:pt x="593064" y="299604"/>
                </a:cubicBezTo>
                <a:cubicBezTo>
                  <a:pt x="589788" y="300014"/>
                  <a:pt x="588150" y="300628"/>
                  <a:pt x="588150" y="301447"/>
                </a:cubicBezTo>
                <a:lnTo>
                  <a:pt x="588150" y="301857"/>
                </a:lnTo>
                <a:lnTo>
                  <a:pt x="590197" y="302676"/>
                </a:lnTo>
                <a:lnTo>
                  <a:pt x="588969" y="305953"/>
                </a:lnTo>
                <a:lnTo>
                  <a:pt x="590607" y="304314"/>
                </a:lnTo>
                <a:lnTo>
                  <a:pt x="591836" y="305134"/>
                </a:lnTo>
                <a:lnTo>
                  <a:pt x="589788" y="306772"/>
                </a:lnTo>
                <a:lnTo>
                  <a:pt x="585692" y="305543"/>
                </a:lnTo>
                <a:cubicBezTo>
                  <a:pt x="585692" y="306362"/>
                  <a:pt x="586238" y="307796"/>
                  <a:pt x="587330" y="309844"/>
                </a:cubicBezTo>
                <a:cubicBezTo>
                  <a:pt x="588423" y="311892"/>
                  <a:pt x="588832" y="313325"/>
                  <a:pt x="588559" y="314144"/>
                </a:cubicBezTo>
                <a:lnTo>
                  <a:pt x="586921" y="328070"/>
                </a:lnTo>
                <a:cubicBezTo>
                  <a:pt x="587740" y="328616"/>
                  <a:pt x="588286" y="330118"/>
                  <a:pt x="588559" y="332575"/>
                </a:cubicBezTo>
                <a:cubicBezTo>
                  <a:pt x="588832" y="335033"/>
                  <a:pt x="589242" y="336398"/>
                  <a:pt x="589788" y="336671"/>
                </a:cubicBezTo>
                <a:lnTo>
                  <a:pt x="590607" y="338719"/>
                </a:lnTo>
                <a:cubicBezTo>
                  <a:pt x="589242" y="340903"/>
                  <a:pt x="588559" y="343361"/>
                  <a:pt x="588559" y="346091"/>
                </a:cubicBezTo>
                <a:lnTo>
                  <a:pt x="589788" y="347729"/>
                </a:lnTo>
                <a:cubicBezTo>
                  <a:pt x="589788" y="348549"/>
                  <a:pt x="588832" y="349231"/>
                  <a:pt x="586921" y="349777"/>
                </a:cubicBezTo>
                <a:cubicBezTo>
                  <a:pt x="588832" y="350596"/>
                  <a:pt x="589788" y="352235"/>
                  <a:pt x="589788" y="354692"/>
                </a:cubicBezTo>
                <a:cubicBezTo>
                  <a:pt x="589788" y="358242"/>
                  <a:pt x="588218" y="361109"/>
                  <a:pt x="585078" y="363293"/>
                </a:cubicBezTo>
                <a:cubicBezTo>
                  <a:pt x="581938" y="365478"/>
                  <a:pt x="578593" y="366570"/>
                  <a:pt x="575043" y="366570"/>
                </a:cubicBezTo>
                <a:cubicBezTo>
                  <a:pt x="573405" y="366570"/>
                  <a:pt x="571767" y="366160"/>
                  <a:pt x="570128" y="365341"/>
                </a:cubicBezTo>
                <a:lnTo>
                  <a:pt x="570538" y="364522"/>
                </a:lnTo>
                <a:lnTo>
                  <a:pt x="576682" y="364932"/>
                </a:lnTo>
                <a:lnTo>
                  <a:pt x="576272" y="364112"/>
                </a:lnTo>
                <a:cubicBezTo>
                  <a:pt x="574361" y="363566"/>
                  <a:pt x="572040" y="363088"/>
                  <a:pt x="569309" y="362679"/>
                </a:cubicBezTo>
                <a:cubicBezTo>
                  <a:pt x="566579" y="362269"/>
                  <a:pt x="564394" y="361518"/>
                  <a:pt x="562756" y="360426"/>
                </a:cubicBezTo>
                <a:cubicBezTo>
                  <a:pt x="561118" y="359334"/>
                  <a:pt x="559343" y="357423"/>
                  <a:pt x="557432" y="354692"/>
                </a:cubicBezTo>
                <a:cubicBezTo>
                  <a:pt x="557159" y="354419"/>
                  <a:pt x="556135" y="353054"/>
                  <a:pt x="554360" y="350596"/>
                </a:cubicBezTo>
                <a:cubicBezTo>
                  <a:pt x="552585" y="348139"/>
                  <a:pt x="551152" y="346910"/>
                  <a:pt x="550059" y="346910"/>
                </a:cubicBezTo>
                <a:lnTo>
                  <a:pt x="544325" y="342814"/>
                </a:lnTo>
                <a:cubicBezTo>
                  <a:pt x="544325" y="341722"/>
                  <a:pt x="542960" y="338173"/>
                  <a:pt x="540230" y="332166"/>
                </a:cubicBezTo>
                <a:cubicBezTo>
                  <a:pt x="538045" y="327251"/>
                  <a:pt x="536816" y="323974"/>
                  <a:pt x="536543" y="322336"/>
                </a:cubicBezTo>
                <a:cubicBezTo>
                  <a:pt x="536270" y="320424"/>
                  <a:pt x="535246" y="317216"/>
                  <a:pt x="533472" y="312711"/>
                </a:cubicBezTo>
                <a:cubicBezTo>
                  <a:pt x="531697" y="308205"/>
                  <a:pt x="530263" y="305953"/>
                  <a:pt x="529171" y="305953"/>
                </a:cubicBezTo>
                <a:cubicBezTo>
                  <a:pt x="528898" y="306772"/>
                  <a:pt x="528625" y="308001"/>
                  <a:pt x="528352" y="309639"/>
                </a:cubicBezTo>
                <a:cubicBezTo>
                  <a:pt x="528079" y="311277"/>
                  <a:pt x="527601" y="312574"/>
                  <a:pt x="526918" y="313530"/>
                </a:cubicBezTo>
                <a:cubicBezTo>
                  <a:pt x="526236" y="314486"/>
                  <a:pt x="525212" y="314963"/>
                  <a:pt x="523847" y="314963"/>
                </a:cubicBezTo>
                <a:lnTo>
                  <a:pt x="522208" y="314554"/>
                </a:lnTo>
                <a:cubicBezTo>
                  <a:pt x="522481" y="312916"/>
                  <a:pt x="523573" y="311004"/>
                  <a:pt x="525485" y="308820"/>
                </a:cubicBezTo>
                <a:cubicBezTo>
                  <a:pt x="527396" y="306635"/>
                  <a:pt x="528352" y="305270"/>
                  <a:pt x="528352" y="304724"/>
                </a:cubicBezTo>
                <a:lnTo>
                  <a:pt x="528352" y="299809"/>
                </a:lnTo>
                <a:cubicBezTo>
                  <a:pt x="527260" y="300082"/>
                  <a:pt x="525212" y="302744"/>
                  <a:pt x="522208" y="307796"/>
                </a:cubicBezTo>
                <a:cubicBezTo>
                  <a:pt x="519205" y="312847"/>
                  <a:pt x="516201" y="318103"/>
                  <a:pt x="513198" y="323564"/>
                </a:cubicBezTo>
                <a:cubicBezTo>
                  <a:pt x="507464" y="334486"/>
                  <a:pt x="504050" y="340221"/>
                  <a:pt x="502958" y="340767"/>
                </a:cubicBezTo>
                <a:cubicBezTo>
                  <a:pt x="499682" y="342132"/>
                  <a:pt x="498043" y="343907"/>
                  <a:pt x="498043" y="346091"/>
                </a:cubicBezTo>
                <a:lnTo>
                  <a:pt x="498453" y="346910"/>
                </a:lnTo>
                <a:cubicBezTo>
                  <a:pt x="499545" y="346910"/>
                  <a:pt x="501115" y="346091"/>
                  <a:pt x="503163" y="344453"/>
                </a:cubicBezTo>
                <a:cubicBezTo>
                  <a:pt x="505211" y="342814"/>
                  <a:pt x="506644" y="341995"/>
                  <a:pt x="507464" y="341995"/>
                </a:cubicBezTo>
                <a:cubicBezTo>
                  <a:pt x="507464" y="342814"/>
                  <a:pt x="505347" y="344726"/>
                  <a:pt x="501115" y="347729"/>
                </a:cubicBezTo>
                <a:cubicBezTo>
                  <a:pt x="496883" y="350733"/>
                  <a:pt x="494221" y="352235"/>
                  <a:pt x="493128" y="352235"/>
                </a:cubicBezTo>
                <a:lnTo>
                  <a:pt x="492719" y="352235"/>
                </a:lnTo>
                <a:lnTo>
                  <a:pt x="493948" y="348958"/>
                </a:lnTo>
                <a:cubicBezTo>
                  <a:pt x="491763" y="348139"/>
                  <a:pt x="490671" y="346501"/>
                  <a:pt x="490671" y="344043"/>
                </a:cubicBezTo>
                <a:lnTo>
                  <a:pt x="491900" y="341995"/>
                </a:lnTo>
                <a:cubicBezTo>
                  <a:pt x="490534" y="341176"/>
                  <a:pt x="488964" y="339265"/>
                  <a:pt x="487190" y="336261"/>
                </a:cubicBezTo>
                <a:cubicBezTo>
                  <a:pt x="485415" y="333258"/>
                  <a:pt x="483981" y="331756"/>
                  <a:pt x="482889" y="331756"/>
                </a:cubicBezTo>
                <a:cubicBezTo>
                  <a:pt x="482070" y="331756"/>
                  <a:pt x="481387" y="332575"/>
                  <a:pt x="480841" y="334213"/>
                </a:cubicBezTo>
                <a:cubicBezTo>
                  <a:pt x="480295" y="335852"/>
                  <a:pt x="479749" y="336671"/>
                  <a:pt x="479203" y="336671"/>
                </a:cubicBezTo>
                <a:lnTo>
                  <a:pt x="478793" y="335852"/>
                </a:lnTo>
                <a:cubicBezTo>
                  <a:pt x="478793" y="334760"/>
                  <a:pt x="479339" y="333121"/>
                  <a:pt x="480432" y="330937"/>
                </a:cubicBezTo>
                <a:cubicBezTo>
                  <a:pt x="481524" y="328752"/>
                  <a:pt x="481933" y="327114"/>
                  <a:pt x="481660" y="326022"/>
                </a:cubicBezTo>
                <a:lnTo>
                  <a:pt x="480022" y="309229"/>
                </a:lnTo>
                <a:lnTo>
                  <a:pt x="480022" y="308410"/>
                </a:lnTo>
                <a:lnTo>
                  <a:pt x="480022" y="303905"/>
                </a:lnTo>
                <a:cubicBezTo>
                  <a:pt x="480022" y="300901"/>
                  <a:pt x="479203" y="299400"/>
                  <a:pt x="477565" y="299400"/>
                </a:cubicBezTo>
                <a:cubicBezTo>
                  <a:pt x="477291" y="299400"/>
                  <a:pt x="477018" y="299809"/>
                  <a:pt x="476745" y="300628"/>
                </a:cubicBezTo>
                <a:cubicBezTo>
                  <a:pt x="476472" y="301447"/>
                  <a:pt x="476336" y="302130"/>
                  <a:pt x="476336" y="302676"/>
                </a:cubicBezTo>
                <a:cubicBezTo>
                  <a:pt x="475790" y="309229"/>
                  <a:pt x="475517" y="314281"/>
                  <a:pt x="475517" y="317830"/>
                </a:cubicBezTo>
                <a:lnTo>
                  <a:pt x="475517" y="319059"/>
                </a:lnTo>
                <a:cubicBezTo>
                  <a:pt x="475517" y="321244"/>
                  <a:pt x="475107" y="322336"/>
                  <a:pt x="474288" y="322336"/>
                </a:cubicBezTo>
                <a:lnTo>
                  <a:pt x="472650" y="349368"/>
                </a:lnTo>
                <a:cubicBezTo>
                  <a:pt x="474015" y="349095"/>
                  <a:pt x="475107" y="347388"/>
                  <a:pt x="475926" y="344248"/>
                </a:cubicBezTo>
                <a:cubicBezTo>
                  <a:pt x="476745" y="341108"/>
                  <a:pt x="477018" y="338719"/>
                  <a:pt x="476745" y="337080"/>
                </a:cubicBezTo>
                <a:lnTo>
                  <a:pt x="477565" y="338719"/>
                </a:lnTo>
                <a:cubicBezTo>
                  <a:pt x="477565" y="340084"/>
                  <a:pt x="476814" y="342951"/>
                  <a:pt x="475312" y="347320"/>
                </a:cubicBezTo>
                <a:cubicBezTo>
                  <a:pt x="473810" y="351689"/>
                  <a:pt x="472650" y="354010"/>
                  <a:pt x="471830" y="354283"/>
                </a:cubicBezTo>
                <a:lnTo>
                  <a:pt x="470602" y="353463"/>
                </a:lnTo>
                <a:lnTo>
                  <a:pt x="468554" y="359607"/>
                </a:lnTo>
                <a:cubicBezTo>
                  <a:pt x="470192" y="361245"/>
                  <a:pt x="471284" y="362611"/>
                  <a:pt x="471830" y="363703"/>
                </a:cubicBezTo>
                <a:lnTo>
                  <a:pt x="470602" y="364932"/>
                </a:lnTo>
                <a:cubicBezTo>
                  <a:pt x="468963" y="364932"/>
                  <a:pt x="467120" y="364181"/>
                  <a:pt x="465073" y="362679"/>
                </a:cubicBezTo>
                <a:cubicBezTo>
                  <a:pt x="463025" y="361177"/>
                  <a:pt x="461728" y="360290"/>
                  <a:pt x="461182" y="360017"/>
                </a:cubicBezTo>
                <a:cubicBezTo>
                  <a:pt x="462547" y="363020"/>
                  <a:pt x="462274" y="364795"/>
                  <a:pt x="460362" y="365341"/>
                </a:cubicBezTo>
                <a:lnTo>
                  <a:pt x="458315" y="363703"/>
                </a:lnTo>
                <a:cubicBezTo>
                  <a:pt x="457222" y="364249"/>
                  <a:pt x="456267" y="364112"/>
                  <a:pt x="455448" y="363293"/>
                </a:cubicBezTo>
                <a:cubicBezTo>
                  <a:pt x="456813" y="362747"/>
                  <a:pt x="457632" y="362065"/>
                  <a:pt x="457905" y="361245"/>
                </a:cubicBezTo>
                <a:cubicBezTo>
                  <a:pt x="454628" y="359607"/>
                  <a:pt x="452307" y="358788"/>
                  <a:pt x="450942" y="358788"/>
                </a:cubicBezTo>
                <a:cubicBezTo>
                  <a:pt x="449304" y="358788"/>
                  <a:pt x="448348" y="359198"/>
                  <a:pt x="448075" y="360017"/>
                </a:cubicBezTo>
                <a:lnTo>
                  <a:pt x="446846" y="361245"/>
                </a:lnTo>
                <a:cubicBezTo>
                  <a:pt x="445481" y="361245"/>
                  <a:pt x="444252" y="360904"/>
                  <a:pt x="443160" y="360221"/>
                </a:cubicBezTo>
                <a:cubicBezTo>
                  <a:pt x="442068" y="359539"/>
                  <a:pt x="441112" y="359198"/>
                  <a:pt x="440293" y="359198"/>
                </a:cubicBezTo>
                <a:cubicBezTo>
                  <a:pt x="439201" y="359744"/>
                  <a:pt x="438518" y="359607"/>
                  <a:pt x="438245" y="358788"/>
                </a:cubicBezTo>
                <a:cubicBezTo>
                  <a:pt x="436880" y="357969"/>
                  <a:pt x="434286" y="356262"/>
                  <a:pt x="430463" y="353668"/>
                </a:cubicBezTo>
                <a:cubicBezTo>
                  <a:pt x="426641" y="351074"/>
                  <a:pt x="423364" y="348480"/>
                  <a:pt x="420634" y="345886"/>
                </a:cubicBezTo>
                <a:cubicBezTo>
                  <a:pt x="417903" y="343292"/>
                  <a:pt x="416265" y="340767"/>
                  <a:pt x="415719" y="338309"/>
                </a:cubicBezTo>
                <a:cubicBezTo>
                  <a:pt x="415173" y="336398"/>
                  <a:pt x="414353" y="333667"/>
                  <a:pt x="413261" y="330118"/>
                </a:cubicBezTo>
                <a:cubicBezTo>
                  <a:pt x="412169" y="326568"/>
                  <a:pt x="411623" y="323428"/>
                  <a:pt x="411623" y="320697"/>
                </a:cubicBezTo>
                <a:cubicBezTo>
                  <a:pt x="411623" y="307591"/>
                  <a:pt x="412442" y="294416"/>
                  <a:pt x="414080" y="281173"/>
                </a:cubicBezTo>
                <a:cubicBezTo>
                  <a:pt x="415719" y="267931"/>
                  <a:pt x="418176" y="251343"/>
                  <a:pt x="421453" y="231410"/>
                </a:cubicBezTo>
                <a:cubicBezTo>
                  <a:pt x="422545" y="225130"/>
                  <a:pt x="424320" y="213935"/>
                  <a:pt x="426777" y="197825"/>
                </a:cubicBezTo>
                <a:cubicBezTo>
                  <a:pt x="422955" y="197825"/>
                  <a:pt x="419610" y="196050"/>
                  <a:pt x="416743" y="192500"/>
                </a:cubicBezTo>
                <a:cubicBezTo>
                  <a:pt x="413876" y="188951"/>
                  <a:pt x="411486" y="185265"/>
                  <a:pt x="409575" y="181442"/>
                </a:cubicBezTo>
                <a:cubicBezTo>
                  <a:pt x="407664" y="177619"/>
                  <a:pt x="406299" y="175025"/>
                  <a:pt x="405479" y="173660"/>
                </a:cubicBezTo>
                <a:cubicBezTo>
                  <a:pt x="405479" y="172022"/>
                  <a:pt x="407664" y="171203"/>
                  <a:pt x="412033" y="171203"/>
                </a:cubicBezTo>
                <a:lnTo>
                  <a:pt x="428006" y="172431"/>
                </a:lnTo>
                <a:lnTo>
                  <a:pt x="426833" y="164614"/>
                </a:lnTo>
                <a:lnTo>
                  <a:pt x="424525" y="161987"/>
                </a:lnTo>
                <a:cubicBezTo>
                  <a:pt x="420565" y="159393"/>
                  <a:pt x="418586" y="157550"/>
                  <a:pt x="418586" y="156458"/>
                </a:cubicBezTo>
                <a:cubicBezTo>
                  <a:pt x="418586" y="154820"/>
                  <a:pt x="421316" y="154000"/>
                  <a:pt x="426777" y="154000"/>
                </a:cubicBezTo>
                <a:cubicBezTo>
                  <a:pt x="432511" y="154000"/>
                  <a:pt x="438109" y="154751"/>
                  <a:pt x="443570" y="156253"/>
                </a:cubicBezTo>
                <a:cubicBezTo>
                  <a:pt x="449031" y="157755"/>
                  <a:pt x="455448" y="160008"/>
                  <a:pt x="462820" y="163011"/>
                </a:cubicBezTo>
                <a:cubicBezTo>
                  <a:pt x="488487" y="155366"/>
                  <a:pt x="507600" y="149086"/>
                  <a:pt x="520160" y="144171"/>
                </a:cubicBezTo>
                <a:cubicBezTo>
                  <a:pt x="520706" y="143625"/>
                  <a:pt x="521526" y="143215"/>
                  <a:pt x="522618" y="142942"/>
                </a:cubicBezTo>
                <a:cubicBezTo>
                  <a:pt x="523710" y="142669"/>
                  <a:pt x="524529" y="142396"/>
                  <a:pt x="525075" y="142123"/>
                </a:cubicBezTo>
                <a:lnTo>
                  <a:pt x="523847" y="140894"/>
                </a:lnTo>
                <a:lnTo>
                  <a:pt x="524256" y="139256"/>
                </a:lnTo>
                <a:cubicBezTo>
                  <a:pt x="523164" y="139256"/>
                  <a:pt x="521253" y="140143"/>
                  <a:pt x="518522" y="141918"/>
                </a:cubicBezTo>
                <a:cubicBezTo>
                  <a:pt x="515792" y="143693"/>
                  <a:pt x="513744" y="144580"/>
                  <a:pt x="512378" y="144580"/>
                </a:cubicBezTo>
                <a:lnTo>
                  <a:pt x="511559" y="144580"/>
                </a:lnTo>
                <a:lnTo>
                  <a:pt x="515655" y="140894"/>
                </a:lnTo>
                <a:lnTo>
                  <a:pt x="513198" y="140894"/>
                </a:lnTo>
                <a:cubicBezTo>
                  <a:pt x="508283" y="140894"/>
                  <a:pt x="505825" y="141713"/>
                  <a:pt x="505825" y="143351"/>
                </a:cubicBezTo>
                <a:cubicBezTo>
                  <a:pt x="505825" y="143898"/>
                  <a:pt x="505689" y="144307"/>
                  <a:pt x="505416" y="144580"/>
                </a:cubicBezTo>
                <a:cubicBezTo>
                  <a:pt x="505143" y="144853"/>
                  <a:pt x="504733" y="144990"/>
                  <a:pt x="504187" y="144990"/>
                </a:cubicBezTo>
                <a:cubicBezTo>
                  <a:pt x="502549" y="144990"/>
                  <a:pt x="500637" y="145331"/>
                  <a:pt x="498453" y="146014"/>
                </a:cubicBezTo>
                <a:cubicBezTo>
                  <a:pt x="496268" y="146696"/>
                  <a:pt x="494494" y="147038"/>
                  <a:pt x="493128" y="147038"/>
                </a:cubicBezTo>
                <a:cubicBezTo>
                  <a:pt x="491763" y="147038"/>
                  <a:pt x="490671" y="146901"/>
                  <a:pt x="489852" y="146628"/>
                </a:cubicBezTo>
                <a:cubicBezTo>
                  <a:pt x="490398" y="145263"/>
                  <a:pt x="494630" y="141986"/>
                  <a:pt x="502549" y="136798"/>
                </a:cubicBezTo>
                <a:cubicBezTo>
                  <a:pt x="510467" y="131610"/>
                  <a:pt x="514836" y="128743"/>
                  <a:pt x="515655" y="128197"/>
                </a:cubicBezTo>
                <a:lnTo>
                  <a:pt x="542687" y="110176"/>
                </a:lnTo>
                <a:cubicBezTo>
                  <a:pt x="542687" y="109630"/>
                  <a:pt x="542414" y="107445"/>
                  <a:pt x="541868" y="103623"/>
                </a:cubicBezTo>
                <a:cubicBezTo>
                  <a:pt x="541322" y="99800"/>
                  <a:pt x="540298" y="96455"/>
                  <a:pt x="538796" y="93588"/>
                </a:cubicBezTo>
                <a:cubicBezTo>
                  <a:pt x="537294" y="90721"/>
                  <a:pt x="535451" y="89288"/>
                  <a:pt x="533267" y="89288"/>
                </a:cubicBezTo>
                <a:cubicBezTo>
                  <a:pt x="531628" y="89288"/>
                  <a:pt x="529444" y="89561"/>
                  <a:pt x="526714" y="90107"/>
                </a:cubicBezTo>
                <a:cubicBezTo>
                  <a:pt x="526714" y="89561"/>
                  <a:pt x="527464" y="89151"/>
                  <a:pt x="528966" y="88878"/>
                </a:cubicBezTo>
                <a:cubicBezTo>
                  <a:pt x="530468" y="88605"/>
                  <a:pt x="531219" y="88059"/>
                  <a:pt x="531219" y="87240"/>
                </a:cubicBezTo>
                <a:cubicBezTo>
                  <a:pt x="531219" y="86694"/>
                  <a:pt x="530809" y="86011"/>
                  <a:pt x="529990" y="85192"/>
                </a:cubicBezTo>
                <a:cubicBezTo>
                  <a:pt x="529171" y="84373"/>
                  <a:pt x="528488" y="83963"/>
                  <a:pt x="527942" y="83963"/>
                </a:cubicBezTo>
                <a:cubicBezTo>
                  <a:pt x="526031" y="83963"/>
                  <a:pt x="523437" y="84782"/>
                  <a:pt x="520160" y="86421"/>
                </a:cubicBezTo>
                <a:cubicBezTo>
                  <a:pt x="516884" y="88332"/>
                  <a:pt x="514153" y="89288"/>
                  <a:pt x="511969" y="89288"/>
                </a:cubicBezTo>
                <a:lnTo>
                  <a:pt x="511559" y="88878"/>
                </a:lnTo>
                <a:cubicBezTo>
                  <a:pt x="507737" y="88059"/>
                  <a:pt x="498862" y="89970"/>
                  <a:pt x="484937" y="94612"/>
                </a:cubicBezTo>
                <a:cubicBezTo>
                  <a:pt x="471011" y="99254"/>
                  <a:pt x="462547" y="102940"/>
                  <a:pt x="459543" y="105671"/>
                </a:cubicBezTo>
                <a:cubicBezTo>
                  <a:pt x="459270" y="105944"/>
                  <a:pt x="458656" y="106626"/>
                  <a:pt x="457700" y="107718"/>
                </a:cubicBezTo>
                <a:cubicBezTo>
                  <a:pt x="456744" y="108811"/>
                  <a:pt x="455721" y="109357"/>
                  <a:pt x="454628" y="109357"/>
                </a:cubicBezTo>
                <a:cubicBezTo>
                  <a:pt x="452717" y="109357"/>
                  <a:pt x="450260" y="105671"/>
                  <a:pt x="447256" y="98298"/>
                </a:cubicBezTo>
                <a:cubicBezTo>
                  <a:pt x="444252" y="90926"/>
                  <a:pt x="441522" y="82803"/>
                  <a:pt x="439064" y="73929"/>
                </a:cubicBezTo>
                <a:cubicBezTo>
                  <a:pt x="436607" y="65054"/>
                  <a:pt x="435378" y="59252"/>
                  <a:pt x="435378" y="56522"/>
                </a:cubicBezTo>
                <a:lnTo>
                  <a:pt x="436607" y="53245"/>
                </a:lnTo>
                <a:cubicBezTo>
                  <a:pt x="437426" y="53245"/>
                  <a:pt x="438928" y="54337"/>
                  <a:pt x="441112" y="56522"/>
                </a:cubicBezTo>
                <a:cubicBezTo>
                  <a:pt x="443297" y="58706"/>
                  <a:pt x="445481" y="59798"/>
                  <a:pt x="447666" y="59798"/>
                </a:cubicBezTo>
                <a:cubicBezTo>
                  <a:pt x="455038" y="59798"/>
                  <a:pt x="462752" y="58979"/>
                  <a:pt x="470807" y="57341"/>
                </a:cubicBezTo>
                <a:cubicBezTo>
                  <a:pt x="478862" y="55702"/>
                  <a:pt x="488487" y="53245"/>
                  <a:pt x="499682" y="49968"/>
                </a:cubicBezTo>
                <a:cubicBezTo>
                  <a:pt x="507054" y="47511"/>
                  <a:pt x="514699" y="45463"/>
                  <a:pt x="522618" y="43825"/>
                </a:cubicBezTo>
                <a:lnTo>
                  <a:pt x="630745" y="19660"/>
                </a:lnTo>
                <a:cubicBezTo>
                  <a:pt x="632930" y="19114"/>
                  <a:pt x="639005" y="17748"/>
                  <a:pt x="648972" y="15564"/>
                </a:cubicBezTo>
                <a:cubicBezTo>
                  <a:pt x="658938" y="13380"/>
                  <a:pt x="668290" y="12287"/>
                  <a:pt x="677027" y="12287"/>
                </a:cubicBezTo>
                <a:close/>
                <a:moveTo>
                  <a:pt x="1534677" y="7373"/>
                </a:moveTo>
                <a:cubicBezTo>
                  <a:pt x="1535223" y="7646"/>
                  <a:pt x="1536179" y="8465"/>
                  <a:pt x="1537544" y="9830"/>
                </a:cubicBezTo>
                <a:cubicBezTo>
                  <a:pt x="1538910" y="11195"/>
                  <a:pt x="1540002" y="12014"/>
                  <a:pt x="1540821" y="12287"/>
                </a:cubicBezTo>
                <a:cubicBezTo>
                  <a:pt x="1549558" y="17202"/>
                  <a:pt x="1559115" y="23619"/>
                  <a:pt x="1569491" y="31538"/>
                </a:cubicBezTo>
                <a:cubicBezTo>
                  <a:pt x="1579867" y="39456"/>
                  <a:pt x="1585055" y="45873"/>
                  <a:pt x="1585055" y="50788"/>
                </a:cubicBezTo>
                <a:cubicBezTo>
                  <a:pt x="1585055" y="51880"/>
                  <a:pt x="1583895" y="53313"/>
                  <a:pt x="1581574" y="55088"/>
                </a:cubicBezTo>
                <a:cubicBezTo>
                  <a:pt x="1579253" y="56863"/>
                  <a:pt x="1576590" y="58569"/>
                  <a:pt x="1573587" y="60208"/>
                </a:cubicBezTo>
                <a:cubicBezTo>
                  <a:pt x="1563484" y="66488"/>
                  <a:pt x="1558433" y="71130"/>
                  <a:pt x="1558433" y="74133"/>
                </a:cubicBezTo>
                <a:cubicBezTo>
                  <a:pt x="1558433" y="74952"/>
                  <a:pt x="1558979" y="75362"/>
                  <a:pt x="1560071" y="75362"/>
                </a:cubicBezTo>
                <a:cubicBezTo>
                  <a:pt x="1558706" y="76454"/>
                  <a:pt x="1557750" y="78366"/>
                  <a:pt x="1557204" y="81096"/>
                </a:cubicBezTo>
                <a:cubicBezTo>
                  <a:pt x="1556658" y="83827"/>
                  <a:pt x="1556316" y="86694"/>
                  <a:pt x="1556180" y="89697"/>
                </a:cubicBezTo>
                <a:cubicBezTo>
                  <a:pt x="1556044" y="92701"/>
                  <a:pt x="1555839" y="95022"/>
                  <a:pt x="1555566" y="96660"/>
                </a:cubicBezTo>
                <a:cubicBezTo>
                  <a:pt x="1555566" y="97479"/>
                  <a:pt x="1555361" y="99868"/>
                  <a:pt x="1554952" y="103827"/>
                </a:cubicBezTo>
                <a:cubicBezTo>
                  <a:pt x="1554542" y="107787"/>
                  <a:pt x="1553791" y="109903"/>
                  <a:pt x="1552699" y="110176"/>
                </a:cubicBezTo>
                <a:lnTo>
                  <a:pt x="1551470" y="109357"/>
                </a:lnTo>
                <a:lnTo>
                  <a:pt x="1553518" y="114681"/>
                </a:lnTo>
                <a:cubicBezTo>
                  <a:pt x="1553518" y="116593"/>
                  <a:pt x="1552835" y="117548"/>
                  <a:pt x="1551470" y="117548"/>
                </a:cubicBezTo>
                <a:cubicBezTo>
                  <a:pt x="1552562" y="118640"/>
                  <a:pt x="1553245" y="119664"/>
                  <a:pt x="1553518" y="120620"/>
                </a:cubicBezTo>
                <a:cubicBezTo>
                  <a:pt x="1553791" y="121576"/>
                  <a:pt x="1553927" y="122873"/>
                  <a:pt x="1553927" y="124511"/>
                </a:cubicBezTo>
                <a:cubicBezTo>
                  <a:pt x="1553927" y="125603"/>
                  <a:pt x="1553586" y="127242"/>
                  <a:pt x="1552903" y="129426"/>
                </a:cubicBezTo>
                <a:cubicBezTo>
                  <a:pt x="1552221" y="131610"/>
                  <a:pt x="1551880" y="133112"/>
                  <a:pt x="1551880" y="133931"/>
                </a:cubicBezTo>
                <a:cubicBezTo>
                  <a:pt x="1552153" y="139119"/>
                  <a:pt x="1552289" y="146901"/>
                  <a:pt x="1552289" y="157277"/>
                </a:cubicBezTo>
                <a:cubicBezTo>
                  <a:pt x="1552289" y="166288"/>
                  <a:pt x="1551334" y="170793"/>
                  <a:pt x="1549422" y="170793"/>
                </a:cubicBezTo>
                <a:lnTo>
                  <a:pt x="1547784" y="169155"/>
                </a:lnTo>
                <a:lnTo>
                  <a:pt x="1550241" y="166697"/>
                </a:lnTo>
                <a:cubicBezTo>
                  <a:pt x="1547784" y="165605"/>
                  <a:pt x="1545531" y="164718"/>
                  <a:pt x="1543483" y="164035"/>
                </a:cubicBezTo>
                <a:cubicBezTo>
                  <a:pt x="1541435" y="163352"/>
                  <a:pt x="1539729" y="161919"/>
                  <a:pt x="1538364" y="159734"/>
                </a:cubicBezTo>
                <a:cubicBezTo>
                  <a:pt x="1536998" y="157550"/>
                  <a:pt x="1534950" y="154410"/>
                  <a:pt x="1532220" y="150314"/>
                </a:cubicBezTo>
                <a:lnTo>
                  <a:pt x="1534677" y="149086"/>
                </a:lnTo>
                <a:cubicBezTo>
                  <a:pt x="1534677" y="148266"/>
                  <a:pt x="1533380" y="146560"/>
                  <a:pt x="1530786" y="143966"/>
                </a:cubicBezTo>
                <a:cubicBezTo>
                  <a:pt x="1528192" y="141372"/>
                  <a:pt x="1526759" y="139256"/>
                  <a:pt x="1526486" y="137617"/>
                </a:cubicBezTo>
                <a:lnTo>
                  <a:pt x="1521981" y="133522"/>
                </a:lnTo>
                <a:lnTo>
                  <a:pt x="1520342" y="132293"/>
                </a:lnTo>
                <a:cubicBezTo>
                  <a:pt x="1520069" y="132293"/>
                  <a:pt x="1519386" y="132088"/>
                  <a:pt x="1518294" y="131679"/>
                </a:cubicBezTo>
                <a:cubicBezTo>
                  <a:pt x="1517202" y="131269"/>
                  <a:pt x="1516656" y="130655"/>
                  <a:pt x="1516656" y="129836"/>
                </a:cubicBezTo>
                <a:cubicBezTo>
                  <a:pt x="1516656" y="129562"/>
                  <a:pt x="1516656" y="129016"/>
                  <a:pt x="1516656" y="128197"/>
                </a:cubicBezTo>
                <a:cubicBezTo>
                  <a:pt x="1516656" y="127378"/>
                  <a:pt x="1516246" y="126695"/>
                  <a:pt x="1515427" y="126149"/>
                </a:cubicBezTo>
                <a:cubicBezTo>
                  <a:pt x="1515427" y="126149"/>
                  <a:pt x="1513789" y="127378"/>
                  <a:pt x="1510512" y="129836"/>
                </a:cubicBezTo>
                <a:lnTo>
                  <a:pt x="1510922" y="130245"/>
                </a:lnTo>
                <a:cubicBezTo>
                  <a:pt x="1510649" y="131064"/>
                  <a:pt x="1509966" y="131883"/>
                  <a:pt x="1508874" y="132703"/>
                </a:cubicBezTo>
                <a:cubicBezTo>
                  <a:pt x="1507782" y="133522"/>
                  <a:pt x="1506826" y="133931"/>
                  <a:pt x="1506007" y="133931"/>
                </a:cubicBezTo>
                <a:cubicBezTo>
                  <a:pt x="1503823" y="133931"/>
                  <a:pt x="1502253" y="134409"/>
                  <a:pt x="1501297" y="135365"/>
                </a:cubicBezTo>
                <a:cubicBezTo>
                  <a:pt x="1500341" y="136320"/>
                  <a:pt x="1499454" y="137822"/>
                  <a:pt x="1498635" y="139870"/>
                </a:cubicBezTo>
                <a:cubicBezTo>
                  <a:pt x="1497816" y="141918"/>
                  <a:pt x="1496860" y="142942"/>
                  <a:pt x="1495768" y="142942"/>
                </a:cubicBezTo>
                <a:lnTo>
                  <a:pt x="1494539" y="142123"/>
                </a:lnTo>
                <a:cubicBezTo>
                  <a:pt x="1493174" y="142396"/>
                  <a:pt x="1489351" y="145672"/>
                  <a:pt x="1483071" y="151953"/>
                </a:cubicBezTo>
                <a:cubicBezTo>
                  <a:pt x="1481433" y="152499"/>
                  <a:pt x="1477746" y="155297"/>
                  <a:pt x="1472012" y="160349"/>
                </a:cubicBezTo>
                <a:cubicBezTo>
                  <a:pt x="1466278" y="165400"/>
                  <a:pt x="1463411" y="168472"/>
                  <a:pt x="1463411" y="169564"/>
                </a:cubicBezTo>
                <a:cubicBezTo>
                  <a:pt x="1463411" y="172841"/>
                  <a:pt x="1462660" y="175094"/>
                  <a:pt x="1461159" y="176322"/>
                </a:cubicBezTo>
                <a:cubicBezTo>
                  <a:pt x="1459657" y="177551"/>
                  <a:pt x="1457677" y="178575"/>
                  <a:pt x="1455220" y="179394"/>
                </a:cubicBezTo>
                <a:cubicBezTo>
                  <a:pt x="1452762" y="180213"/>
                  <a:pt x="1451261" y="180896"/>
                  <a:pt x="1450714" y="181442"/>
                </a:cubicBezTo>
                <a:lnTo>
                  <a:pt x="1526486" y="174479"/>
                </a:lnTo>
                <a:lnTo>
                  <a:pt x="1537135" y="173250"/>
                </a:lnTo>
                <a:cubicBezTo>
                  <a:pt x="1544780" y="172158"/>
                  <a:pt x="1550651" y="171612"/>
                  <a:pt x="1554747" y="171612"/>
                </a:cubicBezTo>
                <a:cubicBezTo>
                  <a:pt x="1555566" y="171612"/>
                  <a:pt x="1556726" y="172158"/>
                  <a:pt x="1558228" y="173250"/>
                </a:cubicBezTo>
                <a:cubicBezTo>
                  <a:pt x="1559730" y="174343"/>
                  <a:pt x="1560890" y="174889"/>
                  <a:pt x="1561709" y="174889"/>
                </a:cubicBezTo>
                <a:cubicBezTo>
                  <a:pt x="1563621" y="174889"/>
                  <a:pt x="1564576" y="175298"/>
                  <a:pt x="1564576" y="176117"/>
                </a:cubicBezTo>
                <a:cubicBezTo>
                  <a:pt x="1564576" y="176391"/>
                  <a:pt x="1564576" y="176732"/>
                  <a:pt x="1564576" y="177141"/>
                </a:cubicBezTo>
                <a:cubicBezTo>
                  <a:pt x="1564576" y="177551"/>
                  <a:pt x="1564713" y="177756"/>
                  <a:pt x="1564986" y="177756"/>
                </a:cubicBezTo>
                <a:cubicBezTo>
                  <a:pt x="1567716" y="177756"/>
                  <a:pt x="1569560" y="178165"/>
                  <a:pt x="1570515" y="178985"/>
                </a:cubicBezTo>
                <a:cubicBezTo>
                  <a:pt x="1571471" y="179804"/>
                  <a:pt x="1571949" y="181169"/>
                  <a:pt x="1571949" y="183080"/>
                </a:cubicBezTo>
                <a:lnTo>
                  <a:pt x="1571539" y="192091"/>
                </a:lnTo>
                <a:cubicBezTo>
                  <a:pt x="1575635" y="196733"/>
                  <a:pt x="1580072" y="203354"/>
                  <a:pt x="1584850" y="211955"/>
                </a:cubicBezTo>
                <a:cubicBezTo>
                  <a:pt x="1589629" y="220556"/>
                  <a:pt x="1592018" y="227178"/>
                  <a:pt x="1592018" y="231820"/>
                </a:cubicBezTo>
                <a:lnTo>
                  <a:pt x="1592018" y="238373"/>
                </a:lnTo>
                <a:cubicBezTo>
                  <a:pt x="1582734" y="243015"/>
                  <a:pt x="1576727" y="245472"/>
                  <a:pt x="1573996" y="245745"/>
                </a:cubicBezTo>
                <a:lnTo>
                  <a:pt x="1571949" y="243697"/>
                </a:lnTo>
                <a:cubicBezTo>
                  <a:pt x="1570037" y="245063"/>
                  <a:pt x="1568672" y="245745"/>
                  <a:pt x="1567853" y="245745"/>
                </a:cubicBezTo>
                <a:cubicBezTo>
                  <a:pt x="1563484" y="245745"/>
                  <a:pt x="1559730" y="244653"/>
                  <a:pt x="1556590" y="242469"/>
                </a:cubicBezTo>
                <a:cubicBezTo>
                  <a:pt x="1553450" y="240284"/>
                  <a:pt x="1551470" y="239055"/>
                  <a:pt x="1550651" y="238782"/>
                </a:cubicBezTo>
                <a:lnTo>
                  <a:pt x="1549832" y="240011"/>
                </a:lnTo>
                <a:cubicBezTo>
                  <a:pt x="1548739" y="238646"/>
                  <a:pt x="1546828" y="237690"/>
                  <a:pt x="1544098" y="237144"/>
                </a:cubicBezTo>
                <a:lnTo>
                  <a:pt x="1544917" y="235096"/>
                </a:lnTo>
                <a:lnTo>
                  <a:pt x="1543688" y="234687"/>
                </a:lnTo>
                <a:lnTo>
                  <a:pt x="1541640" y="234687"/>
                </a:lnTo>
                <a:cubicBezTo>
                  <a:pt x="1539729" y="234687"/>
                  <a:pt x="1538364" y="234277"/>
                  <a:pt x="1537544" y="233458"/>
                </a:cubicBezTo>
                <a:cubicBezTo>
                  <a:pt x="1537544" y="232639"/>
                  <a:pt x="1540070" y="231888"/>
                  <a:pt x="1545121" y="231205"/>
                </a:cubicBezTo>
                <a:cubicBezTo>
                  <a:pt x="1550173" y="230523"/>
                  <a:pt x="1552972" y="230045"/>
                  <a:pt x="1553518" y="229772"/>
                </a:cubicBezTo>
                <a:cubicBezTo>
                  <a:pt x="1553245" y="228953"/>
                  <a:pt x="1551470" y="228543"/>
                  <a:pt x="1548194" y="228543"/>
                </a:cubicBezTo>
                <a:cubicBezTo>
                  <a:pt x="1544644" y="228543"/>
                  <a:pt x="1539319" y="229362"/>
                  <a:pt x="1532220" y="231001"/>
                </a:cubicBezTo>
                <a:cubicBezTo>
                  <a:pt x="1525121" y="232639"/>
                  <a:pt x="1519660" y="233458"/>
                  <a:pt x="1515837" y="233458"/>
                </a:cubicBezTo>
                <a:cubicBezTo>
                  <a:pt x="1516929" y="232912"/>
                  <a:pt x="1519933" y="231683"/>
                  <a:pt x="1524848" y="229772"/>
                </a:cubicBezTo>
                <a:cubicBezTo>
                  <a:pt x="1529762" y="227860"/>
                  <a:pt x="1532220" y="225949"/>
                  <a:pt x="1532220" y="224038"/>
                </a:cubicBezTo>
                <a:lnTo>
                  <a:pt x="1531401" y="223219"/>
                </a:lnTo>
                <a:cubicBezTo>
                  <a:pt x="1530582" y="223219"/>
                  <a:pt x="1529899" y="223492"/>
                  <a:pt x="1529353" y="224038"/>
                </a:cubicBezTo>
                <a:cubicBezTo>
                  <a:pt x="1528807" y="224584"/>
                  <a:pt x="1528397" y="224857"/>
                  <a:pt x="1528124" y="224857"/>
                </a:cubicBezTo>
                <a:cubicBezTo>
                  <a:pt x="1525121" y="224857"/>
                  <a:pt x="1522117" y="225403"/>
                  <a:pt x="1519113" y="226495"/>
                </a:cubicBezTo>
                <a:cubicBezTo>
                  <a:pt x="1516110" y="227587"/>
                  <a:pt x="1514335" y="228270"/>
                  <a:pt x="1513789" y="228543"/>
                </a:cubicBezTo>
                <a:cubicBezTo>
                  <a:pt x="1508328" y="231001"/>
                  <a:pt x="1503823" y="232229"/>
                  <a:pt x="1500273" y="232229"/>
                </a:cubicBezTo>
                <a:cubicBezTo>
                  <a:pt x="1498362" y="232229"/>
                  <a:pt x="1495495" y="233321"/>
                  <a:pt x="1491672" y="235506"/>
                </a:cubicBezTo>
                <a:cubicBezTo>
                  <a:pt x="1488122" y="237963"/>
                  <a:pt x="1485119" y="239192"/>
                  <a:pt x="1482661" y="239192"/>
                </a:cubicBezTo>
                <a:cubicBezTo>
                  <a:pt x="1481296" y="239192"/>
                  <a:pt x="1479453" y="240079"/>
                  <a:pt x="1477132" y="241854"/>
                </a:cubicBezTo>
                <a:cubicBezTo>
                  <a:pt x="1474811" y="243629"/>
                  <a:pt x="1472832" y="244517"/>
                  <a:pt x="1471193" y="244517"/>
                </a:cubicBezTo>
                <a:lnTo>
                  <a:pt x="1469964" y="245745"/>
                </a:lnTo>
                <a:lnTo>
                  <a:pt x="1468736" y="245336"/>
                </a:lnTo>
                <a:cubicBezTo>
                  <a:pt x="1468736" y="244243"/>
                  <a:pt x="1470647" y="242605"/>
                  <a:pt x="1474470" y="240421"/>
                </a:cubicBezTo>
                <a:cubicBezTo>
                  <a:pt x="1478292" y="238236"/>
                  <a:pt x="1481433" y="236598"/>
                  <a:pt x="1483890" y="235506"/>
                </a:cubicBezTo>
                <a:cubicBezTo>
                  <a:pt x="1482252" y="235506"/>
                  <a:pt x="1479658" y="236052"/>
                  <a:pt x="1476108" y="237144"/>
                </a:cubicBezTo>
                <a:cubicBezTo>
                  <a:pt x="1472558" y="238236"/>
                  <a:pt x="1469828" y="238782"/>
                  <a:pt x="1467916" y="238782"/>
                </a:cubicBezTo>
                <a:cubicBezTo>
                  <a:pt x="1467916" y="238236"/>
                  <a:pt x="1470784" y="236462"/>
                  <a:pt x="1476518" y="233458"/>
                </a:cubicBezTo>
                <a:lnTo>
                  <a:pt x="1488395" y="225676"/>
                </a:lnTo>
                <a:lnTo>
                  <a:pt x="1486757" y="224857"/>
                </a:lnTo>
                <a:lnTo>
                  <a:pt x="1492491" y="223628"/>
                </a:lnTo>
                <a:cubicBezTo>
                  <a:pt x="1487576" y="222809"/>
                  <a:pt x="1484982" y="222399"/>
                  <a:pt x="1484709" y="222399"/>
                </a:cubicBezTo>
                <a:cubicBezTo>
                  <a:pt x="1483617" y="222399"/>
                  <a:pt x="1480477" y="223560"/>
                  <a:pt x="1475289" y="225881"/>
                </a:cubicBezTo>
                <a:cubicBezTo>
                  <a:pt x="1470101" y="228202"/>
                  <a:pt x="1466415" y="229908"/>
                  <a:pt x="1464230" y="231001"/>
                </a:cubicBezTo>
                <a:lnTo>
                  <a:pt x="1463002" y="230181"/>
                </a:lnTo>
                <a:cubicBezTo>
                  <a:pt x="1463002" y="229089"/>
                  <a:pt x="1463548" y="228338"/>
                  <a:pt x="1464640" y="227929"/>
                </a:cubicBezTo>
                <a:cubicBezTo>
                  <a:pt x="1465732" y="227519"/>
                  <a:pt x="1466551" y="227041"/>
                  <a:pt x="1467097" y="226495"/>
                </a:cubicBezTo>
                <a:lnTo>
                  <a:pt x="1466278" y="226086"/>
                </a:lnTo>
                <a:cubicBezTo>
                  <a:pt x="1465186" y="226086"/>
                  <a:pt x="1463684" y="226632"/>
                  <a:pt x="1461773" y="227724"/>
                </a:cubicBezTo>
                <a:cubicBezTo>
                  <a:pt x="1459862" y="228816"/>
                  <a:pt x="1458087" y="229362"/>
                  <a:pt x="1456448" y="229362"/>
                </a:cubicBezTo>
                <a:cubicBezTo>
                  <a:pt x="1455629" y="229362"/>
                  <a:pt x="1455220" y="229089"/>
                  <a:pt x="1455220" y="228543"/>
                </a:cubicBezTo>
                <a:cubicBezTo>
                  <a:pt x="1474060" y="221171"/>
                  <a:pt x="1485801" y="214754"/>
                  <a:pt x="1490443" y="209293"/>
                </a:cubicBezTo>
                <a:lnTo>
                  <a:pt x="1487576" y="208474"/>
                </a:lnTo>
                <a:cubicBezTo>
                  <a:pt x="1485119" y="208747"/>
                  <a:pt x="1478156" y="209361"/>
                  <a:pt x="1466688" y="210317"/>
                </a:cubicBezTo>
                <a:cubicBezTo>
                  <a:pt x="1455220" y="211273"/>
                  <a:pt x="1444298" y="212706"/>
                  <a:pt x="1433922" y="214618"/>
                </a:cubicBezTo>
                <a:lnTo>
                  <a:pt x="1438427" y="215846"/>
                </a:lnTo>
                <a:cubicBezTo>
                  <a:pt x="1441158" y="216665"/>
                  <a:pt x="1445595" y="221171"/>
                  <a:pt x="1451739" y="229362"/>
                </a:cubicBezTo>
                <a:cubicBezTo>
                  <a:pt x="1457882" y="237554"/>
                  <a:pt x="1460954" y="243015"/>
                  <a:pt x="1460954" y="245745"/>
                </a:cubicBezTo>
                <a:cubicBezTo>
                  <a:pt x="1460954" y="246291"/>
                  <a:pt x="1460817" y="246769"/>
                  <a:pt x="1460544" y="247179"/>
                </a:cubicBezTo>
                <a:cubicBezTo>
                  <a:pt x="1460271" y="247588"/>
                  <a:pt x="1460135" y="248066"/>
                  <a:pt x="1460135" y="248612"/>
                </a:cubicBezTo>
                <a:lnTo>
                  <a:pt x="1460135" y="249022"/>
                </a:lnTo>
                <a:cubicBezTo>
                  <a:pt x="1460135" y="249568"/>
                  <a:pt x="1460681" y="250728"/>
                  <a:pt x="1461773" y="252503"/>
                </a:cubicBezTo>
                <a:cubicBezTo>
                  <a:pt x="1462865" y="254278"/>
                  <a:pt x="1463411" y="255575"/>
                  <a:pt x="1463411" y="256394"/>
                </a:cubicBezTo>
                <a:cubicBezTo>
                  <a:pt x="1463411" y="256394"/>
                  <a:pt x="1463411" y="256804"/>
                  <a:pt x="1463411" y="257623"/>
                </a:cubicBezTo>
                <a:cubicBezTo>
                  <a:pt x="1463411" y="258442"/>
                  <a:pt x="1463821" y="258852"/>
                  <a:pt x="1464640" y="258852"/>
                </a:cubicBezTo>
                <a:lnTo>
                  <a:pt x="1468326" y="258442"/>
                </a:lnTo>
                <a:lnTo>
                  <a:pt x="1469145" y="258442"/>
                </a:lnTo>
                <a:cubicBezTo>
                  <a:pt x="1474060" y="258442"/>
                  <a:pt x="1476518" y="261446"/>
                  <a:pt x="1476518" y="267453"/>
                </a:cubicBezTo>
                <a:cubicBezTo>
                  <a:pt x="1476518" y="268545"/>
                  <a:pt x="1477678" y="270866"/>
                  <a:pt x="1479999" y="274415"/>
                </a:cubicBezTo>
                <a:cubicBezTo>
                  <a:pt x="1482320" y="277965"/>
                  <a:pt x="1483480" y="280696"/>
                  <a:pt x="1483480" y="282607"/>
                </a:cubicBezTo>
                <a:cubicBezTo>
                  <a:pt x="1483480" y="284245"/>
                  <a:pt x="1482320" y="285474"/>
                  <a:pt x="1479999" y="286293"/>
                </a:cubicBezTo>
                <a:cubicBezTo>
                  <a:pt x="1477678" y="287112"/>
                  <a:pt x="1476518" y="287795"/>
                  <a:pt x="1476518" y="288341"/>
                </a:cubicBezTo>
                <a:lnTo>
                  <a:pt x="1478975" y="289979"/>
                </a:lnTo>
                <a:lnTo>
                  <a:pt x="1485119" y="288341"/>
                </a:lnTo>
                <a:lnTo>
                  <a:pt x="1486757" y="289570"/>
                </a:lnTo>
                <a:lnTo>
                  <a:pt x="1485938" y="290798"/>
                </a:lnTo>
                <a:cubicBezTo>
                  <a:pt x="1482115" y="292437"/>
                  <a:pt x="1475835" y="294348"/>
                  <a:pt x="1467097" y="296533"/>
                </a:cubicBezTo>
                <a:lnTo>
                  <a:pt x="1456858" y="299400"/>
                </a:lnTo>
                <a:lnTo>
                  <a:pt x="1460135" y="300219"/>
                </a:lnTo>
                <a:cubicBezTo>
                  <a:pt x="1465323" y="300219"/>
                  <a:pt x="1472422" y="299263"/>
                  <a:pt x="1481433" y="297352"/>
                </a:cubicBezTo>
                <a:cubicBezTo>
                  <a:pt x="1486348" y="295986"/>
                  <a:pt x="1490853" y="295304"/>
                  <a:pt x="1494949" y="295304"/>
                </a:cubicBezTo>
                <a:lnTo>
                  <a:pt x="1483890" y="298580"/>
                </a:lnTo>
                <a:cubicBezTo>
                  <a:pt x="1476518" y="299946"/>
                  <a:pt x="1470647" y="301857"/>
                  <a:pt x="1466278" y="304314"/>
                </a:cubicBezTo>
                <a:lnTo>
                  <a:pt x="1467097" y="305134"/>
                </a:lnTo>
                <a:lnTo>
                  <a:pt x="1464640" y="306362"/>
                </a:lnTo>
                <a:lnTo>
                  <a:pt x="1463411" y="304314"/>
                </a:lnTo>
                <a:cubicBezTo>
                  <a:pt x="1461773" y="304314"/>
                  <a:pt x="1459589" y="304861"/>
                  <a:pt x="1456858" y="305953"/>
                </a:cubicBezTo>
                <a:lnTo>
                  <a:pt x="1458496" y="307181"/>
                </a:lnTo>
                <a:cubicBezTo>
                  <a:pt x="1458223" y="308001"/>
                  <a:pt x="1456517" y="308752"/>
                  <a:pt x="1453377" y="309434"/>
                </a:cubicBezTo>
                <a:cubicBezTo>
                  <a:pt x="1450236" y="310117"/>
                  <a:pt x="1448530" y="310458"/>
                  <a:pt x="1448257" y="310458"/>
                </a:cubicBezTo>
                <a:cubicBezTo>
                  <a:pt x="1445800" y="311004"/>
                  <a:pt x="1441977" y="312779"/>
                  <a:pt x="1436789" y="315783"/>
                </a:cubicBezTo>
                <a:cubicBezTo>
                  <a:pt x="1435151" y="316875"/>
                  <a:pt x="1432693" y="318240"/>
                  <a:pt x="1429417" y="319878"/>
                </a:cubicBezTo>
                <a:cubicBezTo>
                  <a:pt x="1422864" y="322882"/>
                  <a:pt x="1411668" y="326978"/>
                  <a:pt x="1395832" y="332166"/>
                </a:cubicBezTo>
                <a:cubicBezTo>
                  <a:pt x="1407300" y="328889"/>
                  <a:pt x="1418495" y="326022"/>
                  <a:pt x="1429417" y="323564"/>
                </a:cubicBezTo>
                <a:lnTo>
                  <a:pt x="1419996" y="326841"/>
                </a:lnTo>
                <a:cubicBezTo>
                  <a:pt x="1381496" y="340767"/>
                  <a:pt x="1359925" y="347729"/>
                  <a:pt x="1355284" y="347729"/>
                </a:cubicBezTo>
                <a:cubicBezTo>
                  <a:pt x="1353099" y="347729"/>
                  <a:pt x="1351802" y="346091"/>
                  <a:pt x="1351392" y="342814"/>
                </a:cubicBezTo>
                <a:cubicBezTo>
                  <a:pt x="1350983" y="339538"/>
                  <a:pt x="1350778" y="335442"/>
                  <a:pt x="1350778" y="330527"/>
                </a:cubicBezTo>
                <a:cubicBezTo>
                  <a:pt x="1350778" y="329708"/>
                  <a:pt x="1351188" y="326432"/>
                  <a:pt x="1352007" y="320697"/>
                </a:cubicBezTo>
                <a:cubicBezTo>
                  <a:pt x="1357195" y="318240"/>
                  <a:pt x="1367844" y="312847"/>
                  <a:pt x="1383954" y="304519"/>
                </a:cubicBezTo>
                <a:cubicBezTo>
                  <a:pt x="1400064" y="296191"/>
                  <a:pt x="1415764" y="287727"/>
                  <a:pt x="1431055" y="279126"/>
                </a:cubicBezTo>
                <a:cubicBezTo>
                  <a:pt x="1446346" y="270525"/>
                  <a:pt x="1454264" y="265405"/>
                  <a:pt x="1454810" y="263767"/>
                </a:cubicBezTo>
                <a:cubicBezTo>
                  <a:pt x="1451534" y="263220"/>
                  <a:pt x="1448940" y="262947"/>
                  <a:pt x="1447028" y="262947"/>
                </a:cubicBezTo>
                <a:cubicBezTo>
                  <a:pt x="1440202" y="262947"/>
                  <a:pt x="1436243" y="263357"/>
                  <a:pt x="1435151" y="264176"/>
                </a:cubicBezTo>
                <a:lnTo>
                  <a:pt x="1435560" y="266224"/>
                </a:lnTo>
                <a:lnTo>
                  <a:pt x="1433922" y="266224"/>
                </a:lnTo>
                <a:cubicBezTo>
                  <a:pt x="1433649" y="265678"/>
                  <a:pt x="1433034" y="265541"/>
                  <a:pt x="1432079" y="265814"/>
                </a:cubicBezTo>
                <a:cubicBezTo>
                  <a:pt x="1431123" y="266087"/>
                  <a:pt x="1430509" y="266497"/>
                  <a:pt x="1430236" y="267043"/>
                </a:cubicBezTo>
                <a:lnTo>
                  <a:pt x="1431874" y="267862"/>
                </a:lnTo>
                <a:lnTo>
                  <a:pt x="1430236" y="269501"/>
                </a:lnTo>
                <a:cubicBezTo>
                  <a:pt x="1427505" y="268408"/>
                  <a:pt x="1420816" y="269774"/>
                  <a:pt x="1410167" y="273596"/>
                </a:cubicBezTo>
                <a:lnTo>
                  <a:pt x="1411805" y="274825"/>
                </a:lnTo>
                <a:cubicBezTo>
                  <a:pt x="1408255" y="276190"/>
                  <a:pt x="1405934" y="277009"/>
                  <a:pt x="1404842" y="277283"/>
                </a:cubicBezTo>
                <a:lnTo>
                  <a:pt x="1407300" y="274825"/>
                </a:lnTo>
                <a:cubicBezTo>
                  <a:pt x="1406207" y="274825"/>
                  <a:pt x="1405115" y="275235"/>
                  <a:pt x="1404023" y="276054"/>
                </a:cubicBezTo>
                <a:cubicBezTo>
                  <a:pt x="1402931" y="276873"/>
                  <a:pt x="1402385" y="277829"/>
                  <a:pt x="1402385" y="278921"/>
                </a:cubicBezTo>
                <a:lnTo>
                  <a:pt x="1400746" y="277692"/>
                </a:lnTo>
                <a:cubicBezTo>
                  <a:pt x="1399381" y="277692"/>
                  <a:pt x="1397333" y="279467"/>
                  <a:pt x="1394603" y="283017"/>
                </a:cubicBezTo>
                <a:cubicBezTo>
                  <a:pt x="1395422" y="282744"/>
                  <a:pt x="1396446" y="282334"/>
                  <a:pt x="1397674" y="281788"/>
                </a:cubicBezTo>
                <a:cubicBezTo>
                  <a:pt x="1398903" y="281242"/>
                  <a:pt x="1399927" y="280969"/>
                  <a:pt x="1400746" y="280969"/>
                </a:cubicBezTo>
                <a:cubicBezTo>
                  <a:pt x="1400473" y="281242"/>
                  <a:pt x="1397743" y="282197"/>
                  <a:pt x="1392555" y="283836"/>
                </a:cubicBezTo>
                <a:cubicBezTo>
                  <a:pt x="1391463" y="284109"/>
                  <a:pt x="1388800" y="284928"/>
                  <a:pt x="1384568" y="286293"/>
                </a:cubicBezTo>
                <a:cubicBezTo>
                  <a:pt x="1380336" y="287658"/>
                  <a:pt x="1376991" y="288955"/>
                  <a:pt x="1374534" y="290184"/>
                </a:cubicBezTo>
                <a:cubicBezTo>
                  <a:pt x="1372076" y="291413"/>
                  <a:pt x="1370847" y="292573"/>
                  <a:pt x="1370847" y="293665"/>
                </a:cubicBezTo>
                <a:cubicBezTo>
                  <a:pt x="1371940" y="295304"/>
                  <a:pt x="1371257" y="296533"/>
                  <a:pt x="1368800" y="297352"/>
                </a:cubicBezTo>
                <a:cubicBezTo>
                  <a:pt x="1366342" y="298171"/>
                  <a:pt x="1360335" y="300219"/>
                  <a:pt x="1350778" y="303495"/>
                </a:cubicBezTo>
                <a:cubicBezTo>
                  <a:pt x="1350778" y="302130"/>
                  <a:pt x="1350369" y="300082"/>
                  <a:pt x="1349550" y="297352"/>
                </a:cubicBezTo>
                <a:cubicBezTo>
                  <a:pt x="1348730" y="294621"/>
                  <a:pt x="1348321" y="292710"/>
                  <a:pt x="1348321" y="291618"/>
                </a:cubicBezTo>
                <a:cubicBezTo>
                  <a:pt x="1348321" y="289979"/>
                  <a:pt x="1348935" y="288751"/>
                  <a:pt x="1350164" y="287931"/>
                </a:cubicBezTo>
                <a:cubicBezTo>
                  <a:pt x="1351392" y="287112"/>
                  <a:pt x="1352690" y="286498"/>
                  <a:pt x="1354055" y="286088"/>
                </a:cubicBezTo>
                <a:cubicBezTo>
                  <a:pt x="1355420" y="285679"/>
                  <a:pt x="1356239" y="285337"/>
                  <a:pt x="1356512" y="285064"/>
                </a:cubicBezTo>
                <a:cubicBezTo>
                  <a:pt x="1354601" y="284791"/>
                  <a:pt x="1351870" y="284655"/>
                  <a:pt x="1348321" y="284655"/>
                </a:cubicBezTo>
                <a:cubicBezTo>
                  <a:pt x="1348594" y="283836"/>
                  <a:pt x="1348935" y="282334"/>
                  <a:pt x="1349345" y="280150"/>
                </a:cubicBezTo>
                <a:cubicBezTo>
                  <a:pt x="1349754" y="277965"/>
                  <a:pt x="1350369" y="276327"/>
                  <a:pt x="1351188" y="275235"/>
                </a:cubicBezTo>
                <a:lnTo>
                  <a:pt x="1353645" y="273596"/>
                </a:lnTo>
                <a:cubicBezTo>
                  <a:pt x="1354464" y="272231"/>
                  <a:pt x="1365932" y="264040"/>
                  <a:pt x="1388050" y="249022"/>
                </a:cubicBezTo>
                <a:cubicBezTo>
                  <a:pt x="1413170" y="232093"/>
                  <a:pt x="1427915" y="221853"/>
                  <a:pt x="1432284" y="218304"/>
                </a:cubicBezTo>
                <a:cubicBezTo>
                  <a:pt x="1428188" y="219123"/>
                  <a:pt x="1425867" y="219532"/>
                  <a:pt x="1425321" y="219532"/>
                </a:cubicBezTo>
                <a:cubicBezTo>
                  <a:pt x="1422317" y="219532"/>
                  <a:pt x="1420065" y="218577"/>
                  <a:pt x="1418563" y="216665"/>
                </a:cubicBezTo>
                <a:cubicBezTo>
                  <a:pt x="1417061" y="214754"/>
                  <a:pt x="1415900" y="212706"/>
                  <a:pt x="1415081" y="210522"/>
                </a:cubicBezTo>
                <a:cubicBezTo>
                  <a:pt x="1414262" y="208337"/>
                  <a:pt x="1413716" y="206972"/>
                  <a:pt x="1413443" y="206426"/>
                </a:cubicBezTo>
                <a:lnTo>
                  <a:pt x="1405661" y="213798"/>
                </a:lnTo>
                <a:cubicBezTo>
                  <a:pt x="1397470" y="221990"/>
                  <a:pt x="1389688" y="229226"/>
                  <a:pt x="1382315" y="235506"/>
                </a:cubicBezTo>
                <a:lnTo>
                  <a:pt x="1381906" y="235506"/>
                </a:lnTo>
                <a:cubicBezTo>
                  <a:pt x="1381087" y="235506"/>
                  <a:pt x="1380199" y="235984"/>
                  <a:pt x="1379244" y="236939"/>
                </a:cubicBezTo>
                <a:cubicBezTo>
                  <a:pt x="1378288" y="237895"/>
                  <a:pt x="1377674" y="238782"/>
                  <a:pt x="1377401" y="239602"/>
                </a:cubicBezTo>
                <a:lnTo>
                  <a:pt x="1379448" y="239602"/>
                </a:lnTo>
                <a:cubicBezTo>
                  <a:pt x="1379448" y="240694"/>
                  <a:pt x="1378424" y="241445"/>
                  <a:pt x="1376377" y="241854"/>
                </a:cubicBezTo>
                <a:cubicBezTo>
                  <a:pt x="1374329" y="242264"/>
                  <a:pt x="1373168" y="243015"/>
                  <a:pt x="1372895" y="244107"/>
                </a:cubicBezTo>
                <a:lnTo>
                  <a:pt x="1371666" y="247793"/>
                </a:lnTo>
                <a:lnTo>
                  <a:pt x="1370028" y="246564"/>
                </a:lnTo>
                <a:lnTo>
                  <a:pt x="1372076" y="244517"/>
                </a:lnTo>
                <a:cubicBezTo>
                  <a:pt x="1370438" y="244517"/>
                  <a:pt x="1368800" y="244790"/>
                  <a:pt x="1367161" y="245336"/>
                </a:cubicBezTo>
                <a:cubicBezTo>
                  <a:pt x="1365523" y="245882"/>
                  <a:pt x="1364704" y="246837"/>
                  <a:pt x="1364704" y="248203"/>
                </a:cubicBezTo>
                <a:lnTo>
                  <a:pt x="1367980" y="246564"/>
                </a:lnTo>
                <a:lnTo>
                  <a:pt x="1367571" y="249841"/>
                </a:lnTo>
                <a:cubicBezTo>
                  <a:pt x="1367298" y="249841"/>
                  <a:pt x="1366342" y="249773"/>
                  <a:pt x="1364704" y="249636"/>
                </a:cubicBezTo>
                <a:cubicBezTo>
                  <a:pt x="1363065" y="249500"/>
                  <a:pt x="1362246" y="249978"/>
                  <a:pt x="1362246" y="251070"/>
                </a:cubicBezTo>
                <a:lnTo>
                  <a:pt x="1362656" y="251070"/>
                </a:lnTo>
                <a:cubicBezTo>
                  <a:pt x="1362929" y="250797"/>
                  <a:pt x="1363270" y="250728"/>
                  <a:pt x="1363680" y="250865"/>
                </a:cubicBezTo>
                <a:cubicBezTo>
                  <a:pt x="1364089" y="251001"/>
                  <a:pt x="1364294" y="251206"/>
                  <a:pt x="1364294" y="251479"/>
                </a:cubicBezTo>
                <a:cubicBezTo>
                  <a:pt x="1364294" y="252845"/>
                  <a:pt x="1360813" y="257077"/>
                  <a:pt x="1353850" y="264176"/>
                </a:cubicBezTo>
                <a:cubicBezTo>
                  <a:pt x="1346887" y="271275"/>
                  <a:pt x="1342860" y="274825"/>
                  <a:pt x="1341768" y="274825"/>
                </a:cubicBezTo>
                <a:cubicBezTo>
                  <a:pt x="1341768" y="277556"/>
                  <a:pt x="1339720" y="280696"/>
                  <a:pt x="1335624" y="284245"/>
                </a:cubicBezTo>
                <a:cubicBezTo>
                  <a:pt x="1331528" y="287795"/>
                  <a:pt x="1327842" y="290116"/>
                  <a:pt x="1324565" y="291208"/>
                </a:cubicBezTo>
                <a:cubicBezTo>
                  <a:pt x="1321835" y="292027"/>
                  <a:pt x="1318763" y="293939"/>
                  <a:pt x="1315350" y="296942"/>
                </a:cubicBezTo>
                <a:cubicBezTo>
                  <a:pt x="1311937" y="299946"/>
                  <a:pt x="1309821" y="301720"/>
                  <a:pt x="1309002" y="302267"/>
                </a:cubicBezTo>
                <a:cubicBezTo>
                  <a:pt x="1302994" y="307728"/>
                  <a:pt x="1299035" y="310595"/>
                  <a:pt x="1297124" y="310868"/>
                </a:cubicBezTo>
                <a:lnTo>
                  <a:pt x="1296714" y="310458"/>
                </a:lnTo>
                <a:cubicBezTo>
                  <a:pt x="1296714" y="310185"/>
                  <a:pt x="1296578" y="309775"/>
                  <a:pt x="1296305" y="309229"/>
                </a:cubicBezTo>
                <a:cubicBezTo>
                  <a:pt x="1296032" y="308683"/>
                  <a:pt x="1295759" y="308410"/>
                  <a:pt x="1295486" y="308410"/>
                </a:cubicBezTo>
                <a:cubicBezTo>
                  <a:pt x="1295212" y="308410"/>
                  <a:pt x="1294666" y="308410"/>
                  <a:pt x="1293847" y="308410"/>
                </a:cubicBezTo>
                <a:cubicBezTo>
                  <a:pt x="1293028" y="308410"/>
                  <a:pt x="1292345" y="308274"/>
                  <a:pt x="1291800" y="308001"/>
                </a:cubicBezTo>
                <a:lnTo>
                  <a:pt x="1297124" y="303086"/>
                </a:lnTo>
                <a:lnTo>
                  <a:pt x="1288932" y="305543"/>
                </a:lnTo>
                <a:lnTo>
                  <a:pt x="1290161" y="306772"/>
                </a:lnTo>
                <a:cubicBezTo>
                  <a:pt x="1289888" y="308410"/>
                  <a:pt x="1287294" y="312506"/>
                  <a:pt x="1282379" y="319059"/>
                </a:cubicBezTo>
                <a:cubicBezTo>
                  <a:pt x="1277464" y="325612"/>
                  <a:pt x="1274324" y="328889"/>
                  <a:pt x="1272959" y="328889"/>
                </a:cubicBezTo>
                <a:lnTo>
                  <a:pt x="1271730" y="328479"/>
                </a:lnTo>
                <a:lnTo>
                  <a:pt x="1273368" y="332166"/>
                </a:lnTo>
                <a:cubicBezTo>
                  <a:pt x="1274734" y="332166"/>
                  <a:pt x="1276372" y="331210"/>
                  <a:pt x="1278283" y="329299"/>
                </a:cubicBezTo>
                <a:cubicBezTo>
                  <a:pt x="1280195" y="327387"/>
                  <a:pt x="1281150" y="325885"/>
                  <a:pt x="1281150" y="324793"/>
                </a:cubicBezTo>
                <a:lnTo>
                  <a:pt x="1282379" y="323974"/>
                </a:lnTo>
                <a:cubicBezTo>
                  <a:pt x="1282379" y="325885"/>
                  <a:pt x="1279512" y="331278"/>
                  <a:pt x="1273778" y="340152"/>
                </a:cubicBezTo>
                <a:cubicBezTo>
                  <a:pt x="1268044" y="349026"/>
                  <a:pt x="1264494" y="353600"/>
                  <a:pt x="1263129" y="353873"/>
                </a:cubicBezTo>
                <a:lnTo>
                  <a:pt x="1262310" y="353463"/>
                </a:lnTo>
                <a:cubicBezTo>
                  <a:pt x="1262310" y="351825"/>
                  <a:pt x="1264085" y="348276"/>
                  <a:pt x="1267634" y="342814"/>
                </a:cubicBezTo>
                <a:cubicBezTo>
                  <a:pt x="1270092" y="339265"/>
                  <a:pt x="1271730" y="336398"/>
                  <a:pt x="1272549" y="334213"/>
                </a:cubicBezTo>
                <a:cubicBezTo>
                  <a:pt x="1271457" y="335579"/>
                  <a:pt x="1266337" y="342405"/>
                  <a:pt x="1257190" y="354692"/>
                </a:cubicBezTo>
                <a:cubicBezTo>
                  <a:pt x="1248043" y="366979"/>
                  <a:pt x="1241149" y="373123"/>
                  <a:pt x="1236507" y="373123"/>
                </a:cubicBezTo>
                <a:cubicBezTo>
                  <a:pt x="1233503" y="373123"/>
                  <a:pt x="1230841" y="369778"/>
                  <a:pt x="1228520" y="363088"/>
                </a:cubicBezTo>
                <a:cubicBezTo>
                  <a:pt x="1226199" y="356399"/>
                  <a:pt x="1224902" y="350733"/>
                  <a:pt x="1224629" y="346091"/>
                </a:cubicBezTo>
                <a:lnTo>
                  <a:pt x="1222991" y="346091"/>
                </a:lnTo>
                <a:cubicBezTo>
                  <a:pt x="1222172" y="346091"/>
                  <a:pt x="1221762" y="345545"/>
                  <a:pt x="1221762" y="344453"/>
                </a:cubicBezTo>
                <a:cubicBezTo>
                  <a:pt x="1221762" y="339265"/>
                  <a:pt x="1221421" y="335715"/>
                  <a:pt x="1220738" y="333804"/>
                </a:cubicBezTo>
                <a:cubicBezTo>
                  <a:pt x="1220055" y="331893"/>
                  <a:pt x="1218076" y="329162"/>
                  <a:pt x="1214800" y="325612"/>
                </a:cubicBezTo>
                <a:cubicBezTo>
                  <a:pt x="1215619" y="324520"/>
                  <a:pt x="1216574" y="323564"/>
                  <a:pt x="1217666" y="322745"/>
                </a:cubicBezTo>
                <a:cubicBezTo>
                  <a:pt x="1218758" y="321926"/>
                  <a:pt x="1219851" y="320971"/>
                  <a:pt x="1220943" y="319878"/>
                </a:cubicBezTo>
                <a:cubicBezTo>
                  <a:pt x="1228315" y="314690"/>
                  <a:pt x="1232002" y="310595"/>
                  <a:pt x="1232002" y="307591"/>
                </a:cubicBezTo>
                <a:lnTo>
                  <a:pt x="1231592" y="305953"/>
                </a:lnTo>
                <a:cubicBezTo>
                  <a:pt x="1232138" y="305407"/>
                  <a:pt x="1233094" y="305134"/>
                  <a:pt x="1234459" y="305134"/>
                </a:cubicBezTo>
                <a:cubicBezTo>
                  <a:pt x="1239920" y="305134"/>
                  <a:pt x="1254392" y="291481"/>
                  <a:pt x="1277874" y="264176"/>
                </a:cubicBezTo>
                <a:lnTo>
                  <a:pt x="1285656" y="255575"/>
                </a:lnTo>
                <a:lnTo>
                  <a:pt x="1335624" y="204378"/>
                </a:lnTo>
                <a:lnTo>
                  <a:pt x="1333986" y="202330"/>
                </a:lnTo>
                <a:cubicBezTo>
                  <a:pt x="1333986" y="201511"/>
                  <a:pt x="1334532" y="200829"/>
                  <a:pt x="1335624" y="200282"/>
                </a:cubicBezTo>
                <a:cubicBezTo>
                  <a:pt x="1336170" y="201375"/>
                  <a:pt x="1336443" y="202330"/>
                  <a:pt x="1336443" y="203149"/>
                </a:cubicBezTo>
                <a:cubicBezTo>
                  <a:pt x="1336989" y="203149"/>
                  <a:pt x="1337467" y="202467"/>
                  <a:pt x="1337876" y="201102"/>
                </a:cubicBezTo>
                <a:cubicBezTo>
                  <a:pt x="1338286" y="199736"/>
                  <a:pt x="1338900" y="199054"/>
                  <a:pt x="1339720" y="199054"/>
                </a:cubicBezTo>
                <a:lnTo>
                  <a:pt x="1340949" y="199463"/>
                </a:lnTo>
                <a:cubicBezTo>
                  <a:pt x="1337399" y="205197"/>
                  <a:pt x="1334532" y="210795"/>
                  <a:pt x="1332347" y="216256"/>
                </a:cubicBezTo>
                <a:lnTo>
                  <a:pt x="1331118" y="215437"/>
                </a:lnTo>
                <a:lnTo>
                  <a:pt x="1330299" y="217485"/>
                </a:lnTo>
                <a:lnTo>
                  <a:pt x="1331118" y="218304"/>
                </a:lnTo>
                <a:lnTo>
                  <a:pt x="1331118" y="219123"/>
                </a:lnTo>
                <a:cubicBezTo>
                  <a:pt x="1331118" y="220215"/>
                  <a:pt x="1330572" y="221853"/>
                  <a:pt x="1329480" y="224038"/>
                </a:cubicBezTo>
                <a:cubicBezTo>
                  <a:pt x="1328388" y="226222"/>
                  <a:pt x="1327842" y="227997"/>
                  <a:pt x="1327842" y="229362"/>
                </a:cubicBezTo>
                <a:cubicBezTo>
                  <a:pt x="1329207" y="228816"/>
                  <a:pt x="1334122" y="223492"/>
                  <a:pt x="1342587" y="213389"/>
                </a:cubicBezTo>
                <a:lnTo>
                  <a:pt x="1349550" y="205607"/>
                </a:lnTo>
                <a:lnTo>
                  <a:pt x="1349959" y="205607"/>
                </a:lnTo>
                <a:cubicBezTo>
                  <a:pt x="1344498" y="214071"/>
                  <a:pt x="1340675" y="220761"/>
                  <a:pt x="1338491" y="225676"/>
                </a:cubicBezTo>
                <a:cubicBezTo>
                  <a:pt x="1341768" y="223219"/>
                  <a:pt x="1344088" y="221990"/>
                  <a:pt x="1345454" y="221990"/>
                </a:cubicBezTo>
                <a:lnTo>
                  <a:pt x="1345863" y="221990"/>
                </a:lnTo>
                <a:cubicBezTo>
                  <a:pt x="1345863" y="222536"/>
                  <a:pt x="1344566" y="224652"/>
                  <a:pt x="1341972" y="228338"/>
                </a:cubicBezTo>
                <a:cubicBezTo>
                  <a:pt x="1339378" y="232024"/>
                  <a:pt x="1337535" y="234687"/>
                  <a:pt x="1336443" y="236325"/>
                </a:cubicBezTo>
                <a:cubicBezTo>
                  <a:pt x="1332893" y="240967"/>
                  <a:pt x="1330163" y="244926"/>
                  <a:pt x="1328252" y="248203"/>
                </a:cubicBezTo>
                <a:lnTo>
                  <a:pt x="1407300" y="159734"/>
                </a:lnTo>
                <a:lnTo>
                  <a:pt x="1402385" y="152772"/>
                </a:lnTo>
                <a:cubicBezTo>
                  <a:pt x="1401839" y="151953"/>
                  <a:pt x="1400678" y="149905"/>
                  <a:pt x="1398903" y="146628"/>
                </a:cubicBezTo>
                <a:cubicBezTo>
                  <a:pt x="1397128" y="143351"/>
                  <a:pt x="1395968" y="141713"/>
                  <a:pt x="1395422" y="141713"/>
                </a:cubicBezTo>
                <a:lnTo>
                  <a:pt x="1394193" y="142123"/>
                </a:lnTo>
                <a:cubicBezTo>
                  <a:pt x="1394193" y="144307"/>
                  <a:pt x="1393511" y="145809"/>
                  <a:pt x="1392145" y="146628"/>
                </a:cubicBezTo>
                <a:lnTo>
                  <a:pt x="1392555" y="147038"/>
                </a:lnTo>
                <a:lnTo>
                  <a:pt x="1390097" y="149905"/>
                </a:lnTo>
                <a:cubicBezTo>
                  <a:pt x="1388732" y="149905"/>
                  <a:pt x="1387435" y="150451"/>
                  <a:pt x="1386206" y="151543"/>
                </a:cubicBezTo>
                <a:cubicBezTo>
                  <a:pt x="1384978" y="152635"/>
                  <a:pt x="1383612" y="154342"/>
                  <a:pt x="1382111" y="156663"/>
                </a:cubicBezTo>
                <a:cubicBezTo>
                  <a:pt x="1380609" y="158984"/>
                  <a:pt x="1379039" y="160417"/>
                  <a:pt x="1377401" y="160963"/>
                </a:cubicBezTo>
                <a:cubicBezTo>
                  <a:pt x="1377401" y="161782"/>
                  <a:pt x="1376854" y="162397"/>
                  <a:pt x="1375762" y="162806"/>
                </a:cubicBezTo>
                <a:cubicBezTo>
                  <a:pt x="1374670" y="163216"/>
                  <a:pt x="1373714" y="163421"/>
                  <a:pt x="1372895" y="163421"/>
                </a:cubicBezTo>
                <a:cubicBezTo>
                  <a:pt x="1372895" y="163694"/>
                  <a:pt x="1372964" y="164172"/>
                  <a:pt x="1373100" y="164854"/>
                </a:cubicBezTo>
                <a:cubicBezTo>
                  <a:pt x="1373236" y="165537"/>
                  <a:pt x="1373032" y="166151"/>
                  <a:pt x="1372486" y="166697"/>
                </a:cubicBezTo>
                <a:cubicBezTo>
                  <a:pt x="1371394" y="167243"/>
                  <a:pt x="1367639" y="170588"/>
                  <a:pt x="1361222" y="176732"/>
                </a:cubicBezTo>
                <a:cubicBezTo>
                  <a:pt x="1354806" y="182875"/>
                  <a:pt x="1351188" y="186630"/>
                  <a:pt x="1350369" y="187995"/>
                </a:cubicBezTo>
                <a:cubicBezTo>
                  <a:pt x="1350642" y="187722"/>
                  <a:pt x="1350778" y="187790"/>
                  <a:pt x="1350778" y="188200"/>
                </a:cubicBezTo>
                <a:cubicBezTo>
                  <a:pt x="1350778" y="188610"/>
                  <a:pt x="1350642" y="189087"/>
                  <a:pt x="1350369" y="189633"/>
                </a:cubicBezTo>
                <a:cubicBezTo>
                  <a:pt x="1349550" y="190999"/>
                  <a:pt x="1348867" y="191818"/>
                  <a:pt x="1348321" y="192091"/>
                </a:cubicBezTo>
                <a:lnTo>
                  <a:pt x="1345863" y="188814"/>
                </a:lnTo>
                <a:cubicBezTo>
                  <a:pt x="1341494" y="186903"/>
                  <a:pt x="1339310" y="180896"/>
                  <a:pt x="1339310" y="170793"/>
                </a:cubicBezTo>
                <a:cubicBezTo>
                  <a:pt x="1339310" y="165059"/>
                  <a:pt x="1338900" y="159598"/>
                  <a:pt x="1338081" y="154410"/>
                </a:cubicBezTo>
                <a:cubicBezTo>
                  <a:pt x="1337808" y="152772"/>
                  <a:pt x="1337535" y="150587"/>
                  <a:pt x="1337262" y="147857"/>
                </a:cubicBezTo>
                <a:cubicBezTo>
                  <a:pt x="1336989" y="145126"/>
                  <a:pt x="1336853" y="141850"/>
                  <a:pt x="1336853" y="138027"/>
                </a:cubicBezTo>
                <a:cubicBezTo>
                  <a:pt x="1336853" y="135843"/>
                  <a:pt x="1338013" y="134068"/>
                  <a:pt x="1340334" y="132703"/>
                </a:cubicBezTo>
                <a:cubicBezTo>
                  <a:pt x="1342655" y="131337"/>
                  <a:pt x="1345932" y="129767"/>
                  <a:pt x="1350164" y="127992"/>
                </a:cubicBezTo>
                <a:cubicBezTo>
                  <a:pt x="1354396" y="126218"/>
                  <a:pt x="1356512" y="124921"/>
                  <a:pt x="1356512" y="124101"/>
                </a:cubicBezTo>
                <a:cubicBezTo>
                  <a:pt x="1351597" y="121371"/>
                  <a:pt x="1347638" y="113453"/>
                  <a:pt x="1344634" y="100346"/>
                </a:cubicBezTo>
                <a:cubicBezTo>
                  <a:pt x="1346273" y="99527"/>
                  <a:pt x="1351461" y="96796"/>
                  <a:pt x="1360198" y="92155"/>
                </a:cubicBezTo>
                <a:cubicBezTo>
                  <a:pt x="1362383" y="91062"/>
                  <a:pt x="1365113" y="89629"/>
                  <a:pt x="1368390" y="87854"/>
                </a:cubicBezTo>
                <a:cubicBezTo>
                  <a:pt x="1371666" y="86079"/>
                  <a:pt x="1375489" y="84236"/>
                  <a:pt x="1379858" y="82325"/>
                </a:cubicBezTo>
                <a:lnTo>
                  <a:pt x="1380268" y="81506"/>
                </a:lnTo>
                <a:lnTo>
                  <a:pt x="1378629" y="82325"/>
                </a:lnTo>
                <a:cubicBezTo>
                  <a:pt x="1378083" y="82325"/>
                  <a:pt x="1377810" y="82188"/>
                  <a:pt x="1377810" y="81915"/>
                </a:cubicBezTo>
                <a:cubicBezTo>
                  <a:pt x="1377810" y="81096"/>
                  <a:pt x="1379039" y="80482"/>
                  <a:pt x="1381496" y="80072"/>
                </a:cubicBezTo>
                <a:cubicBezTo>
                  <a:pt x="1383954" y="79663"/>
                  <a:pt x="1385592" y="79321"/>
                  <a:pt x="1386411" y="79048"/>
                </a:cubicBezTo>
                <a:cubicBezTo>
                  <a:pt x="1387230" y="78775"/>
                  <a:pt x="1388459" y="78434"/>
                  <a:pt x="1390097" y="78024"/>
                </a:cubicBezTo>
                <a:cubicBezTo>
                  <a:pt x="1391736" y="77615"/>
                  <a:pt x="1392555" y="77273"/>
                  <a:pt x="1392555" y="77000"/>
                </a:cubicBezTo>
                <a:cubicBezTo>
                  <a:pt x="1392555" y="75908"/>
                  <a:pt x="1392828" y="75226"/>
                  <a:pt x="1393374" y="74952"/>
                </a:cubicBezTo>
                <a:lnTo>
                  <a:pt x="1394193" y="77000"/>
                </a:lnTo>
                <a:cubicBezTo>
                  <a:pt x="1395558" y="75908"/>
                  <a:pt x="1396446" y="73792"/>
                  <a:pt x="1396855" y="70652"/>
                </a:cubicBezTo>
                <a:cubicBezTo>
                  <a:pt x="1397265" y="67512"/>
                  <a:pt x="1397470" y="65805"/>
                  <a:pt x="1397470" y="65532"/>
                </a:cubicBezTo>
                <a:cubicBezTo>
                  <a:pt x="1384363" y="71266"/>
                  <a:pt x="1377674" y="74679"/>
                  <a:pt x="1377401" y="75772"/>
                </a:cubicBezTo>
                <a:lnTo>
                  <a:pt x="1378220" y="76181"/>
                </a:lnTo>
                <a:cubicBezTo>
                  <a:pt x="1380677" y="75362"/>
                  <a:pt x="1382179" y="75362"/>
                  <a:pt x="1382725" y="76181"/>
                </a:cubicBezTo>
                <a:lnTo>
                  <a:pt x="1342587" y="92155"/>
                </a:lnTo>
                <a:cubicBezTo>
                  <a:pt x="1340675" y="88605"/>
                  <a:pt x="1339378" y="84851"/>
                  <a:pt x="1338696" y="80891"/>
                </a:cubicBezTo>
                <a:cubicBezTo>
                  <a:pt x="1338013" y="76932"/>
                  <a:pt x="1337535" y="71949"/>
                  <a:pt x="1337262" y="65942"/>
                </a:cubicBezTo>
                <a:cubicBezTo>
                  <a:pt x="1336716" y="59389"/>
                  <a:pt x="1336170" y="54610"/>
                  <a:pt x="1335624" y="51607"/>
                </a:cubicBezTo>
                <a:cubicBezTo>
                  <a:pt x="1334532" y="50514"/>
                  <a:pt x="1333986" y="48876"/>
                  <a:pt x="1333986" y="46692"/>
                </a:cubicBezTo>
                <a:cubicBezTo>
                  <a:pt x="1333986" y="45327"/>
                  <a:pt x="1334259" y="43825"/>
                  <a:pt x="1334805" y="42186"/>
                </a:cubicBezTo>
                <a:cubicBezTo>
                  <a:pt x="1335351" y="40548"/>
                  <a:pt x="1336307" y="39729"/>
                  <a:pt x="1337672" y="39729"/>
                </a:cubicBezTo>
                <a:cubicBezTo>
                  <a:pt x="1348867" y="39729"/>
                  <a:pt x="1361768" y="37476"/>
                  <a:pt x="1376377" y="32971"/>
                </a:cubicBezTo>
                <a:cubicBezTo>
                  <a:pt x="1390985" y="28466"/>
                  <a:pt x="1401292" y="22663"/>
                  <a:pt x="1407300" y="15564"/>
                </a:cubicBezTo>
                <a:cubicBezTo>
                  <a:pt x="1413307" y="18568"/>
                  <a:pt x="1419655" y="22390"/>
                  <a:pt x="1426345" y="27032"/>
                </a:cubicBezTo>
                <a:cubicBezTo>
                  <a:pt x="1433034" y="31674"/>
                  <a:pt x="1437062" y="35770"/>
                  <a:pt x="1438427" y="39319"/>
                </a:cubicBezTo>
                <a:cubicBezTo>
                  <a:pt x="1438973" y="40958"/>
                  <a:pt x="1441158" y="43688"/>
                  <a:pt x="1444981" y="47511"/>
                </a:cubicBezTo>
                <a:cubicBezTo>
                  <a:pt x="1448257" y="50788"/>
                  <a:pt x="1449895" y="53108"/>
                  <a:pt x="1449895" y="54474"/>
                </a:cubicBezTo>
                <a:cubicBezTo>
                  <a:pt x="1449895" y="56112"/>
                  <a:pt x="1447165" y="58433"/>
                  <a:pt x="1441704" y="61436"/>
                </a:cubicBezTo>
                <a:cubicBezTo>
                  <a:pt x="1436243" y="64440"/>
                  <a:pt x="1433239" y="66078"/>
                  <a:pt x="1432693" y="66351"/>
                </a:cubicBezTo>
                <a:cubicBezTo>
                  <a:pt x="1432147" y="69082"/>
                  <a:pt x="1430645" y="74679"/>
                  <a:pt x="1428188" y="83144"/>
                </a:cubicBezTo>
                <a:cubicBezTo>
                  <a:pt x="1429280" y="82325"/>
                  <a:pt x="1431738" y="80482"/>
                  <a:pt x="1435560" y="77615"/>
                </a:cubicBezTo>
                <a:cubicBezTo>
                  <a:pt x="1439383" y="74748"/>
                  <a:pt x="1441704" y="73178"/>
                  <a:pt x="1442523" y="72905"/>
                </a:cubicBezTo>
                <a:lnTo>
                  <a:pt x="1442933" y="73314"/>
                </a:lnTo>
                <a:cubicBezTo>
                  <a:pt x="1442933" y="75772"/>
                  <a:pt x="1439929" y="78639"/>
                  <a:pt x="1433922" y="81915"/>
                </a:cubicBezTo>
                <a:cubicBezTo>
                  <a:pt x="1433103" y="82461"/>
                  <a:pt x="1431601" y="83554"/>
                  <a:pt x="1429417" y="85192"/>
                </a:cubicBezTo>
                <a:cubicBezTo>
                  <a:pt x="1427232" y="86830"/>
                  <a:pt x="1426140" y="88332"/>
                  <a:pt x="1426140" y="89697"/>
                </a:cubicBezTo>
                <a:lnTo>
                  <a:pt x="1427369" y="91335"/>
                </a:lnTo>
                <a:cubicBezTo>
                  <a:pt x="1428188" y="88605"/>
                  <a:pt x="1428939" y="86967"/>
                  <a:pt x="1429622" y="86421"/>
                </a:cubicBezTo>
                <a:cubicBezTo>
                  <a:pt x="1430304" y="85874"/>
                  <a:pt x="1431396" y="85601"/>
                  <a:pt x="1432898" y="85601"/>
                </a:cubicBezTo>
                <a:cubicBezTo>
                  <a:pt x="1434400" y="85601"/>
                  <a:pt x="1435833" y="85601"/>
                  <a:pt x="1437198" y="85601"/>
                </a:cubicBezTo>
                <a:lnTo>
                  <a:pt x="1435560" y="88878"/>
                </a:lnTo>
                <a:cubicBezTo>
                  <a:pt x="1436379" y="88059"/>
                  <a:pt x="1437608" y="87103"/>
                  <a:pt x="1439246" y="86011"/>
                </a:cubicBezTo>
                <a:cubicBezTo>
                  <a:pt x="1441977" y="86011"/>
                  <a:pt x="1444434" y="85260"/>
                  <a:pt x="1446619" y="83758"/>
                </a:cubicBezTo>
                <a:cubicBezTo>
                  <a:pt x="1448803" y="82257"/>
                  <a:pt x="1450168" y="81369"/>
                  <a:pt x="1450714" y="81096"/>
                </a:cubicBezTo>
                <a:cubicBezTo>
                  <a:pt x="1449076" y="75635"/>
                  <a:pt x="1448121" y="71266"/>
                  <a:pt x="1447847" y="67990"/>
                </a:cubicBezTo>
                <a:cubicBezTo>
                  <a:pt x="1455220" y="65805"/>
                  <a:pt x="1461636" y="63894"/>
                  <a:pt x="1467097" y="62256"/>
                </a:cubicBezTo>
                <a:cubicBezTo>
                  <a:pt x="1484846" y="56522"/>
                  <a:pt x="1495631" y="53655"/>
                  <a:pt x="1499454" y="53655"/>
                </a:cubicBezTo>
                <a:cubicBezTo>
                  <a:pt x="1500819" y="53655"/>
                  <a:pt x="1503481" y="55429"/>
                  <a:pt x="1507441" y="58979"/>
                </a:cubicBezTo>
                <a:cubicBezTo>
                  <a:pt x="1511400" y="62529"/>
                  <a:pt x="1513926" y="65259"/>
                  <a:pt x="1515018" y="67171"/>
                </a:cubicBezTo>
                <a:cubicBezTo>
                  <a:pt x="1515018" y="67717"/>
                  <a:pt x="1514267" y="68058"/>
                  <a:pt x="1512765" y="68194"/>
                </a:cubicBezTo>
                <a:cubicBezTo>
                  <a:pt x="1511264" y="68331"/>
                  <a:pt x="1510512" y="68809"/>
                  <a:pt x="1510512" y="69628"/>
                </a:cubicBezTo>
                <a:lnTo>
                  <a:pt x="1515427" y="68809"/>
                </a:lnTo>
                <a:lnTo>
                  <a:pt x="1512560" y="73314"/>
                </a:lnTo>
                <a:lnTo>
                  <a:pt x="1513789" y="73724"/>
                </a:lnTo>
                <a:cubicBezTo>
                  <a:pt x="1516246" y="73724"/>
                  <a:pt x="1517475" y="68126"/>
                  <a:pt x="1517475" y="56931"/>
                </a:cubicBezTo>
                <a:lnTo>
                  <a:pt x="1518294" y="40139"/>
                </a:lnTo>
                <a:cubicBezTo>
                  <a:pt x="1516929" y="40412"/>
                  <a:pt x="1515427" y="40821"/>
                  <a:pt x="1513789" y="41367"/>
                </a:cubicBezTo>
                <a:cubicBezTo>
                  <a:pt x="1512151" y="41913"/>
                  <a:pt x="1510786" y="42186"/>
                  <a:pt x="1509693" y="42186"/>
                </a:cubicBezTo>
                <a:lnTo>
                  <a:pt x="1510512" y="40139"/>
                </a:lnTo>
                <a:cubicBezTo>
                  <a:pt x="1509966" y="40412"/>
                  <a:pt x="1508260" y="41777"/>
                  <a:pt x="1505393" y="44234"/>
                </a:cubicBezTo>
                <a:cubicBezTo>
                  <a:pt x="1502526" y="46692"/>
                  <a:pt x="1499044" y="47921"/>
                  <a:pt x="1494949" y="47921"/>
                </a:cubicBezTo>
                <a:lnTo>
                  <a:pt x="1494539" y="47511"/>
                </a:lnTo>
                <a:cubicBezTo>
                  <a:pt x="1495904" y="46419"/>
                  <a:pt x="1498089" y="45190"/>
                  <a:pt x="1501092" y="43825"/>
                </a:cubicBezTo>
                <a:cubicBezTo>
                  <a:pt x="1504096" y="42460"/>
                  <a:pt x="1506144" y="41367"/>
                  <a:pt x="1507236" y="40548"/>
                </a:cubicBezTo>
                <a:lnTo>
                  <a:pt x="1506826" y="40548"/>
                </a:lnTo>
                <a:lnTo>
                  <a:pt x="1490034" y="47101"/>
                </a:lnTo>
                <a:cubicBezTo>
                  <a:pt x="1489214" y="48740"/>
                  <a:pt x="1487713" y="50446"/>
                  <a:pt x="1485528" y="52221"/>
                </a:cubicBezTo>
                <a:cubicBezTo>
                  <a:pt x="1483344" y="53996"/>
                  <a:pt x="1481842" y="55156"/>
                  <a:pt x="1481023" y="55702"/>
                </a:cubicBezTo>
                <a:cubicBezTo>
                  <a:pt x="1479112" y="55429"/>
                  <a:pt x="1476586" y="54883"/>
                  <a:pt x="1473446" y="54064"/>
                </a:cubicBezTo>
                <a:cubicBezTo>
                  <a:pt x="1470306" y="53245"/>
                  <a:pt x="1467644" y="52835"/>
                  <a:pt x="1465459" y="52835"/>
                </a:cubicBezTo>
                <a:cubicBezTo>
                  <a:pt x="1464367" y="52835"/>
                  <a:pt x="1463616" y="53177"/>
                  <a:pt x="1463206" y="53859"/>
                </a:cubicBezTo>
                <a:cubicBezTo>
                  <a:pt x="1462797" y="54542"/>
                  <a:pt x="1462456" y="55020"/>
                  <a:pt x="1462183" y="55293"/>
                </a:cubicBezTo>
                <a:cubicBezTo>
                  <a:pt x="1461910" y="51470"/>
                  <a:pt x="1461159" y="48944"/>
                  <a:pt x="1459930" y="47716"/>
                </a:cubicBezTo>
                <a:cubicBezTo>
                  <a:pt x="1458701" y="46487"/>
                  <a:pt x="1456994" y="45600"/>
                  <a:pt x="1454810" y="45054"/>
                </a:cubicBezTo>
                <a:cubicBezTo>
                  <a:pt x="1452626" y="44507"/>
                  <a:pt x="1451534" y="43415"/>
                  <a:pt x="1451534" y="41777"/>
                </a:cubicBezTo>
                <a:cubicBezTo>
                  <a:pt x="1450988" y="40685"/>
                  <a:pt x="1449895" y="37886"/>
                  <a:pt x="1448257" y="33381"/>
                </a:cubicBezTo>
                <a:cubicBezTo>
                  <a:pt x="1446619" y="28875"/>
                  <a:pt x="1445390" y="26077"/>
                  <a:pt x="1444571" y="24984"/>
                </a:cubicBezTo>
                <a:cubicBezTo>
                  <a:pt x="1444571" y="23619"/>
                  <a:pt x="1445663" y="22936"/>
                  <a:pt x="1447847" y="22936"/>
                </a:cubicBezTo>
                <a:cubicBezTo>
                  <a:pt x="1449486" y="22936"/>
                  <a:pt x="1451124" y="23551"/>
                  <a:pt x="1452762" y="24780"/>
                </a:cubicBezTo>
                <a:cubicBezTo>
                  <a:pt x="1454401" y="26008"/>
                  <a:pt x="1455493" y="26759"/>
                  <a:pt x="1456039" y="27032"/>
                </a:cubicBezTo>
                <a:cubicBezTo>
                  <a:pt x="1476518" y="24302"/>
                  <a:pt x="1494130" y="20616"/>
                  <a:pt x="1508874" y="15974"/>
                </a:cubicBezTo>
                <a:cubicBezTo>
                  <a:pt x="1509966" y="15701"/>
                  <a:pt x="1514540" y="14540"/>
                  <a:pt x="1522595" y="12492"/>
                </a:cubicBezTo>
                <a:cubicBezTo>
                  <a:pt x="1530650" y="10444"/>
                  <a:pt x="1534677" y="8738"/>
                  <a:pt x="1534677" y="7373"/>
                </a:cubicBezTo>
                <a:close/>
                <a:moveTo>
                  <a:pt x="2203104" y="4506"/>
                </a:moveTo>
                <a:cubicBezTo>
                  <a:pt x="2209384" y="4506"/>
                  <a:pt x="2214982" y="7373"/>
                  <a:pt x="2219896" y="13107"/>
                </a:cubicBezTo>
                <a:cubicBezTo>
                  <a:pt x="2224811" y="18841"/>
                  <a:pt x="2228361" y="25257"/>
                  <a:pt x="2230546" y="32357"/>
                </a:cubicBezTo>
                <a:lnTo>
                  <a:pt x="2214572" y="38910"/>
                </a:lnTo>
                <a:lnTo>
                  <a:pt x="2244061" y="33995"/>
                </a:lnTo>
                <a:cubicBezTo>
                  <a:pt x="2246519" y="34268"/>
                  <a:pt x="2262765" y="32084"/>
                  <a:pt x="2292801" y="27442"/>
                </a:cubicBezTo>
                <a:cubicBezTo>
                  <a:pt x="2322836" y="22800"/>
                  <a:pt x="2338264" y="20069"/>
                  <a:pt x="2339083" y="19250"/>
                </a:cubicBezTo>
                <a:cubicBezTo>
                  <a:pt x="2339629" y="18704"/>
                  <a:pt x="2340312" y="17748"/>
                  <a:pt x="2341130" y="16383"/>
                </a:cubicBezTo>
                <a:cubicBezTo>
                  <a:pt x="2341950" y="15018"/>
                  <a:pt x="2342632" y="14335"/>
                  <a:pt x="2343178" y="14335"/>
                </a:cubicBezTo>
                <a:cubicBezTo>
                  <a:pt x="2344270" y="14335"/>
                  <a:pt x="2345226" y="14199"/>
                  <a:pt x="2346045" y="13926"/>
                </a:cubicBezTo>
                <a:cubicBezTo>
                  <a:pt x="2346864" y="13653"/>
                  <a:pt x="2347411" y="12970"/>
                  <a:pt x="2347684" y="11878"/>
                </a:cubicBezTo>
                <a:cubicBezTo>
                  <a:pt x="2348503" y="11878"/>
                  <a:pt x="2349322" y="12219"/>
                  <a:pt x="2350141" y="12902"/>
                </a:cubicBezTo>
                <a:cubicBezTo>
                  <a:pt x="2350960" y="13585"/>
                  <a:pt x="2351370" y="14335"/>
                  <a:pt x="2351370" y="15155"/>
                </a:cubicBezTo>
                <a:lnTo>
                  <a:pt x="2350551" y="16793"/>
                </a:lnTo>
                <a:cubicBezTo>
                  <a:pt x="2350824" y="17612"/>
                  <a:pt x="2351643" y="18022"/>
                  <a:pt x="2353008" y="18022"/>
                </a:cubicBezTo>
                <a:lnTo>
                  <a:pt x="2353008" y="18431"/>
                </a:lnTo>
                <a:cubicBezTo>
                  <a:pt x="2353554" y="19523"/>
                  <a:pt x="2356012" y="21571"/>
                  <a:pt x="2360380" y="24575"/>
                </a:cubicBezTo>
                <a:cubicBezTo>
                  <a:pt x="2366388" y="28397"/>
                  <a:pt x="2371234" y="32152"/>
                  <a:pt x="2374921" y="35838"/>
                </a:cubicBezTo>
                <a:cubicBezTo>
                  <a:pt x="2378607" y="39524"/>
                  <a:pt x="2380450" y="43825"/>
                  <a:pt x="2380450" y="48740"/>
                </a:cubicBezTo>
                <a:cubicBezTo>
                  <a:pt x="2380450" y="50651"/>
                  <a:pt x="2379972" y="51948"/>
                  <a:pt x="2379016" y="52631"/>
                </a:cubicBezTo>
                <a:cubicBezTo>
                  <a:pt x="2378060" y="53313"/>
                  <a:pt x="2376627" y="53655"/>
                  <a:pt x="2374716" y="53655"/>
                </a:cubicBezTo>
                <a:lnTo>
                  <a:pt x="2359562" y="53245"/>
                </a:lnTo>
                <a:cubicBezTo>
                  <a:pt x="2356285" y="52972"/>
                  <a:pt x="2351234" y="52835"/>
                  <a:pt x="2344407" y="52835"/>
                </a:cubicBezTo>
                <a:cubicBezTo>
                  <a:pt x="2341404" y="53655"/>
                  <a:pt x="2336011" y="55361"/>
                  <a:pt x="2328229" y="57955"/>
                </a:cubicBezTo>
                <a:cubicBezTo>
                  <a:pt x="2320447" y="60549"/>
                  <a:pt x="2316283" y="62392"/>
                  <a:pt x="2315737" y="63484"/>
                </a:cubicBezTo>
                <a:lnTo>
                  <a:pt x="2314918" y="63894"/>
                </a:lnTo>
                <a:cubicBezTo>
                  <a:pt x="2312460" y="63894"/>
                  <a:pt x="2309252" y="64235"/>
                  <a:pt x="2305293" y="64918"/>
                </a:cubicBezTo>
                <a:cubicBezTo>
                  <a:pt x="2301334" y="65601"/>
                  <a:pt x="2299354" y="66488"/>
                  <a:pt x="2299354" y="67580"/>
                </a:cubicBezTo>
                <a:lnTo>
                  <a:pt x="2296487" y="68809"/>
                </a:lnTo>
                <a:cubicBezTo>
                  <a:pt x="2296487" y="69628"/>
                  <a:pt x="2298944" y="70993"/>
                  <a:pt x="2303859" y="72905"/>
                </a:cubicBezTo>
                <a:cubicBezTo>
                  <a:pt x="2311505" y="76454"/>
                  <a:pt x="2315328" y="79185"/>
                  <a:pt x="2315328" y="81096"/>
                </a:cubicBezTo>
                <a:cubicBezTo>
                  <a:pt x="2315328" y="83007"/>
                  <a:pt x="2313075" y="84782"/>
                  <a:pt x="2308570" y="86421"/>
                </a:cubicBezTo>
                <a:cubicBezTo>
                  <a:pt x="2304064" y="88059"/>
                  <a:pt x="2300719" y="88878"/>
                  <a:pt x="2298535" y="88878"/>
                </a:cubicBezTo>
                <a:lnTo>
                  <a:pt x="2298125" y="88878"/>
                </a:lnTo>
                <a:lnTo>
                  <a:pt x="2302221" y="86421"/>
                </a:lnTo>
                <a:lnTo>
                  <a:pt x="2300173" y="86011"/>
                </a:lnTo>
                <a:cubicBezTo>
                  <a:pt x="2293893" y="86011"/>
                  <a:pt x="2286043" y="86967"/>
                  <a:pt x="2276622" y="88878"/>
                </a:cubicBezTo>
                <a:cubicBezTo>
                  <a:pt x="2267202" y="90789"/>
                  <a:pt x="2261536" y="93383"/>
                  <a:pt x="2259625" y="96660"/>
                </a:cubicBezTo>
                <a:cubicBezTo>
                  <a:pt x="2251434" y="96660"/>
                  <a:pt x="2238464" y="99800"/>
                  <a:pt x="2220716" y="106080"/>
                </a:cubicBezTo>
                <a:cubicBezTo>
                  <a:pt x="2205152" y="110995"/>
                  <a:pt x="2194230" y="113999"/>
                  <a:pt x="2187950" y="115091"/>
                </a:cubicBezTo>
                <a:cubicBezTo>
                  <a:pt x="2188496" y="114545"/>
                  <a:pt x="2189724" y="113999"/>
                  <a:pt x="2191636" y="113453"/>
                </a:cubicBezTo>
                <a:cubicBezTo>
                  <a:pt x="2193547" y="112906"/>
                  <a:pt x="2194912" y="112224"/>
                  <a:pt x="2195732" y="111405"/>
                </a:cubicBezTo>
                <a:cubicBezTo>
                  <a:pt x="2195185" y="110585"/>
                  <a:pt x="2193956" y="110176"/>
                  <a:pt x="2192045" y="110176"/>
                </a:cubicBezTo>
                <a:cubicBezTo>
                  <a:pt x="2189588" y="110176"/>
                  <a:pt x="2186584" y="110927"/>
                  <a:pt x="2183034" y="112429"/>
                </a:cubicBezTo>
                <a:cubicBezTo>
                  <a:pt x="2179485" y="113930"/>
                  <a:pt x="2177164" y="114681"/>
                  <a:pt x="2176072" y="114681"/>
                </a:cubicBezTo>
                <a:lnTo>
                  <a:pt x="2176072" y="113043"/>
                </a:lnTo>
                <a:cubicBezTo>
                  <a:pt x="2174434" y="113043"/>
                  <a:pt x="2171635" y="113999"/>
                  <a:pt x="2167676" y="115910"/>
                </a:cubicBezTo>
                <a:cubicBezTo>
                  <a:pt x="2163716" y="117821"/>
                  <a:pt x="2160781" y="119460"/>
                  <a:pt x="2158870" y="120825"/>
                </a:cubicBezTo>
                <a:lnTo>
                  <a:pt x="2156412" y="125330"/>
                </a:lnTo>
                <a:lnTo>
                  <a:pt x="2156002" y="125330"/>
                </a:lnTo>
                <a:cubicBezTo>
                  <a:pt x="2156822" y="123146"/>
                  <a:pt x="2156822" y="121644"/>
                  <a:pt x="2156002" y="120825"/>
                </a:cubicBezTo>
                <a:cubicBezTo>
                  <a:pt x="2155184" y="121371"/>
                  <a:pt x="2154364" y="122531"/>
                  <a:pt x="2153545" y="124306"/>
                </a:cubicBezTo>
                <a:cubicBezTo>
                  <a:pt x="2152726" y="126081"/>
                  <a:pt x="2152180" y="127105"/>
                  <a:pt x="2151907" y="127378"/>
                </a:cubicBezTo>
                <a:lnTo>
                  <a:pt x="2152726" y="127788"/>
                </a:lnTo>
                <a:cubicBezTo>
                  <a:pt x="2163921" y="125057"/>
                  <a:pt x="2184741" y="119733"/>
                  <a:pt x="2215186" y="111814"/>
                </a:cubicBezTo>
                <a:cubicBezTo>
                  <a:pt x="2245632" y="103896"/>
                  <a:pt x="2261946" y="99117"/>
                  <a:pt x="2264130" y="97479"/>
                </a:cubicBezTo>
                <a:cubicBezTo>
                  <a:pt x="2264677" y="97206"/>
                  <a:pt x="2265974" y="96660"/>
                  <a:pt x="2268021" y="95841"/>
                </a:cubicBezTo>
                <a:cubicBezTo>
                  <a:pt x="2270069" y="95022"/>
                  <a:pt x="2271093" y="94203"/>
                  <a:pt x="2271093" y="93383"/>
                </a:cubicBezTo>
                <a:lnTo>
                  <a:pt x="2271912" y="92564"/>
                </a:lnTo>
                <a:lnTo>
                  <a:pt x="2274370" y="93383"/>
                </a:lnTo>
                <a:cubicBezTo>
                  <a:pt x="2275189" y="93383"/>
                  <a:pt x="2276076" y="93110"/>
                  <a:pt x="2277032" y="92564"/>
                </a:cubicBezTo>
                <a:cubicBezTo>
                  <a:pt x="2277988" y="92018"/>
                  <a:pt x="2279012" y="91609"/>
                  <a:pt x="2280104" y="91335"/>
                </a:cubicBezTo>
                <a:cubicBezTo>
                  <a:pt x="2282288" y="93520"/>
                  <a:pt x="2283654" y="94612"/>
                  <a:pt x="2284200" y="94612"/>
                </a:cubicBezTo>
                <a:cubicBezTo>
                  <a:pt x="2285019" y="94612"/>
                  <a:pt x="2285701" y="93929"/>
                  <a:pt x="2286248" y="92564"/>
                </a:cubicBezTo>
                <a:cubicBezTo>
                  <a:pt x="2287613" y="94476"/>
                  <a:pt x="2290343" y="95363"/>
                  <a:pt x="2294439" y="95226"/>
                </a:cubicBezTo>
                <a:cubicBezTo>
                  <a:pt x="2298535" y="95090"/>
                  <a:pt x="2300856" y="95022"/>
                  <a:pt x="2301402" y="95022"/>
                </a:cubicBezTo>
                <a:cubicBezTo>
                  <a:pt x="2301675" y="95022"/>
                  <a:pt x="2302358" y="94953"/>
                  <a:pt x="2303450" y="94817"/>
                </a:cubicBezTo>
                <a:cubicBezTo>
                  <a:pt x="2304542" y="94680"/>
                  <a:pt x="2305224" y="94885"/>
                  <a:pt x="2305498" y="95431"/>
                </a:cubicBezTo>
                <a:lnTo>
                  <a:pt x="2303450" y="97070"/>
                </a:lnTo>
                <a:cubicBezTo>
                  <a:pt x="2303723" y="97889"/>
                  <a:pt x="2306590" y="99254"/>
                  <a:pt x="2312051" y="101165"/>
                </a:cubicBezTo>
                <a:cubicBezTo>
                  <a:pt x="2317512" y="103077"/>
                  <a:pt x="2321198" y="104442"/>
                  <a:pt x="2323109" y="105261"/>
                </a:cubicBezTo>
                <a:cubicBezTo>
                  <a:pt x="2323382" y="107172"/>
                  <a:pt x="2324884" y="108128"/>
                  <a:pt x="2327614" y="108128"/>
                </a:cubicBezTo>
                <a:cubicBezTo>
                  <a:pt x="2327888" y="108128"/>
                  <a:pt x="2328638" y="107992"/>
                  <a:pt x="2329867" y="107718"/>
                </a:cubicBezTo>
                <a:cubicBezTo>
                  <a:pt x="2331096" y="107445"/>
                  <a:pt x="2331710" y="107718"/>
                  <a:pt x="2331710" y="108538"/>
                </a:cubicBezTo>
                <a:lnTo>
                  <a:pt x="2329662" y="109357"/>
                </a:lnTo>
                <a:lnTo>
                  <a:pt x="2331301" y="110585"/>
                </a:lnTo>
                <a:cubicBezTo>
                  <a:pt x="2332666" y="110039"/>
                  <a:pt x="2333349" y="109084"/>
                  <a:pt x="2333349" y="107718"/>
                </a:cubicBezTo>
                <a:cubicBezTo>
                  <a:pt x="2334168" y="107992"/>
                  <a:pt x="2335124" y="108947"/>
                  <a:pt x="2336216" y="110585"/>
                </a:cubicBezTo>
                <a:cubicBezTo>
                  <a:pt x="2337308" y="112224"/>
                  <a:pt x="2337854" y="113453"/>
                  <a:pt x="2337854" y="114272"/>
                </a:cubicBezTo>
                <a:lnTo>
                  <a:pt x="2337854" y="115500"/>
                </a:lnTo>
                <a:cubicBezTo>
                  <a:pt x="2336762" y="117139"/>
                  <a:pt x="2334100" y="119391"/>
                  <a:pt x="2329867" y="122258"/>
                </a:cubicBezTo>
                <a:cubicBezTo>
                  <a:pt x="2325635" y="125125"/>
                  <a:pt x="2323246" y="126968"/>
                  <a:pt x="2322700" y="127788"/>
                </a:cubicBezTo>
                <a:cubicBezTo>
                  <a:pt x="2321608" y="129972"/>
                  <a:pt x="2318809" y="133453"/>
                  <a:pt x="2314304" y="138232"/>
                </a:cubicBezTo>
                <a:cubicBezTo>
                  <a:pt x="2309798" y="143010"/>
                  <a:pt x="2306726" y="145536"/>
                  <a:pt x="2305088" y="145809"/>
                </a:cubicBezTo>
                <a:cubicBezTo>
                  <a:pt x="2307546" y="142532"/>
                  <a:pt x="2311982" y="137276"/>
                  <a:pt x="2318399" y="130040"/>
                </a:cubicBezTo>
                <a:cubicBezTo>
                  <a:pt x="2324816" y="122804"/>
                  <a:pt x="2328434" y="119050"/>
                  <a:pt x="2329253" y="118777"/>
                </a:cubicBezTo>
                <a:lnTo>
                  <a:pt x="2328843" y="118777"/>
                </a:lnTo>
                <a:cubicBezTo>
                  <a:pt x="2326659" y="119869"/>
                  <a:pt x="2320925" y="124784"/>
                  <a:pt x="2311641" y="133522"/>
                </a:cubicBezTo>
                <a:cubicBezTo>
                  <a:pt x="2304269" y="140348"/>
                  <a:pt x="2300173" y="143761"/>
                  <a:pt x="2299354" y="143761"/>
                </a:cubicBezTo>
                <a:lnTo>
                  <a:pt x="2298944" y="143351"/>
                </a:lnTo>
                <a:cubicBezTo>
                  <a:pt x="2301129" y="140075"/>
                  <a:pt x="2302904" y="137754"/>
                  <a:pt x="2304269" y="136389"/>
                </a:cubicBezTo>
                <a:cubicBezTo>
                  <a:pt x="2299900" y="139392"/>
                  <a:pt x="2296624" y="142328"/>
                  <a:pt x="2294439" y="145195"/>
                </a:cubicBezTo>
                <a:cubicBezTo>
                  <a:pt x="2292254" y="148062"/>
                  <a:pt x="2290070" y="151406"/>
                  <a:pt x="2287886" y="155229"/>
                </a:cubicBezTo>
                <a:cubicBezTo>
                  <a:pt x="2285974" y="158779"/>
                  <a:pt x="2284063" y="161509"/>
                  <a:pt x="2282152" y="163421"/>
                </a:cubicBezTo>
                <a:cubicBezTo>
                  <a:pt x="2280240" y="165332"/>
                  <a:pt x="2276964" y="167039"/>
                  <a:pt x="2272322" y="168540"/>
                </a:cubicBezTo>
                <a:cubicBezTo>
                  <a:pt x="2267680" y="170042"/>
                  <a:pt x="2260990" y="171203"/>
                  <a:pt x="2252253" y="172022"/>
                </a:cubicBezTo>
                <a:cubicBezTo>
                  <a:pt x="2251161" y="170383"/>
                  <a:pt x="2249932" y="168267"/>
                  <a:pt x="2248567" y="165673"/>
                </a:cubicBezTo>
                <a:cubicBezTo>
                  <a:pt x="2247202" y="163079"/>
                  <a:pt x="2245836" y="161100"/>
                  <a:pt x="2244471" y="159734"/>
                </a:cubicBezTo>
                <a:lnTo>
                  <a:pt x="2238737" y="159325"/>
                </a:lnTo>
                <a:cubicBezTo>
                  <a:pt x="2230818" y="159325"/>
                  <a:pt x="2225221" y="159871"/>
                  <a:pt x="2221944" y="160963"/>
                </a:cubicBezTo>
                <a:lnTo>
                  <a:pt x="2220716" y="162192"/>
                </a:lnTo>
                <a:lnTo>
                  <a:pt x="2228088" y="161782"/>
                </a:lnTo>
                <a:cubicBezTo>
                  <a:pt x="2226176" y="162328"/>
                  <a:pt x="2223310" y="162875"/>
                  <a:pt x="2219487" y="163421"/>
                </a:cubicBezTo>
                <a:cubicBezTo>
                  <a:pt x="2211841" y="164513"/>
                  <a:pt x="2206108" y="166151"/>
                  <a:pt x="2202285" y="168336"/>
                </a:cubicBezTo>
                <a:cubicBezTo>
                  <a:pt x="2200100" y="167516"/>
                  <a:pt x="2196414" y="167926"/>
                  <a:pt x="2191226" y="169564"/>
                </a:cubicBezTo>
                <a:cubicBezTo>
                  <a:pt x="2186038" y="171203"/>
                  <a:pt x="2179212" y="173797"/>
                  <a:pt x="2170747" y="177346"/>
                </a:cubicBezTo>
                <a:cubicBezTo>
                  <a:pt x="2165832" y="179531"/>
                  <a:pt x="2160986" y="181442"/>
                  <a:pt x="2156208" y="183080"/>
                </a:cubicBezTo>
                <a:cubicBezTo>
                  <a:pt x="2151429" y="184719"/>
                  <a:pt x="2147948" y="185538"/>
                  <a:pt x="2145763" y="185538"/>
                </a:cubicBezTo>
                <a:cubicBezTo>
                  <a:pt x="2144398" y="185538"/>
                  <a:pt x="2142896" y="185811"/>
                  <a:pt x="2141258" y="186357"/>
                </a:cubicBezTo>
                <a:cubicBezTo>
                  <a:pt x="2139620" y="186903"/>
                  <a:pt x="2138664" y="187586"/>
                  <a:pt x="2138391" y="188405"/>
                </a:cubicBezTo>
                <a:lnTo>
                  <a:pt x="2138800" y="188814"/>
                </a:lnTo>
                <a:cubicBezTo>
                  <a:pt x="2138254" y="190453"/>
                  <a:pt x="2136616" y="191818"/>
                  <a:pt x="2133886" y="192910"/>
                </a:cubicBezTo>
                <a:cubicBezTo>
                  <a:pt x="2131155" y="194002"/>
                  <a:pt x="2128834" y="194548"/>
                  <a:pt x="2126923" y="194548"/>
                </a:cubicBezTo>
                <a:cubicBezTo>
                  <a:pt x="2130200" y="192637"/>
                  <a:pt x="2132384" y="190999"/>
                  <a:pt x="2133476" y="189633"/>
                </a:cubicBezTo>
                <a:cubicBezTo>
                  <a:pt x="2131292" y="190180"/>
                  <a:pt x="2127400" y="191272"/>
                  <a:pt x="2121803" y="192910"/>
                </a:cubicBezTo>
                <a:cubicBezTo>
                  <a:pt x="2116206" y="194548"/>
                  <a:pt x="2111359" y="195368"/>
                  <a:pt x="2107263" y="195368"/>
                </a:cubicBezTo>
                <a:lnTo>
                  <a:pt x="2106854" y="195368"/>
                </a:lnTo>
                <a:lnTo>
                  <a:pt x="2113816" y="191681"/>
                </a:lnTo>
                <a:cubicBezTo>
                  <a:pt x="2111632" y="191408"/>
                  <a:pt x="2108014" y="188746"/>
                  <a:pt x="2102963" y="183695"/>
                </a:cubicBezTo>
                <a:cubicBezTo>
                  <a:pt x="2097911" y="178643"/>
                  <a:pt x="2095386" y="175162"/>
                  <a:pt x="2095386" y="173250"/>
                </a:cubicBezTo>
                <a:cubicBezTo>
                  <a:pt x="2095386" y="172158"/>
                  <a:pt x="2096000" y="170315"/>
                  <a:pt x="2097228" y="167721"/>
                </a:cubicBezTo>
                <a:cubicBezTo>
                  <a:pt x="2098457" y="165127"/>
                  <a:pt x="2099072" y="162602"/>
                  <a:pt x="2099072" y="160144"/>
                </a:cubicBezTo>
                <a:cubicBezTo>
                  <a:pt x="2099072" y="155775"/>
                  <a:pt x="2097706" y="150792"/>
                  <a:pt x="2094976" y="145195"/>
                </a:cubicBezTo>
                <a:cubicBezTo>
                  <a:pt x="2092246" y="139597"/>
                  <a:pt x="2090880" y="136525"/>
                  <a:pt x="2090880" y="135979"/>
                </a:cubicBezTo>
                <a:cubicBezTo>
                  <a:pt x="2090880" y="134341"/>
                  <a:pt x="2095522" y="133522"/>
                  <a:pt x="2104806" y="133522"/>
                </a:cubicBezTo>
                <a:cubicBezTo>
                  <a:pt x="2107263" y="133522"/>
                  <a:pt x="2110950" y="133795"/>
                  <a:pt x="2115864" y="134341"/>
                </a:cubicBezTo>
                <a:cubicBezTo>
                  <a:pt x="2120779" y="134887"/>
                  <a:pt x="2124465" y="135160"/>
                  <a:pt x="2126923" y="135160"/>
                </a:cubicBezTo>
                <a:lnTo>
                  <a:pt x="2131018" y="133522"/>
                </a:lnTo>
                <a:cubicBezTo>
                  <a:pt x="2129653" y="133522"/>
                  <a:pt x="2128698" y="133317"/>
                  <a:pt x="2128152" y="132907"/>
                </a:cubicBezTo>
                <a:cubicBezTo>
                  <a:pt x="2127605" y="132498"/>
                  <a:pt x="2127196" y="131474"/>
                  <a:pt x="2126923" y="129836"/>
                </a:cubicBezTo>
                <a:cubicBezTo>
                  <a:pt x="2125012" y="131201"/>
                  <a:pt x="2123510" y="131883"/>
                  <a:pt x="2122418" y="131883"/>
                </a:cubicBezTo>
                <a:cubicBezTo>
                  <a:pt x="2119414" y="131883"/>
                  <a:pt x="2116615" y="129494"/>
                  <a:pt x="2114021" y="124716"/>
                </a:cubicBezTo>
                <a:cubicBezTo>
                  <a:pt x="2111427" y="119937"/>
                  <a:pt x="2110130" y="115910"/>
                  <a:pt x="2110130" y="112633"/>
                </a:cubicBezTo>
                <a:cubicBezTo>
                  <a:pt x="2110130" y="112087"/>
                  <a:pt x="2111018" y="109835"/>
                  <a:pt x="2112792" y="105875"/>
                </a:cubicBezTo>
                <a:cubicBezTo>
                  <a:pt x="2114567" y="101916"/>
                  <a:pt x="2115455" y="97479"/>
                  <a:pt x="2115455" y="92564"/>
                </a:cubicBezTo>
                <a:cubicBezTo>
                  <a:pt x="2102075" y="95568"/>
                  <a:pt x="2091017" y="98298"/>
                  <a:pt x="2082279" y="100756"/>
                </a:cubicBezTo>
                <a:cubicBezTo>
                  <a:pt x="2073542" y="103213"/>
                  <a:pt x="2064940" y="106217"/>
                  <a:pt x="2056476" y="109766"/>
                </a:cubicBezTo>
                <a:cubicBezTo>
                  <a:pt x="2051288" y="103759"/>
                  <a:pt x="2047943" y="97957"/>
                  <a:pt x="2046441" y="92359"/>
                </a:cubicBezTo>
                <a:cubicBezTo>
                  <a:pt x="2044940" y="86762"/>
                  <a:pt x="2044189" y="79321"/>
                  <a:pt x="2044189" y="70038"/>
                </a:cubicBezTo>
                <a:cubicBezTo>
                  <a:pt x="2044189" y="67580"/>
                  <a:pt x="2045281" y="66351"/>
                  <a:pt x="2047465" y="66351"/>
                </a:cubicBezTo>
                <a:cubicBezTo>
                  <a:pt x="2048558" y="66351"/>
                  <a:pt x="2050059" y="66829"/>
                  <a:pt x="2051970" y="67785"/>
                </a:cubicBezTo>
                <a:cubicBezTo>
                  <a:pt x="2053882" y="68741"/>
                  <a:pt x="2055520" y="69218"/>
                  <a:pt x="2056886" y="69218"/>
                </a:cubicBezTo>
                <a:cubicBezTo>
                  <a:pt x="2077091" y="69218"/>
                  <a:pt x="2107946" y="63621"/>
                  <a:pt x="2149449" y="52426"/>
                </a:cubicBezTo>
                <a:cubicBezTo>
                  <a:pt x="2152180" y="51607"/>
                  <a:pt x="2155047" y="51197"/>
                  <a:pt x="2158050" y="51197"/>
                </a:cubicBezTo>
                <a:lnTo>
                  <a:pt x="2160098" y="50378"/>
                </a:lnTo>
                <a:cubicBezTo>
                  <a:pt x="2162556" y="50378"/>
                  <a:pt x="2165969" y="49832"/>
                  <a:pt x="2170338" y="48740"/>
                </a:cubicBezTo>
                <a:cubicBezTo>
                  <a:pt x="2174706" y="47647"/>
                  <a:pt x="2177710" y="47101"/>
                  <a:pt x="2179348" y="47101"/>
                </a:cubicBezTo>
                <a:cubicBezTo>
                  <a:pt x="2179348" y="46282"/>
                  <a:pt x="2177505" y="42391"/>
                  <a:pt x="2173819" y="35428"/>
                </a:cubicBezTo>
                <a:cubicBezTo>
                  <a:pt x="2170133" y="28466"/>
                  <a:pt x="2168290" y="22254"/>
                  <a:pt x="2168290" y="16793"/>
                </a:cubicBezTo>
                <a:cubicBezTo>
                  <a:pt x="2168290" y="14608"/>
                  <a:pt x="2169928" y="13516"/>
                  <a:pt x="2173205" y="13516"/>
                </a:cubicBezTo>
                <a:cubicBezTo>
                  <a:pt x="2176481" y="13516"/>
                  <a:pt x="2179758" y="12834"/>
                  <a:pt x="2183034" y="11468"/>
                </a:cubicBezTo>
                <a:cubicBezTo>
                  <a:pt x="2186311" y="10103"/>
                  <a:pt x="2188222" y="9284"/>
                  <a:pt x="2188768" y="9011"/>
                </a:cubicBezTo>
                <a:cubicBezTo>
                  <a:pt x="2194230" y="6007"/>
                  <a:pt x="2199008" y="4506"/>
                  <a:pt x="2203104" y="4506"/>
                </a:cubicBezTo>
                <a:close/>
                <a:moveTo>
                  <a:pt x="141713" y="4096"/>
                </a:moveTo>
                <a:cubicBezTo>
                  <a:pt x="144170" y="4096"/>
                  <a:pt x="147038" y="4779"/>
                  <a:pt x="150314" y="6144"/>
                </a:cubicBezTo>
                <a:cubicBezTo>
                  <a:pt x="154410" y="7509"/>
                  <a:pt x="157140" y="8192"/>
                  <a:pt x="158506" y="8192"/>
                </a:cubicBezTo>
                <a:lnTo>
                  <a:pt x="159325" y="8192"/>
                </a:lnTo>
                <a:cubicBezTo>
                  <a:pt x="160144" y="8192"/>
                  <a:pt x="161373" y="8806"/>
                  <a:pt x="163011" y="10035"/>
                </a:cubicBezTo>
                <a:cubicBezTo>
                  <a:pt x="164649" y="11264"/>
                  <a:pt x="166015" y="11878"/>
                  <a:pt x="167107" y="11878"/>
                </a:cubicBezTo>
                <a:cubicBezTo>
                  <a:pt x="169291" y="11878"/>
                  <a:pt x="171953" y="12765"/>
                  <a:pt x="175093" y="14540"/>
                </a:cubicBezTo>
                <a:cubicBezTo>
                  <a:pt x="178233" y="16315"/>
                  <a:pt x="180486" y="17475"/>
                  <a:pt x="181851" y="18022"/>
                </a:cubicBezTo>
                <a:cubicBezTo>
                  <a:pt x="185674" y="19114"/>
                  <a:pt x="189087" y="21639"/>
                  <a:pt x="192091" y="25599"/>
                </a:cubicBezTo>
                <a:cubicBezTo>
                  <a:pt x="195094" y="29558"/>
                  <a:pt x="196596" y="33449"/>
                  <a:pt x="196596" y="37272"/>
                </a:cubicBezTo>
                <a:cubicBezTo>
                  <a:pt x="196596" y="38637"/>
                  <a:pt x="194753" y="41163"/>
                  <a:pt x="191067" y="44849"/>
                </a:cubicBezTo>
                <a:cubicBezTo>
                  <a:pt x="187381" y="48535"/>
                  <a:pt x="185265" y="50924"/>
                  <a:pt x="184718" y="52016"/>
                </a:cubicBezTo>
                <a:cubicBezTo>
                  <a:pt x="189633" y="51743"/>
                  <a:pt x="195163" y="50788"/>
                  <a:pt x="201306" y="49149"/>
                </a:cubicBezTo>
                <a:cubicBezTo>
                  <a:pt x="207450" y="47511"/>
                  <a:pt x="211477" y="45463"/>
                  <a:pt x="213389" y="43006"/>
                </a:cubicBezTo>
                <a:cubicBezTo>
                  <a:pt x="214481" y="41640"/>
                  <a:pt x="215573" y="40958"/>
                  <a:pt x="216665" y="40958"/>
                </a:cubicBezTo>
                <a:lnTo>
                  <a:pt x="217894" y="40958"/>
                </a:lnTo>
                <a:cubicBezTo>
                  <a:pt x="219259" y="40958"/>
                  <a:pt x="219942" y="39592"/>
                  <a:pt x="219942" y="36862"/>
                </a:cubicBezTo>
                <a:cubicBezTo>
                  <a:pt x="220761" y="36862"/>
                  <a:pt x="221853" y="37545"/>
                  <a:pt x="223218" y="38910"/>
                </a:cubicBezTo>
                <a:cubicBezTo>
                  <a:pt x="224584" y="40275"/>
                  <a:pt x="225812" y="40958"/>
                  <a:pt x="226905" y="40958"/>
                </a:cubicBezTo>
                <a:cubicBezTo>
                  <a:pt x="228270" y="40958"/>
                  <a:pt x="229772" y="40753"/>
                  <a:pt x="231410" y="40343"/>
                </a:cubicBezTo>
                <a:cubicBezTo>
                  <a:pt x="233048" y="39934"/>
                  <a:pt x="234550" y="39729"/>
                  <a:pt x="235915" y="39729"/>
                </a:cubicBezTo>
                <a:cubicBezTo>
                  <a:pt x="241376" y="39729"/>
                  <a:pt x="247042" y="41367"/>
                  <a:pt x="252913" y="44644"/>
                </a:cubicBezTo>
                <a:cubicBezTo>
                  <a:pt x="258783" y="47921"/>
                  <a:pt x="261719" y="52153"/>
                  <a:pt x="261719" y="57341"/>
                </a:cubicBezTo>
                <a:cubicBezTo>
                  <a:pt x="261719" y="58706"/>
                  <a:pt x="263152" y="61027"/>
                  <a:pt x="266019" y="64304"/>
                </a:cubicBezTo>
                <a:cubicBezTo>
                  <a:pt x="268886" y="67580"/>
                  <a:pt x="270320" y="70038"/>
                  <a:pt x="270320" y="71676"/>
                </a:cubicBezTo>
                <a:lnTo>
                  <a:pt x="269500" y="72495"/>
                </a:lnTo>
                <a:cubicBezTo>
                  <a:pt x="270320" y="74952"/>
                  <a:pt x="271821" y="77273"/>
                  <a:pt x="274006" y="79458"/>
                </a:cubicBezTo>
                <a:cubicBezTo>
                  <a:pt x="277282" y="83827"/>
                  <a:pt x="278921" y="87376"/>
                  <a:pt x="278921" y="90107"/>
                </a:cubicBezTo>
                <a:lnTo>
                  <a:pt x="283426" y="90926"/>
                </a:lnTo>
                <a:cubicBezTo>
                  <a:pt x="283426" y="91745"/>
                  <a:pt x="282675" y="92223"/>
                  <a:pt x="281173" y="92359"/>
                </a:cubicBezTo>
                <a:cubicBezTo>
                  <a:pt x="279672" y="92496"/>
                  <a:pt x="278921" y="92974"/>
                  <a:pt x="278921" y="93793"/>
                </a:cubicBezTo>
                <a:cubicBezTo>
                  <a:pt x="278921" y="96796"/>
                  <a:pt x="277282" y="99049"/>
                  <a:pt x="274006" y="100551"/>
                </a:cubicBezTo>
                <a:cubicBezTo>
                  <a:pt x="270729" y="102053"/>
                  <a:pt x="267316" y="102804"/>
                  <a:pt x="263766" y="102804"/>
                </a:cubicBezTo>
                <a:cubicBezTo>
                  <a:pt x="262674" y="102804"/>
                  <a:pt x="261104" y="102462"/>
                  <a:pt x="259056" y="101780"/>
                </a:cubicBezTo>
                <a:cubicBezTo>
                  <a:pt x="257008" y="101097"/>
                  <a:pt x="255575" y="100756"/>
                  <a:pt x="254756" y="100756"/>
                </a:cubicBezTo>
                <a:cubicBezTo>
                  <a:pt x="252571" y="100756"/>
                  <a:pt x="246701" y="101438"/>
                  <a:pt x="237144" y="102804"/>
                </a:cubicBezTo>
                <a:lnTo>
                  <a:pt x="244926" y="107309"/>
                </a:lnTo>
                <a:lnTo>
                  <a:pt x="245336" y="106080"/>
                </a:lnTo>
                <a:cubicBezTo>
                  <a:pt x="245609" y="106080"/>
                  <a:pt x="246291" y="107036"/>
                  <a:pt x="247383" y="108947"/>
                </a:cubicBezTo>
                <a:cubicBezTo>
                  <a:pt x="248476" y="110859"/>
                  <a:pt x="250933" y="111814"/>
                  <a:pt x="254756" y="111814"/>
                </a:cubicBezTo>
                <a:cubicBezTo>
                  <a:pt x="255029" y="112633"/>
                  <a:pt x="255780" y="113589"/>
                  <a:pt x="257008" y="114681"/>
                </a:cubicBezTo>
                <a:cubicBezTo>
                  <a:pt x="258237" y="115773"/>
                  <a:pt x="259261" y="116320"/>
                  <a:pt x="260080" y="116320"/>
                </a:cubicBezTo>
                <a:lnTo>
                  <a:pt x="260080" y="115091"/>
                </a:lnTo>
                <a:cubicBezTo>
                  <a:pt x="260899" y="115091"/>
                  <a:pt x="263630" y="117002"/>
                  <a:pt x="268272" y="120825"/>
                </a:cubicBezTo>
                <a:cubicBezTo>
                  <a:pt x="281651" y="131474"/>
                  <a:pt x="290935" y="136798"/>
                  <a:pt x="296123" y="136798"/>
                </a:cubicBezTo>
                <a:cubicBezTo>
                  <a:pt x="298034" y="136798"/>
                  <a:pt x="298990" y="135843"/>
                  <a:pt x="298990" y="133931"/>
                </a:cubicBezTo>
                <a:lnTo>
                  <a:pt x="298990" y="133522"/>
                </a:lnTo>
                <a:cubicBezTo>
                  <a:pt x="299809" y="135160"/>
                  <a:pt x="300901" y="137208"/>
                  <a:pt x="302266" y="139665"/>
                </a:cubicBezTo>
                <a:cubicBezTo>
                  <a:pt x="303632" y="142123"/>
                  <a:pt x="304587" y="143488"/>
                  <a:pt x="305133" y="143761"/>
                </a:cubicBezTo>
                <a:cubicBezTo>
                  <a:pt x="306226" y="144307"/>
                  <a:pt x="309775" y="145809"/>
                  <a:pt x="315782" y="148266"/>
                </a:cubicBezTo>
                <a:cubicBezTo>
                  <a:pt x="321789" y="150724"/>
                  <a:pt x="324930" y="152772"/>
                  <a:pt x="325203" y="154410"/>
                </a:cubicBezTo>
                <a:lnTo>
                  <a:pt x="324383" y="156458"/>
                </a:lnTo>
                <a:cubicBezTo>
                  <a:pt x="324383" y="157823"/>
                  <a:pt x="324998" y="159666"/>
                  <a:pt x="326227" y="161987"/>
                </a:cubicBezTo>
                <a:cubicBezTo>
                  <a:pt x="327455" y="164308"/>
                  <a:pt x="328070" y="166151"/>
                  <a:pt x="328070" y="167516"/>
                </a:cubicBezTo>
                <a:cubicBezTo>
                  <a:pt x="327524" y="167516"/>
                  <a:pt x="327387" y="168267"/>
                  <a:pt x="327660" y="169769"/>
                </a:cubicBezTo>
                <a:cubicBezTo>
                  <a:pt x="327933" y="171271"/>
                  <a:pt x="327797" y="172022"/>
                  <a:pt x="327250" y="172022"/>
                </a:cubicBezTo>
                <a:lnTo>
                  <a:pt x="324793" y="171612"/>
                </a:lnTo>
                <a:cubicBezTo>
                  <a:pt x="327524" y="174889"/>
                  <a:pt x="329298" y="177483"/>
                  <a:pt x="330118" y="179394"/>
                </a:cubicBezTo>
                <a:cubicBezTo>
                  <a:pt x="330118" y="180213"/>
                  <a:pt x="329298" y="180691"/>
                  <a:pt x="327660" y="180828"/>
                </a:cubicBezTo>
                <a:cubicBezTo>
                  <a:pt x="326022" y="180964"/>
                  <a:pt x="324930" y="181032"/>
                  <a:pt x="324383" y="181032"/>
                </a:cubicBezTo>
                <a:lnTo>
                  <a:pt x="326431" y="181442"/>
                </a:lnTo>
                <a:lnTo>
                  <a:pt x="329708" y="183899"/>
                </a:lnTo>
                <a:cubicBezTo>
                  <a:pt x="331346" y="183899"/>
                  <a:pt x="332848" y="184514"/>
                  <a:pt x="334213" y="185743"/>
                </a:cubicBezTo>
                <a:cubicBezTo>
                  <a:pt x="335579" y="186971"/>
                  <a:pt x="336261" y="188405"/>
                  <a:pt x="336261" y="190043"/>
                </a:cubicBezTo>
                <a:lnTo>
                  <a:pt x="334213" y="192091"/>
                </a:lnTo>
                <a:cubicBezTo>
                  <a:pt x="333121" y="191272"/>
                  <a:pt x="331892" y="190657"/>
                  <a:pt x="330527" y="190248"/>
                </a:cubicBezTo>
                <a:cubicBezTo>
                  <a:pt x="329162" y="189838"/>
                  <a:pt x="327933" y="189770"/>
                  <a:pt x="326841" y="190043"/>
                </a:cubicBezTo>
                <a:lnTo>
                  <a:pt x="315782" y="191681"/>
                </a:lnTo>
                <a:lnTo>
                  <a:pt x="319059" y="193320"/>
                </a:lnTo>
                <a:cubicBezTo>
                  <a:pt x="322609" y="192227"/>
                  <a:pt x="324383" y="192364"/>
                  <a:pt x="324383" y="193729"/>
                </a:cubicBezTo>
                <a:cubicBezTo>
                  <a:pt x="324383" y="194548"/>
                  <a:pt x="323769" y="195026"/>
                  <a:pt x="322540" y="195163"/>
                </a:cubicBezTo>
                <a:cubicBezTo>
                  <a:pt x="321312" y="195299"/>
                  <a:pt x="320697" y="195641"/>
                  <a:pt x="320697" y="196187"/>
                </a:cubicBezTo>
                <a:cubicBezTo>
                  <a:pt x="318786" y="197279"/>
                  <a:pt x="309980" y="198303"/>
                  <a:pt x="294280" y="199258"/>
                </a:cubicBezTo>
                <a:cubicBezTo>
                  <a:pt x="278579" y="200214"/>
                  <a:pt x="267589" y="200692"/>
                  <a:pt x="261309" y="200692"/>
                </a:cubicBezTo>
                <a:lnTo>
                  <a:pt x="259261" y="200282"/>
                </a:lnTo>
                <a:lnTo>
                  <a:pt x="269910" y="197006"/>
                </a:lnTo>
                <a:lnTo>
                  <a:pt x="269500" y="196596"/>
                </a:lnTo>
                <a:cubicBezTo>
                  <a:pt x="267862" y="196596"/>
                  <a:pt x="266156" y="196801"/>
                  <a:pt x="264381" y="197211"/>
                </a:cubicBezTo>
                <a:cubicBezTo>
                  <a:pt x="262606" y="197620"/>
                  <a:pt x="260899" y="197825"/>
                  <a:pt x="259261" y="197825"/>
                </a:cubicBezTo>
                <a:cubicBezTo>
                  <a:pt x="258169" y="197825"/>
                  <a:pt x="256804" y="197552"/>
                  <a:pt x="255165" y="197006"/>
                </a:cubicBezTo>
                <a:cubicBezTo>
                  <a:pt x="254346" y="196733"/>
                  <a:pt x="242946" y="198508"/>
                  <a:pt x="220966" y="202330"/>
                </a:cubicBezTo>
                <a:cubicBezTo>
                  <a:pt x="198985" y="206153"/>
                  <a:pt x="183763" y="208884"/>
                  <a:pt x="175298" y="210522"/>
                </a:cubicBezTo>
                <a:lnTo>
                  <a:pt x="174889" y="210931"/>
                </a:lnTo>
                <a:cubicBezTo>
                  <a:pt x="176800" y="211477"/>
                  <a:pt x="177756" y="212433"/>
                  <a:pt x="177756" y="213798"/>
                </a:cubicBezTo>
                <a:lnTo>
                  <a:pt x="177346" y="215027"/>
                </a:lnTo>
                <a:lnTo>
                  <a:pt x="176117" y="213389"/>
                </a:lnTo>
                <a:lnTo>
                  <a:pt x="175298" y="215846"/>
                </a:lnTo>
                <a:cubicBezTo>
                  <a:pt x="175298" y="219396"/>
                  <a:pt x="180486" y="222604"/>
                  <a:pt x="190862" y="225471"/>
                </a:cubicBezTo>
                <a:cubicBezTo>
                  <a:pt x="201238" y="228338"/>
                  <a:pt x="206836" y="229908"/>
                  <a:pt x="207655" y="230181"/>
                </a:cubicBezTo>
                <a:cubicBezTo>
                  <a:pt x="224584" y="235642"/>
                  <a:pt x="249704" y="244926"/>
                  <a:pt x="283016" y="258033"/>
                </a:cubicBezTo>
                <a:lnTo>
                  <a:pt x="298580" y="264176"/>
                </a:lnTo>
                <a:lnTo>
                  <a:pt x="297352" y="258852"/>
                </a:lnTo>
                <a:lnTo>
                  <a:pt x="298990" y="256394"/>
                </a:lnTo>
                <a:lnTo>
                  <a:pt x="297352" y="253118"/>
                </a:lnTo>
                <a:lnTo>
                  <a:pt x="298580" y="252298"/>
                </a:lnTo>
                <a:cubicBezTo>
                  <a:pt x="301584" y="252298"/>
                  <a:pt x="307727" y="258715"/>
                  <a:pt x="317011" y="271548"/>
                </a:cubicBezTo>
                <a:cubicBezTo>
                  <a:pt x="317830" y="272641"/>
                  <a:pt x="319605" y="275030"/>
                  <a:pt x="322336" y="278716"/>
                </a:cubicBezTo>
                <a:cubicBezTo>
                  <a:pt x="325066" y="282402"/>
                  <a:pt x="326977" y="284245"/>
                  <a:pt x="328070" y="284245"/>
                </a:cubicBezTo>
                <a:cubicBezTo>
                  <a:pt x="329435" y="284791"/>
                  <a:pt x="331824" y="286020"/>
                  <a:pt x="335237" y="287931"/>
                </a:cubicBezTo>
                <a:cubicBezTo>
                  <a:pt x="338650" y="289843"/>
                  <a:pt x="340357" y="291481"/>
                  <a:pt x="340357" y="292846"/>
                </a:cubicBezTo>
                <a:cubicBezTo>
                  <a:pt x="340357" y="293119"/>
                  <a:pt x="340084" y="293461"/>
                  <a:pt x="339538" y="293870"/>
                </a:cubicBezTo>
                <a:cubicBezTo>
                  <a:pt x="338992" y="294280"/>
                  <a:pt x="338446" y="294485"/>
                  <a:pt x="337899" y="294485"/>
                </a:cubicBezTo>
                <a:cubicBezTo>
                  <a:pt x="340357" y="295304"/>
                  <a:pt x="341722" y="296259"/>
                  <a:pt x="341995" y="297352"/>
                </a:cubicBezTo>
                <a:cubicBezTo>
                  <a:pt x="340903" y="297625"/>
                  <a:pt x="339538" y="297761"/>
                  <a:pt x="337899" y="297761"/>
                </a:cubicBezTo>
                <a:cubicBezTo>
                  <a:pt x="336261" y="297761"/>
                  <a:pt x="335032" y="298717"/>
                  <a:pt x="334213" y="300628"/>
                </a:cubicBezTo>
                <a:lnTo>
                  <a:pt x="338309" y="299400"/>
                </a:lnTo>
                <a:lnTo>
                  <a:pt x="336671" y="301038"/>
                </a:lnTo>
                <a:cubicBezTo>
                  <a:pt x="337763" y="302130"/>
                  <a:pt x="338514" y="304314"/>
                  <a:pt x="338923" y="307591"/>
                </a:cubicBezTo>
                <a:cubicBezTo>
                  <a:pt x="339333" y="310868"/>
                  <a:pt x="340493" y="313052"/>
                  <a:pt x="342405" y="314144"/>
                </a:cubicBezTo>
                <a:cubicBezTo>
                  <a:pt x="343224" y="314690"/>
                  <a:pt x="344043" y="315373"/>
                  <a:pt x="344862" y="316192"/>
                </a:cubicBezTo>
                <a:cubicBezTo>
                  <a:pt x="345681" y="317011"/>
                  <a:pt x="346091" y="317967"/>
                  <a:pt x="346091" y="319059"/>
                </a:cubicBezTo>
                <a:lnTo>
                  <a:pt x="345272" y="320288"/>
                </a:lnTo>
                <a:cubicBezTo>
                  <a:pt x="343634" y="320288"/>
                  <a:pt x="342814" y="319332"/>
                  <a:pt x="342814" y="317421"/>
                </a:cubicBezTo>
                <a:cubicBezTo>
                  <a:pt x="342814" y="318513"/>
                  <a:pt x="343224" y="320083"/>
                  <a:pt x="344043" y="322131"/>
                </a:cubicBezTo>
                <a:cubicBezTo>
                  <a:pt x="344862" y="324179"/>
                  <a:pt x="345272" y="325749"/>
                  <a:pt x="345272" y="326841"/>
                </a:cubicBezTo>
                <a:lnTo>
                  <a:pt x="344862" y="327251"/>
                </a:lnTo>
                <a:cubicBezTo>
                  <a:pt x="343770" y="327251"/>
                  <a:pt x="343224" y="326568"/>
                  <a:pt x="343224" y="325203"/>
                </a:cubicBezTo>
                <a:lnTo>
                  <a:pt x="342814" y="325612"/>
                </a:lnTo>
                <a:cubicBezTo>
                  <a:pt x="342814" y="326432"/>
                  <a:pt x="343224" y="327387"/>
                  <a:pt x="344043" y="328479"/>
                </a:cubicBezTo>
                <a:cubicBezTo>
                  <a:pt x="344862" y="329572"/>
                  <a:pt x="345272" y="330391"/>
                  <a:pt x="345272" y="330937"/>
                </a:cubicBezTo>
                <a:lnTo>
                  <a:pt x="342814" y="330937"/>
                </a:lnTo>
                <a:cubicBezTo>
                  <a:pt x="342814" y="332848"/>
                  <a:pt x="343360" y="335442"/>
                  <a:pt x="344453" y="338719"/>
                </a:cubicBezTo>
                <a:cubicBezTo>
                  <a:pt x="345545" y="341995"/>
                  <a:pt x="346091" y="344453"/>
                  <a:pt x="346091" y="346091"/>
                </a:cubicBezTo>
                <a:cubicBezTo>
                  <a:pt x="346091" y="348549"/>
                  <a:pt x="345477" y="351279"/>
                  <a:pt x="344248" y="354283"/>
                </a:cubicBezTo>
                <a:cubicBezTo>
                  <a:pt x="343019" y="357286"/>
                  <a:pt x="342405" y="359198"/>
                  <a:pt x="342405" y="360017"/>
                </a:cubicBezTo>
                <a:cubicBezTo>
                  <a:pt x="342405" y="362747"/>
                  <a:pt x="342268" y="364454"/>
                  <a:pt x="341995" y="365136"/>
                </a:cubicBezTo>
                <a:cubicBezTo>
                  <a:pt x="341722" y="365819"/>
                  <a:pt x="341176" y="366297"/>
                  <a:pt x="340357" y="366570"/>
                </a:cubicBezTo>
                <a:cubicBezTo>
                  <a:pt x="339538" y="366843"/>
                  <a:pt x="338719" y="367526"/>
                  <a:pt x="337899" y="368618"/>
                </a:cubicBezTo>
                <a:lnTo>
                  <a:pt x="337490" y="370666"/>
                </a:lnTo>
                <a:lnTo>
                  <a:pt x="338309" y="372713"/>
                </a:lnTo>
                <a:cubicBezTo>
                  <a:pt x="338309" y="375171"/>
                  <a:pt x="335988" y="376400"/>
                  <a:pt x="331346" y="376400"/>
                </a:cubicBezTo>
                <a:lnTo>
                  <a:pt x="327660" y="375990"/>
                </a:lnTo>
                <a:lnTo>
                  <a:pt x="327660" y="377628"/>
                </a:lnTo>
                <a:cubicBezTo>
                  <a:pt x="324930" y="375444"/>
                  <a:pt x="322131" y="373874"/>
                  <a:pt x="319264" y="372918"/>
                </a:cubicBezTo>
                <a:cubicBezTo>
                  <a:pt x="316397" y="371963"/>
                  <a:pt x="312915" y="371075"/>
                  <a:pt x="308820" y="370256"/>
                </a:cubicBezTo>
                <a:lnTo>
                  <a:pt x="298580" y="367389"/>
                </a:lnTo>
                <a:lnTo>
                  <a:pt x="299809" y="366570"/>
                </a:lnTo>
                <a:cubicBezTo>
                  <a:pt x="300082" y="366570"/>
                  <a:pt x="300765" y="366638"/>
                  <a:pt x="301857" y="366775"/>
                </a:cubicBezTo>
                <a:cubicBezTo>
                  <a:pt x="302949" y="366911"/>
                  <a:pt x="303632" y="366706"/>
                  <a:pt x="303905" y="366160"/>
                </a:cubicBezTo>
                <a:cubicBezTo>
                  <a:pt x="302266" y="365614"/>
                  <a:pt x="299877" y="365341"/>
                  <a:pt x="296737" y="365341"/>
                </a:cubicBezTo>
                <a:cubicBezTo>
                  <a:pt x="293597" y="365341"/>
                  <a:pt x="291754" y="365341"/>
                  <a:pt x="291208" y="365341"/>
                </a:cubicBezTo>
                <a:cubicBezTo>
                  <a:pt x="285747" y="365341"/>
                  <a:pt x="282607" y="366024"/>
                  <a:pt x="281788" y="367389"/>
                </a:cubicBezTo>
                <a:lnTo>
                  <a:pt x="280969" y="368208"/>
                </a:lnTo>
                <a:cubicBezTo>
                  <a:pt x="278511" y="366843"/>
                  <a:pt x="274825" y="365546"/>
                  <a:pt x="269910" y="364317"/>
                </a:cubicBezTo>
                <a:cubicBezTo>
                  <a:pt x="264995" y="363088"/>
                  <a:pt x="261036" y="362474"/>
                  <a:pt x="258032" y="362474"/>
                </a:cubicBezTo>
                <a:lnTo>
                  <a:pt x="254346" y="362884"/>
                </a:lnTo>
                <a:cubicBezTo>
                  <a:pt x="252708" y="362884"/>
                  <a:pt x="251616" y="362065"/>
                  <a:pt x="251070" y="360426"/>
                </a:cubicBezTo>
                <a:lnTo>
                  <a:pt x="247793" y="362474"/>
                </a:lnTo>
                <a:cubicBezTo>
                  <a:pt x="242605" y="360017"/>
                  <a:pt x="234414" y="358515"/>
                  <a:pt x="223218" y="357969"/>
                </a:cubicBezTo>
                <a:cubicBezTo>
                  <a:pt x="222126" y="357969"/>
                  <a:pt x="219328" y="357696"/>
                  <a:pt x="214822" y="357150"/>
                </a:cubicBezTo>
                <a:cubicBezTo>
                  <a:pt x="210317" y="356604"/>
                  <a:pt x="206836" y="355648"/>
                  <a:pt x="204378" y="354283"/>
                </a:cubicBezTo>
                <a:lnTo>
                  <a:pt x="206016" y="353873"/>
                </a:lnTo>
                <a:lnTo>
                  <a:pt x="211341" y="355921"/>
                </a:lnTo>
                <a:cubicBezTo>
                  <a:pt x="211341" y="354283"/>
                  <a:pt x="212706" y="353463"/>
                  <a:pt x="215437" y="353463"/>
                </a:cubicBezTo>
                <a:lnTo>
                  <a:pt x="217484" y="351416"/>
                </a:lnTo>
                <a:cubicBezTo>
                  <a:pt x="212843" y="350050"/>
                  <a:pt x="208747" y="349368"/>
                  <a:pt x="205197" y="349368"/>
                </a:cubicBezTo>
                <a:lnTo>
                  <a:pt x="201101" y="349777"/>
                </a:lnTo>
                <a:lnTo>
                  <a:pt x="206426" y="351825"/>
                </a:lnTo>
                <a:cubicBezTo>
                  <a:pt x="205607" y="352644"/>
                  <a:pt x="204515" y="353054"/>
                  <a:pt x="203149" y="353054"/>
                </a:cubicBezTo>
                <a:lnTo>
                  <a:pt x="178165" y="351416"/>
                </a:lnTo>
                <a:cubicBezTo>
                  <a:pt x="178165" y="353327"/>
                  <a:pt x="178370" y="356126"/>
                  <a:pt x="178780" y="359812"/>
                </a:cubicBezTo>
                <a:cubicBezTo>
                  <a:pt x="179189" y="363498"/>
                  <a:pt x="179804" y="365341"/>
                  <a:pt x="180623" y="365341"/>
                </a:cubicBezTo>
                <a:lnTo>
                  <a:pt x="181851" y="364932"/>
                </a:lnTo>
                <a:cubicBezTo>
                  <a:pt x="181851" y="367935"/>
                  <a:pt x="180281" y="373669"/>
                  <a:pt x="177141" y="382134"/>
                </a:cubicBezTo>
                <a:cubicBezTo>
                  <a:pt x="174001" y="390598"/>
                  <a:pt x="171476" y="394831"/>
                  <a:pt x="169564" y="394831"/>
                </a:cubicBezTo>
                <a:lnTo>
                  <a:pt x="167926" y="394421"/>
                </a:lnTo>
                <a:cubicBezTo>
                  <a:pt x="167107" y="394421"/>
                  <a:pt x="165878" y="395035"/>
                  <a:pt x="164240" y="396264"/>
                </a:cubicBezTo>
                <a:cubicBezTo>
                  <a:pt x="162601" y="397493"/>
                  <a:pt x="160963" y="398107"/>
                  <a:pt x="159325" y="398107"/>
                </a:cubicBezTo>
                <a:cubicBezTo>
                  <a:pt x="154683" y="398107"/>
                  <a:pt x="150997" y="396810"/>
                  <a:pt x="148266" y="394216"/>
                </a:cubicBezTo>
                <a:cubicBezTo>
                  <a:pt x="145536" y="391622"/>
                  <a:pt x="142669" y="388004"/>
                  <a:pt x="139665" y="383362"/>
                </a:cubicBezTo>
                <a:cubicBezTo>
                  <a:pt x="138027" y="380359"/>
                  <a:pt x="136525" y="378174"/>
                  <a:pt x="135160" y="376809"/>
                </a:cubicBezTo>
                <a:cubicBezTo>
                  <a:pt x="133795" y="375444"/>
                  <a:pt x="132429" y="374761"/>
                  <a:pt x="131064" y="374761"/>
                </a:cubicBezTo>
                <a:lnTo>
                  <a:pt x="128607" y="375581"/>
                </a:lnTo>
                <a:cubicBezTo>
                  <a:pt x="129972" y="377219"/>
                  <a:pt x="132020" y="380086"/>
                  <a:pt x="134750" y="384182"/>
                </a:cubicBezTo>
                <a:cubicBezTo>
                  <a:pt x="137481" y="388277"/>
                  <a:pt x="140211" y="391554"/>
                  <a:pt x="142942" y="394011"/>
                </a:cubicBezTo>
                <a:cubicBezTo>
                  <a:pt x="147584" y="397561"/>
                  <a:pt x="150041" y="400018"/>
                  <a:pt x="150314" y="401384"/>
                </a:cubicBezTo>
                <a:lnTo>
                  <a:pt x="149495" y="401793"/>
                </a:lnTo>
                <a:cubicBezTo>
                  <a:pt x="146491" y="401793"/>
                  <a:pt x="144034" y="400838"/>
                  <a:pt x="142123" y="398926"/>
                </a:cubicBezTo>
                <a:cubicBezTo>
                  <a:pt x="140211" y="397015"/>
                  <a:pt x="138163" y="394011"/>
                  <a:pt x="135979" y="389916"/>
                </a:cubicBezTo>
                <a:cubicBezTo>
                  <a:pt x="133522" y="385547"/>
                  <a:pt x="131883" y="382953"/>
                  <a:pt x="131064" y="382134"/>
                </a:cubicBezTo>
                <a:cubicBezTo>
                  <a:pt x="130245" y="382134"/>
                  <a:pt x="129153" y="380427"/>
                  <a:pt x="127788" y="377014"/>
                </a:cubicBezTo>
                <a:cubicBezTo>
                  <a:pt x="126422" y="373601"/>
                  <a:pt x="125740" y="371212"/>
                  <a:pt x="125740" y="369846"/>
                </a:cubicBezTo>
                <a:cubicBezTo>
                  <a:pt x="125740" y="369300"/>
                  <a:pt x="125330" y="368481"/>
                  <a:pt x="124511" y="367389"/>
                </a:cubicBezTo>
                <a:cubicBezTo>
                  <a:pt x="123692" y="366297"/>
                  <a:pt x="123146" y="364795"/>
                  <a:pt x="122873" y="362884"/>
                </a:cubicBezTo>
                <a:lnTo>
                  <a:pt x="121234" y="366160"/>
                </a:lnTo>
                <a:cubicBezTo>
                  <a:pt x="120688" y="366160"/>
                  <a:pt x="120142" y="364112"/>
                  <a:pt x="119596" y="360017"/>
                </a:cubicBezTo>
                <a:cubicBezTo>
                  <a:pt x="119050" y="355921"/>
                  <a:pt x="118367" y="352576"/>
                  <a:pt x="117548" y="349982"/>
                </a:cubicBezTo>
                <a:cubicBezTo>
                  <a:pt x="116729" y="347388"/>
                  <a:pt x="115500" y="346091"/>
                  <a:pt x="113862" y="346091"/>
                </a:cubicBezTo>
                <a:lnTo>
                  <a:pt x="111404" y="347320"/>
                </a:lnTo>
                <a:lnTo>
                  <a:pt x="109766" y="346501"/>
                </a:lnTo>
                <a:lnTo>
                  <a:pt x="110995" y="345272"/>
                </a:lnTo>
                <a:cubicBezTo>
                  <a:pt x="110995" y="344999"/>
                  <a:pt x="109698" y="344658"/>
                  <a:pt x="107104" y="344248"/>
                </a:cubicBezTo>
                <a:cubicBezTo>
                  <a:pt x="104510" y="343838"/>
                  <a:pt x="103213" y="342678"/>
                  <a:pt x="103213" y="340767"/>
                </a:cubicBezTo>
                <a:cubicBezTo>
                  <a:pt x="103213" y="339401"/>
                  <a:pt x="104169" y="338719"/>
                  <a:pt x="106080" y="338719"/>
                </a:cubicBezTo>
                <a:lnTo>
                  <a:pt x="111404" y="339128"/>
                </a:lnTo>
                <a:cubicBezTo>
                  <a:pt x="110858" y="338036"/>
                  <a:pt x="110108" y="336193"/>
                  <a:pt x="109152" y="333599"/>
                </a:cubicBezTo>
                <a:cubicBezTo>
                  <a:pt x="108196" y="331005"/>
                  <a:pt x="107036" y="328889"/>
                  <a:pt x="105671" y="327251"/>
                </a:cubicBezTo>
                <a:cubicBezTo>
                  <a:pt x="104305" y="325612"/>
                  <a:pt x="102667" y="324247"/>
                  <a:pt x="100756" y="323155"/>
                </a:cubicBezTo>
                <a:lnTo>
                  <a:pt x="103623" y="322336"/>
                </a:lnTo>
                <a:cubicBezTo>
                  <a:pt x="103623" y="320971"/>
                  <a:pt x="102189" y="317284"/>
                  <a:pt x="99322" y="311277"/>
                </a:cubicBezTo>
                <a:cubicBezTo>
                  <a:pt x="96455" y="305270"/>
                  <a:pt x="94475" y="302130"/>
                  <a:pt x="93383" y="301857"/>
                </a:cubicBezTo>
                <a:cubicBezTo>
                  <a:pt x="92291" y="301311"/>
                  <a:pt x="91745" y="300765"/>
                  <a:pt x="91745" y="300219"/>
                </a:cubicBezTo>
                <a:lnTo>
                  <a:pt x="94202" y="299809"/>
                </a:lnTo>
                <a:cubicBezTo>
                  <a:pt x="94202" y="299263"/>
                  <a:pt x="93656" y="298649"/>
                  <a:pt x="92564" y="297966"/>
                </a:cubicBezTo>
                <a:cubicBezTo>
                  <a:pt x="91472" y="297283"/>
                  <a:pt x="90926" y="296533"/>
                  <a:pt x="90926" y="295713"/>
                </a:cubicBezTo>
                <a:lnTo>
                  <a:pt x="92974" y="296942"/>
                </a:lnTo>
                <a:lnTo>
                  <a:pt x="92974" y="296533"/>
                </a:lnTo>
                <a:cubicBezTo>
                  <a:pt x="92155" y="294075"/>
                  <a:pt x="91199" y="292710"/>
                  <a:pt x="90107" y="292437"/>
                </a:cubicBezTo>
                <a:cubicBezTo>
                  <a:pt x="90653" y="293256"/>
                  <a:pt x="90311" y="294348"/>
                  <a:pt x="89083" y="295713"/>
                </a:cubicBezTo>
                <a:cubicBezTo>
                  <a:pt x="87854" y="297079"/>
                  <a:pt x="86079" y="298649"/>
                  <a:pt x="83758" y="300423"/>
                </a:cubicBezTo>
                <a:cubicBezTo>
                  <a:pt x="81437" y="302198"/>
                  <a:pt x="80277" y="303495"/>
                  <a:pt x="80277" y="304314"/>
                </a:cubicBezTo>
                <a:lnTo>
                  <a:pt x="81915" y="306362"/>
                </a:lnTo>
                <a:lnTo>
                  <a:pt x="80277" y="308001"/>
                </a:lnTo>
                <a:lnTo>
                  <a:pt x="79458" y="307181"/>
                </a:lnTo>
                <a:lnTo>
                  <a:pt x="77819" y="310049"/>
                </a:lnTo>
                <a:lnTo>
                  <a:pt x="79048" y="314144"/>
                </a:lnTo>
                <a:lnTo>
                  <a:pt x="74133" y="312506"/>
                </a:lnTo>
                <a:cubicBezTo>
                  <a:pt x="72768" y="312506"/>
                  <a:pt x="71471" y="313052"/>
                  <a:pt x="70242" y="314144"/>
                </a:cubicBezTo>
                <a:cubicBezTo>
                  <a:pt x="69013" y="315236"/>
                  <a:pt x="68399" y="316329"/>
                  <a:pt x="68399" y="317421"/>
                </a:cubicBezTo>
                <a:lnTo>
                  <a:pt x="68809" y="318240"/>
                </a:lnTo>
                <a:lnTo>
                  <a:pt x="72085" y="316192"/>
                </a:lnTo>
                <a:lnTo>
                  <a:pt x="74952" y="317830"/>
                </a:lnTo>
                <a:cubicBezTo>
                  <a:pt x="74952" y="318377"/>
                  <a:pt x="74338" y="318991"/>
                  <a:pt x="73109" y="319674"/>
                </a:cubicBezTo>
                <a:cubicBezTo>
                  <a:pt x="71881" y="320356"/>
                  <a:pt x="71266" y="321107"/>
                  <a:pt x="71266" y="321926"/>
                </a:cubicBezTo>
                <a:cubicBezTo>
                  <a:pt x="71266" y="323291"/>
                  <a:pt x="71130" y="324042"/>
                  <a:pt x="70857" y="324179"/>
                </a:cubicBezTo>
                <a:cubicBezTo>
                  <a:pt x="70584" y="324315"/>
                  <a:pt x="69764" y="324384"/>
                  <a:pt x="68399" y="324384"/>
                </a:cubicBezTo>
                <a:lnTo>
                  <a:pt x="66761" y="328479"/>
                </a:lnTo>
                <a:cubicBezTo>
                  <a:pt x="66488" y="329299"/>
                  <a:pt x="65873" y="330459"/>
                  <a:pt x="64918" y="331961"/>
                </a:cubicBezTo>
                <a:cubicBezTo>
                  <a:pt x="63962" y="333463"/>
                  <a:pt x="63075" y="334486"/>
                  <a:pt x="62256" y="335033"/>
                </a:cubicBezTo>
                <a:lnTo>
                  <a:pt x="64303" y="336671"/>
                </a:lnTo>
                <a:lnTo>
                  <a:pt x="57750" y="339947"/>
                </a:lnTo>
                <a:lnTo>
                  <a:pt x="57341" y="338719"/>
                </a:lnTo>
                <a:lnTo>
                  <a:pt x="54883" y="341586"/>
                </a:lnTo>
                <a:lnTo>
                  <a:pt x="56521" y="341995"/>
                </a:lnTo>
                <a:cubicBezTo>
                  <a:pt x="54610" y="344453"/>
                  <a:pt x="51470" y="347866"/>
                  <a:pt x="47101" y="352235"/>
                </a:cubicBezTo>
                <a:cubicBezTo>
                  <a:pt x="47101" y="352781"/>
                  <a:pt x="47238" y="353463"/>
                  <a:pt x="47511" y="354283"/>
                </a:cubicBezTo>
                <a:cubicBezTo>
                  <a:pt x="47784" y="355102"/>
                  <a:pt x="47647" y="355784"/>
                  <a:pt x="47101" y="356330"/>
                </a:cubicBezTo>
                <a:cubicBezTo>
                  <a:pt x="46282" y="356330"/>
                  <a:pt x="44849" y="357696"/>
                  <a:pt x="42801" y="360426"/>
                </a:cubicBezTo>
                <a:cubicBezTo>
                  <a:pt x="40753" y="363157"/>
                  <a:pt x="39456" y="365205"/>
                  <a:pt x="38910" y="366570"/>
                </a:cubicBezTo>
                <a:lnTo>
                  <a:pt x="38910" y="368208"/>
                </a:lnTo>
                <a:cubicBezTo>
                  <a:pt x="38910" y="369027"/>
                  <a:pt x="38705" y="369710"/>
                  <a:pt x="38295" y="370256"/>
                </a:cubicBezTo>
                <a:cubicBezTo>
                  <a:pt x="37886" y="370802"/>
                  <a:pt x="37271" y="371348"/>
                  <a:pt x="36452" y="371894"/>
                </a:cubicBezTo>
                <a:cubicBezTo>
                  <a:pt x="32630" y="374625"/>
                  <a:pt x="28943" y="379676"/>
                  <a:pt x="25394" y="387049"/>
                </a:cubicBezTo>
                <a:cubicBezTo>
                  <a:pt x="22117" y="393056"/>
                  <a:pt x="19250" y="397288"/>
                  <a:pt x="16793" y="399745"/>
                </a:cubicBezTo>
                <a:cubicBezTo>
                  <a:pt x="16793" y="397834"/>
                  <a:pt x="17748" y="395104"/>
                  <a:pt x="19660" y="391554"/>
                </a:cubicBezTo>
                <a:cubicBezTo>
                  <a:pt x="21571" y="388004"/>
                  <a:pt x="23346" y="384864"/>
                  <a:pt x="24984" y="382134"/>
                </a:cubicBezTo>
                <a:cubicBezTo>
                  <a:pt x="26622" y="379403"/>
                  <a:pt x="27851" y="377219"/>
                  <a:pt x="28670" y="375581"/>
                </a:cubicBezTo>
                <a:cubicBezTo>
                  <a:pt x="36589" y="363020"/>
                  <a:pt x="40548" y="354965"/>
                  <a:pt x="40548" y="351416"/>
                </a:cubicBezTo>
                <a:lnTo>
                  <a:pt x="40138" y="349368"/>
                </a:lnTo>
                <a:lnTo>
                  <a:pt x="41367" y="350596"/>
                </a:lnTo>
                <a:cubicBezTo>
                  <a:pt x="42459" y="350323"/>
                  <a:pt x="44439" y="347525"/>
                  <a:pt x="47306" y="342200"/>
                </a:cubicBezTo>
                <a:cubicBezTo>
                  <a:pt x="50173" y="336876"/>
                  <a:pt x="51607" y="333531"/>
                  <a:pt x="51607" y="332166"/>
                </a:cubicBezTo>
                <a:lnTo>
                  <a:pt x="49968" y="331346"/>
                </a:lnTo>
                <a:lnTo>
                  <a:pt x="50378" y="331756"/>
                </a:lnTo>
                <a:cubicBezTo>
                  <a:pt x="50378" y="332848"/>
                  <a:pt x="49490" y="335237"/>
                  <a:pt x="47716" y="338924"/>
                </a:cubicBezTo>
                <a:cubicBezTo>
                  <a:pt x="45941" y="342610"/>
                  <a:pt x="44644" y="344589"/>
                  <a:pt x="43825" y="344862"/>
                </a:cubicBezTo>
                <a:lnTo>
                  <a:pt x="42186" y="342814"/>
                </a:lnTo>
                <a:cubicBezTo>
                  <a:pt x="42186" y="342268"/>
                  <a:pt x="42596" y="341859"/>
                  <a:pt x="43415" y="341586"/>
                </a:cubicBezTo>
                <a:cubicBezTo>
                  <a:pt x="44234" y="341313"/>
                  <a:pt x="44644" y="340903"/>
                  <a:pt x="44644" y="340357"/>
                </a:cubicBezTo>
                <a:lnTo>
                  <a:pt x="44234" y="339538"/>
                </a:lnTo>
                <a:cubicBezTo>
                  <a:pt x="42869" y="339538"/>
                  <a:pt x="41435" y="340494"/>
                  <a:pt x="39934" y="342405"/>
                </a:cubicBezTo>
                <a:cubicBezTo>
                  <a:pt x="38432" y="344316"/>
                  <a:pt x="37681" y="345955"/>
                  <a:pt x="37681" y="347320"/>
                </a:cubicBezTo>
                <a:cubicBezTo>
                  <a:pt x="37681" y="348412"/>
                  <a:pt x="36794" y="349777"/>
                  <a:pt x="35019" y="351416"/>
                </a:cubicBezTo>
                <a:cubicBezTo>
                  <a:pt x="33244" y="353054"/>
                  <a:pt x="32357" y="354829"/>
                  <a:pt x="32357" y="356740"/>
                </a:cubicBezTo>
                <a:cubicBezTo>
                  <a:pt x="31810" y="357013"/>
                  <a:pt x="31401" y="357901"/>
                  <a:pt x="31128" y="359402"/>
                </a:cubicBezTo>
                <a:cubicBezTo>
                  <a:pt x="30855" y="360904"/>
                  <a:pt x="30309" y="361928"/>
                  <a:pt x="29490" y="362474"/>
                </a:cubicBezTo>
                <a:lnTo>
                  <a:pt x="28261" y="364522"/>
                </a:lnTo>
                <a:cubicBezTo>
                  <a:pt x="29353" y="366979"/>
                  <a:pt x="29285" y="369027"/>
                  <a:pt x="28056" y="370666"/>
                </a:cubicBezTo>
                <a:cubicBezTo>
                  <a:pt x="26827" y="372304"/>
                  <a:pt x="24916" y="373942"/>
                  <a:pt x="22322" y="375581"/>
                </a:cubicBezTo>
                <a:cubicBezTo>
                  <a:pt x="19728" y="377219"/>
                  <a:pt x="18021" y="378448"/>
                  <a:pt x="17202" y="379267"/>
                </a:cubicBezTo>
                <a:lnTo>
                  <a:pt x="19250" y="380086"/>
                </a:lnTo>
                <a:cubicBezTo>
                  <a:pt x="20615" y="380086"/>
                  <a:pt x="21298" y="380359"/>
                  <a:pt x="21298" y="380905"/>
                </a:cubicBezTo>
                <a:cubicBezTo>
                  <a:pt x="21298" y="381451"/>
                  <a:pt x="21093" y="382134"/>
                  <a:pt x="20684" y="382953"/>
                </a:cubicBezTo>
                <a:cubicBezTo>
                  <a:pt x="20274" y="383772"/>
                  <a:pt x="19796" y="384318"/>
                  <a:pt x="19250" y="384591"/>
                </a:cubicBezTo>
                <a:lnTo>
                  <a:pt x="16793" y="381315"/>
                </a:lnTo>
                <a:lnTo>
                  <a:pt x="15974" y="382134"/>
                </a:lnTo>
                <a:cubicBezTo>
                  <a:pt x="15974" y="383226"/>
                  <a:pt x="15632" y="384318"/>
                  <a:pt x="14950" y="385410"/>
                </a:cubicBezTo>
                <a:cubicBezTo>
                  <a:pt x="14267" y="386502"/>
                  <a:pt x="13926" y="387458"/>
                  <a:pt x="13926" y="388277"/>
                </a:cubicBezTo>
                <a:cubicBezTo>
                  <a:pt x="13926" y="389643"/>
                  <a:pt x="14130" y="390462"/>
                  <a:pt x="14540" y="390735"/>
                </a:cubicBezTo>
                <a:cubicBezTo>
                  <a:pt x="14950" y="391008"/>
                  <a:pt x="15837" y="391144"/>
                  <a:pt x="17202" y="391144"/>
                </a:cubicBezTo>
                <a:lnTo>
                  <a:pt x="15564" y="392783"/>
                </a:lnTo>
                <a:cubicBezTo>
                  <a:pt x="14745" y="392783"/>
                  <a:pt x="13243" y="393943"/>
                  <a:pt x="11059" y="396264"/>
                </a:cubicBezTo>
                <a:cubicBezTo>
                  <a:pt x="8874" y="398585"/>
                  <a:pt x="7919" y="400018"/>
                  <a:pt x="8192" y="400565"/>
                </a:cubicBezTo>
                <a:cubicBezTo>
                  <a:pt x="7919" y="400018"/>
                  <a:pt x="7577" y="399131"/>
                  <a:pt x="7168" y="397902"/>
                </a:cubicBezTo>
                <a:cubicBezTo>
                  <a:pt x="6758" y="396674"/>
                  <a:pt x="6553" y="395786"/>
                  <a:pt x="6553" y="395240"/>
                </a:cubicBezTo>
                <a:cubicBezTo>
                  <a:pt x="6553" y="393329"/>
                  <a:pt x="7031" y="391281"/>
                  <a:pt x="7987" y="389096"/>
                </a:cubicBezTo>
                <a:cubicBezTo>
                  <a:pt x="8943" y="386912"/>
                  <a:pt x="10103" y="385820"/>
                  <a:pt x="11468" y="385820"/>
                </a:cubicBezTo>
                <a:lnTo>
                  <a:pt x="10239" y="383772"/>
                </a:lnTo>
                <a:cubicBezTo>
                  <a:pt x="10239" y="381041"/>
                  <a:pt x="12765" y="373601"/>
                  <a:pt x="17817" y="361450"/>
                </a:cubicBezTo>
                <a:cubicBezTo>
                  <a:pt x="22868" y="349299"/>
                  <a:pt x="26622" y="340903"/>
                  <a:pt x="29080" y="336261"/>
                </a:cubicBezTo>
                <a:cubicBezTo>
                  <a:pt x="29626" y="333258"/>
                  <a:pt x="30650" y="329094"/>
                  <a:pt x="32152" y="323769"/>
                </a:cubicBezTo>
                <a:cubicBezTo>
                  <a:pt x="33654" y="318445"/>
                  <a:pt x="34951" y="314144"/>
                  <a:pt x="36043" y="310868"/>
                </a:cubicBezTo>
                <a:lnTo>
                  <a:pt x="37681" y="312096"/>
                </a:lnTo>
                <a:cubicBezTo>
                  <a:pt x="41231" y="295986"/>
                  <a:pt x="46965" y="275917"/>
                  <a:pt x="54883" y="251889"/>
                </a:cubicBezTo>
                <a:lnTo>
                  <a:pt x="63484" y="224038"/>
                </a:lnTo>
                <a:cubicBezTo>
                  <a:pt x="59115" y="224584"/>
                  <a:pt x="54405" y="226017"/>
                  <a:pt x="49354" y="228338"/>
                </a:cubicBezTo>
                <a:cubicBezTo>
                  <a:pt x="44302" y="230659"/>
                  <a:pt x="37954" y="233868"/>
                  <a:pt x="30309" y="237963"/>
                </a:cubicBezTo>
                <a:cubicBezTo>
                  <a:pt x="29490" y="238509"/>
                  <a:pt x="26691" y="239943"/>
                  <a:pt x="21912" y="242264"/>
                </a:cubicBezTo>
                <a:cubicBezTo>
                  <a:pt x="17134" y="244585"/>
                  <a:pt x="13789" y="245745"/>
                  <a:pt x="11878" y="245745"/>
                </a:cubicBezTo>
                <a:lnTo>
                  <a:pt x="8192" y="245745"/>
                </a:lnTo>
                <a:lnTo>
                  <a:pt x="6553" y="229362"/>
                </a:lnTo>
                <a:cubicBezTo>
                  <a:pt x="4915" y="216256"/>
                  <a:pt x="4096" y="206699"/>
                  <a:pt x="4096" y="200692"/>
                </a:cubicBezTo>
                <a:lnTo>
                  <a:pt x="4096" y="198235"/>
                </a:lnTo>
                <a:cubicBezTo>
                  <a:pt x="4096" y="196050"/>
                  <a:pt x="3823" y="194344"/>
                  <a:pt x="3277" y="193115"/>
                </a:cubicBezTo>
                <a:cubicBezTo>
                  <a:pt x="2731" y="191886"/>
                  <a:pt x="1638" y="190453"/>
                  <a:pt x="0" y="188814"/>
                </a:cubicBezTo>
                <a:cubicBezTo>
                  <a:pt x="0" y="188541"/>
                  <a:pt x="683" y="187790"/>
                  <a:pt x="2048" y="186562"/>
                </a:cubicBezTo>
                <a:cubicBezTo>
                  <a:pt x="3413" y="185333"/>
                  <a:pt x="4096" y="183626"/>
                  <a:pt x="4096" y="181442"/>
                </a:cubicBezTo>
                <a:cubicBezTo>
                  <a:pt x="4096" y="180350"/>
                  <a:pt x="4164" y="179462"/>
                  <a:pt x="4301" y="178780"/>
                </a:cubicBezTo>
                <a:cubicBezTo>
                  <a:pt x="4437" y="178097"/>
                  <a:pt x="4778" y="177551"/>
                  <a:pt x="5325" y="177141"/>
                </a:cubicBezTo>
                <a:cubicBezTo>
                  <a:pt x="5871" y="176732"/>
                  <a:pt x="6280" y="176254"/>
                  <a:pt x="6553" y="175708"/>
                </a:cubicBezTo>
                <a:cubicBezTo>
                  <a:pt x="6553" y="174616"/>
                  <a:pt x="6144" y="173182"/>
                  <a:pt x="5325" y="171407"/>
                </a:cubicBezTo>
                <a:cubicBezTo>
                  <a:pt x="4505" y="169633"/>
                  <a:pt x="4096" y="168336"/>
                  <a:pt x="4096" y="167516"/>
                </a:cubicBezTo>
                <a:cubicBezTo>
                  <a:pt x="4096" y="166970"/>
                  <a:pt x="4642" y="166697"/>
                  <a:pt x="5734" y="166697"/>
                </a:cubicBezTo>
                <a:cubicBezTo>
                  <a:pt x="9011" y="166697"/>
                  <a:pt x="11332" y="168063"/>
                  <a:pt x="12697" y="170793"/>
                </a:cubicBezTo>
                <a:cubicBezTo>
                  <a:pt x="14062" y="173524"/>
                  <a:pt x="15018" y="177210"/>
                  <a:pt x="15564" y="181852"/>
                </a:cubicBezTo>
                <a:cubicBezTo>
                  <a:pt x="16656" y="181578"/>
                  <a:pt x="20206" y="181169"/>
                  <a:pt x="26213" y="180623"/>
                </a:cubicBezTo>
                <a:cubicBezTo>
                  <a:pt x="50787" y="177892"/>
                  <a:pt x="63757" y="175981"/>
                  <a:pt x="65123" y="174889"/>
                </a:cubicBezTo>
                <a:lnTo>
                  <a:pt x="64713" y="174889"/>
                </a:lnTo>
                <a:cubicBezTo>
                  <a:pt x="63348" y="174889"/>
                  <a:pt x="62665" y="173933"/>
                  <a:pt x="62665" y="172022"/>
                </a:cubicBezTo>
                <a:cubicBezTo>
                  <a:pt x="62665" y="170930"/>
                  <a:pt x="70174" y="165469"/>
                  <a:pt x="85192" y="155639"/>
                </a:cubicBezTo>
                <a:cubicBezTo>
                  <a:pt x="92564" y="150724"/>
                  <a:pt x="99663" y="145877"/>
                  <a:pt x="106490" y="141099"/>
                </a:cubicBezTo>
                <a:cubicBezTo>
                  <a:pt x="113316" y="136320"/>
                  <a:pt x="116865" y="133249"/>
                  <a:pt x="117139" y="131883"/>
                </a:cubicBezTo>
                <a:lnTo>
                  <a:pt x="116729" y="131474"/>
                </a:lnTo>
                <a:cubicBezTo>
                  <a:pt x="115637" y="131474"/>
                  <a:pt x="109493" y="135433"/>
                  <a:pt x="98298" y="143351"/>
                </a:cubicBezTo>
                <a:cubicBezTo>
                  <a:pt x="87103" y="151270"/>
                  <a:pt x="78912" y="157140"/>
                  <a:pt x="73724" y="160963"/>
                </a:cubicBezTo>
                <a:lnTo>
                  <a:pt x="72904" y="159325"/>
                </a:lnTo>
                <a:cubicBezTo>
                  <a:pt x="72085" y="159325"/>
                  <a:pt x="69696" y="160827"/>
                  <a:pt x="65737" y="163830"/>
                </a:cubicBezTo>
                <a:cubicBezTo>
                  <a:pt x="61778" y="166834"/>
                  <a:pt x="59252" y="168336"/>
                  <a:pt x="58160" y="168336"/>
                </a:cubicBezTo>
                <a:lnTo>
                  <a:pt x="57750" y="167926"/>
                </a:lnTo>
                <a:cubicBezTo>
                  <a:pt x="58569" y="166834"/>
                  <a:pt x="60276" y="165400"/>
                  <a:pt x="62870" y="163625"/>
                </a:cubicBezTo>
                <a:cubicBezTo>
                  <a:pt x="65464" y="161851"/>
                  <a:pt x="67307" y="160554"/>
                  <a:pt x="68399" y="159734"/>
                </a:cubicBezTo>
                <a:cubicBezTo>
                  <a:pt x="77137" y="154273"/>
                  <a:pt x="81506" y="150724"/>
                  <a:pt x="81506" y="149086"/>
                </a:cubicBezTo>
                <a:lnTo>
                  <a:pt x="79867" y="147857"/>
                </a:lnTo>
                <a:cubicBezTo>
                  <a:pt x="80140" y="147038"/>
                  <a:pt x="82734" y="144785"/>
                  <a:pt x="87649" y="141099"/>
                </a:cubicBezTo>
                <a:cubicBezTo>
                  <a:pt x="92564" y="137413"/>
                  <a:pt x="97889" y="133658"/>
                  <a:pt x="103623" y="129836"/>
                </a:cubicBezTo>
                <a:cubicBezTo>
                  <a:pt x="110449" y="125194"/>
                  <a:pt x="116797" y="120688"/>
                  <a:pt x="122668" y="116320"/>
                </a:cubicBezTo>
                <a:cubicBezTo>
                  <a:pt x="128538" y="111951"/>
                  <a:pt x="131610" y="109084"/>
                  <a:pt x="131883" y="107718"/>
                </a:cubicBezTo>
                <a:cubicBezTo>
                  <a:pt x="130518" y="107718"/>
                  <a:pt x="129289" y="108265"/>
                  <a:pt x="128197" y="109357"/>
                </a:cubicBezTo>
                <a:cubicBezTo>
                  <a:pt x="127105" y="110449"/>
                  <a:pt x="126286" y="110995"/>
                  <a:pt x="125740" y="110995"/>
                </a:cubicBezTo>
                <a:lnTo>
                  <a:pt x="125330" y="109357"/>
                </a:lnTo>
                <a:cubicBezTo>
                  <a:pt x="125057" y="109357"/>
                  <a:pt x="123487" y="110517"/>
                  <a:pt x="120620" y="112838"/>
                </a:cubicBezTo>
                <a:cubicBezTo>
                  <a:pt x="117753" y="115159"/>
                  <a:pt x="114954" y="116320"/>
                  <a:pt x="112224" y="116320"/>
                </a:cubicBezTo>
                <a:lnTo>
                  <a:pt x="106490" y="115910"/>
                </a:lnTo>
                <a:lnTo>
                  <a:pt x="107718" y="114272"/>
                </a:lnTo>
                <a:lnTo>
                  <a:pt x="107309" y="113862"/>
                </a:lnTo>
                <a:cubicBezTo>
                  <a:pt x="106490" y="114135"/>
                  <a:pt x="105807" y="115091"/>
                  <a:pt x="105261" y="116729"/>
                </a:cubicBezTo>
                <a:cubicBezTo>
                  <a:pt x="104715" y="118094"/>
                  <a:pt x="100756" y="119801"/>
                  <a:pt x="93383" y="121849"/>
                </a:cubicBezTo>
                <a:cubicBezTo>
                  <a:pt x="86011" y="123897"/>
                  <a:pt x="80823" y="125057"/>
                  <a:pt x="77819" y="125330"/>
                </a:cubicBezTo>
                <a:lnTo>
                  <a:pt x="80686" y="122054"/>
                </a:lnTo>
                <a:cubicBezTo>
                  <a:pt x="78229" y="122054"/>
                  <a:pt x="74270" y="124375"/>
                  <a:pt x="68809" y="129016"/>
                </a:cubicBezTo>
                <a:cubicBezTo>
                  <a:pt x="69082" y="129836"/>
                  <a:pt x="71812" y="130245"/>
                  <a:pt x="77000" y="130245"/>
                </a:cubicBezTo>
                <a:lnTo>
                  <a:pt x="79867" y="130245"/>
                </a:lnTo>
                <a:cubicBezTo>
                  <a:pt x="72768" y="133795"/>
                  <a:pt x="67990" y="135570"/>
                  <a:pt x="65532" y="135570"/>
                </a:cubicBezTo>
                <a:lnTo>
                  <a:pt x="63894" y="134341"/>
                </a:lnTo>
                <a:lnTo>
                  <a:pt x="64303" y="118777"/>
                </a:lnTo>
                <a:cubicBezTo>
                  <a:pt x="64303" y="110585"/>
                  <a:pt x="63348" y="104169"/>
                  <a:pt x="61436" y="99527"/>
                </a:cubicBezTo>
                <a:cubicBezTo>
                  <a:pt x="60617" y="97343"/>
                  <a:pt x="60208" y="95295"/>
                  <a:pt x="60208" y="93383"/>
                </a:cubicBezTo>
                <a:cubicBezTo>
                  <a:pt x="60208" y="84919"/>
                  <a:pt x="59935" y="78843"/>
                  <a:pt x="59389" y="75157"/>
                </a:cubicBezTo>
                <a:cubicBezTo>
                  <a:pt x="58842" y="71471"/>
                  <a:pt x="57477" y="66215"/>
                  <a:pt x="55293" y="59389"/>
                </a:cubicBezTo>
                <a:cubicBezTo>
                  <a:pt x="56112" y="60208"/>
                  <a:pt x="57614" y="61983"/>
                  <a:pt x="59798" y="64713"/>
                </a:cubicBezTo>
                <a:cubicBezTo>
                  <a:pt x="61982" y="67444"/>
                  <a:pt x="64303" y="69628"/>
                  <a:pt x="66761" y="71266"/>
                </a:cubicBezTo>
                <a:cubicBezTo>
                  <a:pt x="69218" y="72905"/>
                  <a:pt x="71676" y="73724"/>
                  <a:pt x="74133" y="73724"/>
                </a:cubicBezTo>
                <a:cubicBezTo>
                  <a:pt x="80686" y="73724"/>
                  <a:pt x="87240" y="73178"/>
                  <a:pt x="93793" y="72085"/>
                </a:cubicBezTo>
                <a:cubicBezTo>
                  <a:pt x="100346" y="70993"/>
                  <a:pt x="108537" y="69355"/>
                  <a:pt x="118367" y="67171"/>
                </a:cubicBezTo>
                <a:lnTo>
                  <a:pt x="137208" y="63484"/>
                </a:lnTo>
                <a:lnTo>
                  <a:pt x="137208" y="52835"/>
                </a:lnTo>
                <a:cubicBezTo>
                  <a:pt x="136935" y="43279"/>
                  <a:pt x="136320" y="35702"/>
                  <a:pt x="135365" y="30104"/>
                </a:cubicBezTo>
                <a:cubicBezTo>
                  <a:pt x="134409" y="24506"/>
                  <a:pt x="132156" y="19250"/>
                  <a:pt x="128607" y="14335"/>
                </a:cubicBezTo>
                <a:lnTo>
                  <a:pt x="124920" y="9011"/>
                </a:lnTo>
                <a:cubicBezTo>
                  <a:pt x="124920" y="8465"/>
                  <a:pt x="127105" y="7577"/>
                  <a:pt x="131474" y="6349"/>
                </a:cubicBezTo>
                <a:cubicBezTo>
                  <a:pt x="135842" y="5120"/>
                  <a:pt x="139256" y="4369"/>
                  <a:pt x="141713" y="4096"/>
                </a:cubicBezTo>
                <a:close/>
                <a:moveTo>
                  <a:pt x="3083280" y="0"/>
                </a:moveTo>
                <a:cubicBezTo>
                  <a:pt x="3083826" y="0"/>
                  <a:pt x="3085533" y="888"/>
                  <a:pt x="3088400" y="2662"/>
                </a:cubicBezTo>
                <a:cubicBezTo>
                  <a:pt x="3091267" y="4437"/>
                  <a:pt x="3093383" y="5871"/>
                  <a:pt x="3094748" y="6963"/>
                </a:cubicBezTo>
                <a:cubicBezTo>
                  <a:pt x="3099663" y="10240"/>
                  <a:pt x="3104783" y="13448"/>
                  <a:pt x="3110108" y="16588"/>
                </a:cubicBezTo>
                <a:cubicBezTo>
                  <a:pt x="3115432" y="19728"/>
                  <a:pt x="3119050" y="21298"/>
                  <a:pt x="3120962" y="21298"/>
                </a:cubicBezTo>
                <a:lnTo>
                  <a:pt x="3122600" y="20889"/>
                </a:lnTo>
                <a:cubicBezTo>
                  <a:pt x="3123965" y="20616"/>
                  <a:pt x="3126832" y="23687"/>
                  <a:pt x="3131201" y="30104"/>
                </a:cubicBezTo>
                <a:cubicBezTo>
                  <a:pt x="3135570" y="36521"/>
                  <a:pt x="3137754" y="40821"/>
                  <a:pt x="3137754" y="43006"/>
                </a:cubicBezTo>
                <a:cubicBezTo>
                  <a:pt x="3137754" y="44917"/>
                  <a:pt x="3137276" y="46555"/>
                  <a:pt x="3136320" y="47921"/>
                </a:cubicBezTo>
                <a:cubicBezTo>
                  <a:pt x="3135364" y="49286"/>
                  <a:pt x="3134272" y="50446"/>
                  <a:pt x="3133044" y="51402"/>
                </a:cubicBezTo>
                <a:cubicBezTo>
                  <a:pt x="3131815" y="52358"/>
                  <a:pt x="3130928" y="53108"/>
                  <a:pt x="3130382" y="53655"/>
                </a:cubicBezTo>
                <a:cubicBezTo>
                  <a:pt x="3120825" y="52289"/>
                  <a:pt x="3114954" y="51607"/>
                  <a:pt x="3112770" y="51607"/>
                </a:cubicBezTo>
                <a:cubicBezTo>
                  <a:pt x="3112224" y="51607"/>
                  <a:pt x="3111132" y="52426"/>
                  <a:pt x="3109493" y="54064"/>
                </a:cubicBezTo>
                <a:cubicBezTo>
                  <a:pt x="3107855" y="55702"/>
                  <a:pt x="3105261" y="56522"/>
                  <a:pt x="3101711" y="56522"/>
                </a:cubicBezTo>
                <a:lnTo>
                  <a:pt x="3099254" y="56522"/>
                </a:lnTo>
                <a:lnTo>
                  <a:pt x="3103350" y="53245"/>
                </a:lnTo>
                <a:cubicBezTo>
                  <a:pt x="3094885" y="53245"/>
                  <a:pt x="3085192" y="54201"/>
                  <a:pt x="3074270" y="56112"/>
                </a:cubicBezTo>
                <a:cubicBezTo>
                  <a:pt x="3071540" y="56385"/>
                  <a:pt x="3068126" y="56795"/>
                  <a:pt x="3064030" y="57341"/>
                </a:cubicBezTo>
                <a:cubicBezTo>
                  <a:pt x="3059935" y="57887"/>
                  <a:pt x="3055293" y="58296"/>
                  <a:pt x="3050105" y="58569"/>
                </a:cubicBezTo>
                <a:cubicBezTo>
                  <a:pt x="3048740" y="58569"/>
                  <a:pt x="3046487" y="59047"/>
                  <a:pt x="3043347" y="60003"/>
                </a:cubicBezTo>
                <a:cubicBezTo>
                  <a:pt x="3040207" y="60959"/>
                  <a:pt x="3037681" y="61436"/>
                  <a:pt x="3035770" y="61436"/>
                </a:cubicBezTo>
                <a:lnTo>
                  <a:pt x="3033312" y="61027"/>
                </a:lnTo>
                <a:lnTo>
                  <a:pt x="3033312" y="61846"/>
                </a:lnTo>
                <a:cubicBezTo>
                  <a:pt x="3031947" y="63211"/>
                  <a:pt x="3026350" y="67307"/>
                  <a:pt x="3016520" y="74133"/>
                </a:cubicBezTo>
                <a:cubicBezTo>
                  <a:pt x="3008601" y="79048"/>
                  <a:pt x="3002458" y="83554"/>
                  <a:pt x="2998089" y="87649"/>
                </a:cubicBezTo>
                <a:lnTo>
                  <a:pt x="3029626" y="82734"/>
                </a:lnTo>
                <a:cubicBezTo>
                  <a:pt x="3065668" y="76727"/>
                  <a:pt x="3092701" y="72905"/>
                  <a:pt x="3110722" y="71266"/>
                </a:cubicBezTo>
                <a:cubicBezTo>
                  <a:pt x="3112633" y="70993"/>
                  <a:pt x="3117890" y="70515"/>
                  <a:pt x="3126490" y="69833"/>
                </a:cubicBezTo>
                <a:cubicBezTo>
                  <a:pt x="3135092" y="69150"/>
                  <a:pt x="3142942" y="67853"/>
                  <a:pt x="3150041" y="65942"/>
                </a:cubicBezTo>
                <a:cubicBezTo>
                  <a:pt x="3159325" y="63484"/>
                  <a:pt x="3167243" y="62256"/>
                  <a:pt x="3173796" y="62256"/>
                </a:cubicBezTo>
                <a:cubicBezTo>
                  <a:pt x="3181988" y="62256"/>
                  <a:pt x="3186084" y="63621"/>
                  <a:pt x="3186084" y="66351"/>
                </a:cubicBezTo>
                <a:cubicBezTo>
                  <a:pt x="3186084" y="69901"/>
                  <a:pt x="3188814" y="74952"/>
                  <a:pt x="3194275" y="81506"/>
                </a:cubicBezTo>
                <a:cubicBezTo>
                  <a:pt x="3197825" y="86148"/>
                  <a:pt x="3200487" y="90107"/>
                  <a:pt x="3202262" y="93383"/>
                </a:cubicBezTo>
                <a:cubicBezTo>
                  <a:pt x="3204037" y="96660"/>
                  <a:pt x="3204924" y="100210"/>
                  <a:pt x="3204924" y="104032"/>
                </a:cubicBezTo>
                <a:cubicBezTo>
                  <a:pt x="3204924" y="107036"/>
                  <a:pt x="3203422" y="109152"/>
                  <a:pt x="3200419" y="110381"/>
                </a:cubicBezTo>
                <a:cubicBezTo>
                  <a:pt x="3197415" y="111609"/>
                  <a:pt x="3194139" y="112224"/>
                  <a:pt x="3190589" y="112224"/>
                </a:cubicBezTo>
                <a:cubicBezTo>
                  <a:pt x="3188678" y="112224"/>
                  <a:pt x="3186016" y="111814"/>
                  <a:pt x="3182602" y="110995"/>
                </a:cubicBezTo>
                <a:cubicBezTo>
                  <a:pt x="3179189" y="110176"/>
                  <a:pt x="3176664" y="109766"/>
                  <a:pt x="3175025" y="109766"/>
                </a:cubicBezTo>
                <a:cubicBezTo>
                  <a:pt x="3170930" y="109766"/>
                  <a:pt x="3165059" y="110312"/>
                  <a:pt x="3157414" y="111405"/>
                </a:cubicBezTo>
                <a:lnTo>
                  <a:pt x="3157414" y="113043"/>
                </a:lnTo>
                <a:lnTo>
                  <a:pt x="3154137" y="113862"/>
                </a:lnTo>
                <a:lnTo>
                  <a:pt x="3152498" y="112224"/>
                </a:lnTo>
                <a:cubicBezTo>
                  <a:pt x="3150314" y="112224"/>
                  <a:pt x="3148812" y="112565"/>
                  <a:pt x="3147993" y="113248"/>
                </a:cubicBezTo>
                <a:cubicBezTo>
                  <a:pt x="3147174" y="113930"/>
                  <a:pt x="3146628" y="114272"/>
                  <a:pt x="3146355" y="114272"/>
                </a:cubicBezTo>
                <a:lnTo>
                  <a:pt x="3142669" y="113862"/>
                </a:lnTo>
                <a:lnTo>
                  <a:pt x="3143898" y="115500"/>
                </a:lnTo>
                <a:lnTo>
                  <a:pt x="3141850" y="116729"/>
                </a:lnTo>
                <a:cubicBezTo>
                  <a:pt x="3141304" y="115364"/>
                  <a:pt x="3140212" y="114681"/>
                  <a:pt x="3138573" y="114681"/>
                </a:cubicBezTo>
                <a:lnTo>
                  <a:pt x="3137754" y="114681"/>
                </a:lnTo>
                <a:lnTo>
                  <a:pt x="3139392" y="116320"/>
                </a:lnTo>
                <a:cubicBezTo>
                  <a:pt x="3138300" y="116593"/>
                  <a:pt x="3137140" y="117002"/>
                  <a:pt x="3135911" y="117548"/>
                </a:cubicBezTo>
                <a:cubicBezTo>
                  <a:pt x="3134682" y="118094"/>
                  <a:pt x="3133522" y="118504"/>
                  <a:pt x="3132429" y="118777"/>
                </a:cubicBezTo>
                <a:cubicBezTo>
                  <a:pt x="3131610" y="117412"/>
                  <a:pt x="3130382" y="116729"/>
                  <a:pt x="3128743" y="116729"/>
                </a:cubicBezTo>
                <a:lnTo>
                  <a:pt x="3127514" y="117139"/>
                </a:lnTo>
                <a:lnTo>
                  <a:pt x="3129562" y="118777"/>
                </a:lnTo>
                <a:lnTo>
                  <a:pt x="3127514" y="119596"/>
                </a:lnTo>
                <a:cubicBezTo>
                  <a:pt x="3126422" y="119596"/>
                  <a:pt x="3125603" y="119118"/>
                  <a:pt x="3125057" y="118163"/>
                </a:cubicBezTo>
                <a:cubicBezTo>
                  <a:pt x="3124511" y="117207"/>
                  <a:pt x="3123965" y="116729"/>
                  <a:pt x="3123419" y="116729"/>
                </a:cubicBezTo>
                <a:lnTo>
                  <a:pt x="3123009" y="117958"/>
                </a:lnTo>
                <a:cubicBezTo>
                  <a:pt x="3123009" y="117958"/>
                  <a:pt x="3123077" y="118026"/>
                  <a:pt x="3123214" y="118163"/>
                </a:cubicBezTo>
                <a:cubicBezTo>
                  <a:pt x="3123350" y="118299"/>
                  <a:pt x="3123419" y="118367"/>
                  <a:pt x="3123419" y="118367"/>
                </a:cubicBezTo>
                <a:cubicBezTo>
                  <a:pt x="3123419" y="118914"/>
                  <a:pt x="3122873" y="119323"/>
                  <a:pt x="3121780" y="119596"/>
                </a:cubicBezTo>
                <a:cubicBezTo>
                  <a:pt x="3120688" y="119869"/>
                  <a:pt x="3119869" y="120006"/>
                  <a:pt x="3119323" y="120006"/>
                </a:cubicBezTo>
                <a:lnTo>
                  <a:pt x="3116456" y="119596"/>
                </a:lnTo>
                <a:cubicBezTo>
                  <a:pt x="3115910" y="119596"/>
                  <a:pt x="3115500" y="119528"/>
                  <a:pt x="3115227" y="119391"/>
                </a:cubicBezTo>
                <a:cubicBezTo>
                  <a:pt x="3114954" y="119255"/>
                  <a:pt x="3114818" y="119323"/>
                  <a:pt x="3114818" y="119596"/>
                </a:cubicBezTo>
                <a:lnTo>
                  <a:pt x="3116046" y="120825"/>
                </a:lnTo>
                <a:cubicBezTo>
                  <a:pt x="3115227" y="120825"/>
                  <a:pt x="3112497" y="121030"/>
                  <a:pt x="3107855" y="121439"/>
                </a:cubicBezTo>
                <a:cubicBezTo>
                  <a:pt x="3103213" y="121849"/>
                  <a:pt x="3100892" y="122600"/>
                  <a:pt x="3100892" y="123692"/>
                </a:cubicBezTo>
                <a:cubicBezTo>
                  <a:pt x="3100892" y="124511"/>
                  <a:pt x="3100619" y="125057"/>
                  <a:pt x="3100073" y="125330"/>
                </a:cubicBezTo>
                <a:cubicBezTo>
                  <a:pt x="3099527" y="125603"/>
                  <a:pt x="3098776" y="125740"/>
                  <a:pt x="3097820" y="125740"/>
                </a:cubicBezTo>
                <a:cubicBezTo>
                  <a:pt x="3096865" y="125740"/>
                  <a:pt x="3095977" y="125740"/>
                  <a:pt x="3095158" y="125740"/>
                </a:cubicBezTo>
                <a:lnTo>
                  <a:pt x="3095158" y="126149"/>
                </a:lnTo>
                <a:lnTo>
                  <a:pt x="3093520" y="127378"/>
                </a:lnTo>
                <a:cubicBezTo>
                  <a:pt x="3092701" y="127378"/>
                  <a:pt x="3092018" y="127037"/>
                  <a:pt x="3091472" y="126354"/>
                </a:cubicBezTo>
                <a:cubicBezTo>
                  <a:pt x="3090926" y="125672"/>
                  <a:pt x="3090516" y="125330"/>
                  <a:pt x="3090243" y="125330"/>
                </a:cubicBezTo>
                <a:cubicBezTo>
                  <a:pt x="3088878" y="125330"/>
                  <a:pt x="3087922" y="125740"/>
                  <a:pt x="3087376" y="126559"/>
                </a:cubicBezTo>
                <a:cubicBezTo>
                  <a:pt x="3086830" y="127378"/>
                  <a:pt x="3086420" y="127924"/>
                  <a:pt x="3086148" y="128197"/>
                </a:cubicBezTo>
                <a:cubicBezTo>
                  <a:pt x="3085602" y="128743"/>
                  <a:pt x="3084509" y="129085"/>
                  <a:pt x="3082871" y="129221"/>
                </a:cubicBezTo>
                <a:cubicBezTo>
                  <a:pt x="3081232" y="129358"/>
                  <a:pt x="3080277" y="129699"/>
                  <a:pt x="3080004" y="130245"/>
                </a:cubicBezTo>
                <a:lnTo>
                  <a:pt x="3078366" y="130655"/>
                </a:lnTo>
                <a:cubicBezTo>
                  <a:pt x="3077274" y="130655"/>
                  <a:pt x="3075498" y="131201"/>
                  <a:pt x="3073041" y="132293"/>
                </a:cubicBezTo>
                <a:cubicBezTo>
                  <a:pt x="3070584" y="133385"/>
                  <a:pt x="3068946" y="133931"/>
                  <a:pt x="3068126" y="133931"/>
                </a:cubicBezTo>
                <a:cubicBezTo>
                  <a:pt x="3067853" y="133931"/>
                  <a:pt x="3067239" y="133795"/>
                  <a:pt x="3066283" y="133522"/>
                </a:cubicBezTo>
                <a:cubicBezTo>
                  <a:pt x="3065327" y="133249"/>
                  <a:pt x="3064986" y="133658"/>
                  <a:pt x="3065259" y="134750"/>
                </a:cubicBezTo>
                <a:lnTo>
                  <a:pt x="3064850" y="135979"/>
                </a:lnTo>
                <a:lnTo>
                  <a:pt x="3044371" y="135160"/>
                </a:lnTo>
                <a:lnTo>
                  <a:pt x="3043142" y="135570"/>
                </a:lnTo>
                <a:lnTo>
                  <a:pt x="3045190" y="137208"/>
                </a:lnTo>
                <a:cubicBezTo>
                  <a:pt x="3044917" y="138027"/>
                  <a:pt x="3042801" y="139119"/>
                  <a:pt x="3038842" y="140484"/>
                </a:cubicBezTo>
                <a:cubicBezTo>
                  <a:pt x="3034882" y="141850"/>
                  <a:pt x="3032630" y="142805"/>
                  <a:pt x="3032084" y="143351"/>
                </a:cubicBezTo>
                <a:lnTo>
                  <a:pt x="3028397" y="140894"/>
                </a:lnTo>
                <a:lnTo>
                  <a:pt x="3027168" y="141713"/>
                </a:lnTo>
                <a:cubicBezTo>
                  <a:pt x="3027715" y="141713"/>
                  <a:pt x="3028193" y="141850"/>
                  <a:pt x="3028602" y="142123"/>
                </a:cubicBezTo>
                <a:cubicBezTo>
                  <a:pt x="3029012" y="142396"/>
                  <a:pt x="3029216" y="142805"/>
                  <a:pt x="3029216" y="143351"/>
                </a:cubicBezTo>
                <a:cubicBezTo>
                  <a:pt x="3029216" y="144717"/>
                  <a:pt x="3028056" y="145741"/>
                  <a:pt x="3025735" y="146423"/>
                </a:cubicBezTo>
                <a:cubicBezTo>
                  <a:pt x="3023414" y="147106"/>
                  <a:pt x="3021435" y="147584"/>
                  <a:pt x="3019796" y="147857"/>
                </a:cubicBezTo>
                <a:cubicBezTo>
                  <a:pt x="3019796" y="148949"/>
                  <a:pt x="3021230" y="150383"/>
                  <a:pt x="3024097" y="152157"/>
                </a:cubicBezTo>
                <a:cubicBezTo>
                  <a:pt x="3026964" y="153932"/>
                  <a:pt x="3028397" y="155775"/>
                  <a:pt x="3028397" y="157687"/>
                </a:cubicBezTo>
                <a:lnTo>
                  <a:pt x="3023892" y="172841"/>
                </a:lnTo>
                <a:cubicBezTo>
                  <a:pt x="3021708" y="175571"/>
                  <a:pt x="3020206" y="181920"/>
                  <a:pt x="3019387" y="191886"/>
                </a:cubicBezTo>
                <a:cubicBezTo>
                  <a:pt x="3018568" y="201852"/>
                  <a:pt x="3018158" y="210931"/>
                  <a:pt x="3018158" y="219123"/>
                </a:cubicBezTo>
                <a:cubicBezTo>
                  <a:pt x="3028534" y="210385"/>
                  <a:pt x="3038500" y="201648"/>
                  <a:pt x="3048057" y="192910"/>
                </a:cubicBezTo>
                <a:cubicBezTo>
                  <a:pt x="3047238" y="188268"/>
                  <a:pt x="3046418" y="184650"/>
                  <a:pt x="3045600" y="182056"/>
                </a:cubicBezTo>
                <a:cubicBezTo>
                  <a:pt x="3044780" y="179462"/>
                  <a:pt x="3043415" y="176800"/>
                  <a:pt x="3041504" y="174070"/>
                </a:cubicBezTo>
                <a:cubicBezTo>
                  <a:pt x="3039592" y="171612"/>
                  <a:pt x="3038637" y="169564"/>
                  <a:pt x="3038637" y="167926"/>
                </a:cubicBezTo>
                <a:cubicBezTo>
                  <a:pt x="3038637" y="164922"/>
                  <a:pt x="3043006" y="163421"/>
                  <a:pt x="3051743" y="163421"/>
                </a:cubicBezTo>
                <a:cubicBezTo>
                  <a:pt x="3062119" y="163421"/>
                  <a:pt x="3071540" y="164513"/>
                  <a:pt x="3080004" y="166697"/>
                </a:cubicBezTo>
                <a:lnTo>
                  <a:pt x="3080413" y="165878"/>
                </a:lnTo>
                <a:lnTo>
                  <a:pt x="3082461" y="165059"/>
                </a:lnTo>
                <a:cubicBezTo>
                  <a:pt x="3084646" y="165059"/>
                  <a:pt x="3086148" y="165605"/>
                  <a:pt x="3086967" y="166697"/>
                </a:cubicBezTo>
                <a:cubicBezTo>
                  <a:pt x="3087786" y="167789"/>
                  <a:pt x="3088400" y="169496"/>
                  <a:pt x="3088810" y="171817"/>
                </a:cubicBezTo>
                <a:cubicBezTo>
                  <a:pt x="3089219" y="174138"/>
                  <a:pt x="3089834" y="175708"/>
                  <a:pt x="3090653" y="176527"/>
                </a:cubicBezTo>
                <a:lnTo>
                  <a:pt x="3092291" y="180623"/>
                </a:lnTo>
                <a:cubicBezTo>
                  <a:pt x="3093656" y="180350"/>
                  <a:pt x="3097548" y="174274"/>
                  <a:pt x="3103964" y="162397"/>
                </a:cubicBezTo>
                <a:cubicBezTo>
                  <a:pt x="3110381" y="150519"/>
                  <a:pt x="3113589" y="143351"/>
                  <a:pt x="3113589" y="140894"/>
                </a:cubicBezTo>
                <a:lnTo>
                  <a:pt x="3112360" y="138846"/>
                </a:lnTo>
                <a:cubicBezTo>
                  <a:pt x="3112360" y="136389"/>
                  <a:pt x="3113043" y="134887"/>
                  <a:pt x="3114408" y="134341"/>
                </a:cubicBezTo>
                <a:lnTo>
                  <a:pt x="3114818" y="133112"/>
                </a:lnTo>
                <a:lnTo>
                  <a:pt x="3114408" y="131064"/>
                </a:lnTo>
                <a:cubicBezTo>
                  <a:pt x="3114408" y="129699"/>
                  <a:pt x="3115227" y="128880"/>
                  <a:pt x="3116866" y="128607"/>
                </a:cubicBezTo>
                <a:cubicBezTo>
                  <a:pt x="3118504" y="128334"/>
                  <a:pt x="3119323" y="127651"/>
                  <a:pt x="3119323" y="126559"/>
                </a:cubicBezTo>
                <a:cubicBezTo>
                  <a:pt x="3119323" y="124921"/>
                  <a:pt x="3120279" y="123828"/>
                  <a:pt x="3122190" y="123282"/>
                </a:cubicBezTo>
                <a:cubicBezTo>
                  <a:pt x="3124101" y="122736"/>
                  <a:pt x="3126354" y="122463"/>
                  <a:pt x="3128948" y="122463"/>
                </a:cubicBezTo>
                <a:cubicBezTo>
                  <a:pt x="3131542" y="122463"/>
                  <a:pt x="3133658" y="122327"/>
                  <a:pt x="3135296" y="122054"/>
                </a:cubicBezTo>
                <a:cubicBezTo>
                  <a:pt x="3136116" y="122054"/>
                  <a:pt x="3137959" y="122804"/>
                  <a:pt x="3140826" y="124306"/>
                </a:cubicBezTo>
                <a:cubicBezTo>
                  <a:pt x="3143692" y="125808"/>
                  <a:pt x="3145809" y="126559"/>
                  <a:pt x="3147174" y="126559"/>
                </a:cubicBezTo>
                <a:cubicBezTo>
                  <a:pt x="3151270" y="126559"/>
                  <a:pt x="3155707" y="127583"/>
                  <a:pt x="3160485" y="129631"/>
                </a:cubicBezTo>
                <a:cubicBezTo>
                  <a:pt x="3165264" y="131679"/>
                  <a:pt x="3168608" y="134204"/>
                  <a:pt x="3170520" y="137208"/>
                </a:cubicBezTo>
                <a:cubicBezTo>
                  <a:pt x="3170793" y="137481"/>
                  <a:pt x="3172363" y="138164"/>
                  <a:pt x="3175230" y="139256"/>
                </a:cubicBezTo>
                <a:cubicBezTo>
                  <a:pt x="3178097" y="140348"/>
                  <a:pt x="3180554" y="142396"/>
                  <a:pt x="3182602" y="145399"/>
                </a:cubicBezTo>
                <a:cubicBezTo>
                  <a:pt x="3184650" y="148403"/>
                  <a:pt x="3185674" y="153045"/>
                  <a:pt x="3185674" y="159325"/>
                </a:cubicBezTo>
                <a:cubicBezTo>
                  <a:pt x="3185674" y="162328"/>
                  <a:pt x="3185401" y="164649"/>
                  <a:pt x="3184855" y="166288"/>
                </a:cubicBezTo>
                <a:cubicBezTo>
                  <a:pt x="3184309" y="167926"/>
                  <a:pt x="3183422" y="169769"/>
                  <a:pt x="3182193" y="171817"/>
                </a:cubicBezTo>
                <a:cubicBezTo>
                  <a:pt x="3180964" y="173865"/>
                  <a:pt x="3179940" y="175708"/>
                  <a:pt x="3179121" y="177346"/>
                </a:cubicBezTo>
                <a:lnTo>
                  <a:pt x="3177892" y="175708"/>
                </a:lnTo>
                <a:cubicBezTo>
                  <a:pt x="3176800" y="175981"/>
                  <a:pt x="3176254" y="180759"/>
                  <a:pt x="3176254" y="190043"/>
                </a:cubicBezTo>
                <a:cubicBezTo>
                  <a:pt x="3176254" y="192500"/>
                  <a:pt x="3175981" y="195914"/>
                  <a:pt x="3175435" y="200282"/>
                </a:cubicBezTo>
                <a:cubicBezTo>
                  <a:pt x="3174889" y="204651"/>
                  <a:pt x="3174616" y="208064"/>
                  <a:pt x="3174616" y="210522"/>
                </a:cubicBezTo>
                <a:cubicBezTo>
                  <a:pt x="3174616" y="213525"/>
                  <a:pt x="3174820" y="216597"/>
                  <a:pt x="3175230" y="219737"/>
                </a:cubicBezTo>
                <a:cubicBezTo>
                  <a:pt x="3175640" y="222877"/>
                  <a:pt x="3175844" y="225676"/>
                  <a:pt x="3175844" y="228133"/>
                </a:cubicBezTo>
                <a:cubicBezTo>
                  <a:pt x="3175844" y="230864"/>
                  <a:pt x="3175572" y="234687"/>
                  <a:pt x="3175025" y="239602"/>
                </a:cubicBezTo>
                <a:cubicBezTo>
                  <a:pt x="3174206" y="243697"/>
                  <a:pt x="3173796" y="247657"/>
                  <a:pt x="3173796" y="251479"/>
                </a:cubicBezTo>
                <a:cubicBezTo>
                  <a:pt x="3173796" y="259398"/>
                  <a:pt x="3175025" y="263357"/>
                  <a:pt x="3177483" y="263357"/>
                </a:cubicBezTo>
                <a:cubicBezTo>
                  <a:pt x="3178302" y="263357"/>
                  <a:pt x="3178984" y="263493"/>
                  <a:pt x="3179530" y="263767"/>
                </a:cubicBezTo>
                <a:cubicBezTo>
                  <a:pt x="3180077" y="264040"/>
                  <a:pt x="3180350" y="264722"/>
                  <a:pt x="3180350" y="265814"/>
                </a:cubicBezTo>
                <a:cubicBezTo>
                  <a:pt x="3180350" y="266361"/>
                  <a:pt x="3180145" y="266975"/>
                  <a:pt x="3179736" y="267657"/>
                </a:cubicBezTo>
                <a:cubicBezTo>
                  <a:pt x="3179326" y="268340"/>
                  <a:pt x="3178848" y="268681"/>
                  <a:pt x="3178302" y="268681"/>
                </a:cubicBezTo>
                <a:lnTo>
                  <a:pt x="3177892" y="268272"/>
                </a:lnTo>
                <a:cubicBezTo>
                  <a:pt x="3177892" y="267999"/>
                  <a:pt x="3177892" y="267384"/>
                  <a:pt x="3177892" y="266429"/>
                </a:cubicBezTo>
                <a:cubicBezTo>
                  <a:pt x="3177892" y="265473"/>
                  <a:pt x="3177619" y="264995"/>
                  <a:pt x="3177073" y="264995"/>
                </a:cubicBezTo>
                <a:lnTo>
                  <a:pt x="3174616" y="268272"/>
                </a:lnTo>
                <a:cubicBezTo>
                  <a:pt x="3174616" y="269637"/>
                  <a:pt x="3174752" y="271002"/>
                  <a:pt x="3175025" y="272368"/>
                </a:cubicBezTo>
                <a:cubicBezTo>
                  <a:pt x="3175298" y="273733"/>
                  <a:pt x="3175435" y="275098"/>
                  <a:pt x="3175435" y="276463"/>
                </a:cubicBezTo>
                <a:cubicBezTo>
                  <a:pt x="3175981" y="277283"/>
                  <a:pt x="3176732" y="279330"/>
                  <a:pt x="3177687" y="282607"/>
                </a:cubicBezTo>
                <a:cubicBezTo>
                  <a:pt x="3178643" y="285884"/>
                  <a:pt x="3179258" y="288068"/>
                  <a:pt x="3179530" y="289160"/>
                </a:cubicBezTo>
                <a:lnTo>
                  <a:pt x="3177483" y="292027"/>
                </a:lnTo>
                <a:lnTo>
                  <a:pt x="3178712" y="293665"/>
                </a:lnTo>
                <a:cubicBezTo>
                  <a:pt x="3179530" y="297488"/>
                  <a:pt x="3180145" y="301994"/>
                  <a:pt x="3180554" y="307181"/>
                </a:cubicBezTo>
                <a:cubicBezTo>
                  <a:pt x="3180964" y="312369"/>
                  <a:pt x="3181306" y="315919"/>
                  <a:pt x="3181578" y="317830"/>
                </a:cubicBezTo>
                <a:cubicBezTo>
                  <a:pt x="3182670" y="332029"/>
                  <a:pt x="3184172" y="342541"/>
                  <a:pt x="3186084" y="349368"/>
                </a:cubicBezTo>
                <a:cubicBezTo>
                  <a:pt x="3187722" y="354283"/>
                  <a:pt x="3188541" y="358105"/>
                  <a:pt x="3188541" y="360836"/>
                </a:cubicBezTo>
                <a:cubicBezTo>
                  <a:pt x="3188541" y="363293"/>
                  <a:pt x="3187449" y="366570"/>
                  <a:pt x="3185264" y="370666"/>
                </a:cubicBezTo>
                <a:cubicBezTo>
                  <a:pt x="3183080" y="374761"/>
                  <a:pt x="3181578" y="377628"/>
                  <a:pt x="3180759" y="379267"/>
                </a:cubicBezTo>
                <a:lnTo>
                  <a:pt x="3181988" y="380495"/>
                </a:lnTo>
                <a:lnTo>
                  <a:pt x="3184445" y="378857"/>
                </a:lnTo>
                <a:lnTo>
                  <a:pt x="3184855" y="379676"/>
                </a:lnTo>
                <a:cubicBezTo>
                  <a:pt x="3184855" y="381041"/>
                  <a:pt x="3183763" y="382543"/>
                  <a:pt x="3181578" y="384182"/>
                </a:cubicBezTo>
                <a:cubicBezTo>
                  <a:pt x="3179940" y="385274"/>
                  <a:pt x="3179053" y="386844"/>
                  <a:pt x="3178916" y="388892"/>
                </a:cubicBezTo>
                <a:cubicBezTo>
                  <a:pt x="3178780" y="390940"/>
                  <a:pt x="3178302" y="392373"/>
                  <a:pt x="3177483" y="393192"/>
                </a:cubicBezTo>
                <a:cubicBezTo>
                  <a:pt x="3176390" y="394557"/>
                  <a:pt x="3174548" y="396059"/>
                  <a:pt x="3171954" y="397698"/>
                </a:cubicBezTo>
                <a:cubicBezTo>
                  <a:pt x="3169359" y="399336"/>
                  <a:pt x="3167516" y="400565"/>
                  <a:pt x="3166424" y="401384"/>
                </a:cubicBezTo>
                <a:lnTo>
                  <a:pt x="3154546" y="401384"/>
                </a:lnTo>
                <a:cubicBezTo>
                  <a:pt x="3136252" y="401384"/>
                  <a:pt x="3126422" y="400292"/>
                  <a:pt x="3125057" y="398107"/>
                </a:cubicBezTo>
                <a:cubicBezTo>
                  <a:pt x="3124238" y="397834"/>
                  <a:pt x="3122600" y="397561"/>
                  <a:pt x="3120142" y="397288"/>
                </a:cubicBezTo>
                <a:cubicBezTo>
                  <a:pt x="3117684" y="397015"/>
                  <a:pt x="3116046" y="396742"/>
                  <a:pt x="3115227" y="396469"/>
                </a:cubicBezTo>
                <a:lnTo>
                  <a:pt x="3118504" y="394011"/>
                </a:lnTo>
                <a:lnTo>
                  <a:pt x="3114408" y="395650"/>
                </a:lnTo>
                <a:cubicBezTo>
                  <a:pt x="3113589" y="395650"/>
                  <a:pt x="3112565" y="395240"/>
                  <a:pt x="3111336" y="394421"/>
                </a:cubicBezTo>
                <a:cubicBezTo>
                  <a:pt x="3110108" y="393602"/>
                  <a:pt x="3109220" y="393192"/>
                  <a:pt x="3108674" y="393192"/>
                </a:cubicBezTo>
                <a:cubicBezTo>
                  <a:pt x="3102394" y="393192"/>
                  <a:pt x="3098981" y="392100"/>
                  <a:pt x="3098434" y="389916"/>
                </a:cubicBezTo>
                <a:lnTo>
                  <a:pt x="3100073" y="389096"/>
                </a:lnTo>
                <a:lnTo>
                  <a:pt x="3109084" y="390735"/>
                </a:lnTo>
                <a:lnTo>
                  <a:pt x="3109084" y="390325"/>
                </a:lnTo>
                <a:cubicBezTo>
                  <a:pt x="3104442" y="388414"/>
                  <a:pt x="3099936" y="387458"/>
                  <a:pt x="3095568" y="387458"/>
                </a:cubicBezTo>
                <a:lnTo>
                  <a:pt x="3094339" y="387458"/>
                </a:lnTo>
                <a:lnTo>
                  <a:pt x="3095568" y="388687"/>
                </a:lnTo>
                <a:lnTo>
                  <a:pt x="3095158" y="389506"/>
                </a:lnTo>
                <a:cubicBezTo>
                  <a:pt x="3091882" y="389506"/>
                  <a:pt x="3089561" y="388960"/>
                  <a:pt x="3088196" y="387868"/>
                </a:cubicBezTo>
                <a:lnTo>
                  <a:pt x="3090653" y="385820"/>
                </a:lnTo>
                <a:lnTo>
                  <a:pt x="3080004" y="382134"/>
                </a:lnTo>
                <a:cubicBezTo>
                  <a:pt x="3077546" y="382134"/>
                  <a:pt x="3068946" y="379676"/>
                  <a:pt x="3054201" y="374761"/>
                </a:cubicBezTo>
                <a:cubicBezTo>
                  <a:pt x="3043824" y="370939"/>
                  <a:pt x="3036180" y="368481"/>
                  <a:pt x="3031264" y="367389"/>
                </a:cubicBezTo>
                <a:cubicBezTo>
                  <a:pt x="3029899" y="367116"/>
                  <a:pt x="3027578" y="366229"/>
                  <a:pt x="3024302" y="364727"/>
                </a:cubicBezTo>
                <a:cubicBezTo>
                  <a:pt x="3021025" y="363225"/>
                  <a:pt x="3018841" y="362474"/>
                  <a:pt x="3017748" y="362474"/>
                </a:cubicBezTo>
                <a:cubicBezTo>
                  <a:pt x="3016383" y="362474"/>
                  <a:pt x="3015700" y="363157"/>
                  <a:pt x="3015700" y="364522"/>
                </a:cubicBezTo>
                <a:cubicBezTo>
                  <a:pt x="3015700" y="368345"/>
                  <a:pt x="3013858" y="373533"/>
                  <a:pt x="3010172" y="380086"/>
                </a:cubicBezTo>
                <a:cubicBezTo>
                  <a:pt x="3006485" y="386639"/>
                  <a:pt x="3003004" y="389916"/>
                  <a:pt x="2999727" y="389916"/>
                </a:cubicBezTo>
                <a:cubicBezTo>
                  <a:pt x="2998362" y="389916"/>
                  <a:pt x="2993788" y="384932"/>
                  <a:pt x="2986006" y="374966"/>
                </a:cubicBezTo>
                <a:cubicBezTo>
                  <a:pt x="2978224" y="365000"/>
                  <a:pt x="2974334" y="359061"/>
                  <a:pt x="2974334" y="357150"/>
                </a:cubicBezTo>
                <a:cubicBezTo>
                  <a:pt x="2974334" y="356604"/>
                  <a:pt x="2973446" y="355921"/>
                  <a:pt x="2971671" y="355102"/>
                </a:cubicBezTo>
                <a:cubicBezTo>
                  <a:pt x="2969896" y="354283"/>
                  <a:pt x="2968736" y="353737"/>
                  <a:pt x="2968190" y="353463"/>
                </a:cubicBezTo>
                <a:cubicBezTo>
                  <a:pt x="2970374" y="353463"/>
                  <a:pt x="2971466" y="352644"/>
                  <a:pt x="2971466" y="351006"/>
                </a:cubicBezTo>
                <a:cubicBezTo>
                  <a:pt x="2971466" y="349914"/>
                  <a:pt x="2969896" y="347934"/>
                  <a:pt x="2966756" y="345067"/>
                </a:cubicBezTo>
                <a:cubicBezTo>
                  <a:pt x="2963616" y="342200"/>
                  <a:pt x="2961773" y="340494"/>
                  <a:pt x="2961227" y="339947"/>
                </a:cubicBezTo>
                <a:lnTo>
                  <a:pt x="2964504" y="340767"/>
                </a:lnTo>
                <a:cubicBezTo>
                  <a:pt x="2964230" y="340494"/>
                  <a:pt x="2963480" y="339811"/>
                  <a:pt x="2962251" y="338719"/>
                </a:cubicBezTo>
                <a:cubicBezTo>
                  <a:pt x="2961022" y="337627"/>
                  <a:pt x="2960408" y="336398"/>
                  <a:pt x="2960408" y="335033"/>
                </a:cubicBezTo>
                <a:lnTo>
                  <a:pt x="2960818" y="334213"/>
                </a:lnTo>
                <a:lnTo>
                  <a:pt x="2962865" y="335852"/>
                </a:lnTo>
                <a:lnTo>
                  <a:pt x="2963275" y="335852"/>
                </a:lnTo>
                <a:cubicBezTo>
                  <a:pt x="2963275" y="335033"/>
                  <a:pt x="2962934" y="334077"/>
                  <a:pt x="2962251" y="332985"/>
                </a:cubicBezTo>
                <a:cubicBezTo>
                  <a:pt x="2961568" y="331893"/>
                  <a:pt x="2960818" y="331346"/>
                  <a:pt x="2959998" y="331346"/>
                </a:cubicBezTo>
                <a:lnTo>
                  <a:pt x="2958770" y="331756"/>
                </a:lnTo>
                <a:cubicBezTo>
                  <a:pt x="2958770" y="329025"/>
                  <a:pt x="2956722" y="323018"/>
                  <a:pt x="2952626" y="313735"/>
                </a:cubicBezTo>
                <a:cubicBezTo>
                  <a:pt x="2948530" y="304451"/>
                  <a:pt x="2945526" y="299263"/>
                  <a:pt x="2943615" y="298171"/>
                </a:cubicBezTo>
                <a:lnTo>
                  <a:pt x="2923546" y="312916"/>
                </a:lnTo>
                <a:cubicBezTo>
                  <a:pt x="2923819" y="315100"/>
                  <a:pt x="2924570" y="319059"/>
                  <a:pt x="2925799" y="324793"/>
                </a:cubicBezTo>
                <a:cubicBezTo>
                  <a:pt x="2927028" y="330527"/>
                  <a:pt x="2927642" y="335852"/>
                  <a:pt x="2927642" y="340767"/>
                </a:cubicBezTo>
                <a:cubicBezTo>
                  <a:pt x="2927642" y="347047"/>
                  <a:pt x="2926140" y="350187"/>
                  <a:pt x="2923136" y="350187"/>
                </a:cubicBezTo>
                <a:cubicBezTo>
                  <a:pt x="2922318" y="350187"/>
                  <a:pt x="2921362" y="349982"/>
                  <a:pt x="2920270" y="349572"/>
                </a:cubicBezTo>
                <a:cubicBezTo>
                  <a:pt x="2919178" y="349163"/>
                  <a:pt x="2918222" y="348958"/>
                  <a:pt x="2917403" y="348958"/>
                </a:cubicBezTo>
                <a:cubicBezTo>
                  <a:pt x="2914126" y="348958"/>
                  <a:pt x="2910508" y="349709"/>
                  <a:pt x="2906549" y="351211"/>
                </a:cubicBezTo>
                <a:cubicBezTo>
                  <a:pt x="2902590" y="352713"/>
                  <a:pt x="2899791" y="353737"/>
                  <a:pt x="2898153" y="354283"/>
                </a:cubicBezTo>
                <a:cubicBezTo>
                  <a:pt x="2893510" y="351825"/>
                  <a:pt x="2890370" y="349777"/>
                  <a:pt x="2888732" y="348139"/>
                </a:cubicBezTo>
                <a:cubicBezTo>
                  <a:pt x="2887094" y="346501"/>
                  <a:pt x="2885592" y="343497"/>
                  <a:pt x="2884227" y="339128"/>
                </a:cubicBezTo>
                <a:cubicBezTo>
                  <a:pt x="2883954" y="338309"/>
                  <a:pt x="2883476" y="337353"/>
                  <a:pt x="2882794" y="336261"/>
                </a:cubicBezTo>
                <a:cubicBezTo>
                  <a:pt x="2882111" y="335169"/>
                  <a:pt x="2881770" y="334350"/>
                  <a:pt x="2881770" y="333804"/>
                </a:cubicBezTo>
                <a:lnTo>
                  <a:pt x="2882179" y="329708"/>
                </a:lnTo>
                <a:cubicBezTo>
                  <a:pt x="2882179" y="327797"/>
                  <a:pt x="2881496" y="326841"/>
                  <a:pt x="2880131" y="326841"/>
                </a:cubicBezTo>
                <a:lnTo>
                  <a:pt x="2879312" y="326432"/>
                </a:lnTo>
                <a:lnTo>
                  <a:pt x="2881770" y="323974"/>
                </a:lnTo>
                <a:cubicBezTo>
                  <a:pt x="2880677" y="322882"/>
                  <a:pt x="2878834" y="319810"/>
                  <a:pt x="2876240" y="314759"/>
                </a:cubicBezTo>
                <a:cubicBezTo>
                  <a:pt x="2873646" y="309707"/>
                  <a:pt x="2872349" y="306635"/>
                  <a:pt x="2872349" y="305543"/>
                </a:cubicBezTo>
                <a:cubicBezTo>
                  <a:pt x="2872349" y="303905"/>
                  <a:pt x="2873168" y="303086"/>
                  <a:pt x="2874807" y="303086"/>
                </a:cubicBezTo>
                <a:cubicBezTo>
                  <a:pt x="2876172" y="303086"/>
                  <a:pt x="2876854" y="302267"/>
                  <a:pt x="2876854" y="300628"/>
                </a:cubicBezTo>
                <a:cubicBezTo>
                  <a:pt x="2876854" y="298444"/>
                  <a:pt x="2877606" y="295236"/>
                  <a:pt x="2879107" y="291003"/>
                </a:cubicBezTo>
                <a:cubicBezTo>
                  <a:pt x="2880609" y="286771"/>
                  <a:pt x="2882042" y="283836"/>
                  <a:pt x="2883408" y="282197"/>
                </a:cubicBezTo>
                <a:cubicBezTo>
                  <a:pt x="2886684" y="277829"/>
                  <a:pt x="2888937" y="269637"/>
                  <a:pt x="2890166" y="257623"/>
                </a:cubicBezTo>
                <a:cubicBezTo>
                  <a:pt x="2891395" y="245609"/>
                  <a:pt x="2892009" y="234414"/>
                  <a:pt x="2892009" y="224038"/>
                </a:cubicBezTo>
                <a:cubicBezTo>
                  <a:pt x="2892009" y="216938"/>
                  <a:pt x="2891190" y="206836"/>
                  <a:pt x="2889552" y="193729"/>
                </a:cubicBezTo>
                <a:cubicBezTo>
                  <a:pt x="2887640" y="181715"/>
                  <a:pt x="2886684" y="171612"/>
                  <a:pt x="2886684" y="163421"/>
                </a:cubicBezTo>
                <a:cubicBezTo>
                  <a:pt x="2886684" y="161509"/>
                  <a:pt x="2886821" y="160144"/>
                  <a:pt x="2887094" y="159325"/>
                </a:cubicBezTo>
                <a:lnTo>
                  <a:pt x="2885865" y="156048"/>
                </a:lnTo>
                <a:lnTo>
                  <a:pt x="2887504" y="155229"/>
                </a:lnTo>
                <a:lnTo>
                  <a:pt x="2907163" y="161373"/>
                </a:lnTo>
                <a:lnTo>
                  <a:pt x="2905934" y="162602"/>
                </a:lnTo>
                <a:lnTo>
                  <a:pt x="2906754" y="163011"/>
                </a:lnTo>
                <a:cubicBezTo>
                  <a:pt x="2908119" y="163011"/>
                  <a:pt x="2910372" y="163967"/>
                  <a:pt x="2913512" y="165878"/>
                </a:cubicBezTo>
                <a:cubicBezTo>
                  <a:pt x="2916652" y="167789"/>
                  <a:pt x="2918904" y="168745"/>
                  <a:pt x="2920270" y="168745"/>
                </a:cubicBezTo>
                <a:cubicBezTo>
                  <a:pt x="2921908" y="168745"/>
                  <a:pt x="2923000" y="169086"/>
                  <a:pt x="2923546" y="169769"/>
                </a:cubicBezTo>
                <a:cubicBezTo>
                  <a:pt x="2924092" y="170452"/>
                  <a:pt x="2924775" y="171066"/>
                  <a:pt x="2925594" y="171612"/>
                </a:cubicBezTo>
                <a:cubicBezTo>
                  <a:pt x="2929417" y="171612"/>
                  <a:pt x="2935902" y="168950"/>
                  <a:pt x="2945049" y="163625"/>
                </a:cubicBezTo>
                <a:cubicBezTo>
                  <a:pt x="2954196" y="158301"/>
                  <a:pt x="2959316" y="155366"/>
                  <a:pt x="2960408" y="154820"/>
                </a:cubicBezTo>
                <a:cubicBezTo>
                  <a:pt x="2960954" y="154273"/>
                  <a:pt x="2961705" y="153591"/>
                  <a:pt x="2962661" y="152772"/>
                </a:cubicBezTo>
                <a:cubicBezTo>
                  <a:pt x="2963616" y="151953"/>
                  <a:pt x="2964094" y="151133"/>
                  <a:pt x="2964094" y="150314"/>
                </a:cubicBezTo>
                <a:cubicBezTo>
                  <a:pt x="2964094" y="147311"/>
                  <a:pt x="2965186" y="144307"/>
                  <a:pt x="2967371" y="141304"/>
                </a:cubicBezTo>
                <a:cubicBezTo>
                  <a:pt x="2969555" y="138300"/>
                  <a:pt x="2972149" y="136798"/>
                  <a:pt x="2975152" y="136798"/>
                </a:cubicBezTo>
                <a:cubicBezTo>
                  <a:pt x="2977064" y="136798"/>
                  <a:pt x="2979726" y="136252"/>
                  <a:pt x="2983139" y="135160"/>
                </a:cubicBezTo>
                <a:cubicBezTo>
                  <a:pt x="2986552" y="134068"/>
                  <a:pt x="2989215" y="133522"/>
                  <a:pt x="2991126" y="133522"/>
                </a:cubicBezTo>
                <a:cubicBezTo>
                  <a:pt x="2993856" y="133522"/>
                  <a:pt x="2996928" y="134136"/>
                  <a:pt x="3000342" y="135365"/>
                </a:cubicBezTo>
                <a:cubicBezTo>
                  <a:pt x="3003755" y="136593"/>
                  <a:pt x="3006690" y="138027"/>
                  <a:pt x="3009147" y="139665"/>
                </a:cubicBezTo>
                <a:lnTo>
                  <a:pt x="3008328" y="138846"/>
                </a:lnTo>
                <a:cubicBezTo>
                  <a:pt x="3013243" y="136116"/>
                  <a:pt x="3023892" y="130791"/>
                  <a:pt x="3040275" y="122873"/>
                </a:cubicBezTo>
                <a:lnTo>
                  <a:pt x="3054201" y="116320"/>
                </a:lnTo>
                <a:cubicBezTo>
                  <a:pt x="3021162" y="119323"/>
                  <a:pt x="2992696" y="123078"/>
                  <a:pt x="2968804" y="127583"/>
                </a:cubicBezTo>
                <a:cubicBezTo>
                  <a:pt x="2944912" y="132088"/>
                  <a:pt x="2919314" y="139119"/>
                  <a:pt x="2892009" y="148676"/>
                </a:cubicBezTo>
                <a:lnTo>
                  <a:pt x="2871530" y="155639"/>
                </a:lnTo>
                <a:cubicBezTo>
                  <a:pt x="2870984" y="154273"/>
                  <a:pt x="2869892" y="151406"/>
                  <a:pt x="2868254" y="147038"/>
                </a:cubicBezTo>
                <a:cubicBezTo>
                  <a:pt x="2866615" y="142669"/>
                  <a:pt x="2865796" y="139938"/>
                  <a:pt x="2865796" y="138846"/>
                </a:cubicBezTo>
                <a:lnTo>
                  <a:pt x="2865796" y="132293"/>
                </a:lnTo>
                <a:cubicBezTo>
                  <a:pt x="2865796" y="128470"/>
                  <a:pt x="2864977" y="124648"/>
                  <a:pt x="2863338" y="120825"/>
                </a:cubicBezTo>
                <a:lnTo>
                  <a:pt x="2864977" y="118777"/>
                </a:lnTo>
                <a:cubicBezTo>
                  <a:pt x="2866069" y="118231"/>
                  <a:pt x="2866820" y="116661"/>
                  <a:pt x="2867230" y="114067"/>
                </a:cubicBezTo>
                <a:cubicBezTo>
                  <a:pt x="2867639" y="111473"/>
                  <a:pt x="2867844" y="108538"/>
                  <a:pt x="2867844" y="105261"/>
                </a:cubicBezTo>
                <a:cubicBezTo>
                  <a:pt x="2867844" y="101984"/>
                  <a:pt x="2868117" y="99800"/>
                  <a:pt x="2868663" y="98708"/>
                </a:cubicBezTo>
                <a:cubicBezTo>
                  <a:pt x="2869482" y="98708"/>
                  <a:pt x="2870233" y="99937"/>
                  <a:pt x="2870916" y="102394"/>
                </a:cubicBezTo>
                <a:cubicBezTo>
                  <a:pt x="2871598" y="104851"/>
                  <a:pt x="2872486" y="106831"/>
                  <a:pt x="2873578" y="108333"/>
                </a:cubicBezTo>
                <a:cubicBezTo>
                  <a:pt x="2874670" y="109835"/>
                  <a:pt x="2876445" y="110585"/>
                  <a:pt x="2878902" y="110585"/>
                </a:cubicBezTo>
                <a:cubicBezTo>
                  <a:pt x="2883271" y="110585"/>
                  <a:pt x="2890098" y="109493"/>
                  <a:pt x="2899381" y="107309"/>
                </a:cubicBezTo>
                <a:cubicBezTo>
                  <a:pt x="2908119" y="105124"/>
                  <a:pt x="2914808" y="104032"/>
                  <a:pt x="2919450" y="104032"/>
                </a:cubicBezTo>
                <a:cubicBezTo>
                  <a:pt x="2921908" y="104032"/>
                  <a:pt x="2924092" y="103350"/>
                  <a:pt x="2926004" y="101984"/>
                </a:cubicBezTo>
                <a:cubicBezTo>
                  <a:pt x="2927915" y="100619"/>
                  <a:pt x="2929553" y="99937"/>
                  <a:pt x="2930918" y="99937"/>
                </a:cubicBezTo>
                <a:lnTo>
                  <a:pt x="2927642" y="103213"/>
                </a:lnTo>
                <a:cubicBezTo>
                  <a:pt x="2933649" y="102394"/>
                  <a:pt x="2937199" y="101165"/>
                  <a:pt x="2938291" y="99527"/>
                </a:cubicBezTo>
                <a:cubicBezTo>
                  <a:pt x="2939383" y="98981"/>
                  <a:pt x="2941568" y="98503"/>
                  <a:pt x="2944844" y="98093"/>
                </a:cubicBezTo>
                <a:cubicBezTo>
                  <a:pt x="2948120" y="97684"/>
                  <a:pt x="2951056" y="97138"/>
                  <a:pt x="2953650" y="96455"/>
                </a:cubicBezTo>
                <a:cubicBezTo>
                  <a:pt x="2956244" y="95773"/>
                  <a:pt x="2957678" y="94885"/>
                  <a:pt x="2957950" y="93793"/>
                </a:cubicBezTo>
                <a:cubicBezTo>
                  <a:pt x="2957950" y="93793"/>
                  <a:pt x="2958428" y="93929"/>
                  <a:pt x="2959384" y="94203"/>
                </a:cubicBezTo>
                <a:cubicBezTo>
                  <a:pt x="2960340" y="94476"/>
                  <a:pt x="2960818" y="94066"/>
                  <a:pt x="2960818" y="92974"/>
                </a:cubicBezTo>
                <a:cubicBezTo>
                  <a:pt x="2960818" y="91062"/>
                  <a:pt x="2959930" y="88810"/>
                  <a:pt x="2958156" y="86216"/>
                </a:cubicBezTo>
                <a:cubicBezTo>
                  <a:pt x="2956380" y="83622"/>
                  <a:pt x="2954401" y="81369"/>
                  <a:pt x="2952216" y="79458"/>
                </a:cubicBezTo>
                <a:cubicBezTo>
                  <a:pt x="2954674" y="80004"/>
                  <a:pt x="2956312" y="79867"/>
                  <a:pt x="2957131" y="79048"/>
                </a:cubicBezTo>
                <a:cubicBezTo>
                  <a:pt x="2956858" y="78502"/>
                  <a:pt x="2955356" y="76659"/>
                  <a:pt x="2952626" y="73519"/>
                </a:cubicBezTo>
                <a:cubicBezTo>
                  <a:pt x="2949896" y="70379"/>
                  <a:pt x="2948530" y="66078"/>
                  <a:pt x="2948530" y="60617"/>
                </a:cubicBezTo>
                <a:cubicBezTo>
                  <a:pt x="2948530" y="54610"/>
                  <a:pt x="2947643" y="47647"/>
                  <a:pt x="2945868" y="39729"/>
                </a:cubicBezTo>
                <a:cubicBezTo>
                  <a:pt x="2944093" y="31811"/>
                  <a:pt x="2941568" y="26077"/>
                  <a:pt x="2938291" y="22527"/>
                </a:cubicBezTo>
                <a:cubicBezTo>
                  <a:pt x="2938018" y="21981"/>
                  <a:pt x="2937267" y="21093"/>
                  <a:pt x="2936038" y="19865"/>
                </a:cubicBezTo>
                <a:cubicBezTo>
                  <a:pt x="2934810" y="18636"/>
                  <a:pt x="2934195" y="17475"/>
                  <a:pt x="2934195" y="16383"/>
                </a:cubicBezTo>
                <a:cubicBezTo>
                  <a:pt x="2934195" y="15291"/>
                  <a:pt x="2935151" y="14745"/>
                  <a:pt x="2937062" y="14745"/>
                </a:cubicBezTo>
                <a:cubicBezTo>
                  <a:pt x="2941977" y="14745"/>
                  <a:pt x="2948803" y="16110"/>
                  <a:pt x="2957541" y="18841"/>
                </a:cubicBezTo>
                <a:cubicBezTo>
                  <a:pt x="2966278" y="21571"/>
                  <a:pt x="2974402" y="24984"/>
                  <a:pt x="2981910" y="29080"/>
                </a:cubicBezTo>
                <a:cubicBezTo>
                  <a:pt x="2989420" y="33176"/>
                  <a:pt x="2994266" y="37272"/>
                  <a:pt x="2996450" y="41367"/>
                </a:cubicBezTo>
                <a:cubicBezTo>
                  <a:pt x="2997270" y="40821"/>
                  <a:pt x="3001912" y="38227"/>
                  <a:pt x="3010376" y="33585"/>
                </a:cubicBezTo>
                <a:cubicBezTo>
                  <a:pt x="3018841" y="28944"/>
                  <a:pt x="3023073" y="26213"/>
                  <a:pt x="3023073" y="25394"/>
                </a:cubicBezTo>
                <a:lnTo>
                  <a:pt x="3023482" y="24575"/>
                </a:lnTo>
                <a:lnTo>
                  <a:pt x="3026759" y="23756"/>
                </a:lnTo>
                <a:lnTo>
                  <a:pt x="3021435" y="33585"/>
                </a:lnTo>
                <a:lnTo>
                  <a:pt x="3029216" y="33176"/>
                </a:lnTo>
                <a:lnTo>
                  <a:pt x="3023073" y="40139"/>
                </a:lnTo>
                <a:lnTo>
                  <a:pt x="3027168" y="39319"/>
                </a:lnTo>
                <a:lnTo>
                  <a:pt x="3029216" y="40139"/>
                </a:lnTo>
                <a:cubicBezTo>
                  <a:pt x="3029216" y="40685"/>
                  <a:pt x="3028602" y="41094"/>
                  <a:pt x="3027374" y="41367"/>
                </a:cubicBezTo>
                <a:cubicBezTo>
                  <a:pt x="3026145" y="41640"/>
                  <a:pt x="3025258" y="41913"/>
                  <a:pt x="3024711" y="42186"/>
                </a:cubicBezTo>
                <a:cubicBezTo>
                  <a:pt x="3024711" y="42460"/>
                  <a:pt x="3023210" y="43825"/>
                  <a:pt x="3020206" y="46282"/>
                </a:cubicBezTo>
                <a:cubicBezTo>
                  <a:pt x="3017202" y="48740"/>
                  <a:pt x="3015428" y="50514"/>
                  <a:pt x="3014881" y="51607"/>
                </a:cubicBezTo>
                <a:lnTo>
                  <a:pt x="3008328" y="62665"/>
                </a:lnTo>
                <a:cubicBezTo>
                  <a:pt x="3009147" y="61300"/>
                  <a:pt x="3010513" y="60617"/>
                  <a:pt x="3012424" y="60617"/>
                </a:cubicBezTo>
                <a:cubicBezTo>
                  <a:pt x="3014335" y="60617"/>
                  <a:pt x="3015837" y="60139"/>
                  <a:pt x="3016929" y="59184"/>
                </a:cubicBezTo>
                <a:cubicBezTo>
                  <a:pt x="3018022" y="58228"/>
                  <a:pt x="3019318" y="56726"/>
                  <a:pt x="3020820" y="54678"/>
                </a:cubicBezTo>
                <a:cubicBezTo>
                  <a:pt x="3022322" y="52631"/>
                  <a:pt x="3023482" y="51197"/>
                  <a:pt x="3024302" y="50378"/>
                </a:cubicBezTo>
                <a:cubicBezTo>
                  <a:pt x="3026759" y="50105"/>
                  <a:pt x="3035155" y="43415"/>
                  <a:pt x="3049490" y="30309"/>
                </a:cubicBezTo>
                <a:cubicBezTo>
                  <a:pt x="3063826" y="17202"/>
                  <a:pt x="3071812" y="9147"/>
                  <a:pt x="3073451" y="6144"/>
                </a:cubicBezTo>
                <a:cubicBezTo>
                  <a:pt x="3075635" y="2048"/>
                  <a:pt x="3078912" y="0"/>
                  <a:pt x="3083280" y="0"/>
                </a:cubicBezTo>
                <a:close/>
              </a:path>
            </a:pathLst>
          </a:custGeom>
          <a:gradFill>
            <a:gsLst>
              <a:gs pos="98000">
                <a:srgbClr val="F5D6A8"/>
              </a:gs>
              <a:gs pos="56000">
                <a:srgbClr val="F5D6A8"/>
              </a:gs>
              <a:gs pos="17000">
                <a:srgbClr val="EBB57D">
                  <a:lumMod val="80000"/>
                  <a:lumOff val="20000"/>
                </a:srgbClr>
              </a:gs>
              <a:gs pos="12000">
                <a:srgbClr val="F8ECE0"/>
              </a:gs>
              <a:gs pos="80000">
                <a:srgbClr val="F8ECE0"/>
              </a:gs>
              <a:gs pos="49000">
                <a:srgbClr val="F8ECE0"/>
              </a:gs>
            </a:gsLst>
            <a:lin ang="1680000" scaled="0"/>
          </a:gradFill>
          <a:ln w="6350">
            <a:noFill/>
          </a:ln>
          <a:effectLst>
            <a:outerShdw blurRad="76200" dist="38100" dir="2700000" algn="t" rotWithShape="0">
              <a:srgbClr val="800000">
                <a:alpha val="90000"/>
              </a:srgbClr>
            </a:outerShdw>
          </a:effectLst>
        </p:spPr>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contrasting" dir="t">
                <a:rot lat="0" lon="0" rev="21594000"/>
              </a:lightRig>
            </a:scene3d>
          </a:bodyPr>
          <a:lstStyle>
            <a:defPPr>
              <a:defRPr lang="zh-CN"/>
            </a:defPPr>
            <a:lvl1pPr algn="ctr">
              <a:defRPr sz="7200">
                <a:ln w="6350">
                  <a:noFill/>
                </a:ln>
                <a:gradFill>
                  <a:gsLst>
                    <a:gs pos="98000">
                      <a:srgbClr val="F5D6A8"/>
                    </a:gs>
                    <a:gs pos="56000">
                      <a:srgbClr val="F5D6A8"/>
                    </a:gs>
                    <a:gs pos="17000">
                      <a:srgbClr val="EBB57D">
                        <a:lumMod val="80000"/>
                        <a:lumOff val="20000"/>
                      </a:srgbClr>
                    </a:gs>
                    <a:gs pos="12000">
                      <a:srgbClr val="F8ECE0"/>
                    </a:gs>
                    <a:gs pos="80000">
                      <a:srgbClr val="F8ECE0"/>
                    </a:gs>
                    <a:gs pos="49000">
                      <a:srgbClr val="F8ECE0"/>
                    </a:gs>
                  </a:gsLst>
                  <a:lin ang="1680000" scaled="0"/>
                </a:gradFill>
                <a:effectLst>
                  <a:outerShdw blurRad="76200" dist="38100" dir="2700000" algn="t" rotWithShape="0">
                    <a:srgbClr val="800000">
                      <a:alpha val="90000"/>
                    </a:srgbClr>
                  </a:outerShdw>
                </a:effectLst>
                <a:latin typeface="字魂剑气手书" panose="00000500000000000000" pitchFamily="2" charset="-122"/>
                <a:ea typeface="字魂剑气手书" panose="00000500000000000000" pitchFamily="2"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7200" b="0" i="0" u="none" strike="noStrike" kern="1200" cap="none" spc="0" normalizeH="0" baseline="0" noProof="0" dirty="0">
              <a:ln w="6350">
                <a:noFill/>
              </a:ln>
              <a:gradFill>
                <a:gsLst>
                  <a:gs pos="98000">
                    <a:srgbClr val="F5D6A8"/>
                  </a:gs>
                  <a:gs pos="56000">
                    <a:srgbClr val="F5D6A8"/>
                  </a:gs>
                  <a:gs pos="17000">
                    <a:srgbClr val="EBB57D">
                      <a:lumMod val="80000"/>
                      <a:lumOff val="20000"/>
                    </a:srgbClr>
                  </a:gs>
                  <a:gs pos="12000">
                    <a:srgbClr val="F8ECE0"/>
                  </a:gs>
                  <a:gs pos="80000">
                    <a:srgbClr val="F8ECE0"/>
                  </a:gs>
                  <a:gs pos="49000">
                    <a:srgbClr val="F8ECE0"/>
                  </a:gs>
                </a:gsLst>
                <a:lin ang="1680000" scaled="0"/>
              </a:gradFill>
              <a:effectLst>
                <a:outerShdw blurRad="76200" dist="38100" dir="2700000" algn="t" rotWithShape="0">
                  <a:srgbClr val="800000">
                    <a:alpha val="90000"/>
                  </a:srgbClr>
                </a:outerShdw>
              </a:effectLst>
              <a:uLnTx/>
              <a:uFillTx/>
              <a:ea typeface="字魂剑气手书" panose="00000500000000000000" pitchFamily="2" charset="-122"/>
              <a:cs typeface="+mn-cs"/>
            </a:endParaRPr>
          </a:p>
        </p:txBody>
      </p:sp>
      <p:sp>
        <p:nvSpPr>
          <p:cNvPr id="6" name="文本框 5"/>
          <p:cNvSpPr txBox="1"/>
          <p:nvPr/>
        </p:nvSpPr>
        <p:spPr>
          <a:xfrm>
            <a:off x="0" y="2626995"/>
            <a:ext cx="12191999" cy="14452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800" b="1" i="0" u="none" strike="noStrike" kern="1200" cap="none" spc="0" normalizeH="0" baseline="0" noProof="0" dirty="0">
                <a:ln>
                  <a:noFill/>
                </a:ln>
                <a:solidFill>
                  <a:prstClr val="white"/>
                </a:solidFill>
                <a:effectLst/>
                <a:uLnTx/>
                <a:uFillTx/>
                <a:latin typeface="微软雅黑" charset="-122"/>
                <a:ea typeface="微软雅黑" charset="-122"/>
                <a:cs typeface="黑体" charset="0"/>
              </a:rPr>
              <a:t>常规大卖！业绩长虹！</a:t>
            </a:r>
            <a:endParaRPr kumimoji="1" lang="en-US" altLang="zh-CN" sz="8800" b="1" i="0" u="none" strike="noStrike" kern="1200" cap="none" spc="0" normalizeH="0" baseline="0" noProof="0" dirty="0">
              <a:ln>
                <a:noFill/>
              </a:ln>
              <a:solidFill>
                <a:prstClr val="white"/>
              </a:solidFill>
              <a:effectLst/>
              <a:uLnTx/>
              <a:uFillTx/>
              <a:latin typeface="微软雅黑" charset="-122"/>
              <a:ea typeface="微软雅黑" charset="-122"/>
              <a:cs typeface="黑体" charset="0"/>
            </a:endParaRPr>
          </a:p>
        </p:txBody>
      </p:sp>
      <p:grpSp>
        <p:nvGrpSpPr>
          <p:cNvPr id="8" name="图形 21"/>
          <p:cNvGrpSpPr/>
          <p:nvPr/>
        </p:nvGrpSpPr>
        <p:grpSpPr>
          <a:xfrm>
            <a:off x="8885241" y="3110822"/>
            <a:ext cx="1268356" cy="2850585"/>
            <a:chOff x="-8054260" y="5932431"/>
            <a:chExt cx="3050875" cy="6856730"/>
          </a:xfrm>
          <a:gradFill flip="none" rotWithShape="1">
            <a:gsLst>
              <a:gs pos="82000">
                <a:srgbClr val="F5D6A8">
                  <a:alpha val="0"/>
                </a:srgbClr>
              </a:gs>
              <a:gs pos="0">
                <a:schemeClr val="accent4">
                  <a:lumMod val="20000"/>
                  <a:lumOff val="80000"/>
                  <a:alpha val="65000"/>
                </a:schemeClr>
              </a:gs>
            </a:gsLst>
            <a:lin ang="3000000" scaled="0"/>
            <a:tileRect/>
          </a:gradFill>
        </p:grpSpPr>
        <p:sp>
          <p:nvSpPr>
            <p:cNvPr id="14" name="任意多边形: 形状 102"/>
            <p:cNvSpPr/>
            <p:nvPr/>
          </p:nvSpPr>
          <p:spPr>
            <a:xfrm>
              <a:off x="-6946659" y="11066868"/>
              <a:ext cx="27244" cy="16677"/>
            </a:xfrm>
            <a:custGeom>
              <a:avLst/>
              <a:gdLst>
                <a:gd name="connsiteX0" fmla="*/ 26054 w 27244"/>
                <a:gd name="connsiteY0" fmla="*/ 11835 h 16677"/>
                <a:gd name="connsiteX1" fmla="*/ 3050 w 27244"/>
                <a:gd name="connsiteY1" fmla="*/ 333 h 16677"/>
                <a:gd name="connsiteX2" fmla="*/ 893 w 27244"/>
                <a:gd name="connsiteY2" fmla="*/ 3927 h 16677"/>
                <a:gd name="connsiteX3" fmla="*/ 23178 w 27244"/>
                <a:gd name="connsiteY3" fmla="*/ 16148 h 16677"/>
                <a:gd name="connsiteX4" fmla="*/ 26054 w 27244"/>
                <a:gd name="connsiteY4" fmla="*/ 11835 h 16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4" h="16677">
                  <a:moveTo>
                    <a:pt x="26054" y="11835"/>
                  </a:moveTo>
                  <a:cubicBezTo>
                    <a:pt x="18146" y="8241"/>
                    <a:pt x="10958" y="3927"/>
                    <a:pt x="3050" y="333"/>
                  </a:cubicBezTo>
                  <a:cubicBezTo>
                    <a:pt x="893" y="-1104"/>
                    <a:pt x="-1263" y="2490"/>
                    <a:pt x="893" y="3927"/>
                  </a:cubicBezTo>
                  <a:cubicBezTo>
                    <a:pt x="8082" y="8241"/>
                    <a:pt x="15990" y="11835"/>
                    <a:pt x="23178" y="16148"/>
                  </a:cubicBezTo>
                  <a:cubicBezTo>
                    <a:pt x="26054" y="18305"/>
                    <a:pt x="28929" y="13273"/>
                    <a:pt x="26054" y="11835"/>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2" name="任意多边形: 形状 103"/>
            <p:cNvSpPr/>
            <p:nvPr/>
          </p:nvSpPr>
          <p:spPr>
            <a:xfrm>
              <a:off x="-6589926" y="10907613"/>
              <a:ext cx="37381" cy="539"/>
            </a:xfrm>
            <a:custGeom>
              <a:avLst/>
              <a:gdLst>
                <a:gd name="connsiteX0" fmla="*/ 0 w 37381"/>
                <a:gd name="connsiteY0" fmla="*/ 0 h 539"/>
                <a:gd name="connsiteX1" fmla="*/ 37381 w 37381"/>
                <a:gd name="connsiteY1" fmla="*/ 0 h 539"/>
                <a:gd name="connsiteX2" fmla="*/ 0 w 37381"/>
                <a:gd name="connsiteY2" fmla="*/ 0 h 539"/>
              </a:gdLst>
              <a:ahLst/>
              <a:cxnLst>
                <a:cxn ang="0">
                  <a:pos x="connsiteX0" y="connsiteY0"/>
                </a:cxn>
                <a:cxn ang="0">
                  <a:pos x="connsiteX1" y="connsiteY1"/>
                </a:cxn>
                <a:cxn ang="0">
                  <a:pos x="connsiteX2" y="connsiteY2"/>
                </a:cxn>
              </a:cxnLst>
              <a:rect l="l" t="t" r="r" b="b"/>
              <a:pathLst>
                <a:path w="37381" h="539">
                  <a:moveTo>
                    <a:pt x="0" y="0"/>
                  </a:moveTo>
                  <a:cubicBezTo>
                    <a:pt x="12221" y="719"/>
                    <a:pt x="25160" y="719"/>
                    <a:pt x="37381" y="0"/>
                  </a:cubicBezTo>
                  <a:cubicBezTo>
                    <a:pt x="25160" y="0"/>
                    <a:pt x="12940" y="0"/>
                    <a:pt x="0" y="0"/>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3" name="任意多边形: 形状 104"/>
            <p:cNvSpPr/>
            <p:nvPr/>
          </p:nvSpPr>
          <p:spPr>
            <a:xfrm>
              <a:off x="-6733520" y="9272907"/>
              <a:ext cx="539" cy="718"/>
            </a:xfrm>
            <a:custGeom>
              <a:avLst/>
              <a:gdLst>
                <a:gd name="connsiteX0" fmla="*/ 539 w 539"/>
                <a:gd name="connsiteY0" fmla="*/ 0 h 718"/>
                <a:gd name="connsiteX1" fmla="*/ 539 w 539"/>
                <a:gd name="connsiteY1" fmla="*/ 719 h 718"/>
                <a:gd name="connsiteX2" fmla="*/ 539 w 539"/>
                <a:gd name="connsiteY2" fmla="*/ 0 h 718"/>
              </a:gdLst>
              <a:ahLst/>
              <a:cxnLst>
                <a:cxn ang="0">
                  <a:pos x="connsiteX0" y="connsiteY0"/>
                </a:cxn>
                <a:cxn ang="0">
                  <a:pos x="connsiteX1" y="connsiteY1"/>
                </a:cxn>
                <a:cxn ang="0">
                  <a:pos x="connsiteX2" y="connsiteY2"/>
                </a:cxn>
              </a:cxnLst>
              <a:rect l="l" t="t" r="r" b="b"/>
              <a:pathLst>
                <a:path w="539" h="718">
                  <a:moveTo>
                    <a:pt x="539" y="0"/>
                  </a:moveTo>
                  <a:cubicBezTo>
                    <a:pt x="-180" y="0"/>
                    <a:pt x="-180" y="719"/>
                    <a:pt x="539" y="719"/>
                  </a:cubicBezTo>
                  <a:cubicBezTo>
                    <a:pt x="539" y="719"/>
                    <a:pt x="539" y="0"/>
                    <a:pt x="539" y="0"/>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4" name="任意多边形: 形状 105"/>
            <p:cNvSpPr/>
            <p:nvPr/>
          </p:nvSpPr>
          <p:spPr>
            <a:xfrm>
              <a:off x="-7235469" y="9392239"/>
              <a:ext cx="128677" cy="47445"/>
            </a:xfrm>
            <a:custGeom>
              <a:avLst/>
              <a:gdLst>
                <a:gd name="connsiteX0" fmla="*/ 34506 w 128677"/>
                <a:gd name="connsiteY0" fmla="*/ 46726 h 47445"/>
                <a:gd name="connsiteX1" fmla="*/ 128677 w 128677"/>
                <a:gd name="connsiteY1" fmla="*/ 0 h 47445"/>
                <a:gd name="connsiteX2" fmla="*/ 0 w 128677"/>
                <a:gd name="connsiteY2" fmla="*/ 15815 h 47445"/>
                <a:gd name="connsiteX3" fmla="*/ 4313 w 128677"/>
                <a:gd name="connsiteY3" fmla="*/ 24441 h 47445"/>
                <a:gd name="connsiteX4" fmla="*/ 31630 w 128677"/>
                <a:gd name="connsiteY4" fmla="*/ 47445 h 47445"/>
                <a:gd name="connsiteX5" fmla="*/ 34506 w 128677"/>
                <a:gd name="connsiteY5" fmla="*/ 46726 h 47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677" h="47445">
                  <a:moveTo>
                    <a:pt x="34506" y="46726"/>
                  </a:moveTo>
                  <a:cubicBezTo>
                    <a:pt x="68292" y="33068"/>
                    <a:pt x="99204" y="17972"/>
                    <a:pt x="128677" y="0"/>
                  </a:cubicBezTo>
                  <a:cubicBezTo>
                    <a:pt x="86264" y="11502"/>
                    <a:pt x="43851" y="16534"/>
                    <a:pt x="0" y="15815"/>
                  </a:cubicBezTo>
                  <a:cubicBezTo>
                    <a:pt x="0" y="18691"/>
                    <a:pt x="1438" y="22285"/>
                    <a:pt x="4313" y="24441"/>
                  </a:cubicBezTo>
                  <a:cubicBezTo>
                    <a:pt x="14377" y="33068"/>
                    <a:pt x="22285" y="40975"/>
                    <a:pt x="31630" y="47445"/>
                  </a:cubicBezTo>
                  <a:cubicBezTo>
                    <a:pt x="33068" y="47445"/>
                    <a:pt x="33787" y="46726"/>
                    <a:pt x="34506" y="46726"/>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5" name="任意多边形: 形状 106"/>
            <p:cNvSpPr/>
            <p:nvPr/>
          </p:nvSpPr>
          <p:spPr>
            <a:xfrm>
              <a:off x="-6998962" y="10545303"/>
              <a:ext cx="47445" cy="20392"/>
            </a:xfrm>
            <a:custGeom>
              <a:avLst/>
              <a:gdLst>
                <a:gd name="connsiteX0" fmla="*/ 44570 w 47445"/>
                <a:gd name="connsiteY0" fmla="*/ 4313 h 20392"/>
                <a:gd name="connsiteX1" fmla="*/ 47445 w 47445"/>
                <a:gd name="connsiteY1" fmla="*/ 0 h 20392"/>
                <a:gd name="connsiteX2" fmla="*/ 0 w 47445"/>
                <a:gd name="connsiteY2" fmla="*/ 20128 h 20392"/>
                <a:gd name="connsiteX3" fmla="*/ 44570 w 47445"/>
                <a:gd name="connsiteY3" fmla="*/ 4313 h 20392"/>
              </a:gdLst>
              <a:ahLst/>
              <a:cxnLst>
                <a:cxn ang="0">
                  <a:pos x="connsiteX0" y="connsiteY0"/>
                </a:cxn>
                <a:cxn ang="0">
                  <a:pos x="connsiteX1" y="connsiteY1"/>
                </a:cxn>
                <a:cxn ang="0">
                  <a:pos x="connsiteX2" y="connsiteY2"/>
                </a:cxn>
                <a:cxn ang="0">
                  <a:pos x="connsiteX3" y="connsiteY3"/>
                </a:cxn>
              </a:cxnLst>
              <a:rect l="l" t="t" r="r" b="b"/>
              <a:pathLst>
                <a:path w="47445" h="20392">
                  <a:moveTo>
                    <a:pt x="44570" y="4313"/>
                  </a:moveTo>
                  <a:cubicBezTo>
                    <a:pt x="46008" y="2876"/>
                    <a:pt x="46726" y="1438"/>
                    <a:pt x="47445" y="0"/>
                  </a:cubicBezTo>
                  <a:cubicBezTo>
                    <a:pt x="32349" y="7907"/>
                    <a:pt x="16534" y="14377"/>
                    <a:pt x="0" y="20128"/>
                  </a:cubicBezTo>
                  <a:cubicBezTo>
                    <a:pt x="17253" y="21566"/>
                    <a:pt x="34506" y="17253"/>
                    <a:pt x="44570" y="4313"/>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6" name="任意多边形: 形状 107"/>
            <p:cNvSpPr/>
            <p:nvPr/>
          </p:nvSpPr>
          <p:spPr>
            <a:xfrm>
              <a:off x="-6896883" y="10433850"/>
              <a:ext cx="47157" cy="41723"/>
            </a:xfrm>
            <a:custGeom>
              <a:avLst/>
              <a:gdLst>
                <a:gd name="connsiteX0" fmla="*/ 13658 w 47157"/>
                <a:gd name="connsiteY0" fmla="*/ 41723 h 41723"/>
                <a:gd name="connsiteX1" fmla="*/ 43132 w 47157"/>
                <a:gd name="connsiteY1" fmla="*/ 22314 h 41723"/>
                <a:gd name="connsiteX2" fmla="*/ 34506 w 47157"/>
                <a:gd name="connsiteY2" fmla="*/ 748 h 41723"/>
                <a:gd name="connsiteX3" fmla="*/ 0 w 47157"/>
                <a:gd name="connsiteY3" fmla="*/ 2186 h 41723"/>
                <a:gd name="connsiteX4" fmla="*/ 2157 w 47157"/>
                <a:gd name="connsiteY4" fmla="*/ 30222 h 41723"/>
                <a:gd name="connsiteX5" fmla="*/ 13658 w 47157"/>
                <a:gd name="connsiteY5" fmla="*/ 41723 h 4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57" h="41723">
                  <a:moveTo>
                    <a:pt x="13658" y="41723"/>
                  </a:moveTo>
                  <a:cubicBezTo>
                    <a:pt x="24441" y="36691"/>
                    <a:pt x="34506" y="30222"/>
                    <a:pt x="43132" y="22314"/>
                  </a:cubicBezTo>
                  <a:cubicBezTo>
                    <a:pt x="52477" y="14406"/>
                    <a:pt x="43851" y="1467"/>
                    <a:pt x="34506" y="748"/>
                  </a:cubicBezTo>
                  <a:cubicBezTo>
                    <a:pt x="23004" y="-690"/>
                    <a:pt x="11502" y="29"/>
                    <a:pt x="0" y="2186"/>
                  </a:cubicBezTo>
                  <a:cubicBezTo>
                    <a:pt x="7189" y="9374"/>
                    <a:pt x="10064" y="19439"/>
                    <a:pt x="2157" y="30222"/>
                  </a:cubicBezTo>
                  <a:cubicBezTo>
                    <a:pt x="7189" y="32378"/>
                    <a:pt x="11502" y="36691"/>
                    <a:pt x="13658" y="41723"/>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7" name="任意多边形: 形状 108"/>
            <p:cNvSpPr/>
            <p:nvPr/>
          </p:nvSpPr>
          <p:spPr>
            <a:xfrm>
              <a:off x="-7493834" y="11040603"/>
              <a:ext cx="57081" cy="42412"/>
            </a:xfrm>
            <a:custGeom>
              <a:avLst/>
              <a:gdLst>
                <a:gd name="connsiteX0" fmla="*/ 57081 w 57081"/>
                <a:gd name="connsiteY0" fmla="*/ 42413 h 42412"/>
                <a:gd name="connsiteX1" fmla="*/ 52768 w 57081"/>
                <a:gd name="connsiteY1" fmla="*/ 35943 h 42412"/>
                <a:gd name="connsiteX2" fmla="*/ 26170 w 57081"/>
                <a:gd name="connsiteY2" fmla="*/ 24441 h 42412"/>
                <a:gd name="connsiteX3" fmla="*/ 9636 w 57081"/>
                <a:gd name="connsiteY3" fmla="*/ 0 h 42412"/>
                <a:gd name="connsiteX4" fmla="*/ 5323 w 57081"/>
                <a:gd name="connsiteY4" fmla="*/ 20847 h 42412"/>
                <a:gd name="connsiteX5" fmla="*/ 57081 w 57081"/>
                <a:gd name="connsiteY5" fmla="*/ 42413 h 42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081" h="42412">
                  <a:moveTo>
                    <a:pt x="57081" y="42413"/>
                  </a:moveTo>
                  <a:cubicBezTo>
                    <a:pt x="55644" y="40256"/>
                    <a:pt x="54206" y="38100"/>
                    <a:pt x="52768" y="35943"/>
                  </a:cubicBezTo>
                  <a:cubicBezTo>
                    <a:pt x="43423" y="37381"/>
                    <a:pt x="33359" y="34506"/>
                    <a:pt x="26170" y="24441"/>
                  </a:cubicBezTo>
                  <a:cubicBezTo>
                    <a:pt x="20419" y="16534"/>
                    <a:pt x="15387" y="7907"/>
                    <a:pt x="9636" y="0"/>
                  </a:cubicBezTo>
                  <a:cubicBezTo>
                    <a:pt x="-1147" y="719"/>
                    <a:pt x="-3304" y="15096"/>
                    <a:pt x="5323" y="20847"/>
                  </a:cubicBezTo>
                  <a:cubicBezTo>
                    <a:pt x="21857" y="33068"/>
                    <a:pt x="39110" y="40256"/>
                    <a:pt x="57081" y="42413"/>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8" name="任意多边形: 形状 109"/>
            <p:cNvSpPr/>
            <p:nvPr/>
          </p:nvSpPr>
          <p:spPr>
            <a:xfrm>
              <a:off x="-5907001" y="9337307"/>
              <a:ext cx="42413" cy="32646"/>
            </a:xfrm>
            <a:custGeom>
              <a:avLst/>
              <a:gdLst>
                <a:gd name="connsiteX0" fmla="*/ 36662 w 42413"/>
                <a:gd name="connsiteY0" fmla="*/ 1017 h 32646"/>
                <a:gd name="connsiteX1" fmla="*/ 0 w 42413"/>
                <a:gd name="connsiteY1" fmla="*/ 15394 h 32646"/>
                <a:gd name="connsiteX2" fmla="*/ 2875 w 42413"/>
                <a:gd name="connsiteY2" fmla="*/ 20426 h 32646"/>
                <a:gd name="connsiteX3" fmla="*/ 35224 w 42413"/>
                <a:gd name="connsiteY3" fmla="*/ 32647 h 32646"/>
                <a:gd name="connsiteX4" fmla="*/ 42413 w 42413"/>
                <a:gd name="connsiteY4" fmla="*/ 298 h 32646"/>
                <a:gd name="connsiteX5" fmla="*/ 36662 w 42413"/>
                <a:gd name="connsiteY5" fmla="*/ 1017 h 3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413" h="32646">
                  <a:moveTo>
                    <a:pt x="36662" y="1017"/>
                  </a:moveTo>
                  <a:cubicBezTo>
                    <a:pt x="25160" y="6768"/>
                    <a:pt x="12940" y="11800"/>
                    <a:pt x="0" y="15394"/>
                  </a:cubicBezTo>
                  <a:cubicBezTo>
                    <a:pt x="719" y="16832"/>
                    <a:pt x="2157" y="18988"/>
                    <a:pt x="2875" y="20426"/>
                  </a:cubicBezTo>
                  <a:cubicBezTo>
                    <a:pt x="12221" y="26896"/>
                    <a:pt x="23004" y="30490"/>
                    <a:pt x="35224" y="32647"/>
                  </a:cubicBezTo>
                  <a:cubicBezTo>
                    <a:pt x="34506" y="21864"/>
                    <a:pt x="36662" y="10362"/>
                    <a:pt x="42413" y="298"/>
                  </a:cubicBezTo>
                  <a:cubicBezTo>
                    <a:pt x="40256" y="-421"/>
                    <a:pt x="38819" y="298"/>
                    <a:pt x="36662" y="1017"/>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69" name="任意多边形: 形状 110"/>
            <p:cNvSpPr/>
            <p:nvPr/>
          </p:nvSpPr>
          <p:spPr>
            <a:xfrm>
              <a:off x="-6768205" y="7072420"/>
              <a:ext cx="58947" cy="27349"/>
            </a:xfrm>
            <a:custGeom>
              <a:avLst/>
              <a:gdLst>
                <a:gd name="connsiteX0" fmla="*/ 12940 w 58947"/>
                <a:gd name="connsiteY0" fmla="*/ 12972 h 27349"/>
                <a:gd name="connsiteX1" fmla="*/ 58947 w 58947"/>
                <a:gd name="connsiteY1" fmla="*/ 18004 h 27349"/>
                <a:gd name="connsiteX2" fmla="*/ 21566 w 58947"/>
                <a:gd name="connsiteY2" fmla="*/ 21598 h 27349"/>
                <a:gd name="connsiteX3" fmla="*/ 2876 w 58947"/>
                <a:gd name="connsiteY3" fmla="*/ 32 h 27349"/>
                <a:gd name="connsiteX4" fmla="*/ 0 w 58947"/>
                <a:gd name="connsiteY4" fmla="*/ 751 h 27349"/>
                <a:gd name="connsiteX5" fmla="*/ 0 w 58947"/>
                <a:gd name="connsiteY5" fmla="*/ 751 h 27349"/>
                <a:gd name="connsiteX6" fmla="*/ 12940 w 58947"/>
                <a:gd name="connsiteY6" fmla="*/ 12972 h 27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47" h="27349">
                  <a:moveTo>
                    <a:pt x="12940" y="12972"/>
                  </a:moveTo>
                  <a:cubicBezTo>
                    <a:pt x="24442" y="33819"/>
                    <a:pt x="42413" y="28787"/>
                    <a:pt x="58947" y="18004"/>
                  </a:cubicBezTo>
                  <a:cubicBezTo>
                    <a:pt x="46008" y="16566"/>
                    <a:pt x="33787" y="18723"/>
                    <a:pt x="21566" y="21598"/>
                  </a:cubicBezTo>
                  <a:cubicBezTo>
                    <a:pt x="22285" y="10815"/>
                    <a:pt x="15096" y="-687"/>
                    <a:pt x="2876" y="32"/>
                  </a:cubicBezTo>
                  <a:cubicBezTo>
                    <a:pt x="2157" y="32"/>
                    <a:pt x="1438" y="32"/>
                    <a:pt x="0" y="751"/>
                  </a:cubicBezTo>
                  <a:cubicBezTo>
                    <a:pt x="0" y="751"/>
                    <a:pt x="0" y="751"/>
                    <a:pt x="0" y="751"/>
                  </a:cubicBezTo>
                  <a:cubicBezTo>
                    <a:pt x="5032" y="2908"/>
                    <a:pt x="9345" y="7221"/>
                    <a:pt x="12940" y="12972"/>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70" name="任意多边形: 形状 111"/>
            <p:cNvSpPr/>
            <p:nvPr/>
          </p:nvSpPr>
          <p:spPr>
            <a:xfrm>
              <a:off x="-6662532" y="6874045"/>
              <a:ext cx="38112" cy="202720"/>
            </a:xfrm>
            <a:custGeom>
              <a:avLst/>
              <a:gdLst>
                <a:gd name="connsiteX0" fmla="*/ 30911 w 38112"/>
                <a:gd name="connsiteY0" fmla="*/ 202721 h 202720"/>
                <a:gd name="connsiteX1" fmla="*/ 38100 w 38112"/>
                <a:gd name="connsiteY1" fmla="*/ 15096 h 202720"/>
                <a:gd name="connsiteX2" fmla="*/ 7907 w 38112"/>
                <a:gd name="connsiteY2" fmla="*/ 15096 h 202720"/>
                <a:gd name="connsiteX3" fmla="*/ 0 w 38112"/>
                <a:gd name="connsiteY3" fmla="*/ 184749 h 202720"/>
                <a:gd name="connsiteX4" fmla="*/ 30911 w 38112"/>
                <a:gd name="connsiteY4" fmla="*/ 202721 h 202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 h="202720">
                  <a:moveTo>
                    <a:pt x="30911" y="202721"/>
                  </a:moveTo>
                  <a:cubicBezTo>
                    <a:pt x="33068" y="140179"/>
                    <a:pt x="35943" y="77638"/>
                    <a:pt x="38100" y="15096"/>
                  </a:cubicBezTo>
                  <a:cubicBezTo>
                    <a:pt x="38819" y="-5032"/>
                    <a:pt x="8626" y="-5032"/>
                    <a:pt x="7907" y="15096"/>
                  </a:cubicBezTo>
                  <a:cubicBezTo>
                    <a:pt x="5032" y="71887"/>
                    <a:pt x="2875" y="127959"/>
                    <a:pt x="0" y="184749"/>
                  </a:cubicBezTo>
                  <a:cubicBezTo>
                    <a:pt x="12940" y="183311"/>
                    <a:pt x="25160" y="191219"/>
                    <a:pt x="30911" y="202721"/>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a:ea typeface="宋体"/>
                <a:cs typeface="+mn-cs"/>
              </a:endParaRPr>
            </a:p>
          </p:txBody>
        </p:sp>
        <p:sp>
          <p:nvSpPr>
            <p:cNvPr id="171" name="任意多边形: 形状 112"/>
            <p:cNvSpPr/>
            <p:nvPr/>
          </p:nvSpPr>
          <p:spPr>
            <a:xfrm>
              <a:off x="-8054260" y="5932431"/>
              <a:ext cx="3050875" cy="6856730"/>
            </a:xfrm>
            <a:custGeom>
              <a:avLst/>
              <a:gdLst>
                <a:gd name="connsiteX0" fmla="*/ 3050876 w 3050875"/>
                <a:gd name="connsiteY0" fmla="*/ 6846395 h 6856730"/>
                <a:gd name="connsiteX1" fmla="*/ 2968925 w 3050875"/>
                <a:gd name="connsiteY1" fmla="*/ 6788166 h 6856730"/>
                <a:gd name="connsiteX2" fmla="*/ 2932263 w 3050875"/>
                <a:gd name="connsiteY2" fmla="*/ 6765163 h 6856730"/>
                <a:gd name="connsiteX3" fmla="*/ 2847436 w 3050875"/>
                <a:gd name="connsiteY3" fmla="*/ 6766600 h 6856730"/>
                <a:gd name="connsiteX4" fmla="*/ 2608772 w 3050875"/>
                <a:gd name="connsiteY4" fmla="*/ 6766600 h 6856730"/>
                <a:gd name="connsiteX5" fmla="*/ 2574266 w 3050875"/>
                <a:gd name="connsiteY5" fmla="*/ 6753661 h 6856730"/>
                <a:gd name="connsiteX6" fmla="*/ 2573548 w 3050875"/>
                <a:gd name="connsiteY6" fmla="*/ 6676023 h 6856730"/>
                <a:gd name="connsiteX7" fmla="*/ 2574266 w 3050875"/>
                <a:gd name="connsiteY7" fmla="*/ 6674585 h 6856730"/>
                <a:gd name="connsiteX8" fmla="*/ 2550544 w 3050875"/>
                <a:gd name="connsiteY8" fmla="*/ 6653019 h 6856730"/>
                <a:gd name="connsiteX9" fmla="*/ 2550544 w 3050875"/>
                <a:gd name="connsiteY9" fmla="*/ 6321621 h 6856730"/>
                <a:gd name="connsiteX10" fmla="*/ 2561327 w 3050875"/>
                <a:gd name="connsiteY10" fmla="*/ 6302212 h 6856730"/>
                <a:gd name="connsiteX11" fmla="*/ 2563483 w 3050875"/>
                <a:gd name="connsiteY11" fmla="*/ 6290710 h 6856730"/>
                <a:gd name="connsiteX12" fmla="*/ 2590081 w 3050875"/>
                <a:gd name="connsiteY12" fmla="*/ 6276333 h 6856730"/>
                <a:gd name="connsiteX13" fmla="*/ 2608053 w 3050875"/>
                <a:gd name="connsiteY13" fmla="*/ 6277051 h 6856730"/>
                <a:gd name="connsiteX14" fmla="*/ 2612366 w 3050875"/>
                <a:gd name="connsiteY14" fmla="*/ 6254047 h 6856730"/>
                <a:gd name="connsiteX15" fmla="*/ 2614523 w 3050875"/>
                <a:gd name="connsiteY15" fmla="*/ 6249015 h 6856730"/>
                <a:gd name="connsiteX16" fmla="*/ 2613804 w 3050875"/>
                <a:gd name="connsiteY16" fmla="*/ 6231763 h 6856730"/>
                <a:gd name="connsiteX17" fmla="*/ 2622431 w 3050875"/>
                <a:gd name="connsiteY17" fmla="*/ 6230325 h 6856730"/>
                <a:gd name="connsiteX18" fmla="*/ 2656217 w 3050875"/>
                <a:gd name="connsiteY18" fmla="*/ 6182880 h 6856730"/>
                <a:gd name="connsiteX19" fmla="*/ 2622431 w 3050875"/>
                <a:gd name="connsiteY19" fmla="*/ 6135434 h 6856730"/>
                <a:gd name="connsiteX20" fmla="*/ 2610929 w 3050875"/>
                <a:gd name="connsiteY20" fmla="*/ 6133278 h 6856730"/>
                <a:gd name="connsiteX21" fmla="*/ 2610210 w 3050875"/>
                <a:gd name="connsiteY21" fmla="*/ 6104523 h 6856730"/>
                <a:gd name="connsiteX22" fmla="*/ 2700068 w 3050875"/>
                <a:gd name="connsiteY22" fmla="*/ 6098772 h 6856730"/>
                <a:gd name="connsiteX23" fmla="*/ 2846717 w 3050875"/>
                <a:gd name="connsiteY23" fmla="*/ 6059953 h 6856730"/>
                <a:gd name="connsiteX24" fmla="*/ 2858938 w 3050875"/>
                <a:gd name="connsiteY24" fmla="*/ 6034793 h 6856730"/>
                <a:gd name="connsiteX25" fmla="*/ 2859657 w 3050875"/>
                <a:gd name="connsiteY25" fmla="*/ 6034793 h 6856730"/>
                <a:gd name="connsiteX26" fmla="*/ 2904946 w 3050875"/>
                <a:gd name="connsiteY26" fmla="*/ 6035512 h 6856730"/>
                <a:gd name="connsiteX27" fmla="*/ 2925793 w 3050875"/>
                <a:gd name="connsiteY27" fmla="*/ 6013946 h 6856730"/>
                <a:gd name="connsiteX28" fmla="*/ 2925793 w 3050875"/>
                <a:gd name="connsiteY28" fmla="*/ 6008194 h 6856730"/>
                <a:gd name="connsiteX29" fmla="*/ 2926512 w 3050875"/>
                <a:gd name="connsiteY29" fmla="*/ 6008194 h 6856730"/>
                <a:gd name="connsiteX30" fmla="*/ 2950953 w 3050875"/>
                <a:gd name="connsiteY30" fmla="*/ 5988785 h 6856730"/>
                <a:gd name="connsiteX31" fmla="*/ 2951672 w 3050875"/>
                <a:gd name="connsiteY31" fmla="*/ 5987348 h 6856730"/>
                <a:gd name="connsiteX32" fmla="*/ 2944483 w 3050875"/>
                <a:gd name="connsiteY32" fmla="*/ 5960031 h 6856730"/>
                <a:gd name="connsiteX33" fmla="*/ 2916448 w 3050875"/>
                <a:gd name="connsiteY33" fmla="*/ 5949248 h 6856730"/>
                <a:gd name="connsiteX34" fmla="*/ 2845280 w 3050875"/>
                <a:gd name="connsiteY34" fmla="*/ 5946372 h 6856730"/>
                <a:gd name="connsiteX35" fmla="*/ 2843842 w 3050875"/>
                <a:gd name="connsiteY35" fmla="*/ 5933432 h 6856730"/>
                <a:gd name="connsiteX36" fmla="*/ 2833778 w 3050875"/>
                <a:gd name="connsiteY36" fmla="*/ 5925525 h 6856730"/>
                <a:gd name="connsiteX37" fmla="*/ 2797834 w 3050875"/>
                <a:gd name="connsiteY37" fmla="*/ 5942778 h 6856730"/>
                <a:gd name="connsiteX38" fmla="*/ 2792802 w 3050875"/>
                <a:gd name="connsiteY38" fmla="*/ 5945653 h 6856730"/>
                <a:gd name="connsiteX39" fmla="*/ 2769798 w 3050875"/>
                <a:gd name="connsiteY39" fmla="*/ 5944934 h 6856730"/>
                <a:gd name="connsiteX40" fmla="*/ 2695036 w 3050875"/>
                <a:gd name="connsiteY40" fmla="*/ 5929119 h 6856730"/>
                <a:gd name="connsiteX41" fmla="*/ 2823714 w 3050875"/>
                <a:gd name="connsiteY41" fmla="*/ 5885268 h 6856730"/>
                <a:gd name="connsiteX42" fmla="*/ 2817963 w 3050875"/>
                <a:gd name="connsiteY42" fmla="*/ 5870891 h 6856730"/>
                <a:gd name="connsiteX43" fmla="*/ 2546949 w 3050875"/>
                <a:gd name="connsiteY43" fmla="*/ 5873767 h 6856730"/>
                <a:gd name="connsiteX44" fmla="*/ 2419710 w 3050875"/>
                <a:gd name="connsiteY44" fmla="*/ 5822008 h 6856730"/>
                <a:gd name="connsiteX45" fmla="*/ 2370108 w 3050875"/>
                <a:gd name="connsiteY45" fmla="*/ 5786783 h 6856730"/>
                <a:gd name="connsiteX46" fmla="*/ 2506693 w 3050875"/>
                <a:gd name="connsiteY46" fmla="*/ 5775282 h 6856730"/>
                <a:gd name="connsiteX47" fmla="*/ 2506693 w 3050875"/>
                <a:gd name="connsiteY47" fmla="*/ 5736463 h 6856730"/>
                <a:gd name="connsiteX48" fmla="*/ 2359325 w 3050875"/>
                <a:gd name="connsiteY48" fmla="*/ 5724961 h 6856730"/>
                <a:gd name="connsiteX49" fmla="*/ 2347823 w 3050875"/>
                <a:gd name="connsiteY49" fmla="*/ 5718491 h 6856730"/>
                <a:gd name="connsiteX50" fmla="*/ 2321225 w 3050875"/>
                <a:gd name="connsiteY50" fmla="*/ 5722085 h 6856730"/>
                <a:gd name="connsiteX51" fmla="*/ 2302534 w 3050875"/>
                <a:gd name="connsiteY51" fmla="*/ 5539493 h 6856730"/>
                <a:gd name="connsiteX52" fmla="*/ 2283125 w 3050875"/>
                <a:gd name="connsiteY52" fmla="*/ 5351149 h 6856730"/>
                <a:gd name="connsiteX53" fmla="*/ 2312599 w 3050875"/>
                <a:gd name="connsiteY53" fmla="*/ 5343242 h 6856730"/>
                <a:gd name="connsiteX54" fmla="*/ 2316193 w 3050875"/>
                <a:gd name="connsiteY54" fmla="*/ 5315206 h 6856730"/>
                <a:gd name="connsiteX55" fmla="*/ 2286000 w 3050875"/>
                <a:gd name="connsiteY55" fmla="*/ 5296515 h 6856730"/>
                <a:gd name="connsiteX56" fmla="*/ 2302534 w 3050875"/>
                <a:gd name="connsiteY56" fmla="*/ 5271355 h 6856730"/>
                <a:gd name="connsiteX57" fmla="*/ 2446308 w 3050875"/>
                <a:gd name="connsiteY57" fmla="*/ 5043474 h 6856730"/>
                <a:gd name="connsiteX58" fmla="*/ 2431930 w 3050875"/>
                <a:gd name="connsiteY58" fmla="*/ 5019751 h 6856730"/>
                <a:gd name="connsiteX59" fmla="*/ 2423304 w 3050875"/>
                <a:gd name="connsiteY59" fmla="*/ 5024065 h 6856730"/>
                <a:gd name="connsiteX60" fmla="*/ 2323382 w 3050875"/>
                <a:gd name="connsiteY60" fmla="*/ 5042755 h 6856730"/>
                <a:gd name="connsiteX61" fmla="*/ 2240712 w 3050875"/>
                <a:gd name="connsiteY61" fmla="*/ 5003217 h 6856730"/>
                <a:gd name="connsiteX62" fmla="*/ 2237117 w 3050875"/>
                <a:gd name="connsiteY62" fmla="*/ 5003936 h 6856730"/>
                <a:gd name="connsiteX63" fmla="*/ 2229210 w 3050875"/>
                <a:gd name="connsiteY63" fmla="*/ 4984527 h 6856730"/>
                <a:gd name="connsiteX64" fmla="*/ 2227053 w 3050875"/>
                <a:gd name="connsiteY64" fmla="*/ 4978776 h 6856730"/>
                <a:gd name="connsiteX65" fmla="*/ 2204768 w 3050875"/>
                <a:gd name="connsiteY65" fmla="*/ 4904014 h 6856730"/>
                <a:gd name="connsiteX66" fmla="*/ 2152291 w 3050875"/>
                <a:gd name="connsiteY66" fmla="*/ 4627968 h 6856730"/>
                <a:gd name="connsiteX67" fmla="*/ 2176732 w 3050875"/>
                <a:gd name="connsiteY67" fmla="*/ 4602089 h 6856730"/>
                <a:gd name="connsiteX68" fmla="*/ 2180327 w 3050875"/>
                <a:gd name="connsiteY68" fmla="*/ 4589868 h 6856730"/>
                <a:gd name="connsiteX69" fmla="*/ 2176014 w 3050875"/>
                <a:gd name="connsiteY69" fmla="*/ 4520857 h 6856730"/>
                <a:gd name="connsiteX70" fmla="*/ 2201174 w 3050875"/>
                <a:gd name="connsiteY70" fmla="*/ 4509355 h 6856730"/>
                <a:gd name="connsiteX71" fmla="*/ 2204768 w 3050875"/>
                <a:gd name="connsiteY71" fmla="*/ 4492821 h 6856730"/>
                <a:gd name="connsiteX72" fmla="*/ 2205487 w 3050875"/>
                <a:gd name="connsiteY72" fmla="*/ 4492102 h 6856730"/>
                <a:gd name="connsiteX73" fmla="*/ 2209081 w 3050875"/>
                <a:gd name="connsiteY73" fmla="*/ 4463348 h 6856730"/>
                <a:gd name="connsiteX74" fmla="*/ 2226334 w 3050875"/>
                <a:gd name="connsiteY74" fmla="*/ 4443219 h 6856730"/>
                <a:gd name="connsiteX75" fmla="*/ 2277374 w 3050875"/>
                <a:gd name="connsiteY75" fmla="*/ 4355517 h 6856730"/>
                <a:gd name="connsiteX76" fmla="*/ 2360763 w 3050875"/>
                <a:gd name="connsiteY76" fmla="*/ 4237623 h 6856730"/>
                <a:gd name="connsiteX77" fmla="*/ 2360763 w 3050875"/>
                <a:gd name="connsiteY77" fmla="*/ 4237623 h 6856730"/>
                <a:gd name="connsiteX78" fmla="*/ 2265153 w 3050875"/>
                <a:gd name="connsiteY78" fmla="*/ 4262783 h 6856730"/>
                <a:gd name="connsiteX79" fmla="*/ 2131444 w 3050875"/>
                <a:gd name="connsiteY79" fmla="*/ 4175800 h 6856730"/>
                <a:gd name="connsiteX80" fmla="*/ 2145821 w 3050875"/>
                <a:gd name="connsiteY80" fmla="*/ 4139138 h 6856730"/>
                <a:gd name="connsiteX81" fmla="*/ 2139351 w 3050875"/>
                <a:gd name="connsiteY81" fmla="*/ 4131949 h 6856730"/>
                <a:gd name="connsiteX82" fmla="*/ 2129287 w 3050875"/>
                <a:gd name="connsiteY82" fmla="*/ 4126917 h 6856730"/>
                <a:gd name="connsiteX83" fmla="*/ 2125693 w 3050875"/>
                <a:gd name="connsiteY83" fmla="*/ 4101757 h 6856730"/>
                <a:gd name="connsiteX84" fmla="*/ 2109159 w 3050875"/>
                <a:gd name="connsiteY84" fmla="*/ 3872438 h 6856730"/>
                <a:gd name="connsiteX85" fmla="*/ 2096219 w 3050875"/>
                <a:gd name="connsiteY85" fmla="*/ 3692002 h 6856730"/>
                <a:gd name="connsiteX86" fmla="*/ 2140789 w 3050875"/>
                <a:gd name="connsiteY86" fmla="*/ 3622991 h 6856730"/>
                <a:gd name="connsiteX87" fmla="*/ 2193985 w 3050875"/>
                <a:gd name="connsiteY87" fmla="*/ 3536008 h 6856730"/>
                <a:gd name="connsiteX88" fmla="*/ 2211957 w 3050875"/>
                <a:gd name="connsiteY88" fmla="*/ 3505815 h 6856730"/>
                <a:gd name="connsiteX89" fmla="*/ 2213395 w 3050875"/>
                <a:gd name="connsiteY89" fmla="*/ 3498627 h 6856730"/>
                <a:gd name="connsiteX90" fmla="*/ 2214832 w 3050875"/>
                <a:gd name="connsiteY90" fmla="*/ 3495751 h 6856730"/>
                <a:gd name="connsiteX91" fmla="*/ 2215551 w 3050875"/>
                <a:gd name="connsiteY91" fmla="*/ 3495032 h 6856730"/>
                <a:gd name="connsiteX92" fmla="*/ 2136476 w 3050875"/>
                <a:gd name="connsiteY92" fmla="*/ 3483530 h 6856730"/>
                <a:gd name="connsiteX93" fmla="*/ 2112753 w 3050875"/>
                <a:gd name="connsiteY93" fmla="*/ 3463402 h 6856730"/>
                <a:gd name="connsiteX94" fmla="*/ 2066746 w 3050875"/>
                <a:gd name="connsiteY94" fmla="*/ 3366355 h 6856730"/>
                <a:gd name="connsiteX95" fmla="*/ 2096938 w 3050875"/>
                <a:gd name="connsiteY95" fmla="*/ 3341914 h 6856730"/>
                <a:gd name="connsiteX96" fmla="*/ 2101251 w 3050875"/>
                <a:gd name="connsiteY96" fmla="*/ 3338319 h 6856730"/>
                <a:gd name="connsiteX97" fmla="*/ 2101251 w 3050875"/>
                <a:gd name="connsiteY97" fmla="*/ 3321066 h 6856730"/>
                <a:gd name="connsiteX98" fmla="*/ 2070340 w 3050875"/>
                <a:gd name="connsiteY98" fmla="*/ 3305970 h 6856730"/>
                <a:gd name="connsiteX99" fmla="*/ 2056681 w 3050875"/>
                <a:gd name="connsiteY99" fmla="*/ 3107563 h 6856730"/>
                <a:gd name="connsiteX100" fmla="*/ 2109159 w 3050875"/>
                <a:gd name="connsiteY100" fmla="*/ 3125534 h 6856730"/>
                <a:gd name="connsiteX101" fmla="*/ 2118504 w 3050875"/>
                <a:gd name="connsiteY101" fmla="*/ 3109000 h 6856730"/>
                <a:gd name="connsiteX102" fmla="*/ 2058119 w 3050875"/>
                <a:gd name="connsiteY102" fmla="*/ 3055804 h 6856730"/>
                <a:gd name="connsiteX103" fmla="*/ 2053087 w 3050875"/>
                <a:gd name="connsiteY103" fmla="*/ 3052210 h 6856730"/>
                <a:gd name="connsiteX104" fmla="*/ 2046617 w 3050875"/>
                <a:gd name="connsiteY104" fmla="*/ 2960195 h 6856730"/>
                <a:gd name="connsiteX105" fmla="*/ 2048774 w 3050875"/>
                <a:gd name="connsiteY105" fmla="*/ 2960914 h 6856730"/>
                <a:gd name="connsiteX106" fmla="*/ 2061713 w 3050875"/>
                <a:gd name="connsiteY106" fmla="*/ 2943660 h 6856730"/>
                <a:gd name="connsiteX107" fmla="*/ 2060995 w 3050875"/>
                <a:gd name="connsiteY107" fmla="*/ 2942942 h 6856730"/>
                <a:gd name="connsiteX108" fmla="*/ 2025770 w 3050875"/>
                <a:gd name="connsiteY108" fmla="*/ 2904123 h 6856730"/>
                <a:gd name="connsiteX109" fmla="*/ 2075372 w 3050875"/>
                <a:gd name="connsiteY109" fmla="*/ 2799887 h 6856730"/>
                <a:gd name="connsiteX110" fmla="*/ 2119942 w 3050875"/>
                <a:gd name="connsiteY110" fmla="*/ 2735189 h 6856730"/>
                <a:gd name="connsiteX111" fmla="*/ 2219864 w 3050875"/>
                <a:gd name="connsiteY111" fmla="*/ 2606511 h 6856730"/>
                <a:gd name="connsiteX112" fmla="*/ 2037991 w 3050875"/>
                <a:gd name="connsiteY112" fmla="*/ 2599323 h 6856730"/>
                <a:gd name="connsiteX113" fmla="*/ 2021457 w 3050875"/>
                <a:gd name="connsiteY113" fmla="*/ 2574162 h 6856730"/>
                <a:gd name="connsiteX114" fmla="*/ 2013549 w 3050875"/>
                <a:gd name="connsiteY114" fmla="*/ 2452674 h 6856730"/>
                <a:gd name="connsiteX115" fmla="*/ 2049493 w 3050875"/>
                <a:gd name="connsiteY115" fmla="*/ 2474959 h 6856730"/>
                <a:gd name="connsiteX116" fmla="*/ 2060276 w 3050875"/>
                <a:gd name="connsiteY116" fmla="*/ 2464176 h 6856730"/>
                <a:gd name="connsiteX117" fmla="*/ 2011393 w 3050875"/>
                <a:gd name="connsiteY117" fmla="*/ 2410980 h 6856730"/>
                <a:gd name="connsiteX118" fmla="*/ 2005642 w 3050875"/>
                <a:gd name="connsiteY118" fmla="*/ 2318245 h 6856730"/>
                <a:gd name="connsiteX119" fmla="*/ 1997015 w 3050875"/>
                <a:gd name="connsiteY119" fmla="*/ 2188130 h 6856730"/>
                <a:gd name="connsiteX120" fmla="*/ 1997015 w 3050875"/>
                <a:gd name="connsiteY120" fmla="*/ 2183817 h 6856730"/>
                <a:gd name="connsiteX121" fmla="*/ 1991983 w 3050875"/>
                <a:gd name="connsiteY121" fmla="*/ 2114806 h 6856730"/>
                <a:gd name="connsiteX122" fmla="*/ 1995578 w 3050875"/>
                <a:gd name="connsiteY122" fmla="*/ 2099710 h 6856730"/>
                <a:gd name="connsiteX123" fmla="*/ 1990546 w 3050875"/>
                <a:gd name="connsiteY123" fmla="*/ 2093240 h 6856730"/>
                <a:gd name="connsiteX124" fmla="*/ 1990546 w 3050875"/>
                <a:gd name="connsiteY124" fmla="*/ 2090364 h 6856730"/>
                <a:gd name="connsiteX125" fmla="*/ 1995578 w 3050875"/>
                <a:gd name="connsiteY125" fmla="*/ 2091802 h 6856730"/>
                <a:gd name="connsiteX126" fmla="*/ 2004204 w 3050875"/>
                <a:gd name="connsiteY126" fmla="*/ 2075987 h 6856730"/>
                <a:gd name="connsiteX127" fmla="*/ 1990546 w 3050875"/>
                <a:gd name="connsiteY127" fmla="*/ 2063766 h 6856730"/>
                <a:gd name="connsiteX128" fmla="*/ 2027927 w 3050875"/>
                <a:gd name="connsiteY128" fmla="*/ 2001225 h 6856730"/>
                <a:gd name="connsiteX129" fmla="*/ 2029364 w 3050875"/>
                <a:gd name="connsiteY129" fmla="*/ 1999787 h 6856730"/>
                <a:gd name="connsiteX130" fmla="*/ 2034397 w 3050875"/>
                <a:gd name="connsiteY130" fmla="*/ 1991879 h 6856730"/>
                <a:gd name="connsiteX131" fmla="*/ 2041585 w 3050875"/>
                <a:gd name="connsiteY131" fmla="*/ 1989004 h 6856730"/>
                <a:gd name="connsiteX132" fmla="*/ 2055244 w 3050875"/>
                <a:gd name="connsiteY132" fmla="*/ 1970313 h 6856730"/>
                <a:gd name="connsiteX133" fmla="*/ 2069621 w 3050875"/>
                <a:gd name="connsiteY133" fmla="*/ 1957374 h 6856730"/>
                <a:gd name="connsiteX134" fmla="*/ 2076091 w 3050875"/>
                <a:gd name="connsiteY134" fmla="*/ 1944434 h 6856730"/>
                <a:gd name="connsiteX135" fmla="*/ 2091906 w 3050875"/>
                <a:gd name="connsiteY135" fmla="*/ 1936527 h 6856730"/>
                <a:gd name="connsiteX136" fmla="*/ 2088312 w 3050875"/>
                <a:gd name="connsiteY136" fmla="*/ 1894832 h 6856730"/>
                <a:gd name="connsiteX137" fmla="*/ 2092625 w 3050875"/>
                <a:gd name="connsiteY137" fmla="*/ 1883330 h 6856730"/>
                <a:gd name="connsiteX138" fmla="*/ 2078966 w 3050875"/>
                <a:gd name="connsiteY138" fmla="*/ 1863921 h 6856730"/>
                <a:gd name="connsiteX139" fmla="*/ 2078966 w 3050875"/>
                <a:gd name="connsiteY139" fmla="*/ 1861764 h 6856730"/>
                <a:gd name="connsiteX140" fmla="*/ 2062432 w 3050875"/>
                <a:gd name="connsiteY140" fmla="*/ 1851700 h 6856730"/>
                <a:gd name="connsiteX141" fmla="*/ 2042304 w 3050875"/>
                <a:gd name="connsiteY141" fmla="*/ 1870391 h 6856730"/>
                <a:gd name="connsiteX142" fmla="*/ 2010674 w 3050875"/>
                <a:gd name="connsiteY142" fmla="*/ 1889081 h 6856730"/>
                <a:gd name="connsiteX143" fmla="*/ 2006361 w 3050875"/>
                <a:gd name="connsiteY143" fmla="*/ 1899864 h 6856730"/>
                <a:gd name="connsiteX144" fmla="*/ 1978325 w 3050875"/>
                <a:gd name="connsiteY144" fmla="*/ 1910647 h 6856730"/>
                <a:gd name="connsiteX145" fmla="*/ 1975449 w 3050875"/>
                <a:gd name="connsiteY145" fmla="*/ 1866077 h 6856730"/>
                <a:gd name="connsiteX146" fmla="*/ 1999172 w 3050875"/>
                <a:gd name="connsiteY146" fmla="*/ 1865359 h 6856730"/>
                <a:gd name="connsiteX147" fmla="*/ 1999172 w 3050875"/>
                <a:gd name="connsiteY147" fmla="*/ 1854576 h 6856730"/>
                <a:gd name="connsiteX148" fmla="*/ 1974731 w 3050875"/>
                <a:gd name="connsiteY148" fmla="*/ 1853857 h 6856730"/>
                <a:gd name="connsiteX149" fmla="*/ 1958196 w 3050875"/>
                <a:gd name="connsiteY149" fmla="*/ 1619506 h 6856730"/>
                <a:gd name="connsiteX150" fmla="*/ 1954602 w 3050875"/>
                <a:gd name="connsiteY150" fmla="*/ 1565591 h 6856730"/>
                <a:gd name="connsiteX151" fmla="*/ 1971136 w 3050875"/>
                <a:gd name="connsiteY151" fmla="*/ 1567028 h 6856730"/>
                <a:gd name="connsiteX152" fmla="*/ 1983357 w 3050875"/>
                <a:gd name="connsiteY152" fmla="*/ 1544744 h 6856730"/>
                <a:gd name="connsiteX153" fmla="*/ 1950289 w 3050875"/>
                <a:gd name="connsiteY153" fmla="*/ 1508081 h 6856730"/>
                <a:gd name="connsiteX154" fmla="*/ 1944538 w 3050875"/>
                <a:gd name="connsiteY154" fmla="*/ 1431162 h 6856730"/>
                <a:gd name="connsiteX155" fmla="*/ 1974731 w 3050875"/>
                <a:gd name="connsiteY155" fmla="*/ 1423974 h 6856730"/>
                <a:gd name="connsiteX156" fmla="*/ 1977606 w 3050875"/>
                <a:gd name="connsiteY156" fmla="*/ 1421098 h 6856730"/>
                <a:gd name="connsiteX157" fmla="*/ 1981200 w 3050875"/>
                <a:gd name="connsiteY157" fmla="*/ 1418223 h 6856730"/>
                <a:gd name="connsiteX158" fmla="*/ 2077529 w 3050875"/>
                <a:gd name="connsiteY158" fmla="*/ 1285232 h 6856730"/>
                <a:gd name="connsiteX159" fmla="*/ 2072496 w 3050875"/>
                <a:gd name="connsiteY159" fmla="*/ 1252883 h 6856730"/>
                <a:gd name="connsiteX160" fmla="*/ 2072496 w 3050875"/>
                <a:gd name="connsiteY160" fmla="*/ 1252883 h 6856730"/>
                <a:gd name="connsiteX161" fmla="*/ 2045898 w 3050875"/>
                <a:gd name="connsiteY161" fmla="*/ 1252883 h 6856730"/>
                <a:gd name="connsiteX162" fmla="*/ 2027208 w 3050875"/>
                <a:gd name="connsiteY162" fmla="*/ 1246413 h 6856730"/>
                <a:gd name="connsiteX163" fmla="*/ 1935911 w 3050875"/>
                <a:gd name="connsiteY163" fmla="*/ 1228442 h 6856730"/>
                <a:gd name="connsiteX164" fmla="*/ 1923691 w 3050875"/>
                <a:gd name="connsiteY164" fmla="*/ 1198968 h 6856730"/>
                <a:gd name="connsiteX165" fmla="*/ 1940944 w 3050875"/>
                <a:gd name="connsiteY165" fmla="*/ 1166619 h 6856730"/>
                <a:gd name="connsiteX166" fmla="*/ 1943100 w 3050875"/>
                <a:gd name="connsiteY166" fmla="*/ 1067415 h 6856730"/>
                <a:gd name="connsiteX167" fmla="*/ 1945257 w 3050875"/>
                <a:gd name="connsiteY167" fmla="*/ 1024283 h 6856730"/>
                <a:gd name="connsiteX168" fmla="*/ 2102689 w 3050875"/>
                <a:gd name="connsiteY168" fmla="*/ 946645 h 6856730"/>
                <a:gd name="connsiteX169" fmla="*/ 2081123 w 3050875"/>
                <a:gd name="connsiteY169" fmla="*/ 917172 h 6856730"/>
                <a:gd name="connsiteX170" fmla="*/ 1989827 w 3050875"/>
                <a:gd name="connsiteY170" fmla="*/ 959585 h 6856730"/>
                <a:gd name="connsiteX171" fmla="*/ 2014268 w 3050875"/>
                <a:gd name="connsiteY171" fmla="*/ 939457 h 6856730"/>
                <a:gd name="connsiteX172" fmla="*/ 2095500 w 3050875"/>
                <a:gd name="connsiteY172" fmla="*/ 896325 h 6856730"/>
                <a:gd name="connsiteX173" fmla="*/ 2096938 w 3050875"/>
                <a:gd name="connsiteY173" fmla="*/ 895606 h 6856730"/>
                <a:gd name="connsiteX174" fmla="*/ 1933036 w 3050875"/>
                <a:gd name="connsiteY174" fmla="*/ 787057 h 6856730"/>
                <a:gd name="connsiteX175" fmla="*/ 1930880 w 3050875"/>
                <a:gd name="connsiteY175" fmla="*/ 787057 h 6856730"/>
                <a:gd name="connsiteX176" fmla="*/ 1922972 w 3050875"/>
                <a:gd name="connsiteY176" fmla="*/ 777711 h 6856730"/>
                <a:gd name="connsiteX177" fmla="*/ 1924410 w 3050875"/>
                <a:gd name="connsiteY177" fmla="*/ 775555 h 6856730"/>
                <a:gd name="connsiteX178" fmla="*/ 1927285 w 3050875"/>
                <a:gd name="connsiteY178" fmla="*/ 766928 h 6856730"/>
                <a:gd name="connsiteX179" fmla="*/ 1925128 w 3050875"/>
                <a:gd name="connsiteY179" fmla="*/ 753270 h 6856730"/>
                <a:gd name="connsiteX180" fmla="*/ 1910751 w 3050875"/>
                <a:gd name="connsiteY180" fmla="*/ 740330 h 6856730"/>
                <a:gd name="connsiteX181" fmla="*/ 1857555 w 3050875"/>
                <a:gd name="connsiteY181" fmla="*/ 746800 h 6856730"/>
                <a:gd name="connsiteX182" fmla="*/ 1854680 w 3050875"/>
                <a:gd name="connsiteY182" fmla="*/ 745362 h 6856730"/>
                <a:gd name="connsiteX183" fmla="*/ 1819455 w 3050875"/>
                <a:gd name="connsiteY183" fmla="*/ 739611 h 6856730"/>
                <a:gd name="connsiteX184" fmla="*/ 1708749 w 3050875"/>
                <a:gd name="connsiteY184" fmla="*/ 470036 h 6856730"/>
                <a:gd name="connsiteX185" fmla="*/ 1591574 w 3050875"/>
                <a:gd name="connsiteY185" fmla="*/ 130011 h 6856730"/>
                <a:gd name="connsiteX186" fmla="*/ 1591574 w 3050875"/>
                <a:gd name="connsiteY186" fmla="*/ 111321 h 6856730"/>
                <a:gd name="connsiteX187" fmla="*/ 1585823 w 3050875"/>
                <a:gd name="connsiteY187" fmla="*/ 84723 h 6856730"/>
                <a:gd name="connsiteX188" fmla="*/ 1584385 w 3050875"/>
                <a:gd name="connsiteY188" fmla="*/ 51655 h 6856730"/>
                <a:gd name="connsiteX189" fmla="*/ 1582229 w 3050875"/>
                <a:gd name="connsiteY189" fmla="*/ 51655 h 6856730"/>
                <a:gd name="connsiteX190" fmla="*/ 1582947 w 3050875"/>
                <a:gd name="connsiteY190" fmla="*/ 71064 h 6856730"/>
                <a:gd name="connsiteX191" fmla="*/ 1580072 w 3050875"/>
                <a:gd name="connsiteY191" fmla="*/ 58843 h 6856730"/>
                <a:gd name="connsiteX192" fmla="*/ 1603076 w 3050875"/>
                <a:gd name="connsiteY192" fmla="*/ 27213 h 6856730"/>
                <a:gd name="connsiteX193" fmla="*/ 1603076 w 3050875"/>
                <a:gd name="connsiteY193" fmla="*/ 17868 h 6856730"/>
                <a:gd name="connsiteX194" fmla="*/ 1561381 w 3050875"/>
                <a:gd name="connsiteY194" fmla="*/ 41591 h 6856730"/>
                <a:gd name="connsiteX195" fmla="*/ 1561381 w 3050875"/>
                <a:gd name="connsiteY195" fmla="*/ 75377 h 6856730"/>
                <a:gd name="connsiteX196" fmla="*/ 1550598 w 3050875"/>
                <a:gd name="connsiteY196" fmla="*/ 494477 h 6856730"/>
                <a:gd name="connsiteX197" fmla="*/ 1532627 w 3050875"/>
                <a:gd name="connsiteY197" fmla="*/ 564927 h 6856730"/>
                <a:gd name="connsiteX198" fmla="*/ 1531189 w 3050875"/>
                <a:gd name="connsiteY198" fmla="*/ 566364 h 6856730"/>
                <a:gd name="connsiteX199" fmla="*/ 1459302 w 3050875"/>
                <a:gd name="connsiteY199" fmla="*/ 681383 h 6856730"/>
                <a:gd name="connsiteX200" fmla="*/ 1437017 w 3050875"/>
                <a:gd name="connsiteY200" fmla="*/ 709419 h 6856730"/>
                <a:gd name="connsiteX201" fmla="*/ 1485181 w 3050875"/>
                <a:gd name="connsiteY201" fmla="*/ 492321 h 6856730"/>
                <a:gd name="connsiteX202" fmla="*/ 1554193 w 3050875"/>
                <a:gd name="connsiteY202" fmla="*/ 114196 h 6856730"/>
                <a:gd name="connsiteX203" fmla="*/ 1552036 w 3050875"/>
                <a:gd name="connsiteY203" fmla="*/ 114196 h 6856730"/>
                <a:gd name="connsiteX204" fmla="*/ 1480868 w 3050875"/>
                <a:gd name="connsiteY204" fmla="*/ 490883 h 6856730"/>
                <a:gd name="connsiteX205" fmla="*/ 1428391 w 3050875"/>
                <a:gd name="connsiteY205" fmla="*/ 719483 h 6856730"/>
                <a:gd name="connsiteX206" fmla="*/ 1407544 w 3050875"/>
                <a:gd name="connsiteY206" fmla="*/ 741768 h 6856730"/>
                <a:gd name="connsiteX207" fmla="*/ 1393166 w 3050875"/>
                <a:gd name="connsiteY207" fmla="*/ 746800 h 6856730"/>
                <a:gd name="connsiteX208" fmla="*/ 1321998 w 3050875"/>
                <a:gd name="connsiteY208" fmla="*/ 758302 h 6856730"/>
                <a:gd name="connsiteX209" fmla="*/ 1265927 w 3050875"/>
                <a:gd name="connsiteY209" fmla="*/ 738893 h 6856730"/>
                <a:gd name="connsiteX210" fmla="*/ 1300432 w 3050875"/>
                <a:gd name="connsiteY210" fmla="*/ 683540 h 6856730"/>
                <a:gd name="connsiteX211" fmla="*/ 1416889 w 3050875"/>
                <a:gd name="connsiteY211" fmla="*/ 465004 h 6856730"/>
                <a:gd name="connsiteX212" fmla="*/ 1542691 w 3050875"/>
                <a:gd name="connsiteY212" fmla="*/ 114196 h 6856730"/>
                <a:gd name="connsiteX213" fmla="*/ 1544847 w 3050875"/>
                <a:gd name="connsiteY213" fmla="*/ 112040 h 6856730"/>
                <a:gd name="connsiteX214" fmla="*/ 1544847 w 3050875"/>
                <a:gd name="connsiteY214" fmla="*/ 112040 h 6856730"/>
                <a:gd name="connsiteX215" fmla="*/ 1542691 w 3050875"/>
                <a:gd name="connsiteY215" fmla="*/ 114196 h 6856730"/>
                <a:gd name="connsiteX216" fmla="*/ 1567132 w 3050875"/>
                <a:gd name="connsiteY216" fmla="*/ 1334 h 6856730"/>
                <a:gd name="connsiteX217" fmla="*/ 1564976 w 3050875"/>
                <a:gd name="connsiteY217" fmla="*/ 615 h 6856730"/>
                <a:gd name="connsiteX218" fmla="*/ 1529032 w 3050875"/>
                <a:gd name="connsiteY218" fmla="*/ 73940 h 6856730"/>
                <a:gd name="connsiteX219" fmla="*/ 1529751 w 3050875"/>
                <a:gd name="connsiteY219" fmla="*/ 73940 h 6856730"/>
                <a:gd name="connsiteX220" fmla="*/ 1562819 w 3050875"/>
                <a:gd name="connsiteY220" fmla="*/ 8523 h 6856730"/>
                <a:gd name="connsiteX221" fmla="*/ 1558506 w 3050875"/>
                <a:gd name="connsiteY221" fmla="*/ 27932 h 6856730"/>
                <a:gd name="connsiteX222" fmla="*/ 1550598 w 3050875"/>
                <a:gd name="connsiteY222" fmla="*/ 62438 h 6856730"/>
                <a:gd name="connsiteX223" fmla="*/ 1536221 w 3050875"/>
                <a:gd name="connsiteY223" fmla="*/ 120666 h 6856730"/>
                <a:gd name="connsiteX224" fmla="*/ 1532627 w 3050875"/>
                <a:gd name="connsiteY224" fmla="*/ 124260 h 6856730"/>
                <a:gd name="connsiteX225" fmla="*/ 1532627 w 3050875"/>
                <a:gd name="connsiteY225" fmla="*/ 124260 h 6856730"/>
                <a:gd name="connsiteX226" fmla="*/ 1536221 w 3050875"/>
                <a:gd name="connsiteY226" fmla="*/ 120666 h 6856730"/>
                <a:gd name="connsiteX227" fmla="*/ 1518249 w 3050875"/>
                <a:gd name="connsiteY227" fmla="*/ 185364 h 6856730"/>
                <a:gd name="connsiteX228" fmla="*/ 1427672 w 3050875"/>
                <a:gd name="connsiteY228" fmla="*/ 429779 h 6856730"/>
                <a:gd name="connsiteX229" fmla="*/ 1311215 w 3050875"/>
                <a:gd name="connsiteY229" fmla="*/ 656223 h 6856730"/>
                <a:gd name="connsiteX230" fmla="*/ 1260894 w 3050875"/>
                <a:gd name="connsiteY230" fmla="*/ 736017 h 6856730"/>
                <a:gd name="connsiteX231" fmla="*/ 1250830 w 3050875"/>
                <a:gd name="connsiteY231" fmla="*/ 731704 h 6856730"/>
                <a:gd name="connsiteX232" fmla="*/ 1242923 w 3050875"/>
                <a:gd name="connsiteY232" fmla="*/ 732423 h 6856730"/>
                <a:gd name="connsiteX233" fmla="*/ 1216325 w 3050875"/>
                <a:gd name="connsiteY233" fmla="*/ 739611 h 6856730"/>
                <a:gd name="connsiteX234" fmla="*/ 1208417 w 3050875"/>
                <a:gd name="connsiteY234" fmla="*/ 769085 h 6856730"/>
                <a:gd name="connsiteX235" fmla="*/ 1194759 w 3050875"/>
                <a:gd name="connsiteY235" fmla="*/ 790651 h 6856730"/>
                <a:gd name="connsiteX236" fmla="*/ 1179662 w 3050875"/>
                <a:gd name="connsiteY236" fmla="*/ 846004 h 6856730"/>
                <a:gd name="connsiteX237" fmla="*/ 1178944 w 3050875"/>
                <a:gd name="connsiteY237" fmla="*/ 848161 h 6856730"/>
                <a:gd name="connsiteX238" fmla="*/ 1169598 w 3050875"/>
                <a:gd name="connsiteY238" fmla="*/ 847442 h 6856730"/>
                <a:gd name="connsiteX239" fmla="*/ 1108494 w 3050875"/>
                <a:gd name="connsiteY239" fmla="*/ 885542 h 6856730"/>
                <a:gd name="connsiteX240" fmla="*/ 1029419 w 3050875"/>
                <a:gd name="connsiteY240" fmla="*/ 918610 h 6856730"/>
                <a:gd name="connsiteX241" fmla="*/ 1035170 w 3050875"/>
                <a:gd name="connsiteY241" fmla="*/ 950959 h 6856730"/>
                <a:gd name="connsiteX242" fmla="*/ 1045234 w 3050875"/>
                <a:gd name="connsiteY242" fmla="*/ 962460 h 6856730"/>
                <a:gd name="connsiteX243" fmla="*/ 1088366 w 3050875"/>
                <a:gd name="connsiteY243" fmla="*/ 970368 h 6856730"/>
                <a:gd name="connsiteX244" fmla="*/ 1081896 w 3050875"/>
                <a:gd name="connsiteY244" fmla="*/ 976838 h 6856730"/>
                <a:gd name="connsiteX245" fmla="*/ 1117121 w 3050875"/>
                <a:gd name="connsiteY245" fmla="*/ 1014219 h 6856730"/>
                <a:gd name="connsiteX246" fmla="*/ 1189727 w 3050875"/>
                <a:gd name="connsiteY246" fmla="*/ 1032910 h 6856730"/>
                <a:gd name="connsiteX247" fmla="*/ 1187570 w 3050875"/>
                <a:gd name="connsiteY247" fmla="*/ 1111266 h 6856730"/>
                <a:gd name="connsiteX248" fmla="*/ 1196915 w 3050875"/>
                <a:gd name="connsiteY248" fmla="*/ 1132113 h 6856730"/>
                <a:gd name="connsiteX249" fmla="*/ 1196915 w 3050875"/>
                <a:gd name="connsiteY249" fmla="*/ 1173089 h 6856730"/>
                <a:gd name="connsiteX250" fmla="*/ 1197634 w 3050875"/>
                <a:gd name="connsiteY250" fmla="*/ 1204719 h 6856730"/>
                <a:gd name="connsiteX251" fmla="*/ 1189727 w 3050875"/>
                <a:gd name="connsiteY251" fmla="*/ 1208313 h 6856730"/>
                <a:gd name="connsiteX252" fmla="*/ 1177506 w 3050875"/>
                <a:gd name="connsiteY252" fmla="*/ 1234912 h 6856730"/>
                <a:gd name="connsiteX253" fmla="*/ 1175349 w 3050875"/>
                <a:gd name="connsiteY253" fmla="*/ 1242100 h 6856730"/>
                <a:gd name="connsiteX254" fmla="*/ 1180381 w 3050875"/>
                <a:gd name="connsiteY254" fmla="*/ 1242100 h 6856730"/>
                <a:gd name="connsiteX255" fmla="*/ 1189008 w 3050875"/>
                <a:gd name="connsiteY255" fmla="*/ 1239944 h 6856730"/>
                <a:gd name="connsiteX256" fmla="*/ 1184695 w 3050875"/>
                <a:gd name="connsiteY256" fmla="*/ 1250727 h 6856730"/>
                <a:gd name="connsiteX257" fmla="*/ 1178944 w 3050875"/>
                <a:gd name="connsiteY257" fmla="*/ 1252164 h 6856730"/>
                <a:gd name="connsiteX258" fmla="*/ 1177506 w 3050875"/>
                <a:gd name="connsiteY258" fmla="*/ 1252164 h 6856730"/>
                <a:gd name="connsiteX259" fmla="*/ 1177506 w 3050875"/>
                <a:gd name="connsiteY259" fmla="*/ 1251445 h 6856730"/>
                <a:gd name="connsiteX260" fmla="*/ 1176787 w 3050875"/>
                <a:gd name="connsiteY260" fmla="*/ 1244976 h 6856730"/>
                <a:gd name="connsiteX261" fmla="*/ 1174630 w 3050875"/>
                <a:gd name="connsiteY261" fmla="*/ 1242100 h 6856730"/>
                <a:gd name="connsiteX262" fmla="*/ 1171036 w 3050875"/>
                <a:gd name="connsiteY262" fmla="*/ 1248570 h 6856730"/>
                <a:gd name="connsiteX263" fmla="*/ 1168879 w 3050875"/>
                <a:gd name="connsiteY263" fmla="*/ 1250727 h 6856730"/>
                <a:gd name="connsiteX264" fmla="*/ 1168879 w 3050875"/>
                <a:gd name="connsiteY264" fmla="*/ 1250727 h 6856730"/>
                <a:gd name="connsiteX265" fmla="*/ 1168879 w 3050875"/>
                <a:gd name="connsiteY265" fmla="*/ 1250727 h 6856730"/>
                <a:gd name="connsiteX266" fmla="*/ 1147313 w 3050875"/>
                <a:gd name="connsiteY266" fmla="*/ 1271574 h 6856730"/>
                <a:gd name="connsiteX267" fmla="*/ 1140844 w 3050875"/>
                <a:gd name="connsiteY267" fmla="*/ 1268698 h 6856730"/>
                <a:gd name="connsiteX268" fmla="*/ 1084772 w 3050875"/>
                <a:gd name="connsiteY268" fmla="*/ 1274449 h 6856730"/>
                <a:gd name="connsiteX269" fmla="*/ 1023668 w 3050875"/>
                <a:gd name="connsiteY269" fmla="*/ 1249289 h 6856730"/>
                <a:gd name="connsiteX270" fmla="*/ 1011447 w 3050875"/>
                <a:gd name="connsiteY270" fmla="*/ 1258634 h 6856730"/>
                <a:gd name="connsiteX271" fmla="*/ 1073989 w 3050875"/>
                <a:gd name="connsiteY271" fmla="*/ 1305360 h 6856730"/>
                <a:gd name="connsiteX272" fmla="*/ 1074708 w 3050875"/>
                <a:gd name="connsiteY272" fmla="*/ 1305360 h 6856730"/>
                <a:gd name="connsiteX273" fmla="*/ 1061049 w 3050875"/>
                <a:gd name="connsiteY273" fmla="*/ 1309674 h 6856730"/>
                <a:gd name="connsiteX274" fmla="*/ 1061049 w 3050875"/>
                <a:gd name="connsiteY274" fmla="*/ 1309674 h 6856730"/>
                <a:gd name="connsiteX275" fmla="*/ 1046672 w 3050875"/>
                <a:gd name="connsiteY275" fmla="*/ 1299610 h 6856730"/>
                <a:gd name="connsiteX276" fmla="*/ 1027262 w 3050875"/>
                <a:gd name="connsiteY276" fmla="*/ 1289545 h 6856730"/>
                <a:gd name="connsiteX277" fmla="*/ 1002102 w 3050875"/>
                <a:gd name="connsiteY277" fmla="*/ 1314706 h 6856730"/>
                <a:gd name="connsiteX278" fmla="*/ 1022949 w 3050875"/>
                <a:gd name="connsiteY278" fmla="*/ 1334834 h 6856730"/>
                <a:gd name="connsiteX279" fmla="*/ 1043078 w 3050875"/>
                <a:gd name="connsiteY279" fmla="*/ 1348493 h 6856730"/>
                <a:gd name="connsiteX280" fmla="*/ 1053142 w 3050875"/>
                <a:gd name="connsiteY280" fmla="*/ 1354962 h 6856730"/>
                <a:gd name="connsiteX281" fmla="*/ 1111370 w 3050875"/>
                <a:gd name="connsiteY281" fmla="*/ 1445540 h 6856730"/>
                <a:gd name="connsiteX282" fmla="*/ 1112089 w 3050875"/>
                <a:gd name="connsiteY282" fmla="*/ 1451291 h 6856730"/>
                <a:gd name="connsiteX283" fmla="*/ 1116402 w 3050875"/>
                <a:gd name="connsiteY283" fmla="*/ 1467825 h 6856730"/>
                <a:gd name="connsiteX284" fmla="*/ 1122872 w 3050875"/>
                <a:gd name="connsiteY284" fmla="*/ 1467106 h 6856730"/>
                <a:gd name="connsiteX285" fmla="*/ 1125747 w 3050875"/>
                <a:gd name="connsiteY285" fmla="*/ 1469262 h 6856730"/>
                <a:gd name="connsiteX286" fmla="*/ 1142281 w 3050875"/>
                <a:gd name="connsiteY286" fmla="*/ 1473576 h 6856730"/>
                <a:gd name="connsiteX287" fmla="*/ 1163129 w 3050875"/>
                <a:gd name="connsiteY287" fmla="*/ 1507362 h 6856730"/>
                <a:gd name="connsiteX288" fmla="*/ 1173912 w 3050875"/>
                <a:gd name="connsiteY288" fmla="*/ 1517427 h 6856730"/>
                <a:gd name="connsiteX289" fmla="*/ 1166004 w 3050875"/>
                <a:gd name="connsiteY289" fmla="*/ 1774781 h 6856730"/>
                <a:gd name="connsiteX290" fmla="*/ 1164566 w 3050875"/>
                <a:gd name="connsiteY290" fmla="*/ 1784127 h 6856730"/>
                <a:gd name="connsiteX291" fmla="*/ 1151627 w 3050875"/>
                <a:gd name="connsiteY291" fmla="*/ 1791315 h 6856730"/>
                <a:gd name="connsiteX292" fmla="*/ 1147313 w 3050875"/>
                <a:gd name="connsiteY292" fmla="*/ 1796347 h 6856730"/>
                <a:gd name="connsiteX293" fmla="*/ 1144438 w 3050875"/>
                <a:gd name="connsiteY293" fmla="*/ 1786283 h 6856730"/>
                <a:gd name="connsiteX294" fmla="*/ 1141562 w 3050875"/>
                <a:gd name="connsiteY294" fmla="*/ 1798504 h 6856730"/>
                <a:gd name="connsiteX295" fmla="*/ 1136530 w 3050875"/>
                <a:gd name="connsiteY295" fmla="*/ 1808568 h 6856730"/>
                <a:gd name="connsiteX296" fmla="*/ 1137249 w 3050875"/>
                <a:gd name="connsiteY296" fmla="*/ 1810006 h 6856730"/>
                <a:gd name="connsiteX297" fmla="*/ 1080459 w 3050875"/>
                <a:gd name="connsiteY297" fmla="*/ 1870391 h 6856730"/>
                <a:gd name="connsiteX298" fmla="*/ 958970 w 3050875"/>
                <a:gd name="connsiteY298" fmla="*/ 1866077 h 6856730"/>
                <a:gd name="connsiteX299" fmla="*/ 921589 w 3050875"/>
                <a:gd name="connsiteY299" fmla="*/ 1903459 h 6856730"/>
                <a:gd name="connsiteX300" fmla="*/ 959689 w 3050875"/>
                <a:gd name="connsiteY300" fmla="*/ 1957374 h 6856730"/>
                <a:gd name="connsiteX301" fmla="*/ 926621 w 3050875"/>
                <a:gd name="connsiteY301" fmla="*/ 1957374 h 6856730"/>
                <a:gd name="connsiteX302" fmla="*/ 948187 w 3050875"/>
                <a:gd name="connsiteY302" fmla="*/ 1997630 h 6856730"/>
                <a:gd name="connsiteX303" fmla="*/ 999227 w 3050875"/>
                <a:gd name="connsiteY303" fmla="*/ 2030698 h 6856730"/>
                <a:gd name="connsiteX304" fmla="*/ 1053861 w 3050875"/>
                <a:gd name="connsiteY304" fmla="*/ 2083176 h 6856730"/>
                <a:gd name="connsiteX305" fmla="*/ 1086210 w 3050875"/>
                <a:gd name="connsiteY305" fmla="*/ 2112649 h 6856730"/>
                <a:gd name="connsiteX306" fmla="*/ 1091242 w 3050875"/>
                <a:gd name="connsiteY306" fmla="*/ 2114087 h 6856730"/>
                <a:gd name="connsiteX307" fmla="*/ 1120715 w 3050875"/>
                <a:gd name="connsiteY307" fmla="*/ 2144279 h 6856730"/>
                <a:gd name="connsiteX308" fmla="*/ 1139406 w 3050875"/>
                <a:gd name="connsiteY308" fmla="*/ 2156500 h 6856730"/>
                <a:gd name="connsiteX309" fmla="*/ 1161691 w 3050875"/>
                <a:gd name="connsiteY309" fmla="*/ 2123432 h 6856730"/>
                <a:gd name="connsiteX310" fmla="*/ 1144438 w 3050875"/>
                <a:gd name="connsiteY310" fmla="*/ 2093240 h 6856730"/>
                <a:gd name="connsiteX311" fmla="*/ 1150189 w 3050875"/>
                <a:gd name="connsiteY311" fmla="*/ 2091802 h 6856730"/>
                <a:gd name="connsiteX312" fmla="*/ 1153064 w 3050875"/>
                <a:gd name="connsiteY312" fmla="*/ 2089645 h 6856730"/>
                <a:gd name="connsiteX313" fmla="*/ 1252268 w 3050875"/>
                <a:gd name="connsiteY313" fmla="*/ 2072393 h 6856730"/>
                <a:gd name="connsiteX314" fmla="*/ 1352191 w 3050875"/>
                <a:gd name="connsiteY314" fmla="*/ 2054421 h 6856730"/>
                <a:gd name="connsiteX315" fmla="*/ 1332062 w 3050875"/>
                <a:gd name="connsiteY315" fmla="*/ 2495087 h 6856730"/>
                <a:gd name="connsiteX316" fmla="*/ 1243642 w 3050875"/>
                <a:gd name="connsiteY316" fmla="*/ 2525279 h 6856730"/>
                <a:gd name="connsiteX317" fmla="*/ 1157378 w 3050875"/>
                <a:gd name="connsiteY317" fmla="*/ 2543251 h 6856730"/>
                <a:gd name="connsiteX318" fmla="*/ 1202666 w 3050875"/>
                <a:gd name="connsiteY318" fmla="*/ 2506589 h 6856730"/>
                <a:gd name="connsiteX319" fmla="*/ 1200510 w 3050875"/>
                <a:gd name="connsiteY319" fmla="*/ 2502995 h 6856730"/>
                <a:gd name="connsiteX320" fmla="*/ 1130061 w 3050875"/>
                <a:gd name="connsiteY320" fmla="*/ 2546846 h 6856730"/>
                <a:gd name="connsiteX321" fmla="*/ 1149470 w 3050875"/>
                <a:gd name="connsiteY321" fmla="*/ 2308900 h 6856730"/>
                <a:gd name="connsiteX322" fmla="*/ 1150908 w 3050875"/>
                <a:gd name="connsiteY322" fmla="*/ 2291647 h 6856730"/>
                <a:gd name="connsiteX323" fmla="*/ 1158815 w 3050875"/>
                <a:gd name="connsiteY323" fmla="*/ 2287334 h 6856730"/>
                <a:gd name="connsiteX324" fmla="*/ 1153064 w 3050875"/>
                <a:gd name="connsiteY324" fmla="*/ 2252110 h 6856730"/>
                <a:gd name="connsiteX325" fmla="*/ 1149470 w 3050875"/>
                <a:gd name="connsiteY325" fmla="*/ 2193881 h 6856730"/>
                <a:gd name="connsiteX326" fmla="*/ 1144438 w 3050875"/>
                <a:gd name="connsiteY326" fmla="*/ 2188849 h 6856730"/>
                <a:gd name="connsiteX327" fmla="*/ 1135812 w 3050875"/>
                <a:gd name="connsiteY327" fmla="*/ 2272238 h 6856730"/>
                <a:gd name="connsiteX328" fmla="*/ 1146595 w 3050875"/>
                <a:gd name="connsiteY328" fmla="*/ 2295961 h 6856730"/>
                <a:gd name="connsiteX329" fmla="*/ 1130061 w 3050875"/>
                <a:gd name="connsiteY329" fmla="*/ 2360659 h 6856730"/>
                <a:gd name="connsiteX330" fmla="*/ 1122153 w 3050875"/>
                <a:gd name="connsiteY330" fmla="*/ 2368566 h 6856730"/>
                <a:gd name="connsiteX331" fmla="*/ 1120715 w 3050875"/>
                <a:gd name="connsiteY331" fmla="*/ 2377912 h 6856730"/>
                <a:gd name="connsiteX332" fmla="*/ 1096993 w 3050875"/>
                <a:gd name="connsiteY332" fmla="*/ 2400197 h 6856730"/>
                <a:gd name="connsiteX333" fmla="*/ 1089804 w 3050875"/>
                <a:gd name="connsiteY333" fmla="*/ 2492930 h 6856730"/>
                <a:gd name="connsiteX334" fmla="*/ 1096993 w 3050875"/>
                <a:gd name="connsiteY334" fmla="*/ 2535344 h 6856730"/>
                <a:gd name="connsiteX335" fmla="*/ 1092679 w 3050875"/>
                <a:gd name="connsiteY335" fmla="*/ 2539657 h 6856730"/>
                <a:gd name="connsiteX336" fmla="*/ 1096993 w 3050875"/>
                <a:gd name="connsiteY336" fmla="*/ 2539657 h 6856730"/>
                <a:gd name="connsiteX337" fmla="*/ 1095555 w 3050875"/>
                <a:gd name="connsiteY337" fmla="*/ 2559066 h 6856730"/>
                <a:gd name="connsiteX338" fmla="*/ 1095555 w 3050875"/>
                <a:gd name="connsiteY338" fmla="*/ 2562660 h 6856730"/>
                <a:gd name="connsiteX339" fmla="*/ 1094117 w 3050875"/>
                <a:gd name="connsiteY339" fmla="*/ 2592134 h 6856730"/>
                <a:gd name="connsiteX340" fmla="*/ 1068238 w 3050875"/>
                <a:gd name="connsiteY340" fmla="*/ 2602198 h 6856730"/>
                <a:gd name="connsiteX341" fmla="*/ 1065362 w 3050875"/>
                <a:gd name="connsiteY341" fmla="*/ 2581351 h 6856730"/>
                <a:gd name="connsiteX342" fmla="*/ 1066800 w 3050875"/>
                <a:gd name="connsiteY342" fmla="*/ 2571287 h 6856730"/>
                <a:gd name="connsiteX343" fmla="*/ 1068238 w 3050875"/>
                <a:gd name="connsiteY343" fmla="*/ 2562660 h 6856730"/>
                <a:gd name="connsiteX344" fmla="*/ 1063925 w 3050875"/>
                <a:gd name="connsiteY344" fmla="*/ 2566255 h 6856730"/>
                <a:gd name="connsiteX345" fmla="*/ 1053861 w 3050875"/>
                <a:gd name="connsiteY345" fmla="*/ 2576319 h 6856730"/>
                <a:gd name="connsiteX346" fmla="*/ 1047391 w 3050875"/>
                <a:gd name="connsiteY346" fmla="*/ 2590697 h 6856730"/>
                <a:gd name="connsiteX347" fmla="*/ 1045953 w 3050875"/>
                <a:gd name="connsiteY347" fmla="*/ 2589978 h 6856730"/>
                <a:gd name="connsiteX348" fmla="*/ 1035170 w 3050875"/>
                <a:gd name="connsiteY348" fmla="*/ 2605793 h 6856730"/>
                <a:gd name="connsiteX349" fmla="*/ 1005696 w 3050875"/>
                <a:gd name="connsiteY349" fmla="*/ 2593572 h 6856730"/>
                <a:gd name="connsiteX350" fmla="*/ 953219 w 3050875"/>
                <a:gd name="connsiteY350" fmla="*/ 2597885 h 6856730"/>
                <a:gd name="connsiteX351" fmla="*/ 923026 w 3050875"/>
                <a:gd name="connsiteY351" fmla="*/ 2602917 h 6856730"/>
                <a:gd name="connsiteX352" fmla="*/ 871268 w 3050875"/>
                <a:gd name="connsiteY352" fmla="*/ 2616576 h 6856730"/>
                <a:gd name="connsiteX353" fmla="*/ 907211 w 3050875"/>
                <a:gd name="connsiteY353" fmla="*/ 2666896 h 6856730"/>
                <a:gd name="connsiteX354" fmla="*/ 900023 w 3050875"/>
                <a:gd name="connsiteY354" fmla="*/ 2708591 h 6856730"/>
                <a:gd name="connsiteX355" fmla="*/ 1023668 w 3050875"/>
                <a:gd name="connsiteY355" fmla="*/ 2849489 h 6856730"/>
                <a:gd name="connsiteX356" fmla="*/ 1055298 w 3050875"/>
                <a:gd name="connsiteY356" fmla="*/ 2910593 h 6856730"/>
                <a:gd name="connsiteX357" fmla="*/ 1078302 w 3050875"/>
                <a:gd name="connsiteY357" fmla="*/ 2924251 h 6856730"/>
                <a:gd name="connsiteX358" fmla="*/ 1079021 w 3050875"/>
                <a:gd name="connsiteY358" fmla="*/ 2927127 h 6856730"/>
                <a:gd name="connsiteX359" fmla="*/ 1079740 w 3050875"/>
                <a:gd name="connsiteY359" fmla="*/ 2939347 h 6856730"/>
                <a:gd name="connsiteX360" fmla="*/ 1085491 w 3050875"/>
                <a:gd name="connsiteY360" fmla="*/ 2958757 h 6856730"/>
                <a:gd name="connsiteX361" fmla="*/ 1084772 w 3050875"/>
                <a:gd name="connsiteY361" fmla="*/ 2977447 h 6856730"/>
                <a:gd name="connsiteX362" fmla="*/ 1089085 w 3050875"/>
                <a:gd name="connsiteY362" fmla="*/ 2982480 h 6856730"/>
                <a:gd name="connsiteX363" fmla="*/ 1086928 w 3050875"/>
                <a:gd name="connsiteY363" fmla="*/ 3004764 h 6856730"/>
                <a:gd name="connsiteX364" fmla="*/ 1083334 w 3050875"/>
                <a:gd name="connsiteY364" fmla="*/ 3051491 h 6856730"/>
                <a:gd name="connsiteX365" fmla="*/ 1120715 w 3050875"/>
                <a:gd name="connsiteY365" fmla="*/ 3073057 h 6856730"/>
                <a:gd name="connsiteX366" fmla="*/ 1096274 w 3050875"/>
                <a:gd name="connsiteY366" fmla="*/ 3236959 h 6856730"/>
                <a:gd name="connsiteX367" fmla="*/ 1084053 w 3050875"/>
                <a:gd name="connsiteY367" fmla="*/ 3310283 h 6856730"/>
                <a:gd name="connsiteX368" fmla="*/ 1059611 w 3050875"/>
                <a:gd name="connsiteY368" fmla="*/ 3332568 h 6856730"/>
                <a:gd name="connsiteX369" fmla="*/ 1054579 w 3050875"/>
                <a:gd name="connsiteY369" fmla="*/ 3391515 h 6856730"/>
                <a:gd name="connsiteX370" fmla="*/ 1043796 w 3050875"/>
                <a:gd name="connsiteY370" fmla="*/ 3379295 h 6856730"/>
                <a:gd name="connsiteX371" fmla="*/ 1019355 w 3050875"/>
                <a:gd name="connsiteY371" fmla="*/ 3377857 h 6856730"/>
                <a:gd name="connsiteX372" fmla="*/ 1014323 w 3050875"/>
                <a:gd name="connsiteY372" fmla="*/ 3374981 h 6856730"/>
                <a:gd name="connsiteX373" fmla="*/ 1013604 w 3050875"/>
                <a:gd name="connsiteY373" fmla="*/ 3386483 h 6856730"/>
                <a:gd name="connsiteX374" fmla="*/ 1013604 w 3050875"/>
                <a:gd name="connsiteY374" fmla="*/ 3387202 h 6856730"/>
                <a:gd name="connsiteX375" fmla="*/ 1012885 w 3050875"/>
                <a:gd name="connsiteY375" fmla="*/ 3391515 h 6856730"/>
                <a:gd name="connsiteX376" fmla="*/ 1010728 w 3050875"/>
                <a:gd name="connsiteY376" fmla="*/ 3401579 h 6856730"/>
                <a:gd name="connsiteX377" fmla="*/ 1018636 w 3050875"/>
                <a:gd name="connsiteY377" fmla="*/ 3400142 h 6856730"/>
                <a:gd name="connsiteX378" fmla="*/ 1014323 w 3050875"/>
                <a:gd name="connsiteY378" fmla="*/ 3405893 h 6856730"/>
                <a:gd name="connsiteX379" fmla="*/ 1011447 w 3050875"/>
                <a:gd name="connsiteY379" fmla="*/ 3405893 h 6856730"/>
                <a:gd name="connsiteX380" fmla="*/ 1010010 w 3050875"/>
                <a:gd name="connsiteY380" fmla="*/ 3403017 h 6856730"/>
                <a:gd name="connsiteX381" fmla="*/ 1009291 w 3050875"/>
                <a:gd name="connsiteY381" fmla="*/ 3404455 h 6856730"/>
                <a:gd name="connsiteX382" fmla="*/ 1008572 w 3050875"/>
                <a:gd name="connsiteY382" fmla="*/ 3419551 h 6856730"/>
                <a:gd name="connsiteX383" fmla="*/ 1003540 w 3050875"/>
                <a:gd name="connsiteY383" fmla="*/ 3421708 h 6856730"/>
                <a:gd name="connsiteX384" fmla="*/ 997070 w 3050875"/>
                <a:gd name="connsiteY384" fmla="*/ 3434647 h 6856730"/>
                <a:gd name="connsiteX385" fmla="*/ 994913 w 3050875"/>
                <a:gd name="connsiteY385" fmla="*/ 3441117 h 6856730"/>
                <a:gd name="connsiteX386" fmla="*/ 991319 w 3050875"/>
                <a:gd name="connsiteY386" fmla="*/ 3443993 h 6856730"/>
                <a:gd name="connsiteX387" fmla="*/ 869830 w 3050875"/>
                <a:gd name="connsiteY387" fmla="*/ 3513723 h 6856730"/>
                <a:gd name="connsiteX388" fmla="*/ 870549 w 3050875"/>
                <a:gd name="connsiteY388" fmla="*/ 3521630 h 6856730"/>
                <a:gd name="connsiteX389" fmla="*/ 872706 w 3050875"/>
                <a:gd name="connsiteY389" fmla="*/ 3525944 h 6856730"/>
                <a:gd name="connsiteX390" fmla="*/ 866955 w 3050875"/>
                <a:gd name="connsiteY390" fmla="*/ 3523787 h 6856730"/>
                <a:gd name="connsiteX391" fmla="*/ 887802 w 3050875"/>
                <a:gd name="connsiteY391" fmla="*/ 3551104 h 6856730"/>
                <a:gd name="connsiteX392" fmla="*/ 1004259 w 3050875"/>
                <a:gd name="connsiteY392" fmla="*/ 3748074 h 6856730"/>
                <a:gd name="connsiteX393" fmla="*/ 1004978 w 3050875"/>
                <a:gd name="connsiteY393" fmla="*/ 3751668 h 6856730"/>
                <a:gd name="connsiteX394" fmla="*/ 1012166 w 3050875"/>
                <a:gd name="connsiteY394" fmla="*/ 3763170 h 6856730"/>
                <a:gd name="connsiteX395" fmla="*/ 1017198 w 3050875"/>
                <a:gd name="connsiteY395" fmla="*/ 3750230 h 6856730"/>
                <a:gd name="connsiteX396" fmla="*/ 1013604 w 3050875"/>
                <a:gd name="connsiteY396" fmla="*/ 3737291 h 6856730"/>
                <a:gd name="connsiteX397" fmla="*/ 1022949 w 3050875"/>
                <a:gd name="connsiteY397" fmla="*/ 3742323 h 6856730"/>
                <a:gd name="connsiteX398" fmla="*/ 1017917 w 3050875"/>
                <a:gd name="connsiteY398" fmla="*/ 3788330 h 6856730"/>
                <a:gd name="connsiteX399" fmla="*/ 1034451 w 3050875"/>
                <a:gd name="connsiteY399" fmla="*/ 3815647 h 6856730"/>
                <a:gd name="connsiteX400" fmla="*/ 1047391 w 3050875"/>
                <a:gd name="connsiteY400" fmla="*/ 3840089 h 6856730"/>
                <a:gd name="connsiteX401" fmla="*/ 1039483 w 3050875"/>
                <a:gd name="connsiteY401" fmla="*/ 3918446 h 6856730"/>
                <a:gd name="connsiteX402" fmla="*/ 1039483 w 3050875"/>
                <a:gd name="connsiteY402" fmla="*/ 3970923 h 6856730"/>
                <a:gd name="connsiteX403" fmla="*/ 1063925 w 3050875"/>
                <a:gd name="connsiteY403" fmla="*/ 3820679 h 6856730"/>
                <a:gd name="connsiteX404" fmla="*/ 1065362 w 3050875"/>
                <a:gd name="connsiteY404" fmla="*/ 3807021 h 6856730"/>
                <a:gd name="connsiteX405" fmla="*/ 1066800 w 3050875"/>
                <a:gd name="connsiteY405" fmla="*/ 3791925 h 6856730"/>
                <a:gd name="connsiteX406" fmla="*/ 1068238 w 3050875"/>
                <a:gd name="connsiteY406" fmla="*/ 3760295 h 6856730"/>
                <a:gd name="connsiteX407" fmla="*/ 1137249 w 3050875"/>
                <a:gd name="connsiteY407" fmla="*/ 3733697 h 6856730"/>
                <a:gd name="connsiteX408" fmla="*/ 1170317 w 3050875"/>
                <a:gd name="connsiteY408" fmla="*/ 3721476 h 6856730"/>
                <a:gd name="connsiteX409" fmla="*/ 1197634 w 3050875"/>
                <a:gd name="connsiteY409" fmla="*/ 3715006 h 6856730"/>
                <a:gd name="connsiteX410" fmla="*/ 1204104 w 3050875"/>
                <a:gd name="connsiteY410" fmla="*/ 3706380 h 6856730"/>
                <a:gd name="connsiteX411" fmla="*/ 1226389 w 3050875"/>
                <a:gd name="connsiteY411" fmla="*/ 3692002 h 6856730"/>
                <a:gd name="connsiteX412" fmla="*/ 1230702 w 3050875"/>
                <a:gd name="connsiteY412" fmla="*/ 3694159 h 6856730"/>
                <a:gd name="connsiteX413" fmla="*/ 1252268 w 3050875"/>
                <a:gd name="connsiteY413" fmla="*/ 3688408 h 6856730"/>
                <a:gd name="connsiteX414" fmla="*/ 1277428 w 3050875"/>
                <a:gd name="connsiteY414" fmla="*/ 3693440 h 6856730"/>
                <a:gd name="connsiteX415" fmla="*/ 1260176 w 3050875"/>
                <a:gd name="connsiteY415" fmla="*/ 4065094 h 6856730"/>
                <a:gd name="connsiteX416" fmla="*/ 1258019 w 3050875"/>
                <a:gd name="connsiteY416" fmla="*/ 4108227 h 6856730"/>
                <a:gd name="connsiteX417" fmla="*/ 1238610 w 3050875"/>
                <a:gd name="connsiteY417" fmla="*/ 4108946 h 6856730"/>
                <a:gd name="connsiteX418" fmla="*/ 1237891 w 3050875"/>
                <a:gd name="connsiteY418" fmla="*/ 4136263 h 6856730"/>
                <a:gd name="connsiteX419" fmla="*/ 1266645 w 3050875"/>
                <a:gd name="connsiteY419" fmla="*/ 4137700 h 6856730"/>
                <a:gd name="connsiteX420" fmla="*/ 1255862 w 3050875"/>
                <a:gd name="connsiteY420" fmla="*/ 4175800 h 6856730"/>
                <a:gd name="connsiteX421" fmla="*/ 1220638 w 3050875"/>
                <a:gd name="connsiteY421" fmla="*/ 4190178 h 6856730"/>
                <a:gd name="connsiteX422" fmla="*/ 1201229 w 3050875"/>
                <a:gd name="connsiteY422" fmla="*/ 4205993 h 6856730"/>
                <a:gd name="connsiteX423" fmla="*/ 1190446 w 3050875"/>
                <a:gd name="connsiteY423" fmla="*/ 4213182 h 6856730"/>
                <a:gd name="connsiteX424" fmla="*/ 1186132 w 3050875"/>
                <a:gd name="connsiteY424" fmla="*/ 4216057 h 6856730"/>
                <a:gd name="connsiteX425" fmla="*/ 1189008 w 3050875"/>
                <a:gd name="connsiteY425" fmla="*/ 4216057 h 6856730"/>
                <a:gd name="connsiteX426" fmla="*/ 1188289 w 3050875"/>
                <a:gd name="connsiteY426" fmla="*/ 4223246 h 6856730"/>
                <a:gd name="connsiteX427" fmla="*/ 1189008 w 3050875"/>
                <a:gd name="connsiteY427" fmla="*/ 4228996 h 6856730"/>
                <a:gd name="connsiteX428" fmla="*/ 1185413 w 3050875"/>
                <a:gd name="connsiteY428" fmla="*/ 4229716 h 6856730"/>
                <a:gd name="connsiteX429" fmla="*/ 1162410 w 3050875"/>
                <a:gd name="connsiteY429" fmla="*/ 4227559 h 6856730"/>
                <a:gd name="connsiteX430" fmla="*/ 1158815 w 3050875"/>
                <a:gd name="connsiteY430" fmla="*/ 4228996 h 6856730"/>
                <a:gd name="connsiteX431" fmla="*/ 1132936 w 3050875"/>
                <a:gd name="connsiteY431" fmla="*/ 4238342 h 6856730"/>
                <a:gd name="connsiteX432" fmla="*/ 1081177 w 3050875"/>
                <a:gd name="connsiteY432" fmla="*/ 4245531 h 6856730"/>
                <a:gd name="connsiteX433" fmla="*/ 1058174 w 3050875"/>
                <a:gd name="connsiteY433" fmla="*/ 4219651 h 6856730"/>
                <a:gd name="connsiteX434" fmla="*/ 1025825 w 3050875"/>
                <a:gd name="connsiteY434" fmla="*/ 4182989 h 6856730"/>
                <a:gd name="connsiteX435" fmla="*/ 1062487 w 3050875"/>
                <a:gd name="connsiteY435" fmla="*/ 4175081 h 6856730"/>
                <a:gd name="connsiteX436" fmla="*/ 1059611 w 3050875"/>
                <a:gd name="connsiteY436" fmla="*/ 4184427 h 6856730"/>
                <a:gd name="connsiteX437" fmla="*/ 1096993 w 3050875"/>
                <a:gd name="connsiteY437" fmla="*/ 4184427 h 6856730"/>
                <a:gd name="connsiteX438" fmla="*/ 1078302 w 3050875"/>
                <a:gd name="connsiteY438" fmla="*/ 4175081 h 6856730"/>
                <a:gd name="connsiteX439" fmla="*/ 1074708 w 3050875"/>
                <a:gd name="connsiteY439" fmla="*/ 4172206 h 6856730"/>
                <a:gd name="connsiteX440" fmla="*/ 1109213 w 3050875"/>
                <a:gd name="connsiteY440" fmla="*/ 4162861 h 6856730"/>
                <a:gd name="connsiteX441" fmla="*/ 1221357 w 3050875"/>
                <a:gd name="connsiteY441" fmla="*/ 4118291 h 6856730"/>
                <a:gd name="connsiteX442" fmla="*/ 1212730 w 3050875"/>
                <a:gd name="connsiteY442" fmla="*/ 4097444 h 6856730"/>
                <a:gd name="connsiteX443" fmla="*/ 1099149 w 3050875"/>
                <a:gd name="connsiteY443" fmla="*/ 4125480 h 6856730"/>
                <a:gd name="connsiteX444" fmla="*/ 1035170 w 3050875"/>
                <a:gd name="connsiteY444" fmla="*/ 4149202 h 6856730"/>
                <a:gd name="connsiteX445" fmla="*/ 1007853 w 3050875"/>
                <a:gd name="connsiteY445" fmla="*/ 4158547 h 6856730"/>
                <a:gd name="connsiteX446" fmla="*/ 1008572 w 3050875"/>
                <a:gd name="connsiteY446" fmla="*/ 4152796 h 6856730"/>
                <a:gd name="connsiteX447" fmla="*/ 1018636 w 3050875"/>
                <a:gd name="connsiteY447" fmla="*/ 4134825 h 6856730"/>
                <a:gd name="connsiteX448" fmla="*/ 1018636 w 3050875"/>
                <a:gd name="connsiteY448" fmla="*/ 4132668 h 6856730"/>
                <a:gd name="connsiteX449" fmla="*/ 1023668 w 3050875"/>
                <a:gd name="connsiteY449" fmla="*/ 4088817 h 6856730"/>
                <a:gd name="connsiteX450" fmla="*/ 994913 w 3050875"/>
                <a:gd name="connsiteY450" fmla="*/ 4085223 h 6856730"/>
                <a:gd name="connsiteX451" fmla="*/ 989162 w 3050875"/>
                <a:gd name="connsiteY451" fmla="*/ 4157109 h 6856730"/>
                <a:gd name="connsiteX452" fmla="*/ 984130 w 3050875"/>
                <a:gd name="connsiteY452" fmla="*/ 4157109 h 6856730"/>
                <a:gd name="connsiteX453" fmla="*/ 981974 w 3050875"/>
                <a:gd name="connsiteY453" fmla="*/ 4152078 h 6856730"/>
                <a:gd name="connsiteX454" fmla="*/ 976223 w 3050875"/>
                <a:gd name="connsiteY454" fmla="*/ 4148483 h 6856730"/>
                <a:gd name="connsiteX455" fmla="*/ 966159 w 3050875"/>
                <a:gd name="connsiteY455" fmla="*/ 4119729 h 6856730"/>
                <a:gd name="connsiteX456" fmla="*/ 953938 w 3050875"/>
                <a:gd name="connsiteY456" fmla="*/ 4114697 h 6856730"/>
                <a:gd name="connsiteX457" fmla="*/ 956813 w 3050875"/>
                <a:gd name="connsiteY457" fmla="*/ 4157109 h 6856730"/>
                <a:gd name="connsiteX458" fmla="*/ 947468 w 3050875"/>
                <a:gd name="connsiteY458" fmla="*/ 4157829 h 6856730"/>
                <a:gd name="connsiteX459" fmla="*/ 754811 w 3050875"/>
                <a:gd name="connsiteY459" fmla="*/ 4219651 h 6856730"/>
                <a:gd name="connsiteX460" fmla="*/ 813040 w 3050875"/>
                <a:gd name="connsiteY460" fmla="*/ 4346172 h 6856730"/>
                <a:gd name="connsiteX461" fmla="*/ 887802 w 3050875"/>
                <a:gd name="connsiteY461" fmla="*/ 4520138 h 6856730"/>
                <a:gd name="connsiteX462" fmla="*/ 900023 w 3050875"/>
                <a:gd name="connsiteY462" fmla="*/ 4533078 h 6856730"/>
                <a:gd name="connsiteX463" fmla="*/ 894272 w 3050875"/>
                <a:gd name="connsiteY463" fmla="*/ 4574053 h 6856730"/>
                <a:gd name="connsiteX464" fmla="*/ 894272 w 3050875"/>
                <a:gd name="connsiteY464" fmla="*/ 4580523 h 6856730"/>
                <a:gd name="connsiteX465" fmla="*/ 905055 w 3050875"/>
                <a:gd name="connsiteY465" fmla="*/ 4566146 h 6856730"/>
                <a:gd name="connsiteX466" fmla="*/ 1066800 w 3050875"/>
                <a:gd name="connsiteY466" fmla="*/ 4503604 h 6856730"/>
                <a:gd name="connsiteX467" fmla="*/ 1083334 w 3050875"/>
                <a:gd name="connsiteY467" fmla="*/ 4502166 h 6856730"/>
                <a:gd name="connsiteX468" fmla="*/ 1102025 w 3050875"/>
                <a:gd name="connsiteY468" fmla="*/ 4501448 h 6856730"/>
                <a:gd name="connsiteX469" fmla="*/ 1112089 w 3050875"/>
                <a:gd name="connsiteY469" fmla="*/ 4503604 h 6856730"/>
                <a:gd name="connsiteX470" fmla="*/ 1119996 w 3050875"/>
                <a:gd name="connsiteY470" fmla="*/ 4497134 h 6856730"/>
                <a:gd name="connsiteX471" fmla="*/ 1155221 w 3050875"/>
                <a:gd name="connsiteY471" fmla="*/ 4497134 h 6856730"/>
                <a:gd name="connsiteX472" fmla="*/ 1153064 w 3050875"/>
                <a:gd name="connsiteY472" fmla="*/ 4461191 h 6856730"/>
                <a:gd name="connsiteX473" fmla="*/ 1166004 w 3050875"/>
                <a:gd name="connsiteY473" fmla="*/ 4453283 h 6856730"/>
                <a:gd name="connsiteX474" fmla="*/ 1169598 w 3050875"/>
                <a:gd name="connsiteY474" fmla="*/ 4448970 h 6856730"/>
                <a:gd name="connsiteX475" fmla="*/ 1199072 w 3050875"/>
                <a:gd name="connsiteY475" fmla="*/ 4478444 h 6856730"/>
                <a:gd name="connsiteX476" fmla="*/ 1239328 w 3050875"/>
                <a:gd name="connsiteY476" fmla="*/ 4479163 h 6856730"/>
                <a:gd name="connsiteX477" fmla="*/ 1224951 w 3050875"/>
                <a:gd name="connsiteY477" fmla="*/ 4781087 h 6856730"/>
                <a:gd name="connsiteX478" fmla="*/ 1217762 w 3050875"/>
                <a:gd name="connsiteY478" fmla="*/ 4917672 h 6856730"/>
                <a:gd name="connsiteX479" fmla="*/ 1185413 w 3050875"/>
                <a:gd name="connsiteY479" fmla="*/ 4927736 h 6856730"/>
                <a:gd name="connsiteX480" fmla="*/ 1112808 w 3050875"/>
                <a:gd name="connsiteY480" fmla="*/ 4951459 h 6856730"/>
                <a:gd name="connsiteX481" fmla="*/ 1097711 w 3050875"/>
                <a:gd name="connsiteY481" fmla="*/ 4955053 h 6856730"/>
                <a:gd name="connsiteX482" fmla="*/ 1093398 w 3050875"/>
                <a:gd name="connsiteY482" fmla="*/ 4946427 h 6856730"/>
                <a:gd name="connsiteX483" fmla="*/ 1053861 w 3050875"/>
                <a:gd name="connsiteY483" fmla="*/ 4962242 h 6856730"/>
                <a:gd name="connsiteX484" fmla="*/ 1012166 w 3050875"/>
                <a:gd name="connsiteY484" fmla="*/ 4963679 h 6856730"/>
                <a:gd name="connsiteX485" fmla="*/ 1005696 w 3050875"/>
                <a:gd name="connsiteY485" fmla="*/ 4939957 h 6856730"/>
                <a:gd name="connsiteX486" fmla="*/ 971910 w 3050875"/>
                <a:gd name="connsiteY486" fmla="*/ 4931330 h 6856730"/>
                <a:gd name="connsiteX487" fmla="*/ 965440 w 3050875"/>
                <a:gd name="connsiteY487" fmla="*/ 4931330 h 6856730"/>
                <a:gd name="connsiteX488" fmla="*/ 965440 w 3050875"/>
                <a:gd name="connsiteY488" fmla="*/ 4916234 h 6856730"/>
                <a:gd name="connsiteX489" fmla="*/ 1153783 w 3050875"/>
                <a:gd name="connsiteY489" fmla="*/ 4904014 h 6856730"/>
                <a:gd name="connsiteX490" fmla="*/ 1149470 w 3050875"/>
                <a:gd name="connsiteY490" fmla="*/ 4887480 h 6856730"/>
                <a:gd name="connsiteX491" fmla="*/ 1045234 w 3050875"/>
                <a:gd name="connsiteY491" fmla="*/ 4893231 h 6856730"/>
                <a:gd name="connsiteX492" fmla="*/ 964721 w 3050875"/>
                <a:gd name="connsiteY492" fmla="*/ 4886761 h 6856730"/>
                <a:gd name="connsiteX493" fmla="*/ 962564 w 3050875"/>
                <a:gd name="connsiteY493" fmla="*/ 4870946 h 6856730"/>
                <a:gd name="connsiteX494" fmla="*/ 937404 w 3050875"/>
                <a:gd name="connsiteY494" fmla="*/ 4859444 h 6856730"/>
                <a:gd name="connsiteX495" fmla="*/ 938123 w 3050875"/>
                <a:gd name="connsiteY495" fmla="*/ 4850098 h 6856730"/>
                <a:gd name="connsiteX496" fmla="*/ 932372 w 3050875"/>
                <a:gd name="connsiteY496" fmla="*/ 4833565 h 6856730"/>
                <a:gd name="connsiteX497" fmla="*/ 962564 w 3050875"/>
                <a:gd name="connsiteY497" fmla="*/ 4644502 h 6856730"/>
                <a:gd name="connsiteX498" fmla="*/ 957532 w 3050875"/>
                <a:gd name="connsiteY498" fmla="*/ 4638751 h 6856730"/>
                <a:gd name="connsiteX499" fmla="*/ 946749 w 3050875"/>
                <a:gd name="connsiteY499" fmla="*/ 4639470 h 6856730"/>
                <a:gd name="connsiteX500" fmla="*/ 941717 w 3050875"/>
                <a:gd name="connsiteY500" fmla="*/ 4694104 h 6856730"/>
                <a:gd name="connsiteX501" fmla="*/ 938842 w 3050875"/>
                <a:gd name="connsiteY501" fmla="*/ 4716389 h 6856730"/>
                <a:gd name="connsiteX502" fmla="*/ 924464 w 3050875"/>
                <a:gd name="connsiteY502" fmla="*/ 4827814 h 6856730"/>
                <a:gd name="connsiteX503" fmla="*/ 891396 w 3050875"/>
                <a:gd name="connsiteY503" fmla="*/ 4838597 h 6856730"/>
                <a:gd name="connsiteX504" fmla="*/ 864798 w 3050875"/>
                <a:gd name="connsiteY504" fmla="*/ 4855849 h 6856730"/>
                <a:gd name="connsiteX505" fmla="*/ 851140 w 3050875"/>
                <a:gd name="connsiteY505" fmla="*/ 4910484 h 6856730"/>
                <a:gd name="connsiteX506" fmla="*/ 850421 w 3050875"/>
                <a:gd name="connsiteY506" fmla="*/ 4911921 h 6856730"/>
                <a:gd name="connsiteX507" fmla="*/ 838200 w 3050875"/>
                <a:gd name="connsiteY507" fmla="*/ 4939957 h 6856730"/>
                <a:gd name="connsiteX508" fmla="*/ 788598 w 3050875"/>
                <a:gd name="connsiteY508" fmla="*/ 4978057 h 6856730"/>
                <a:gd name="connsiteX509" fmla="*/ 680049 w 3050875"/>
                <a:gd name="connsiteY509" fmla="*/ 5008968 h 6856730"/>
                <a:gd name="connsiteX510" fmla="*/ 644825 w 3050875"/>
                <a:gd name="connsiteY510" fmla="*/ 5004655 h 6856730"/>
                <a:gd name="connsiteX511" fmla="*/ 639793 w 3050875"/>
                <a:gd name="connsiteY511" fmla="*/ 4997466 h 6856730"/>
                <a:gd name="connsiteX512" fmla="*/ 613913 w 3050875"/>
                <a:gd name="connsiteY512" fmla="*/ 5001061 h 6856730"/>
                <a:gd name="connsiteX513" fmla="*/ 632604 w 3050875"/>
                <a:gd name="connsiteY513" fmla="*/ 5013282 h 6856730"/>
                <a:gd name="connsiteX514" fmla="*/ 630447 w 3050875"/>
                <a:gd name="connsiteY514" fmla="*/ 5020470 h 6856730"/>
                <a:gd name="connsiteX515" fmla="*/ 629728 w 3050875"/>
                <a:gd name="connsiteY515" fmla="*/ 5020470 h 6856730"/>
                <a:gd name="connsiteX516" fmla="*/ 684362 w 3050875"/>
                <a:gd name="connsiteY516" fmla="*/ 5182216 h 6856730"/>
                <a:gd name="connsiteX517" fmla="*/ 777815 w 3050875"/>
                <a:gd name="connsiteY517" fmla="*/ 5353306 h 6856730"/>
                <a:gd name="connsiteX518" fmla="*/ 833168 w 3050875"/>
                <a:gd name="connsiteY518" fmla="*/ 5351868 h 6856730"/>
                <a:gd name="connsiteX519" fmla="*/ 833168 w 3050875"/>
                <a:gd name="connsiteY519" fmla="*/ 5348993 h 6856730"/>
                <a:gd name="connsiteX520" fmla="*/ 775659 w 3050875"/>
                <a:gd name="connsiteY520" fmla="*/ 5220315 h 6856730"/>
                <a:gd name="connsiteX521" fmla="*/ 756968 w 3050875"/>
                <a:gd name="connsiteY521" fmla="*/ 5214565 h 6856730"/>
                <a:gd name="connsiteX522" fmla="*/ 733245 w 3050875"/>
                <a:gd name="connsiteY522" fmla="*/ 5169995 h 6856730"/>
                <a:gd name="connsiteX523" fmla="*/ 698740 w 3050875"/>
                <a:gd name="connsiteY523" fmla="*/ 5096670 h 6856730"/>
                <a:gd name="connsiteX524" fmla="*/ 722462 w 3050875"/>
                <a:gd name="connsiteY524" fmla="*/ 5145553 h 6856730"/>
                <a:gd name="connsiteX525" fmla="*/ 855453 w 3050875"/>
                <a:gd name="connsiteY525" fmla="*/ 5365527 h 6856730"/>
                <a:gd name="connsiteX526" fmla="*/ 855453 w 3050875"/>
                <a:gd name="connsiteY526" fmla="*/ 5366246 h 6856730"/>
                <a:gd name="connsiteX527" fmla="*/ 871268 w 3050875"/>
                <a:gd name="connsiteY527" fmla="*/ 5409378 h 6856730"/>
                <a:gd name="connsiteX528" fmla="*/ 871268 w 3050875"/>
                <a:gd name="connsiteY528" fmla="*/ 5435976 h 6856730"/>
                <a:gd name="connsiteX529" fmla="*/ 894272 w 3050875"/>
                <a:gd name="connsiteY529" fmla="*/ 5485578 h 6856730"/>
                <a:gd name="connsiteX530" fmla="*/ 920870 w 3050875"/>
                <a:gd name="connsiteY530" fmla="*/ 5437414 h 6856730"/>
                <a:gd name="connsiteX531" fmla="*/ 925902 w 3050875"/>
                <a:gd name="connsiteY531" fmla="*/ 5430944 h 6856730"/>
                <a:gd name="connsiteX532" fmla="*/ 916557 w 3050875"/>
                <a:gd name="connsiteY532" fmla="*/ 5415128 h 6856730"/>
                <a:gd name="connsiteX533" fmla="*/ 921589 w 3050875"/>
                <a:gd name="connsiteY533" fmla="*/ 5369840 h 6856730"/>
                <a:gd name="connsiteX534" fmla="*/ 997789 w 3050875"/>
                <a:gd name="connsiteY534" fmla="*/ 5341085 h 6856730"/>
                <a:gd name="connsiteX535" fmla="*/ 1018636 w 3050875"/>
                <a:gd name="connsiteY535" fmla="*/ 5363370 h 6856730"/>
                <a:gd name="connsiteX536" fmla="*/ 1112808 w 3050875"/>
                <a:gd name="connsiteY536" fmla="*/ 5311612 h 6856730"/>
                <a:gd name="connsiteX537" fmla="*/ 1183976 w 3050875"/>
                <a:gd name="connsiteY537" fmla="*/ 5258415 h 6856730"/>
                <a:gd name="connsiteX538" fmla="*/ 1424078 w 3050875"/>
                <a:gd name="connsiteY538" fmla="*/ 5227504 h 6856730"/>
                <a:gd name="connsiteX539" fmla="*/ 1467928 w 3050875"/>
                <a:gd name="connsiteY539" fmla="*/ 5251227 h 6856730"/>
                <a:gd name="connsiteX540" fmla="*/ 1490213 w 3050875"/>
                <a:gd name="connsiteY540" fmla="*/ 5228942 h 6856730"/>
                <a:gd name="connsiteX541" fmla="*/ 1399636 w 3050875"/>
                <a:gd name="connsiteY541" fmla="*/ 5105297 h 6856730"/>
                <a:gd name="connsiteX542" fmla="*/ 1370881 w 3050875"/>
                <a:gd name="connsiteY542" fmla="*/ 5065040 h 6856730"/>
                <a:gd name="connsiteX543" fmla="*/ 1413295 w 3050875"/>
                <a:gd name="connsiteY543" fmla="*/ 5069353 h 6856730"/>
                <a:gd name="connsiteX544" fmla="*/ 1495246 w 3050875"/>
                <a:gd name="connsiteY544" fmla="*/ 5188685 h 6856730"/>
                <a:gd name="connsiteX545" fmla="*/ 1567851 w 3050875"/>
                <a:gd name="connsiteY545" fmla="*/ 5281419 h 6856730"/>
                <a:gd name="connsiteX546" fmla="*/ 1145157 w 3050875"/>
                <a:gd name="connsiteY546" fmla="*/ 5297234 h 6856730"/>
                <a:gd name="connsiteX547" fmla="*/ 1145157 w 3050875"/>
                <a:gd name="connsiteY547" fmla="*/ 5315925 h 6856730"/>
                <a:gd name="connsiteX548" fmla="*/ 1178225 w 3050875"/>
                <a:gd name="connsiteY548" fmla="*/ 5320957 h 6856730"/>
                <a:gd name="connsiteX549" fmla="*/ 1168161 w 3050875"/>
                <a:gd name="connsiteY549" fmla="*/ 5438851 h 6856730"/>
                <a:gd name="connsiteX550" fmla="*/ 1166723 w 3050875"/>
                <a:gd name="connsiteY550" fmla="*/ 5437414 h 6856730"/>
                <a:gd name="connsiteX551" fmla="*/ 1117121 w 3050875"/>
                <a:gd name="connsiteY551" fmla="*/ 5412253 h 6856730"/>
                <a:gd name="connsiteX552" fmla="*/ 1112808 w 3050875"/>
                <a:gd name="connsiteY552" fmla="*/ 5419442 h 6856730"/>
                <a:gd name="connsiteX553" fmla="*/ 1163129 w 3050875"/>
                <a:gd name="connsiteY553" fmla="*/ 5444602 h 6856730"/>
                <a:gd name="connsiteX554" fmla="*/ 1168161 w 3050875"/>
                <a:gd name="connsiteY554" fmla="*/ 5441727 h 6856730"/>
                <a:gd name="connsiteX555" fmla="*/ 1166004 w 3050875"/>
                <a:gd name="connsiteY555" fmla="*/ 5489172 h 6856730"/>
                <a:gd name="connsiteX556" fmla="*/ 1161691 w 3050875"/>
                <a:gd name="connsiteY556" fmla="*/ 5586219 h 6856730"/>
                <a:gd name="connsiteX557" fmla="*/ 1168879 w 3050875"/>
                <a:gd name="connsiteY557" fmla="*/ 5673202 h 6856730"/>
                <a:gd name="connsiteX558" fmla="*/ 1188289 w 3050875"/>
                <a:gd name="connsiteY558" fmla="*/ 5673202 h 6856730"/>
                <a:gd name="connsiteX559" fmla="*/ 1201229 w 3050875"/>
                <a:gd name="connsiteY559" fmla="*/ 5602753 h 6856730"/>
                <a:gd name="connsiteX560" fmla="*/ 1202666 w 3050875"/>
                <a:gd name="connsiteY560" fmla="*/ 5571842 h 6856730"/>
                <a:gd name="connsiteX561" fmla="*/ 1393166 w 3050875"/>
                <a:gd name="connsiteY561" fmla="*/ 5581906 h 6856730"/>
                <a:gd name="connsiteX562" fmla="*/ 1520406 w 3050875"/>
                <a:gd name="connsiteY562" fmla="*/ 5581906 h 6856730"/>
                <a:gd name="connsiteX563" fmla="*/ 1524000 w 3050875"/>
                <a:gd name="connsiteY563" fmla="*/ 5620006 h 6856730"/>
                <a:gd name="connsiteX564" fmla="*/ 1525438 w 3050875"/>
                <a:gd name="connsiteY564" fmla="*/ 5663138 h 6856730"/>
                <a:gd name="connsiteX565" fmla="*/ 1543410 w 3050875"/>
                <a:gd name="connsiteY565" fmla="*/ 5694768 h 6856730"/>
                <a:gd name="connsiteX566" fmla="*/ 1580072 w 3050875"/>
                <a:gd name="connsiteY566" fmla="*/ 5694768 h 6856730"/>
                <a:gd name="connsiteX567" fmla="*/ 1598044 w 3050875"/>
                <a:gd name="connsiteY567" fmla="*/ 5663138 h 6856730"/>
                <a:gd name="connsiteX568" fmla="*/ 1598044 w 3050875"/>
                <a:gd name="connsiteY568" fmla="*/ 5581906 h 6856730"/>
                <a:gd name="connsiteX569" fmla="*/ 1603076 w 3050875"/>
                <a:gd name="connsiteY569" fmla="*/ 5581906 h 6856730"/>
                <a:gd name="connsiteX570" fmla="*/ 1813704 w 3050875"/>
                <a:gd name="connsiteY570" fmla="*/ 5582625 h 6856730"/>
                <a:gd name="connsiteX571" fmla="*/ 1907876 w 3050875"/>
                <a:gd name="connsiteY571" fmla="*/ 5584782 h 6856730"/>
                <a:gd name="connsiteX572" fmla="*/ 1938787 w 3050875"/>
                <a:gd name="connsiteY572" fmla="*/ 5613536 h 6856730"/>
                <a:gd name="connsiteX573" fmla="*/ 1920815 w 3050875"/>
                <a:gd name="connsiteY573" fmla="*/ 5635102 h 6856730"/>
                <a:gd name="connsiteX574" fmla="*/ 1922972 w 3050875"/>
                <a:gd name="connsiteY574" fmla="*/ 5709864 h 6856730"/>
                <a:gd name="connsiteX575" fmla="*/ 1922253 w 3050875"/>
                <a:gd name="connsiteY575" fmla="*/ 5709864 h 6856730"/>
                <a:gd name="connsiteX576" fmla="*/ 1915783 w 3050875"/>
                <a:gd name="connsiteY576" fmla="*/ 5696206 h 6856730"/>
                <a:gd name="connsiteX577" fmla="*/ 1890623 w 3050875"/>
                <a:gd name="connsiteY577" fmla="*/ 5693330 h 6856730"/>
                <a:gd name="connsiteX578" fmla="*/ 1879840 w 3050875"/>
                <a:gd name="connsiteY578" fmla="*/ 5709864 h 6856730"/>
                <a:gd name="connsiteX579" fmla="*/ 1781355 w 3050875"/>
                <a:gd name="connsiteY579" fmla="*/ 5709864 h 6856730"/>
                <a:gd name="connsiteX580" fmla="*/ 1774166 w 3050875"/>
                <a:gd name="connsiteY580" fmla="*/ 5697644 h 6856730"/>
                <a:gd name="connsiteX581" fmla="*/ 1751163 w 3050875"/>
                <a:gd name="connsiteY581" fmla="*/ 5697644 h 6856730"/>
                <a:gd name="connsiteX582" fmla="*/ 1746130 w 3050875"/>
                <a:gd name="connsiteY582" fmla="*/ 5709864 h 6856730"/>
                <a:gd name="connsiteX583" fmla="*/ 1701561 w 3050875"/>
                <a:gd name="connsiteY583" fmla="*/ 5709864 h 6856730"/>
                <a:gd name="connsiteX584" fmla="*/ 1679995 w 3050875"/>
                <a:gd name="connsiteY584" fmla="*/ 5706989 h 6856730"/>
                <a:gd name="connsiteX585" fmla="*/ 1676400 w 3050875"/>
                <a:gd name="connsiteY585" fmla="*/ 5709864 h 6856730"/>
                <a:gd name="connsiteX586" fmla="*/ 1635425 w 3050875"/>
                <a:gd name="connsiteY586" fmla="*/ 5709864 h 6856730"/>
                <a:gd name="connsiteX587" fmla="*/ 1632549 w 3050875"/>
                <a:gd name="connsiteY587" fmla="*/ 5675359 h 6856730"/>
                <a:gd name="connsiteX588" fmla="*/ 1605951 w 3050875"/>
                <a:gd name="connsiteY588" fmla="*/ 5668170 h 6856730"/>
                <a:gd name="connsiteX589" fmla="*/ 1580072 w 3050875"/>
                <a:gd name="connsiteY589" fmla="*/ 5709864 h 6856730"/>
                <a:gd name="connsiteX590" fmla="*/ 1556349 w 3050875"/>
                <a:gd name="connsiteY590" fmla="*/ 5709864 h 6856730"/>
                <a:gd name="connsiteX591" fmla="*/ 1545566 w 3050875"/>
                <a:gd name="connsiteY591" fmla="*/ 5709864 h 6856730"/>
                <a:gd name="connsiteX592" fmla="*/ 1544129 w 3050875"/>
                <a:gd name="connsiteY592" fmla="*/ 5700519 h 6856730"/>
                <a:gd name="connsiteX593" fmla="*/ 1524000 w 3050875"/>
                <a:gd name="connsiteY593" fmla="*/ 5695487 h 6856730"/>
                <a:gd name="connsiteX594" fmla="*/ 1513217 w 3050875"/>
                <a:gd name="connsiteY594" fmla="*/ 5709864 h 6856730"/>
                <a:gd name="connsiteX595" fmla="*/ 1473679 w 3050875"/>
                <a:gd name="connsiteY595" fmla="*/ 5709864 h 6856730"/>
                <a:gd name="connsiteX596" fmla="*/ 1469366 w 3050875"/>
                <a:gd name="connsiteY596" fmla="*/ 5687580 h 6856730"/>
                <a:gd name="connsiteX597" fmla="*/ 1449957 w 3050875"/>
                <a:gd name="connsiteY597" fmla="*/ 5682547 h 6856730"/>
                <a:gd name="connsiteX598" fmla="*/ 1430547 w 3050875"/>
                <a:gd name="connsiteY598" fmla="*/ 5710583 h 6856730"/>
                <a:gd name="connsiteX599" fmla="*/ 1166004 w 3050875"/>
                <a:gd name="connsiteY599" fmla="*/ 5712740 h 6856730"/>
                <a:gd name="connsiteX600" fmla="*/ 1172474 w 3050875"/>
                <a:gd name="connsiteY600" fmla="*/ 5692612 h 6856730"/>
                <a:gd name="connsiteX601" fmla="*/ 1130061 w 3050875"/>
                <a:gd name="connsiteY601" fmla="*/ 5676797 h 6856730"/>
                <a:gd name="connsiteX602" fmla="*/ 1069676 w 3050875"/>
                <a:gd name="connsiteY602" fmla="*/ 5693330 h 6856730"/>
                <a:gd name="connsiteX603" fmla="*/ 1012885 w 3050875"/>
                <a:gd name="connsiteY603" fmla="*/ 5713459 h 6856730"/>
                <a:gd name="connsiteX604" fmla="*/ 969753 w 3050875"/>
                <a:gd name="connsiteY604" fmla="*/ 5714178 h 6856730"/>
                <a:gd name="connsiteX605" fmla="*/ 967596 w 3050875"/>
                <a:gd name="connsiteY605" fmla="*/ 5714178 h 6856730"/>
                <a:gd name="connsiteX606" fmla="*/ 900023 w 3050875"/>
                <a:gd name="connsiteY606" fmla="*/ 5714896 h 6856730"/>
                <a:gd name="connsiteX607" fmla="*/ 874862 w 3050875"/>
                <a:gd name="connsiteY607" fmla="*/ 5727836 h 6856730"/>
                <a:gd name="connsiteX608" fmla="*/ 877019 w 3050875"/>
                <a:gd name="connsiteY608" fmla="*/ 5704833 h 6856730"/>
                <a:gd name="connsiteX609" fmla="*/ 884208 w 3050875"/>
                <a:gd name="connsiteY609" fmla="*/ 5670327 h 6856730"/>
                <a:gd name="connsiteX610" fmla="*/ 882770 w 3050875"/>
                <a:gd name="connsiteY610" fmla="*/ 5669608 h 6856730"/>
                <a:gd name="connsiteX611" fmla="*/ 795787 w 3050875"/>
                <a:gd name="connsiteY611" fmla="*/ 5712740 h 6856730"/>
                <a:gd name="connsiteX612" fmla="*/ 795068 w 3050875"/>
                <a:gd name="connsiteY612" fmla="*/ 5719929 h 6856730"/>
                <a:gd name="connsiteX613" fmla="*/ 795068 w 3050875"/>
                <a:gd name="connsiteY613" fmla="*/ 5719929 h 6856730"/>
                <a:gd name="connsiteX614" fmla="*/ 795068 w 3050875"/>
                <a:gd name="connsiteY614" fmla="*/ 5719929 h 6856730"/>
                <a:gd name="connsiteX615" fmla="*/ 794349 w 3050875"/>
                <a:gd name="connsiteY615" fmla="*/ 5726399 h 6856730"/>
                <a:gd name="connsiteX616" fmla="*/ 818072 w 3050875"/>
                <a:gd name="connsiteY616" fmla="*/ 5750121 h 6856730"/>
                <a:gd name="connsiteX617" fmla="*/ 817353 w 3050875"/>
                <a:gd name="connsiteY617" fmla="*/ 5755872 h 6856730"/>
                <a:gd name="connsiteX618" fmla="*/ 820947 w 3050875"/>
                <a:gd name="connsiteY618" fmla="*/ 5774562 h 6856730"/>
                <a:gd name="connsiteX619" fmla="*/ 813040 w 3050875"/>
                <a:gd name="connsiteY619" fmla="*/ 5777438 h 6856730"/>
                <a:gd name="connsiteX620" fmla="*/ 800100 w 3050875"/>
                <a:gd name="connsiteY620" fmla="*/ 5781032 h 6856730"/>
                <a:gd name="connsiteX621" fmla="*/ 676455 w 3050875"/>
                <a:gd name="connsiteY621" fmla="*/ 5810506 h 6856730"/>
                <a:gd name="connsiteX622" fmla="*/ 524774 w 3050875"/>
                <a:gd name="connsiteY622" fmla="*/ 5849325 h 6856730"/>
                <a:gd name="connsiteX623" fmla="*/ 371655 w 3050875"/>
                <a:gd name="connsiteY623" fmla="*/ 5882393 h 6856730"/>
                <a:gd name="connsiteX624" fmla="*/ 369498 w 3050875"/>
                <a:gd name="connsiteY624" fmla="*/ 5883112 h 6856730"/>
                <a:gd name="connsiteX625" fmla="*/ 271013 w 3050875"/>
                <a:gd name="connsiteY625" fmla="*/ 5885268 h 6856730"/>
                <a:gd name="connsiteX626" fmla="*/ 168934 w 3050875"/>
                <a:gd name="connsiteY626" fmla="*/ 5883830 h 6856730"/>
                <a:gd name="connsiteX627" fmla="*/ 167496 w 3050875"/>
                <a:gd name="connsiteY627" fmla="*/ 5888863 h 6856730"/>
                <a:gd name="connsiteX628" fmla="*/ 227162 w 3050875"/>
                <a:gd name="connsiteY628" fmla="*/ 5911866 h 6856730"/>
                <a:gd name="connsiteX629" fmla="*/ 204877 w 3050875"/>
                <a:gd name="connsiteY629" fmla="*/ 5919774 h 6856730"/>
                <a:gd name="connsiteX630" fmla="*/ 197689 w 3050875"/>
                <a:gd name="connsiteY630" fmla="*/ 5929838 h 6856730"/>
                <a:gd name="connsiteX631" fmla="*/ 150962 w 3050875"/>
                <a:gd name="connsiteY631" fmla="*/ 5915461 h 6856730"/>
                <a:gd name="connsiteX632" fmla="*/ 159589 w 3050875"/>
                <a:gd name="connsiteY632" fmla="*/ 5931995 h 6856730"/>
                <a:gd name="connsiteX633" fmla="*/ 171091 w 3050875"/>
                <a:gd name="connsiteY633" fmla="*/ 5934151 h 6856730"/>
                <a:gd name="connsiteX634" fmla="*/ 173966 w 3050875"/>
                <a:gd name="connsiteY634" fmla="*/ 5938465 h 6856730"/>
                <a:gd name="connsiteX635" fmla="*/ 184030 w 3050875"/>
                <a:gd name="connsiteY635" fmla="*/ 5946372 h 6856730"/>
                <a:gd name="connsiteX636" fmla="*/ 168934 w 3050875"/>
                <a:gd name="connsiteY636" fmla="*/ 5947810 h 6856730"/>
                <a:gd name="connsiteX637" fmla="*/ 164621 w 3050875"/>
                <a:gd name="connsiteY637" fmla="*/ 5948529 h 6856730"/>
                <a:gd name="connsiteX638" fmla="*/ 146649 w 3050875"/>
                <a:gd name="connsiteY638" fmla="*/ 5946372 h 6856730"/>
                <a:gd name="connsiteX639" fmla="*/ 128677 w 3050875"/>
                <a:gd name="connsiteY639" fmla="*/ 5938465 h 6856730"/>
                <a:gd name="connsiteX640" fmla="*/ 122926 w 3050875"/>
                <a:gd name="connsiteY640" fmla="*/ 5943496 h 6856730"/>
                <a:gd name="connsiteX641" fmla="*/ 120051 w 3050875"/>
                <a:gd name="connsiteY641" fmla="*/ 5942778 h 6856730"/>
                <a:gd name="connsiteX642" fmla="*/ 104236 w 3050875"/>
                <a:gd name="connsiteY642" fmla="*/ 5962187 h 6856730"/>
                <a:gd name="connsiteX643" fmla="*/ 113581 w 3050875"/>
                <a:gd name="connsiteY643" fmla="*/ 5978721 h 6856730"/>
                <a:gd name="connsiteX644" fmla="*/ 118613 w 3050875"/>
                <a:gd name="connsiteY644" fmla="*/ 5980878 h 6856730"/>
                <a:gd name="connsiteX645" fmla="*/ 286828 w 3050875"/>
                <a:gd name="connsiteY645" fmla="*/ 6047014 h 6856730"/>
                <a:gd name="connsiteX646" fmla="*/ 299768 w 3050875"/>
                <a:gd name="connsiteY646" fmla="*/ 6051327 h 6856730"/>
                <a:gd name="connsiteX647" fmla="*/ 299049 w 3050875"/>
                <a:gd name="connsiteY647" fmla="*/ 6049170 h 6856730"/>
                <a:gd name="connsiteX648" fmla="*/ 404723 w 3050875"/>
                <a:gd name="connsiteY648" fmla="*/ 6060672 h 6856730"/>
                <a:gd name="connsiteX649" fmla="*/ 465108 w 3050875"/>
                <a:gd name="connsiteY649" fmla="*/ 6060672 h 6856730"/>
                <a:gd name="connsiteX650" fmla="*/ 493143 w 3050875"/>
                <a:gd name="connsiteY650" fmla="*/ 6064985 h 6856730"/>
                <a:gd name="connsiteX651" fmla="*/ 504645 w 3050875"/>
                <a:gd name="connsiteY651" fmla="*/ 6346062 h 6856730"/>
                <a:gd name="connsiteX652" fmla="*/ 502489 w 3050875"/>
                <a:gd name="connsiteY652" fmla="*/ 6375536 h 6856730"/>
                <a:gd name="connsiteX653" fmla="*/ 477328 w 3050875"/>
                <a:gd name="connsiteY653" fmla="*/ 6712685 h 6856730"/>
                <a:gd name="connsiteX654" fmla="*/ 495300 w 3050875"/>
                <a:gd name="connsiteY654" fmla="*/ 6741440 h 6856730"/>
                <a:gd name="connsiteX655" fmla="*/ 495300 w 3050875"/>
                <a:gd name="connsiteY655" fmla="*/ 6755098 h 6856730"/>
                <a:gd name="connsiteX656" fmla="*/ 199126 w 3050875"/>
                <a:gd name="connsiteY656" fmla="*/ 6759411 h 6856730"/>
                <a:gd name="connsiteX657" fmla="*/ 186906 w 3050875"/>
                <a:gd name="connsiteY657" fmla="*/ 6761568 h 6856730"/>
                <a:gd name="connsiteX658" fmla="*/ 8626 w 3050875"/>
                <a:gd name="connsiteY658" fmla="*/ 6784572 h 6856730"/>
                <a:gd name="connsiteX659" fmla="*/ 8626 w 3050875"/>
                <a:gd name="connsiteY659" fmla="*/ 6807576 h 6856730"/>
                <a:gd name="connsiteX660" fmla="*/ 86983 w 3050875"/>
                <a:gd name="connsiteY660" fmla="*/ 6821953 h 6856730"/>
                <a:gd name="connsiteX661" fmla="*/ 85545 w 3050875"/>
                <a:gd name="connsiteY661" fmla="*/ 6841363 h 6856730"/>
                <a:gd name="connsiteX662" fmla="*/ 1347159 w 3050875"/>
                <a:gd name="connsiteY662" fmla="*/ 6841363 h 6856730"/>
                <a:gd name="connsiteX663" fmla="*/ 1416170 w 3050875"/>
                <a:gd name="connsiteY663" fmla="*/ 6854302 h 6856730"/>
                <a:gd name="connsiteX664" fmla="*/ 1421202 w 3050875"/>
                <a:gd name="connsiteY664" fmla="*/ 6841363 h 6856730"/>
                <a:gd name="connsiteX665" fmla="*/ 3050876 w 3050875"/>
                <a:gd name="connsiteY665" fmla="*/ 6841363 h 6856730"/>
                <a:gd name="connsiteX666" fmla="*/ 2761891 w 3050875"/>
                <a:gd name="connsiteY666" fmla="*/ 5997411 h 6856730"/>
                <a:gd name="connsiteX667" fmla="*/ 2802866 w 3050875"/>
                <a:gd name="connsiteY667" fmla="*/ 6013946 h 6856730"/>
                <a:gd name="connsiteX668" fmla="*/ 2815806 w 3050875"/>
                <a:gd name="connsiteY668" fmla="*/ 5996693 h 6856730"/>
                <a:gd name="connsiteX669" fmla="*/ 2800710 w 3050875"/>
                <a:gd name="connsiteY669" fmla="*/ 5978721 h 6856730"/>
                <a:gd name="connsiteX670" fmla="*/ 2848874 w 3050875"/>
                <a:gd name="connsiteY670" fmla="*/ 5969376 h 6856730"/>
                <a:gd name="connsiteX671" fmla="*/ 2860376 w 3050875"/>
                <a:gd name="connsiteY671" fmla="*/ 6011789 h 6856730"/>
                <a:gd name="connsiteX672" fmla="*/ 2756859 w 3050875"/>
                <a:gd name="connsiteY672" fmla="*/ 6031917 h 6856730"/>
                <a:gd name="connsiteX673" fmla="*/ 2761891 w 3050875"/>
                <a:gd name="connsiteY673" fmla="*/ 5997411 h 6856730"/>
                <a:gd name="connsiteX674" fmla="*/ 2725229 w 3050875"/>
                <a:gd name="connsiteY674" fmla="*/ 5994536 h 6856730"/>
                <a:gd name="connsiteX675" fmla="*/ 2720916 w 3050875"/>
                <a:gd name="connsiteY675" fmla="*/ 6026885 h 6856730"/>
                <a:gd name="connsiteX676" fmla="*/ 2701506 w 3050875"/>
                <a:gd name="connsiteY676" fmla="*/ 5998849 h 6856730"/>
                <a:gd name="connsiteX677" fmla="*/ 2725229 w 3050875"/>
                <a:gd name="connsiteY677" fmla="*/ 5994536 h 6856730"/>
                <a:gd name="connsiteX678" fmla="*/ 2589363 w 3050875"/>
                <a:gd name="connsiteY678" fmla="*/ 6047732 h 6856730"/>
                <a:gd name="connsiteX679" fmla="*/ 2588644 w 3050875"/>
                <a:gd name="connsiteY679" fmla="*/ 6041981 h 6856730"/>
                <a:gd name="connsiteX680" fmla="*/ 2600146 w 3050875"/>
                <a:gd name="connsiteY680" fmla="*/ 6034074 h 6856730"/>
                <a:gd name="connsiteX681" fmla="*/ 2608772 w 3050875"/>
                <a:gd name="connsiteY681" fmla="*/ 6013227 h 6856730"/>
                <a:gd name="connsiteX682" fmla="*/ 2616680 w 3050875"/>
                <a:gd name="connsiteY682" fmla="*/ 6012508 h 6856730"/>
                <a:gd name="connsiteX683" fmla="*/ 2651185 w 3050875"/>
                <a:gd name="connsiteY683" fmla="*/ 6041263 h 6856730"/>
                <a:gd name="connsiteX684" fmla="*/ 2674908 w 3050875"/>
                <a:gd name="connsiteY684" fmla="*/ 6023291 h 6856730"/>
                <a:gd name="connsiteX685" fmla="*/ 2674908 w 3050875"/>
                <a:gd name="connsiteY685" fmla="*/ 6021853 h 6856730"/>
                <a:gd name="connsiteX686" fmla="*/ 2690004 w 3050875"/>
                <a:gd name="connsiteY686" fmla="*/ 6045576 h 6856730"/>
                <a:gd name="connsiteX687" fmla="*/ 2587925 w 3050875"/>
                <a:gd name="connsiteY687" fmla="*/ 6059953 h 6856730"/>
                <a:gd name="connsiteX688" fmla="*/ 2589363 w 3050875"/>
                <a:gd name="connsiteY688" fmla="*/ 6047732 h 6856730"/>
                <a:gd name="connsiteX689" fmla="*/ 2582893 w 3050875"/>
                <a:gd name="connsiteY689" fmla="*/ 5985191 h 6856730"/>
                <a:gd name="connsiteX690" fmla="*/ 2581455 w 3050875"/>
                <a:gd name="connsiteY690" fmla="*/ 5993817 h 6856730"/>
                <a:gd name="connsiteX691" fmla="*/ 2580736 w 3050875"/>
                <a:gd name="connsiteY691" fmla="*/ 5991661 h 6856730"/>
                <a:gd name="connsiteX692" fmla="*/ 2579298 w 3050875"/>
                <a:gd name="connsiteY692" fmla="*/ 5983753 h 6856730"/>
                <a:gd name="connsiteX693" fmla="*/ 2582893 w 3050875"/>
                <a:gd name="connsiteY693" fmla="*/ 5985191 h 6856730"/>
                <a:gd name="connsiteX694" fmla="*/ 2222021 w 3050875"/>
                <a:gd name="connsiteY694" fmla="*/ 4363425 h 6856730"/>
                <a:gd name="connsiteX695" fmla="*/ 2214114 w 3050875"/>
                <a:gd name="connsiteY695" fmla="*/ 4371333 h 6856730"/>
                <a:gd name="connsiteX696" fmla="*/ 2193266 w 3050875"/>
                <a:gd name="connsiteY696" fmla="*/ 4362706 h 6856730"/>
                <a:gd name="connsiteX697" fmla="*/ 2222021 w 3050875"/>
                <a:gd name="connsiteY697" fmla="*/ 4363425 h 6856730"/>
                <a:gd name="connsiteX698" fmla="*/ 2191829 w 3050875"/>
                <a:gd name="connsiteY698" fmla="*/ 4474131 h 6856730"/>
                <a:gd name="connsiteX699" fmla="*/ 2192548 w 3050875"/>
                <a:gd name="connsiteY699" fmla="*/ 4476287 h 6856730"/>
                <a:gd name="connsiteX700" fmla="*/ 2176014 w 3050875"/>
                <a:gd name="connsiteY700" fmla="*/ 4493540 h 6856730"/>
                <a:gd name="connsiteX701" fmla="*/ 2176014 w 3050875"/>
                <a:gd name="connsiteY701" fmla="*/ 4492821 h 6856730"/>
                <a:gd name="connsiteX702" fmla="*/ 2191829 w 3050875"/>
                <a:gd name="connsiteY702" fmla="*/ 4474131 h 6856730"/>
                <a:gd name="connsiteX703" fmla="*/ 992038 w 3050875"/>
                <a:gd name="connsiteY703" fmla="*/ 2641017 h 6856730"/>
                <a:gd name="connsiteX704" fmla="*/ 984849 w 3050875"/>
                <a:gd name="connsiteY704" fmla="*/ 2634547 h 6856730"/>
                <a:gd name="connsiteX705" fmla="*/ 998508 w 3050875"/>
                <a:gd name="connsiteY705" fmla="*/ 2635985 h 6856730"/>
                <a:gd name="connsiteX706" fmla="*/ 992038 w 3050875"/>
                <a:gd name="connsiteY706" fmla="*/ 2641017 h 6856730"/>
                <a:gd name="connsiteX707" fmla="*/ 1084772 w 3050875"/>
                <a:gd name="connsiteY707" fmla="*/ 2746691 h 6856730"/>
                <a:gd name="connsiteX708" fmla="*/ 1048110 w 3050875"/>
                <a:gd name="connsiteY708" fmla="*/ 2756036 h 6856730"/>
                <a:gd name="connsiteX709" fmla="*/ 1085491 w 3050875"/>
                <a:gd name="connsiteY709" fmla="*/ 2739502 h 6856730"/>
                <a:gd name="connsiteX710" fmla="*/ 1084772 w 3050875"/>
                <a:gd name="connsiteY710" fmla="*/ 2746691 h 6856730"/>
                <a:gd name="connsiteX711" fmla="*/ 891396 w 3050875"/>
                <a:gd name="connsiteY711" fmla="*/ 3520193 h 6856730"/>
                <a:gd name="connsiteX712" fmla="*/ 893553 w 3050875"/>
                <a:gd name="connsiteY712" fmla="*/ 3520193 h 6856730"/>
                <a:gd name="connsiteX713" fmla="*/ 917994 w 3050875"/>
                <a:gd name="connsiteY713" fmla="*/ 3527381 h 6856730"/>
                <a:gd name="connsiteX714" fmla="*/ 917994 w 3050875"/>
                <a:gd name="connsiteY714" fmla="*/ 3544634 h 6856730"/>
                <a:gd name="connsiteX715" fmla="*/ 901461 w 3050875"/>
                <a:gd name="connsiteY715" fmla="*/ 3533851 h 6856730"/>
                <a:gd name="connsiteX716" fmla="*/ 891396 w 3050875"/>
                <a:gd name="connsiteY716" fmla="*/ 3520193 h 6856730"/>
                <a:gd name="connsiteX717" fmla="*/ 907930 w 3050875"/>
                <a:gd name="connsiteY717" fmla="*/ 3541040 h 6856730"/>
                <a:gd name="connsiteX718" fmla="*/ 917994 w 3050875"/>
                <a:gd name="connsiteY718" fmla="*/ 3548228 h 6856730"/>
                <a:gd name="connsiteX719" fmla="*/ 918713 w 3050875"/>
                <a:gd name="connsiteY719" fmla="*/ 3555417 h 6856730"/>
                <a:gd name="connsiteX720" fmla="*/ 907930 w 3050875"/>
                <a:gd name="connsiteY720" fmla="*/ 3541040 h 6856730"/>
                <a:gd name="connsiteX721" fmla="*/ 1022230 w 3050875"/>
                <a:gd name="connsiteY721" fmla="*/ 3740885 h 6856730"/>
                <a:gd name="connsiteX722" fmla="*/ 1017198 w 3050875"/>
                <a:gd name="connsiteY722" fmla="*/ 3725070 h 6856730"/>
                <a:gd name="connsiteX723" fmla="*/ 1005696 w 3050875"/>
                <a:gd name="connsiteY723" fmla="*/ 3696315 h 6856730"/>
                <a:gd name="connsiteX724" fmla="*/ 1010728 w 3050875"/>
                <a:gd name="connsiteY724" fmla="*/ 3684094 h 6856730"/>
                <a:gd name="connsiteX725" fmla="*/ 987006 w 3050875"/>
                <a:gd name="connsiteY725" fmla="*/ 3640962 h 6856730"/>
                <a:gd name="connsiteX726" fmla="*/ 1002821 w 3050875"/>
                <a:gd name="connsiteY726" fmla="*/ 3655340 h 6856730"/>
                <a:gd name="connsiteX727" fmla="*/ 1028700 w 3050875"/>
                <a:gd name="connsiteY727" fmla="*/ 3651745 h 6856730"/>
                <a:gd name="connsiteX728" fmla="*/ 1029419 w 3050875"/>
                <a:gd name="connsiteY728" fmla="*/ 3653902 h 6856730"/>
                <a:gd name="connsiteX729" fmla="*/ 1029419 w 3050875"/>
                <a:gd name="connsiteY729" fmla="*/ 3653902 h 6856730"/>
                <a:gd name="connsiteX730" fmla="*/ 1022230 w 3050875"/>
                <a:gd name="connsiteY730" fmla="*/ 3740885 h 6856730"/>
                <a:gd name="connsiteX731" fmla="*/ 849702 w 3050875"/>
                <a:gd name="connsiteY731" fmla="*/ 4281474 h 6856730"/>
                <a:gd name="connsiteX732" fmla="*/ 836762 w 3050875"/>
                <a:gd name="connsiteY732" fmla="*/ 4292976 h 6856730"/>
                <a:gd name="connsiteX733" fmla="*/ 829574 w 3050875"/>
                <a:gd name="connsiteY733" fmla="*/ 4277880 h 6856730"/>
                <a:gd name="connsiteX734" fmla="*/ 847545 w 3050875"/>
                <a:gd name="connsiteY734" fmla="*/ 4276442 h 6856730"/>
                <a:gd name="connsiteX735" fmla="*/ 854015 w 3050875"/>
                <a:gd name="connsiteY735" fmla="*/ 4277161 h 6856730"/>
                <a:gd name="connsiteX736" fmla="*/ 849702 w 3050875"/>
                <a:gd name="connsiteY736" fmla="*/ 4281474 h 6856730"/>
                <a:gd name="connsiteX737" fmla="*/ 970472 w 3050875"/>
                <a:gd name="connsiteY737" fmla="*/ 4352642 h 6856730"/>
                <a:gd name="connsiteX738" fmla="*/ 955376 w 3050875"/>
                <a:gd name="connsiteY738" fmla="*/ 4310229 h 6856730"/>
                <a:gd name="connsiteX739" fmla="*/ 957532 w 3050875"/>
                <a:gd name="connsiteY739" fmla="*/ 4303759 h 6856730"/>
                <a:gd name="connsiteX740" fmla="*/ 971191 w 3050875"/>
                <a:gd name="connsiteY740" fmla="*/ 4345453 h 6856730"/>
                <a:gd name="connsiteX741" fmla="*/ 970472 w 3050875"/>
                <a:gd name="connsiteY741" fmla="*/ 4352642 h 6856730"/>
                <a:gd name="connsiteX742" fmla="*/ 979098 w 3050875"/>
                <a:gd name="connsiteY742" fmla="*/ 4247687 h 6856730"/>
                <a:gd name="connsiteX743" fmla="*/ 974785 w 3050875"/>
                <a:gd name="connsiteY743" fmla="*/ 4247687 h 6856730"/>
                <a:gd name="connsiteX744" fmla="*/ 977661 w 3050875"/>
                <a:gd name="connsiteY744" fmla="*/ 4231153 h 6856730"/>
                <a:gd name="connsiteX745" fmla="*/ 980536 w 3050875"/>
                <a:gd name="connsiteY745" fmla="*/ 4234748 h 6856730"/>
                <a:gd name="connsiteX746" fmla="*/ 979098 w 3050875"/>
                <a:gd name="connsiteY746" fmla="*/ 4247687 h 6856730"/>
                <a:gd name="connsiteX747" fmla="*/ 1012885 w 3050875"/>
                <a:gd name="connsiteY747" fmla="*/ 4475568 h 6856730"/>
                <a:gd name="connsiteX748" fmla="*/ 997070 w 3050875"/>
                <a:gd name="connsiteY748" fmla="*/ 4422372 h 6856730"/>
                <a:gd name="connsiteX749" fmla="*/ 997789 w 3050875"/>
                <a:gd name="connsiteY749" fmla="*/ 4401525 h 6856730"/>
                <a:gd name="connsiteX750" fmla="*/ 1038764 w 3050875"/>
                <a:gd name="connsiteY750" fmla="*/ 4462628 h 6856730"/>
                <a:gd name="connsiteX751" fmla="*/ 1012885 w 3050875"/>
                <a:gd name="connsiteY751" fmla="*/ 4475568 h 6856730"/>
                <a:gd name="connsiteX752" fmla="*/ 1001383 w 3050875"/>
                <a:gd name="connsiteY752" fmla="*/ 4260627 h 6856730"/>
                <a:gd name="connsiteX753" fmla="*/ 1001383 w 3050875"/>
                <a:gd name="connsiteY753" fmla="*/ 4258470 h 6856730"/>
                <a:gd name="connsiteX754" fmla="*/ 1018636 w 3050875"/>
                <a:gd name="connsiteY754" fmla="*/ 4279317 h 6856730"/>
                <a:gd name="connsiteX755" fmla="*/ 1054579 w 3050875"/>
                <a:gd name="connsiteY755" fmla="*/ 4340421 h 6856730"/>
                <a:gd name="connsiteX756" fmla="*/ 1001383 w 3050875"/>
                <a:gd name="connsiteY756" fmla="*/ 4260627 h 6856730"/>
                <a:gd name="connsiteX757" fmla="*/ 754811 w 3050875"/>
                <a:gd name="connsiteY757" fmla="*/ 5106734 h 6856730"/>
                <a:gd name="connsiteX758" fmla="*/ 755530 w 3050875"/>
                <a:gd name="connsiteY758" fmla="*/ 5106734 h 6856730"/>
                <a:gd name="connsiteX759" fmla="*/ 802976 w 3050875"/>
                <a:gd name="connsiteY759" fmla="*/ 5084449 h 6856730"/>
                <a:gd name="connsiteX760" fmla="*/ 803694 w 3050875"/>
                <a:gd name="connsiteY760" fmla="*/ 5089481 h 6856730"/>
                <a:gd name="connsiteX761" fmla="*/ 762000 w 3050875"/>
                <a:gd name="connsiteY761" fmla="*/ 5106734 h 6856730"/>
                <a:gd name="connsiteX762" fmla="*/ 754811 w 3050875"/>
                <a:gd name="connsiteY762" fmla="*/ 5106734 h 6856730"/>
                <a:gd name="connsiteX763" fmla="*/ 830293 w 3050875"/>
                <a:gd name="connsiteY763" fmla="*/ 5234693 h 6856730"/>
                <a:gd name="connsiteX764" fmla="*/ 817353 w 3050875"/>
                <a:gd name="connsiteY764" fmla="*/ 5214565 h 6856730"/>
                <a:gd name="connsiteX765" fmla="*/ 816634 w 3050875"/>
                <a:gd name="connsiteY765" fmla="*/ 5213845 h 6856730"/>
                <a:gd name="connsiteX766" fmla="*/ 814477 w 3050875"/>
                <a:gd name="connsiteY766" fmla="*/ 5211689 h 6856730"/>
                <a:gd name="connsiteX767" fmla="*/ 779253 w 3050875"/>
                <a:gd name="connsiteY767" fmla="*/ 5164244 h 6856730"/>
                <a:gd name="connsiteX768" fmla="*/ 776377 w 3050875"/>
                <a:gd name="connsiteY768" fmla="*/ 5160649 h 6856730"/>
                <a:gd name="connsiteX769" fmla="*/ 821666 w 3050875"/>
                <a:gd name="connsiteY769" fmla="*/ 5145553 h 6856730"/>
                <a:gd name="connsiteX770" fmla="*/ 832449 w 3050875"/>
                <a:gd name="connsiteY770" fmla="*/ 5169995 h 6856730"/>
                <a:gd name="connsiteX771" fmla="*/ 830293 w 3050875"/>
                <a:gd name="connsiteY771" fmla="*/ 5234693 h 6856730"/>
                <a:gd name="connsiteX772" fmla="*/ 1123591 w 3050875"/>
                <a:gd name="connsiteY772" fmla="*/ 5241881 h 6856730"/>
                <a:gd name="connsiteX773" fmla="*/ 1119996 w 3050875"/>
                <a:gd name="connsiteY773" fmla="*/ 5241881 h 6856730"/>
                <a:gd name="connsiteX774" fmla="*/ 1081177 w 3050875"/>
                <a:gd name="connsiteY774" fmla="*/ 5253383 h 6856730"/>
                <a:gd name="connsiteX775" fmla="*/ 1068957 w 3050875"/>
                <a:gd name="connsiteY775" fmla="*/ 5243319 h 6856730"/>
                <a:gd name="connsiteX776" fmla="*/ 976223 w 3050875"/>
                <a:gd name="connsiteY776" fmla="*/ 5274231 h 6856730"/>
                <a:gd name="connsiteX777" fmla="*/ 973347 w 3050875"/>
                <a:gd name="connsiteY777" fmla="*/ 5275668 h 6856730"/>
                <a:gd name="connsiteX778" fmla="*/ 952500 w 3050875"/>
                <a:gd name="connsiteY778" fmla="*/ 5245476 h 6856730"/>
                <a:gd name="connsiteX779" fmla="*/ 966159 w 3050875"/>
                <a:gd name="connsiteY779" fmla="*/ 5184372 h 6856730"/>
                <a:gd name="connsiteX780" fmla="*/ 968315 w 3050875"/>
                <a:gd name="connsiteY780" fmla="*/ 5170713 h 6856730"/>
                <a:gd name="connsiteX781" fmla="*/ 1066081 w 3050875"/>
                <a:gd name="connsiteY781" fmla="*/ 5242600 h 6856730"/>
                <a:gd name="connsiteX782" fmla="*/ 1079740 w 3050875"/>
                <a:gd name="connsiteY782" fmla="*/ 5224628 h 6856730"/>
                <a:gd name="connsiteX783" fmla="*/ 1003540 w 3050875"/>
                <a:gd name="connsiteY783" fmla="*/ 5121112 h 6856730"/>
                <a:gd name="connsiteX784" fmla="*/ 962564 w 3050875"/>
                <a:gd name="connsiteY784" fmla="*/ 5049944 h 6856730"/>
                <a:gd name="connsiteX785" fmla="*/ 964002 w 3050875"/>
                <a:gd name="connsiteY785" fmla="*/ 5049944 h 6856730"/>
                <a:gd name="connsiteX786" fmla="*/ 999945 w 3050875"/>
                <a:gd name="connsiteY786" fmla="*/ 5075104 h 6856730"/>
                <a:gd name="connsiteX787" fmla="*/ 1126466 w 3050875"/>
                <a:gd name="connsiteY787" fmla="*/ 5238287 h 6856730"/>
                <a:gd name="connsiteX788" fmla="*/ 1123591 w 3050875"/>
                <a:gd name="connsiteY788" fmla="*/ 5241881 h 6856730"/>
                <a:gd name="connsiteX789" fmla="*/ 1200510 w 3050875"/>
                <a:gd name="connsiteY789" fmla="*/ 5221753 h 6856730"/>
                <a:gd name="connsiteX790" fmla="*/ 1178225 w 3050875"/>
                <a:gd name="connsiteY790" fmla="*/ 5213127 h 6856730"/>
                <a:gd name="connsiteX791" fmla="*/ 1178225 w 3050875"/>
                <a:gd name="connsiteY791" fmla="*/ 5212408 h 6856730"/>
                <a:gd name="connsiteX792" fmla="*/ 1176068 w 3050875"/>
                <a:gd name="connsiteY792" fmla="*/ 5213127 h 6856730"/>
                <a:gd name="connsiteX793" fmla="*/ 1172474 w 3050875"/>
                <a:gd name="connsiteY793" fmla="*/ 5205938 h 6856730"/>
                <a:gd name="connsiteX794" fmla="*/ 1151627 w 3050875"/>
                <a:gd name="connsiteY794" fmla="*/ 5175746 h 6856730"/>
                <a:gd name="connsiteX795" fmla="*/ 1140844 w 3050875"/>
                <a:gd name="connsiteY795" fmla="*/ 5172151 h 6856730"/>
                <a:gd name="connsiteX796" fmla="*/ 1073270 w 3050875"/>
                <a:gd name="connsiteY796" fmla="*/ 5096670 h 6856730"/>
                <a:gd name="connsiteX797" fmla="*/ 1107776 w 3050875"/>
                <a:gd name="connsiteY797" fmla="*/ 5094514 h 6856730"/>
                <a:gd name="connsiteX798" fmla="*/ 1122153 w 3050875"/>
                <a:gd name="connsiteY798" fmla="*/ 5118236 h 6856730"/>
                <a:gd name="connsiteX799" fmla="*/ 1201229 w 3050875"/>
                <a:gd name="connsiteY799" fmla="*/ 5210251 h 6856730"/>
                <a:gd name="connsiteX800" fmla="*/ 1200510 w 3050875"/>
                <a:gd name="connsiteY800" fmla="*/ 5221753 h 6856730"/>
                <a:gd name="connsiteX801" fmla="*/ 1205542 w 3050875"/>
                <a:gd name="connsiteY801" fmla="*/ 5125425 h 6856730"/>
                <a:gd name="connsiteX802" fmla="*/ 1173193 w 3050875"/>
                <a:gd name="connsiteY802" fmla="*/ 5088763 h 6856730"/>
                <a:gd name="connsiteX803" fmla="*/ 1163129 w 3050875"/>
                <a:gd name="connsiteY803" fmla="*/ 5074385 h 6856730"/>
                <a:gd name="connsiteX804" fmla="*/ 1201229 w 3050875"/>
                <a:gd name="connsiteY804" fmla="*/ 5043474 h 6856730"/>
                <a:gd name="connsiteX805" fmla="*/ 1204104 w 3050875"/>
                <a:gd name="connsiteY805" fmla="*/ 5043474 h 6856730"/>
                <a:gd name="connsiteX806" fmla="*/ 1209136 w 3050875"/>
                <a:gd name="connsiteY806" fmla="*/ 5056414 h 6856730"/>
                <a:gd name="connsiteX807" fmla="*/ 1205542 w 3050875"/>
                <a:gd name="connsiteY807" fmla="*/ 5125425 h 6856730"/>
                <a:gd name="connsiteX808" fmla="*/ 1229983 w 3050875"/>
                <a:gd name="connsiteY808" fmla="*/ 4220370 h 6856730"/>
                <a:gd name="connsiteX809" fmla="*/ 1217762 w 3050875"/>
                <a:gd name="connsiteY809" fmla="*/ 4226840 h 6856730"/>
                <a:gd name="connsiteX810" fmla="*/ 1216325 w 3050875"/>
                <a:gd name="connsiteY810" fmla="*/ 4226840 h 6856730"/>
                <a:gd name="connsiteX811" fmla="*/ 1212730 w 3050875"/>
                <a:gd name="connsiteY811" fmla="*/ 4219651 h 6856730"/>
                <a:gd name="connsiteX812" fmla="*/ 1229983 w 3050875"/>
                <a:gd name="connsiteY812" fmla="*/ 4220370 h 6856730"/>
                <a:gd name="connsiteX813" fmla="*/ 1205542 w 3050875"/>
                <a:gd name="connsiteY813" fmla="*/ 4295851 h 6856730"/>
                <a:gd name="connsiteX814" fmla="*/ 1215606 w 3050875"/>
                <a:gd name="connsiteY814" fmla="*/ 4317417 h 6856730"/>
                <a:gd name="connsiteX815" fmla="*/ 1201947 w 3050875"/>
                <a:gd name="connsiteY815" fmla="*/ 4297289 h 6856730"/>
                <a:gd name="connsiteX816" fmla="*/ 1205542 w 3050875"/>
                <a:gd name="connsiteY816" fmla="*/ 4295851 h 6856730"/>
                <a:gd name="connsiteX817" fmla="*/ 1240047 w 3050875"/>
                <a:gd name="connsiteY817" fmla="*/ 4440344 h 6856730"/>
                <a:gd name="connsiteX818" fmla="*/ 1130779 w 3050875"/>
                <a:gd name="connsiteY818" fmla="*/ 4307353 h 6856730"/>
                <a:gd name="connsiteX819" fmla="*/ 1149470 w 3050875"/>
                <a:gd name="connsiteY819" fmla="*/ 4307353 h 6856730"/>
                <a:gd name="connsiteX820" fmla="*/ 1150189 w 3050875"/>
                <a:gd name="connsiteY820" fmla="*/ 4313104 h 6856730"/>
                <a:gd name="connsiteX821" fmla="*/ 1155221 w 3050875"/>
                <a:gd name="connsiteY821" fmla="*/ 4318136 h 6856730"/>
                <a:gd name="connsiteX822" fmla="*/ 1196915 w 3050875"/>
                <a:gd name="connsiteY822" fmla="*/ 4382834 h 6856730"/>
                <a:gd name="connsiteX823" fmla="*/ 1240766 w 3050875"/>
                <a:gd name="connsiteY823" fmla="*/ 4436749 h 6856730"/>
                <a:gd name="connsiteX824" fmla="*/ 1240047 w 3050875"/>
                <a:gd name="connsiteY824" fmla="*/ 4440344 h 6856730"/>
                <a:gd name="connsiteX825" fmla="*/ 293298 w 3050875"/>
                <a:gd name="connsiteY825" fmla="*/ 5982315 h 6856730"/>
                <a:gd name="connsiteX826" fmla="*/ 261668 w 3050875"/>
                <a:gd name="connsiteY826" fmla="*/ 5982315 h 6856730"/>
                <a:gd name="connsiteX827" fmla="*/ 256636 w 3050875"/>
                <a:gd name="connsiteY827" fmla="*/ 5978721 h 6856730"/>
                <a:gd name="connsiteX828" fmla="*/ 252323 w 3050875"/>
                <a:gd name="connsiteY828" fmla="*/ 5977283 h 6856730"/>
                <a:gd name="connsiteX829" fmla="*/ 247291 w 3050875"/>
                <a:gd name="connsiteY829" fmla="*/ 5976565 h 6856730"/>
                <a:gd name="connsiteX830" fmla="*/ 240821 w 3050875"/>
                <a:gd name="connsiteY830" fmla="*/ 5976565 h 6856730"/>
                <a:gd name="connsiteX831" fmla="*/ 220692 w 3050875"/>
                <a:gd name="connsiteY831" fmla="*/ 5947810 h 6856730"/>
                <a:gd name="connsiteX832" fmla="*/ 283953 w 3050875"/>
                <a:gd name="connsiteY832" fmla="*/ 5944216 h 6856730"/>
                <a:gd name="connsiteX833" fmla="*/ 293298 w 3050875"/>
                <a:gd name="connsiteY833" fmla="*/ 5951404 h 6856730"/>
                <a:gd name="connsiteX834" fmla="*/ 293298 w 3050875"/>
                <a:gd name="connsiteY834" fmla="*/ 5982315 h 6856730"/>
                <a:gd name="connsiteX835" fmla="*/ 391064 w 3050875"/>
                <a:gd name="connsiteY835" fmla="*/ 5939183 h 6856730"/>
                <a:gd name="connsiteX836" fmla="*/ 342900 w 3050875"/>
                <a:gd name="connsiteY836" fmla="*/ 5940621 h 6856730"/>
                <a:gd name="connsiteX837" fmla="*/ 329960 w 3050875"/>
                <a:gd name="connsiteY837" fmla="*/ 5939183 h 6856730"/>
                <a:gd name="connsiteX838" fmla="*/ 331398 w 3050875"/>
                <a:gd name="connsiteY838" fmla="*/ 5935589 h 6856730"/>
                <a:gd name="connsiteX839" fmla="*/ 347932 w 3050875"/>
                <a:gd name="connsiteY839" fmla="*/ 5932713 h 6856730"/>
                <a:gd name="connsiteX840" fmla="*/ 391783 w 3050875"/>
                <a:gd name="connsiteY840" fmla="*/ 5930557 h 6856730"/>
                <a:gd name="connsiteX841" fmla="*/ 391064 w 3050875"/>
                <a:gd name="connsiteY841" fmla="*/ 5939183 h 6856730"/>
                <a:gd name="connsiteX842" fmla="*/ 510396 w 3050875"/>
                <a:gd name="connsiteY842" fmla="*/ 6104523 h 6856730"/>
                <a:gd name="connsiteX843" fmla="*/ 507521 w 3050875"/>
                <a:gd name="connsiteY843" fmla="*/ 6072893 h 6856730"/>
                <a:gd name="connsiteX844" fmla="*/ 511834 w 3050875"/>
                <a:gd name="connsiteY844" fmla="*/ 6073612 h 6856730"/>
                <a:gd name="connsiteX845" fmla="*/ 510396 w 3050875"/>
                <a:gd name="connsiteY845" fmla="*/ 6104523 h 6856730"/>
                <a:gd name="connsiteX846" fmla="*/ 761281 w 3050875"/>
                <a:gd name="connsiteY846" fmla="*/ 6591915 h 6856730"/>
                <a:gd name="connsiteX847" fmla="*/ 738277 w 3050875"/>
                <a:gd name="connsiteY847" fmla="*/ 6629297 h 6856730"/>
                <a:gd name="connsiteX848" fmla="*/ 736840 w 3050875"/>
                <a:gd name="connsiteY848" fmla="*/ 6641517 h 6856730"/>
                <a:gd name="connsiteX849" fmla="*/ 736840 w 3050875"/>
                <a:gd name="connsiteY849" fmla="*/ 6702621 h 6856730"/>
                <a:gd name="connsiteX850" fmla="*/ 710242 w 3050875"/>
                <a:gd name="connsiteY850" fmla="*/ 6740721 h 6856730"/>
                <a:gd name="connsiteX851" fmla="*/ 710242 w 3050875"/>
                <a:gd name="connsiteY851" fmla="*/ 6755817 h 6856730"/>
                <a:gd name="connsiteX852" fmla="*/ 698740 w 3050875"/>
                <a:gd name="connsiteY852" fmla="*/ 6755817 h 6856730"/>
                <a:gd name="connsiteX853" fmla="*/ 678611 w 3050875"/>
                <a:gd name="connsiteY853" fmla="*/ 6765881 h 6856730"/>
                <a:gd name="connsiteX854" fmla="*/ 657764 w 3050875"/>
                <a:gd name="connsiteY854" fmla="*/ 6765881 h 6856730"/>
                <a:gd name="connsiteX855" fmla="*/ 640511 w 3050875"/>
                <a:gd name="connsiteY855" fmla="*/ 6757255 h 6856730"/>
                <a:gd name="connsiteX856" fmla="*/ 544183 w 3050875"/>
                <a:gd name="connsiteY856" fmla="*/ 6759411 h 6856730"/>
                <a:gd name="connsiteX857" fmla="*/ 544183 w 3050875"/>
                <a:gd name="connsiteY857" fmla="*/ 6745034 h 6856730"/>
                <a:gd name="connsiteX858" fmla="*/ 562155 w 3050875"/>
                <a:gd name="connsiteY858" fmla="*/ 6727782 h 6856730"/>
                <a:gd name="connsiteX859" fmla="*/ 567187 w 3050875"/>
                <a:gd name="connsiteY859" fmla="*/ 6674585 h 6856730"/>
                <a:gd name="connsiteX860" fmla="*/ 574376 w 3050875"/>
                <a:gd name="connsiteY860" fmla="*/ 6664521 h 6856730"/>
                <a:gd name="connsiteX861" fmla="*/ 574376 w 3050875"/>
                <a:gd name="connsiteY861" fmla="*/ 6664521 h 6856730"/>
                <a:gd name="connsiteX862" fmla="*/ 574376 w 3050875"/>
                <a:gd name="connsiteY862" fmla="*/ 6637923 h 6856730"/>
                <a:gd name="connsiteX863" fmla="*/ 558560 w 3050875"/>
                <a:gd name="connsiteY863" fmla="*/ 6619951 h 6856730"/>
                <a:gd name="connsiteX864" fmla="*/ 562874 w 3050875"/>
                <a:gd name="connsiteY864" fmla="*/ 6163470 h 6856730"/>
                <a:gd name="connsiteX865" fmla="*/ 573657 w 3050875"/>
                <a:gd name="connsiteY865" fmla="*/ 6154125 h 6856730"/>
                <a:gd name="connsiteX866" fmla="*/ 567906 w 3050875"/>
                <a:gd name="connsiteY866" fmla="*/ 6077925 h 6856730"/>
                <a:gd name="connsiteX867" fmla="*/ 615351 w 3050875"/>
                <a:gd name="connsiteY867" fmla="*/ 6077206 h 6856730"/>
                <a:gd name="connsiteX868" fmla="*/ 615351 w 3050875"/>
                <a:gd name="connsiteY868" fmla="*/ 6077206 h 6856730"/>
                <a:gd name="connsiteX869" fmla="*/ 698021 w 3050875"/>
                <a:gd name="connsiteY869" fmla="*/ 6069298 h 6856730"/>
                <a:gd name="connsiteX870" fmla="*/ 728213 w 3050875"/>
                <a:gd name="connsiteY870" fmla="*/ 6064267 h 6856730"/>
                <a:gd name="connsiteX871" fmla="*/ 722462 w 3050875"/>
                <a:gd name="connsiteY871" fmla="*/ 6098053 h 6856730"/>
                <a:gd name="connsiteX872" fmla="*/ 718149 w 3050875"/>
                <a:gd name="connsiteY872" fmla="*/ 6117463 h 6856730"/>
                <a:gd name="connsiteX873" fmla="*/ 725338 w 3050875"/>
                <a:gd name="connsiteY873" fmla="*/ 6123213 h 6856730"/>
                <a:gd name="connsiteX874" fmla="*/ 760562 w 3050875"/>
                <a:gd name="connsiteY874" fmla="*/ 6163470 h 6856730"/>
                <a:gd name="connsiteX875" fmla="*/ 743310 w 3050875"/>
                <a:gd name="connsiteY875" fmla="*/ 6366910 h 6856730"/>
                <a:gd name="connsiteX876" fmla="*/ 761281 w 3050875"/>
                <a:gd name="connsiteY876" fmla="*/ 6591915 h 6856730"/>
                <a:gd name="connsiteX877" fmla="*/ 777096 w 3050875"/>
                <a:gd name="connsiteY877" fmla="*/ 5947810 h 6856730"/>
                <a:gd name="connsiteX878" fmla="*/ 774221 w 3050875"/>
                <a:gd name="connsiteY878" fmla="*/ 5972970 h 6856730"/>
                <a:gd name="connsiteX879" fmla="*/ 747623 w 3050875"/>
                <a:gd name="connsiteY879" fmla="*/ 5984472 h 6856730"/>
                <a:gd name="connsiteX880" fmla="*/ 723181 w 3050875"/>
                <a:gd name="connsiteY880" fmla="*/ 5988066 h 6856730"/>
                <a:gd name="connsiteX881" fmla="*/ 695145 w 3050875"/>
                <a:gd name="connsiteY881" fmla="*/ 5990223 h 6856730"/>
                <a:gd name="connsiteX882" fmla="*/ 695864 w 3050875"/>
                <a:gd name="connsiteY882" fmla="*/ 5989504 h 6856730"/>
                <a:gd name="connsiteX883" fmla="*/ 688676 w 3050875"/>
                <a:gd name="connsiteY883" fmla="*/ 5971532 h 6856730"/>
                <a:gd name="connsiteX884" fmla="*/ 618227 w 3050875"/>
                <a:gd name="connsiteY884" fmla="*/ 5983034 h 6856730"/>
                <a:gd name="connsiteX885" fmla="*/ 442104 w 3050875"/>
                <a:gd name="connsiteY885" fmla="*/ 5953561 h 6856730"/>
                <a:gd name="connsiteX886" fmla="*/ 660640 w 3050875"/>
                <a:gd name="connsiteY886" fmla="*/ 5950685 h 6856730"/>
                <a:gd name="connsiteX887" fmla="*/ 687238 w 3050875"/>
                <a:gd name="connsiteY887" fmla="*/ 5949248 h 6856730"/>
                <a:gd name="connsiteX888" fmla="*/ 779972 w 3050875"/>
                <a:gd name="connsiteY888" fmla="*/ 5896051 h 6856730"/>
                <a:gd name="connsiteX889" fmla="*/ 776377 w 3050875"/>
                <a:gd name="connsiteY889" fmla="*/ 5903240 h 6856730"/>
                <a:gd name="connsiteX890" fmla="*/ 728213 w 3050875"/>
                <a:gd name="connsiteY890" fmla="*/ 5944934 h 6856730"/>
                <a:gd name="connsiteX891" fmla="*/ 724619 w 3050875"/>
                <a:gd name="connsiteY891" fmla="*/ 5948529 h 6856730"/>
                <a:gd name="connsiteX892" fmla="*/ 777096 w 3050875"/>
                <a:gd name="connsiteY892" fmla="*/ 5947810 h 6856730"/>
                <a:gd name="connsiteX893" fmla="*/ 1624642 w 3050875"/>
                <a:gd name="connsiteY893" fmla="*/ 6211634 h 6856730"/>
                <a:gd name="connsiteX894" fmla="*/ 1496683 w 3050875"/>
                <a:gd name="connsiteY894" fmla="*/ 6162032 h 6856730"/>
                <a:gd name="connsiteX895" fmla="*/ 1623923 w 3050875"/>
                <a:gd name="connsiteY895" fmla="*/ 6162032 h 6856730"/>
                <a:gd name="connsiteX896" fmla="*/ 1646208 w 3050875"/>
                <a:gd name="connsiteY896" fmla="*/ 6211634 h 6856730"/>
                <a:gd name="connsiteX897" fmla="*/ 1624642 w 3050875"/>
                <a:gd name="connsiteY897" fmla="*/ 6211634 h 6856730"/>
                <a:gd name="connsiteX898" fmla="*/ 1692934 w 3050875"/>
                <a:gd name="connsiteY898" fmla="*/ 6783853 h 6856730"/>
                <a:gd name="connsiteX899" fmla="*/ 1692934 w 3050875"/>
                <a:gd name="connsiteY899" fmla="*/ 6783134 h 6856730"/>
                <a:gd name="connsiteX900" fmla="*/ 1734629 w 3050875"/>
                <a:gd name="connsiteY900" fmla="*/ 6802544 h 6856730"/>
                <a:gd name="connsiteX901" fmla="*/ 1692934 w 3050875"/>
                <a:gd name="connsiteY901" fmla="*/ 6783853 h 6856730"/>
                <a:gd name="connsiteX902" fmla="*/ 1742536 w 3050875"/>
                <a:gd name="connsiteY902" fmla="*/ 6700465 h 6856730"/>
                <a:gd name="connsiteX903" fmla="*/ 1692934 w 3050875"/>
                <a:gd name="connsiteY903" fmla="*/ 6667396 h 6856730"/>
                <a:gd name="connsiteX904" fmla="*/ 1692934 w 3050875"/>
                <a:gd name="connsiteY904" fmla="*/ 6650144 h 6856730"/>
                <a:gd name="connsiteX905" fmla="*/ 1724564 w 3050875"/>
                <a:gd name="connsiteY905" fmla="*/ 6678179 h 6856730"/>
                <a:gd name="connsiteX906" fmla="*/ 1741817 w 3050875"/>
                <a:gd name="connsiteY906" fmla="*/ 6696151 h 6856730"/>
                <a:gd name="connsiteX907" fmla="*/ 1742536 w 3050875"/>
                <a:gd name="connsiteY907" fmla="*/ 6696870 h 6856730"/>
                <a:gd name="connsiteX908" fmla="*/ 1742536 w 3050875"/>
                <a:gd name="connsiteY908" fmla="*/ 6700465 h 6856730"/>
                <a:gd name="connsiteX909" fmla="*/ 1742536 w 3050875"/>
                <a:gd name="connsiteY909" fmla="*/ 6619232 h 6856730"/>
                <a:gd name="connsiteX910" fmla="*/ 1692934 w 3050875"/>
                <a:gd name="connsiteY910" fmla="*/ 6532968 h 6856730"/>
                <a:gd name="connsiteX911" fmla="*/ 1692934 w 3050875"/>
                <a:gd name="connsiteY911" fmla="*/ 6519310 h 6856730"/>
                <a:gd name="connsiteX912" fmla="*/ 1742536 w 3050875"/>
                <a:gd name="connsiteY912" fmla="*/ 6557410 h 6856730"/>
                <a:gd name="connsiteX913" fmla="*/ 1742536 w 3050875"/>
                <a:gd name="connsiteY913" fmla="*/ 6619232 h 6856730"/>
                <a:gd name="connsiteX914" fmla="*/ 1742536 w 3050875"/>
                <a:gd name="connsiteY914" fmla="*/ 6504213 h 6856730"/>
                <a:gd name="connsiteX915" fmla="*/ 1692934 w 3050875"/>
                <a:gd name="connsiteY915" fmla="*/ 6457487 h 6856730"/>
                <a:gd name="connsiteX916" fmla="*/ 1692934 w 3050875"/>
                <a:gd name="connsiteY916" fmla="*/ 6304368 h 6856730"/>
                <a:gd name="connsiteX917" fmla="*/ 1738942 w 3050875"/>
                <a:gd name="connsiteY917" fmla="*/ 6349657 h 6856730"/>
                <a:gd name="connsiteX918" fmla="*/ 1742536 w 3050875"/>
                <a:gd name="connsiteY918" fmla="*/ 6352532 h 6856730"/>
                <a:gd name="connsiteX919" fmla="*/ 1742536 w 3050875"/>
                <a:gd name="connsiteY919" fmla="*/ 6504213 h 6856730"/>
                <a:gd name="connsiteX920" fmla="*/ 1742536 w 3050875"/>
                <a:gd name="connsiteY920" fmla="*/ 6231763 h 6856730"/>
                <a:gd name="connsiteX921" fmla="*/ 1690059 w 3050875"/>
                <a:gd name="connsiteY921" fmla="*/ 6162032 h 6856730"/>
                <a:gd name="connsiteX922" fmla="*/ 1692934 w 3050875"/>
                <a:gd name="connsiteY922" fmla="*/ 6162032 h 6856730"/>
                <a:gd name="connsiteX923" fmla="*/ 1742536 w 3050875"/>
                <a:gd name="connsiteY923" fmla="*/ 6165627 h 6856730"/>
                <a:gd name="connsiteX924" fmla="*/ 1742536 w 3050875"/>
                <a:gd name="connsiteY924" fmla="*/ 6231763 h 6856730"/>
                <a:gd name="connsiteX925" fmla="*/ 1926566 w 3050875"/>
                <a:gd name="connsiteY925" fmla="*/ 6766600 h 6856730"/>
                <a:gd name="connsiteX926" fmla="*/ 1905000 w 3050875"/>
                <a:gd name="connsiteY926" fmla="*/ 6754380 h 6856730"/>
                <a:gd name="connsiteX927" fmla="*/ 1905000 w 3050875"/>
                <a:gd name="connsiteY927" fmla="*/ 6718436 h 6856730"/>
                <a:gd name="connsiteX928" fmla="*/ 1953883 w 3050875"/>
                <a:gd name="connsiteY928" fmla="*/ 6766600 h 6856730"/>
                <a:gd name="connsiteX929" fmla="*/ 1926566 w 3050875"/>
                <a:gd name="connsiteY929" fmla="*/ 6766600 h 6856730"/>
                <a:gd name="connsiteX930" fmla="*/ 1988389 w 3050875"/>
                <a:gd name="connsiteY930" fmla="*/ 6766600 h 6856730"/>
                <a:gd name="connsiteX931" fmla="*/ 1981919 w 3050875"/>
                <a:gd name="connsiteY931" fmla="*/ 6766600 h 6856730"/>
                <a:gd name="connsiteX932" fmla="*/ 1979762 w 3050875"/>
                <a:gd name="connsiteY932" fmla="*/ 6765163 h 6856730"/>
                <a:gd name="connsiteX933" fmla="*/ 1904281 w 3050875"/>
                <a:gd name="connsiteY933" fmla="*/ 6699027 h 6856730"/>
                <a:gd name="connsiteX934" fmla="*/ 1904281 w 3050875"/>
                <a:gd name="connsiteY934" fmla="*/ 6670272 h 6856730"/>
                <a:gd name="connsiteX935" fmla="*/ 1958196 w 3050875"/>
                <a:gd name="connsiteY935" fmla="*/ 6707653 h 6856730"/>
                <a:gd name="connsiteX936" fmla="*/ 1986951 w 3050875"/>
                <a:gd name="connsiteY936" fmla="*/ 6728500 h 6856730"/>
                <a:gd name="connsiteX937" fmla="*/ 1986951 w 3050875"/>
                <a:gd name="connsiteY937" fmla="*/ 6766600 h 6856730"/>
                <a:gd name="connsiteX938" fmla="*/ 1905000 w 3050875"/>
                <a:gd name="connsiteY938" fmla="*/ 6647268 h 6856730"/>
                <a:gd name="connsiteX939" fmla="*/ 1905000 w 3050875"/>
                <a:gd name="connsiteY939" fmla="*/ 6629297 h 6856730"/>
                <a:gd name="connsiteX940" fmla="*/ 1969698 w 3050875"/>
                <a:gd name="connsiteY940" fmla="*/ 6688244 h 6856730"/>
                <a:gd name="connsiteX941" fmla="*/ 1905000 w 3050875"/>
                <a:gd name="connsiteY941" fmla="*/ 6647268 h 6856730"/>
                <a:gd name="connsiteX942" fmla="*/ 1988389 w 3050875"/>
                <a:gd name="connsiteY942" fmla="*/ 6670272 h 6856730"/>
                <a:gd name="connsiteX943" fmla="*/ 1905000 w 3050875"/>
                <a:gd name="connsiteY943" fmla="*/ 6609168 h 6856730"/>
                <a:gd name="connsiteX944" fmla="*/ 1905000 w 3050875"/>
                <a:gd name="connsiteY944" fmla="*/ 6468989 h 6856730"/>
                <a:gd name="connsiteX945" fmla="*/ 1988389 w 3050875"/>
                <a:gd name="connsiteY945" fmla="*/ 6543032 h 6856730"/>
                <a:gd name="connsiteX946" fmla="*/ 1988389 w 3050875"/>
                <a:gd name="connsiteY946" fmla="*/ 6670272 h 6856730"/>
                <a:gd name="connsiteX947" fmla="*/ 2140789 w 3050875"/>
                <a:gd name="connsiteY947" fmla="*/ 6696870 h 6856730"/>
                <a:gd name="connsiteX948" fmla="*/ 2140070 w 3050875"/>
                <a:gd name="connsiteY948" fmla="*/ 6644393 h 6856730"/>
                <a:gd name="connsiteX949" fmla="*/ 2142946 w 3050875"/>
                <a:gd name="connsiteY949" fmla="*/ 6641517 h 6856730"/>
                <a:gd name="connsiteX950" fmla="*/ 2147978 w 3050875"/>
                <a:gd name="connsiteY950" fmla="*/ 6696870 h 6856730"/>
                <a:gd name="connsiteX951" fmla="*/ 2140789 w 3050875"/>
                <a:gd name="connsiteY951" fmla="*/ 6696870 h 6856730"/>
                <a:gd name="connsiteX952" fmla="*/ 2132882 w 3050875"/>
                <a:gd name="connsiteY952" fmla="*/ 6025448 h 6856730"/>
                <a:gd name="connsiteX953" fmla="*/ 2151572 w 3050875"/>
                <a:gd name="connsiteY953" fmla="*/ 6025448 h 6856730"/>
                <a:gd name="connsiteX954" fmla="*/ 2181765 w 3050875"/>
                <a:gd name="connsiteY954" fmla="*/ 6031917 h 6856730"/>
                <a:gd name="connsiteX955" fmla="*/ 2181765 w 3050875"/>
                <a:gd name="connsiteY955" fmla="*/ 6036231 h 6856730"/>
                <a:gd name="connsiteX956" fmla="*/ 2132882 w 3050875"/>
                <a:gd name="connsiteY956" fmla="*/ 6025448 h 6856730"/>
                <a:gd name="connsiteX957" fmla="*/ 2274498 w 3050875"/>
                <a:gd name="connsiteY957" fmla="*/ 6048451 h 6856730"/>
                <a:gd name="connsiteX958" fmla="*/ 2280968 w 3050875"/>
                <a:gd name="connsiteY958" fmla="*/ 6049889 h 6856730"/>
                <a:gd name="connsiteX959" fmla="*/ 2292470 w 3050875"/>
                <a:gd name="connsiteY959" fmla="*/ 6053484 h 6856730"/>
                <a:gd name="connsiteX960" fmla="*/ 2292470 w 3050875"/>
                <a:gd name="connsiteY960" fmla="*/ 6055640 h 6856730"/>
                <a:gd name="connsiteX961" fmla="*/ 2274498 w 3050875"/>
                <a:gd name="connsiteY961" fmla="*/ 6053484 h 6856730"/>
                <a:gd name="connsiteX962" fmla="*/ 2274498 w 3050875"/>
                <a:gd name="connsiteY962" fmla="*/ 6048451 h 6856730"/>
                <a:gd name="connsiteX963" fmla="*/ 2276655 w 3050875"/>
                <a:gd name="connsiteY963" fmla="*/ 6062829 h 6856730"/>
                <a:gd name="connsiteX964" fmla="*/ 2294627 w 3050875"/>
                <a:gd name="connsiteY964" fmla="*/ 6064985 h 6856730"/>
                <a:gd name="connsiteX965" fmla="*/ 2300378 w 3050875"/>
                <a:gd name="connsiteY965" fmla="*/ 6126089 h 6856730"/>
                <a:gd name="connsiteX966" fmla="*/ 2285281 w 3050875"/>
                <a:gd name="connsiteY966" fmla="*/ 6126089 h 6856730"/>
                <a:gd name="connsiteX967" fmla="*/ 2276655 w 3050875"/>
                <a:gd name="connsiteY967" fmla="*/ 6062829 h 6856730"/>
                <a:gd name="connsiteX968" fmla="*/ 2475063 w 3050875"/>
                <a:gd name="connsiteY968" fmla="*/ 6642236 h 6856730"/>
                <a:gd name="connsiteX969" fmla="*/ 2474344 w 3050875"/>
                <a:gd name="connsiteY969" fmla="*/ 6666678 h 6856730"/>
                <a:gd name="connsiteX970" fmla="*/ 2473625 w 3050875"/>
                <a:gd name="connsiteY970" fmla="*/ 6678179 h 6856730"/>
                <a:gd name="connsiteX971" fmla="*/ 2463561 w 3050875"/>
                <a:gd name="connsiteY971" fmla="*/ 6742159 h 6856730"/>
                <a:gd name="connsiteX972" fmla="*/ 2436244 w 3050875"/>
                <a:gd name="connsiteY972" fmla="*/ 6766600 h 6856730"/>
                <a:gd name="connsiteX973" fmla="*/ 2355731 w 3050875"/>
                <a:gd name="connsiteY973" fmla="*/ 6766600 h 6856730"/>
                <a:gd name="connsiteX974" fmla="*/ 2343510 w 3050875"/>
                <a:gd name="connsiteY974" fmla="*/ 6752942 h 6856730"/>
                <a:gd name="connsiteX975" fmla="*/ 2322663 w 3050875"/>
                <a:gd name="connsiteY975" fmla="*/ 6726344 h 6856730"/>
                <a:gd name="connsiteX976" fmla="*/ 2314755 w 3050875"/>
                <a:gd name="connsiteY976" fmla="*/ 6673866 h 6856730"/>
                <a:gd name="connsiteX977" fmla="*/ 2309004 w 3050875"/>
                <a:gd name="connsiteY977" fmla="*/ 6653738 h 6856730"/>
                <a:gd name="connsiteX978" fmla="*/ 2308285 w 3050875"/>
                <a:gd name="connsiteY978" fmla="*/ 6617076 h 6856730"/>
                <a:gd name="connsiteX979" fmla="*/ 2302534 w 3050875"/>
                <a:gd name="connsiteY979" fmla="*/ 6491274 h 6856730"/>
                <a:gd name="connsiteX980" fmla="*/ 2301816 w 3050875"/>
                <a:gd name="connsiteY980" fmla="*/ 6478334 h 6856730"/>
                <a:gd name="connsiteX981" fmla="*/ 2296064 w 3050875"/>
                <a:gd name="connsiteY981" fmla="*/ 6457487 h 6856730"/>
                <a:gd name="connsiteX982" fmla="*/ 2298221 w 3050875"/>
                <a:gd name="connsiteY982" fmla="*/ 6394227 h 6856730"/>
                <a:gd name="connsiteX983" fmla="*/ 2302534 w 3050875"/>
                <a:gd name="connsiteY983" fmla="*/ 6264830 h 6856730"/>
                <a:gd name="connsiteX984" fmla="*/ 2298940 w 3050875"/>
                <a:gd name="connsiteY984" fmla="*/ 6241827 h 6856730"/>
                <a:gd name="connsiteX985" fmla="*/ 2304691 w 3050875"/>
                <a:gd name="connsiteY985" fmla="*/ 6241827 h 6856730"/>
                <a:gd name="connsiteX986" fmla="*/ 2309004 w 3050875"/>
                <a:gd name="connsiteY986" fmla="*/ 6213072 h 6856730"/>
                <a:gd name="connsiteX987" fmla="*/ 2389517 w 3050875"/>
                <a:gd name="connsiteY987" fmla="*/ 6213072 h 6856730"/>
                <a:gd name="connsiteX988" fmla="*/ 2393831 w 3050875"/>
                <a:gd name="connsiteY988" fmla="*/ 6233919 h 6856730"/>
                <a:gd name="connsiteX989" fmla="*/ 2412521 w 3050875"/>
                <a:gd name="connsiteY989" fmla="*/ 6243264 h 6856730"/>
                <a:gd name="connsiteX990" fmla="*/ 2470031 w 3050875"/>
                <a:gd name="connsiteY990" fmla="*/ 6243264 h 6856730"/>
                <a:gd name="connsiteX991" fmla="*/ 2470031 w 3050875"/>
                <a:gd name="connsiteY991" fmla="*/ 6318746 h 6856730"/>
                <a:gd name="connsiteX992" fmla="*/ 2472906 w 3050875"/>
                <a:gd name="connsiteY992" fmla="*/ 6468989 h 6856730"/>
                <a:gd name="connsiteX993" fmla="*/ 2477938 w 3050875"/>
                <a:gd name="connsiteY993" fmla="*/ 6477616 h 6856730"/>
                <a:gd name="connsiteX994" fmla="*/ 2477219 w 3050875"/>
                <a:gd name="connsiteY994" fmla="*/ 6533687 h 6856730"/>
                <a:gd name="connsiteX995" fmla="*/ 2473625 w 3050875"/>
                <a:gd name="connsiteY995" fmla="*/ 6536562 h 6856730"/>
                <a:gd name="connsiteX996" fmla="*/ 2473625 w 3050875"/>
                <a:gd name="connsiteY996" fmla="*/ 6545908 h 6856730"/>
                <a:gd name="connsiteX997" fmla="*/ 2466436 w 3050875"/>
                <a:gd name="connsiteY997" fmla="*/ 6558848 h 6856730"/>
                <a:gd name="connsiteX998" fmla="*/ 2475063 w 3050875"/>
                <a:gd name="connsiteY998" fmla="*/ 6642236 h 6856730"/>
                <a:gd name="connsiteX999" fmla="*/ 2564921 w 3050875"/>
                <a:gd name="connsiteY999" fmla="*/ 6108117 h 6856730"/>
                <a:gd name="connsiteX1000" fmla="*/ 2552700 w 3050875"/>
                <a:gd name="connsiteY1000" fmla="*/ 6116025 h 6856730"/>
                <a:gd name="connsiteX1001" fmla="*/ 2526821 w 3050875"/>
                <a:gd name="connsiteY1001" fmla="*/ 6136872 h 6856730"/>
                <a:gd name="connsiteX1002" fmla="*/ 2433368 w 3050875"/>
                <a:gd name="connsiteY1002" fmla="*/ 6125370 h 6856730"/>
                <a:gd name="connsiteX1003" fmla="*/ 2367951 w 3050875"/>
                <a:gd name="connsiteY1003" fmla="*/ 6126089 h 6856730"/>
                <a:gd name="connsiteX1004" fmla="*/ 2362919 w 3050875"/>
                <a:gd name="connsiteY1004" fmla="*/ 6126089 h 6856730"/>
                <a:gd name="connsiteX1005" fmla="*/ 2360044 w 3050875"/>
                <a:gd name="connsiteY1005" fmla="*/ 6097334 h 6856730"/>
                <a:gd name="connsiteX1006" fmla="*/ 2352136 w 3050875"/>
                <a:gd name="connsiteY1006" fmla="*/ 6093740 h 6856730"/>
                <a:gd name="connsiteX1007" fmla="*/ 2320506 w 3050875"/>
                <a:gd name="connsiteY1007" fmla="*/ 6068580 h 6856730"/>
                <a:gd name="connsiteX1008" fmla="*/ 2337040 w 3050875"/>
                <a:gd name="connsiteY1008" fmla="*/ 6070736 h 6856730"/>
                <a:gd name="connsiteX1009" fmla="*/ 2366514 w 3050875"/>
                <a:gd name="connsiteY1009" fmla="*/ 6073612 h 6856730"/>
                <a:gd name="connsiteX1010" fmla="*/ 2407489 w 3050875"/>
                <a:gd name="connsiteY1010" fmla="*/ 6085833 h 6856730"/>
                <a:gd name="connsiteX1011" fmla="*/ 2549825 w 3050875"/>
                <a:gd name="connsiteY1011" fmla="*/ 6105242 h 6856730"/>
                <a:gd name="connsiteX1012" fmla="*/ 2564921 w 3050875"/>
                <a:gd name="connsiteY1012" fmla="*/ 6105961 h 6856730"/>
                <a:gd name="connsiteX1013" fmla="*/ 2564921 w 3050875"/>
                <a:gd name="connsiteY1013" fmla="*/ 6108117 h 6856730"/>
                <a:gd name="connsiteX1014" fmla="*/ 2467155 w 3050875"/>
                <a:gd name="connsiteY1014" fmla="*/ 6062829 h 6856730"/>
                <a:gd name="connsiteX1015" fmla="*/ 2467155 w 3050875"/>
                <a:gd name="connsiteY1015" fmla="*/ 6062110 h 6856730"/>
                <a:gd name="connsiteX1016" fmla="*/ 2436963 w 3050875"/>
                <a:gd name="connsiteY1016" fmla="*/ 6019697 h 6856730"/>
                <a:gd name="connsiteX1017" fmla="*/ 2457091 w 3050875"/>
                <a:gd name="connsiteY1017" fmla="*/ 6021134 h 6856730"/>
                <a:gd name="connsiteX1018" fmla="*/ 2521789 w 3050875"/>
                <a:gd name="connsiteY1018" fmla="*/ 6059234 h 6856730"/>
                <a:gd name="connsiteX1019" fmla="*/ 2528978 w 3050875"/>
                <a:gd name="connsiteY1019" fmla="*/ 6049889 h 6856730"/>
                <a:gd name="connsiteX1020" fmla="*/ 2509568 w 3050875"/>
                <a:gd name="connsiteY1020" fmla="*/ 6022572 h 6856730"/>
                <a:gd name="connsiteX1021" fmla="*/ 2513163 w 3050875"/>
                <a:gd name="connsiteY1021" fmla="*/ 6022572 h 6856730"/>
                <a:gd name="connsiteX1022" fmla="*/ 2559889 w 3050875"/>
                <a:gd name="connsiteY1022" fmla="*/ 6062829 h 6856730"/>
                <a:gd name="connsiteX1023" fmla="*/ 2467155 w 3050875"/>
                <a:gd name="connsiteY1023" fmla="*/ 6062829 h 6856730"/>
                <a:gd name="connsiteX1024" fmla="*/ 2549106 w 3050875"/>
                <a:gd name="connsiteY1024" fmla="*/ 5999568 h 6856730"/>
                <a:gd name="connsiteX1025" fmla="*/ 2549825 w 3050875"/>
                <a:gd name="connsiteY1025" fmla="*/ 6001006 h 6856730"/>
                <a:gd name="connsiteX1026" fmla="*/ 2551982 w 3050875"/>
                <a:gd name="connsiteY1026" fmla="*/ 6016102 h 6856730"/>
                <a:gd name="connsiteX1027" fmla="*/ 2534010 w 3050875"/>
                <a:gd name="connsiteY1027" fmla="*/ 5998849 h 6856730"/>
                <a:gd name="connsiteX1028" fmla="*/ 2549106 w 3050875"/>
                <a:gd name="connsiteY1028" fmla="*/ 5999568 h 6856730"/>
                <a:gd name="connsiteX1029" fmla="*/ 2532572 w 3050875"/>
                <a:gd name="connsiteY1029" fmla="*/ 5974408 h 6856730"/>
                <a:gd name="connsiteX1030" fmla="*/ 2544793 w 3050875"/>
                <a:gd name="connsiteY1030" fmla="*/ 5977283 h 6856730"/>
                <a:gd name="connsiteX1031" fmla="*/ 2546231 w 3050875"/>
                <a:gd name="connsiteY1031" fmla="*/ 5987348 h 6856730"/>
                <a:gd name="connsiteX1032" fmla="*/ 2523227 w 3050875"/>
                <a:gd name="connsiteY1032" fmla="*/ 5986628 h 6856730"/>
                <a:gd name="connsiteX1033" fmla="*/ 2508849 w 3050875"/>
                <a:gd name="connsiteY1033" fmla="*/ 5969376 h 6856730"/>
                <a:gd name="connsiteX1034" fmla="*/ 2532572 w 3050875"/>
                <a:gd name="connsiteY1034" fmla="*/ 5974408 h 6856730"/>
                <a:gd name="connsiteX1035" fmla="*/ 2494472 w 3050875"/>
                <a:gd name="connsiteY1035" fmla="*/ 6001725 h 6856730"/>
                <a:gd name="connsiteX1036" fmla="*/ 2503099 w 3050875"/>
                <a:gd name="connsiteY1036" fmla="*/ 6011789 h 6856730"/>
                <a:gd name="connsiteX1037" fmla="*/ 2497348 w 3050875"/>
                <a:gd name="connsiteY1037" fmla="*/ 6010351 h 6856730"/>
                <a:gd name="connsiteX1038" fmla="*/ 2489440 w 3050875"/>
                <a:gd name="connsiteY1038" fmla="*/ 6002444 h 6856730"/>
                <a:gd name="connsiteX1039" fmla="*/ 2494472 w 3050875"/>
                <a:gd name="connsiteY1039" fmla="*/ 6001725 h 6856730"/>
                <a:gd name="connsiteX1040" fmla="*/ 2465717 w 3050875"/>
                <a:gd name="connsiteY1040" fmla="*/ 5960031 h 6856730"/>
                <a:gd name="connsiteX1041" fmla="*/ 2485846 w 3050875"/>
                <a:gd name="connsiteY1041" fmla="*/ 5990942 h 6856730"/>
                <a:gd name="connsiteX1042" fmla="*/ 2477938 w 3050875"/>
                <a:gd name="connsiteY1042" fmla="*/ 5992380 h 6856730"/>
                <a:gd name="connsiteX1043" fmla="*/ 2456372 w 3050875"/>
                <a:gd name="connsiteY1043" fmla="*/ 5972970 h 6856730"/>
                <a:gd name="connsiteX1044" fmla="*/ 2447027 w 3050875"/>
                <a:gd name="connsiteY1044" fmla="*/ 5955717 h 6856730"/>
                <a:gd name="connsiteX1045" fmla="*/ 2465717 w 3050875"/>
                <a:gd name="connsiteY1045" fmla="*/ 5960031 h 6856730"/>
                <a:gd name="connsiteX1046" fmla="*/ 2393112 w 3050875"/>
                <a:gd name="connsiteY1046" fmla="*/ 5940621 h 6856730"/>
                <a:gd name="connsiteX1047" fmla="*/ 2408208 w 3050875"/>
                <a:gd name="connsiteY1047" fmla="*/ 5961468 h 6856730"/>
                <a:gd name="connsiteX1048" fmla="*/ 2439838 w 3050875"/>
                <a:gd name="connsiteY1048" fmla="*/ 6001006 h 6856730"/>
                <a:gd name="connsiteX1049" fmla="*/ 2426180 w 3050875"/>
                <a:gd name="connsiteY1049" fmla="*/ 6005319 h 6856730"/>
                <a:gd name="connsiteX1050" fmla="*/ 2395987 w 3050875"/>
                <a:gd name="connsiteY1050" fmla="*/ 5967938 h 6856730"/>
                <a:gd name="connsiteX1051" fmla="*/ 2375140 w 3050875"/>
                <a:gd name="connsiteY1051" fmla="*/ 5935589 h 6856730"/>
                <a:gd name="connsiteX1052" fmla="*/ 2393112 w 3050875"/>
                <a:gd name="connsiteY1052" fmla="*/ 5940621 h 6856730"/>
                <a:gd name="connsiteX1053" fmla="*/ 2341353 w 3050875"/>
                <a:gd name="connsiteY1053" fmla="*/ 5924806 h 6856730"/>
                <a:gd name="connsiteX1054" fmla="*/ 2355731 w 3050875"/>
                <a:gd name="connsiteY1054" fmla="*/ 5955717 h 6856730"/>
                <a:gd name="connsiteX1055" fmla="*/ 2351417 w 3050875"/>
                <a:gd name="connsiteY1055" fmla="*/ 5950685 h 6856730"/>
                <a:gd name="connsiteX1056" fmla="*/ 2333446 w 3050875"/>
                <a:gd name="connsiteY1056" fmla="*/ 5922649 h 6856730"/>
                <a:gd name="connsiteX1057" fmla="*/ 2341353 w 3050875"/>
                <a:gd name="connsiteY1057" fmla="*/ 5924806 h 6856730"/>
                <a:gd name="connsiteX1058" fmla="*/ 2273061 w 3050875"/>
                <a:gd name="connsiteY1058" fmla="*/ 5128300 h 6856730"/>
                <a:gd name="connsiteX1059" fmla="*/ 2290314 w 3050875"/>
                <a:gd name="connsiteY1059" fmla="*/ 5131895 h 6856730"/>
                <a:gd name="connsiteX1060" fmla="*/ 2272342 w 3050875"/>
                <a:gd name="connsiteY1060" fmla="*/ 5169995 h 6856730"/>
                <a:gd name="connsiteX1061" fmla="*/ 2265872 w 3050875"/>
                <a:gd name="connsiteY1061" fmla="*/ 5182934 h 6856730"/>
                <a:gd name="connsiteX1062" fmla="*/ 2260840 w 3050875"/>
                <a:gd name="connsiteY1062" fmla="*/ 5135489 h 6856730"/>
                <a:gd name="connsiteX1063" fmla="*/ 2273061 w 3050875"/>
                <a:gd name="connsiteY1063" fmla="*/ 5128300 h 6856730"/>
                <a:gd name="connsiteX1064" fmla="*/ 2270185 w 3050875"/>
                <a:gd name="connsiteY1064" fmla="*/ 5811944 h 6856730"/>
                <a:gd name="connsiteX1065" fmla="*/ 2270904 w 3050875"/>
                <a:gd name="connsiteY1065" fmla="*/ 5816976 h 6856730"/>
                <a:gd name="connsiteX1066" fmla="*/ 2255808 w 3050875"/>
                <a:gd name="connsiteY1066" fmla="*/ 5811944 h 6856730"/>
                <a:gd name="connsiteX1067" fmla="*/ 2248619 w 3050875"/>
                <a:gd name="connsiteY1067" fmla="*/ 5809068 h 6856730"/>
                <a:gd name="connsiteX1068" fmla="*/ 2247900 w 3050875"/>
                <a:gd name="connsiteY1068" fmla="*/ 5801880 h 6856730"/>
                <a:gd name="connsiteX1069" fmla="*/ 2247182 w 3050875"/>
                <a:gd name="connsiteY1069" fmla="*/ 5793972 h 6856730"/>
                <a:gd name="connsiteX1070" fmla="*/ 2269466 w 3050875"/>
                <a:gd name="connsiteY1070" fmla="*/ 5793253 h 6856730"/>
                <a:gd name="connsiteX1071" fmla="*/ 2270904 w 3050875"/>
                <a:gd name="connsiteY1071" fmla="*/ 5807631 h 6856730"/>
                <a:gd name="connsiteX1072" fmla="*/ 2270904 w 3050875"/>
                <a:gd name="connsiteY1072" fmla="*/ 5809068 h 6856730"/>
                <a:gd name="connsiteX1073" fmla="*/ 2270185 w 3050875"/>
                <a:gd name="connsiteY1073" fmla="*/ 5811944 h 6856730"/>
                <a:gd name="connsiteX1074" fmla="*/ 2278812 w 3050875"/>
                <a:gd name="connsiteY1074" fmla="*/ 5903240 h 6856730"/>
                <a:gd name="connsiteX1075" fmla="*/ 2281687 w 3050875"/>
                <a:gd name="connsiteY1075" fmla="*/ 5935589 h 6856730"/>
                <a:gd name="connsiteX1076" fmla="*/ 2274498 w 3050875"/>
                <a:gd name="connsiteY1076" fmla="*/ 5935589 h 6856730"/>
                <a:gd name="connsiteX1077" fmla="*/ 2270904 w 3050875"/>
                <a:gd name="connsiteY1077" fmla="*/ 5931276 h 6856730"/>
                <a:gd name="connsiteX1078" fmla="*/ 2258683 w 3050875"/>
                <a:gd name="connsiteY1078" fmla="*/ 5916899 h 6856730"/>
                <a:gd name="connsiteX1079" fmla="*/ 2256527 w 3050875"/>
                <a:gd name="connsiteY1079" fmla="*/ 5894613 h 6856730"/>
                <a:gd name="connsiteX1080" fmla="*/ 2278812 w 3050875"/>
                <a:gd name="connsiteY1080" fmla="*/ 5903240 h 6856730"/>
                <a:gd name="connsiteX1081" fmla="*/ 2240712 w 3050875"/>
                <a:gd name="connsiteY1081" fmla="*/ 5689017 h 6856730"/>
                <a:gd name="connsiteX1082" fmla="*/ 2244306 w 3050875"/>
                <a:gd name="connsiteY1082" fmla="*/ 5542368 h 6856730"/>
                <a:gd name="connsiteX1083" fmla="*/ 2245744 w 3050875"/>
                <a:gd name="connsiteY1083" fmla="*/ 5556746 h 6856730"/>
                <a:gd name="connsiteX1084" fmla="*/ 2261559 w 3050875"/>
                <a:gd name="connsiteY1084" fmla="*/ 5722085 h 6856730"/>
                <a:gd name="connsiteX1085" fmla="*/ 2239993 w 3050875"/>
                <a:gd name="connsiteY1085" fmla="*/ 5721366 h 6856730"/>
                <a:gd name="connsiteX1086" fmla="*/ 2240712 w 3050875"/>
                <a:gd name="connsiteY1086" fmla="*/ 5689017 h 6856730"/>
                <a:gd name="connsiteX1087" fmla="*/ 2176732 w 3050875"/>
                <a:gd name="connsiteY1087" fmla="*/ 5878080 h 6856730"/>
                <a:gd name="connsiteX1088" fmla="*/ 2127849 w 3050875"/>
                <a:gd name="connsiteY1088" fmla="*/ 5836385 h 6856730"/>
                <a:gd name="connsiteX1089" fmla="*/ 2167387 w 3050875"/>
                <a:gd name="connsiteY1089" fmla="*/ 5855795 h 6856730"/>
                <a:gd name="connsiteX1090" fmla="*/ 2176014 w 3050875"/>
                <a:gd name="connsiteY1090" fmla="*/ 5860108 h 6856730"/>
                <a:gd name="connsiteX1091" fmla="*/ 2176732 w 3050875"/>
                <a:gd name="connsiteY1091" fmla="*/ 5878080 h 6856730"/>
                <a:gd name="connsiteX1092" fmla="*/ 2154448 w 3050875"/>
                <a:gd name="connsiteY1092" fmla="*/ 5371996 h 6856730"/>
                <a:gd name="connsiteX1093" fmla="*/ 2142946 w 3050875"/>
                <a:gd name="connsiteY1093" fmla="*/ 5361932 h 6856730"/>
                <a:gd name="connsiteX1094" fmla="*/ 2153729 w 3050875"/>
                <a:gd name="connsiteY1094" fmla="*/ 5366246 h 6856730"/>
                <a:gd name="connsiteX1095" fmla="*/ 2154448 w 3050875"/>
                <a:gd name="connsiteY1095" fmla="*/ 5371996 h 6856730"/>
                <a:gd name="connsiteX1096" fmla="*/ 2131444 w 3050875"/>
                <a:gd name="connsiteY1096" fmla="*/ 5144834 h 6856730"/>
                <a:gd name="connsiteX1097" fmla="*/ 2135038 w 3050875"/>
                <a:gd name="connsiteY1097" fmla="*/ 5148429 h 6856730"/>
                <a:gd name="connsiteX1098" fmla="*/ 2138632 w 3050875"/>
                <a:gd name="connsiteY1098" fmla="*/ 5169276 h 6856730"/>
                <a:gd name="connsiteX1099" fmla="*/ 2129287 w 3050875"/>
                <a:gd name="connsiteY1099" fmla="*/ 5161368 h 6856730"/>
                <a:gd name="connsiteX1100" fmla="*/ 2131444 w 3050875"/>
                <a:gd name="connsiteY1100" fmla="*/ 5144834 h 6856730"/>
                <a:gd name="connsiteX1101" fmla="*/ 2124255 w 3050875"/>
                <a:gd name="connsiteY1101" fmla="*/ 5213845 h 6856730"/>
                <a:gd name="connsiteX1102" fmla="*/ 2149415 w 3050875"/>
                <a:gd name="connsiteY1102" fmla="*/ 5232536 h 6856730"/>
                <a:gd name="connsiteX1103" fmla="*/ 2150134 w 3050875"/>
                <a:gd name="connsiteY1103" fmla="*/ 5262729 h 6856730"/>
                <a:gd name="connsiteX1104" fmla="*/ 2114910 w 3050875"/>
                <a:gd name="connsiteY1104" fmla="*/ 5230380 h 6856730"/>
                <a:gd name="connsiteX1105" fmla="*/ 2124255 w 3050875"/>
                <a:gd name="connsiteY1105" fmla="*/ 5213845 h 6856730"/>
                <a:gd name="connsiteX1106" fmla="*/ 2142946 w 3050875"/>
                <a:gd name="connsiteY1106" fmla="*/ 5415128 h 6856730"/>
                <a:gd name="connsiteX1107" fmla="*/ 2142227 w 3050875"/>
                <a:gd name="connsiteY1107" fmla="*/ 5430225 h 6856730"/>
                <a:gd name="connsiteX1108" fmla="*/ 2157323 w 3050875"/>
                <a:gd name="connsiteY1108" fmla="*/ 5444602 h 6856730"/>
                <a:gd name="connsiteX1109" fmla="*/ 2158761 w 3050875"/>
                <a:gd name="connsiteY1109" fmla="*/ 5466168 h 6856730"/>
                <a:gd name="connsiteX1110" fmla="*/ 2112753 w 3050875"/>
                <a:gd name="connsiteY1110" fmla="*/ 5426631 h 6856730"/>
                <a:gd name="connsiteX1111" fmla="*/ 2025770 w 3050875"/>
                <a:gd name="connsiteY1111" fmla="*/ 5346117 h 6856730"/>
                <a:gd name="connsiteX1112" fmla="*/ 2062432 w 3050875"/>
                <a:gd name="connsiteY1112" fmla="*/ 5353306 h 6856730"/>
                <a:gd name="connsiteX1113" fmla="*/ 2084717 w 3050875"/>
                <a:gd name="connsiteY1113" fmla="*/ 5356182 h 6856730"/>
                <a:gd name="connsiteX1114" fmla="*/ 2142946 w 3050875"/>
                <a:gd name="connsiteY1114" fmla="*/ 5415128 h 6856730"/>
                <a:gd name="connsiteX1115" fmla="*/ 2022895 w 3050875"/>
                <a:gd name="connsiteY1115" fmla="*/ 4951459 h 6856730"/>
                <a:gd name="connsiteX1116" fmla="*/ 2030083 w 3050875"/>
                <a:gd name="connsiteY1116" fmla="*/ 4939238 h 6856730"/>
                <a:gd name="connsiteX1117" fmla="*/ 2053087 w 3050875"/>
                <a:gd name="connsiteY1117" fmla="*/ 4956491 h 6856730"/>
                <a:gd name="connsiteX1118" fmla="*/ 2022895 w 3050875"/>
                <a:gd name="connsiteY1118" fmla="*/ 4951459 h 6856730"/>
                <a:gd name="connsiteX1119" fmla="*/ 2064589 w 3050875"/>
                <a:gd name="connsiteY1119" fmla="*/ 5093076 h 6856730"/>
                <a:gd name="connsiteX1120" fmla="*/ 2070340 w 3050875"/>
                <a:gd name="connsiteY1120" fmla="*/ 5095232 h 6856730"/>
                <a:gd name="connsiteX1121" fmla="*/ 2069621 w 3050875"/>
                <a:gd name="connsiteY1121" fmla="*/ 5103859 h 6856730"/>
                <a:gd name="connsiteX1122" fmla="*/ 2064589 w 3050875"/>
                <a:gd name="connsiteY1122" fmla="*/ 5093076 h 6856730"/>
                <a:gd name="connsiteX1123" fmla="*/ 2100533 w 3050875"/>
                <a:gd name="connsiteY1123" fmla="*/ 4893231 h 6856730"/>
                <a:gd name="connsiteX1124" fmla="*/ 2107002 w 3050875"/>
                <a:gd name="connsiteY1124" fmla="*/ 4947864 h 6856730"/>
                <a:gd name="connsiteX1125" fmla="*/ 2070340 w 3050875"/>
                <a:gd name="connsiteY1125" fmla="*/ 4919110 h 6856730"/>
                <a:gd name="connsiteX1126" fmla="*/ 1961072 w 3050875"/>
                <a:gd name="connsiteY1126" fmla="*/ 4841472 h 6856730"/>
                <a:gd name="connsiteX1127" fmla="*/ 1958196 w 3050875"/>
                <a:gd name="connsiteY1127" fmla="*/ 4787557 h 6856730"/>
                <a:gd name="connsiteX1128" fmla="*/ 1997734 w 3050875"/>
                <a:gd name="connsiteY1128" fmla="*/ 4815593 h 6856730"/>
                <a:gd name="connsiteX1129" fmla="*/ 2100533 w 3050875"/>
                <a:gd name="connsiteY1129" fmla="*/ 4893231 h 6856730"/>
                <a:gd name="connsiteX1130" fmla="*/ 2007080 w 3050875"/>
                <a:gd name="connsiteY1130" fmla="*/ 5134770 h 6856730"/>
                <a:gd name="connsiteX1131" fmla="*/ 1976887 w 3050875"/>
                <a:gd name="connsiteY1131" fmla="*/ 5111047 h 6856730"/>
                <a:gd name="connsiteX1132" fmla="*/ 1974731 w 3050875"/>
                <a:gd name="connsiteY1132" fmla="*/ 5077980 h 6856730"/>
                <a:gd name="connsiteX1133" fmla="*/ 1994859 w 3050875"/>
                <a:gd name="connsiteY1133" fmla="*/ 5097389 h 6856730"/>
                <a:gd name="connsiteX1134" fmla="*/ 2001329 w 3050875"/>
                <a:gd name="connsiteY1134" fmla="*/ 5112485 h 6856730"/>
                <a:gd name="connsiteX1135" fmla="*/ 2007080 w 3050875"/>
                <a:gd name="connsiteY1135" fmla="*/ 5134770 h 6856730"/>
                <a:gd name="connsiteX1136" fmla="*/ 2096219 w 3050875"/>
                <a:gd name="connsiteY1136" fmla="*/ 4857287 h 6856730"/>
                <a:gd name="connsiteX1137" fmla="*/ 2021457 w 3050875"/>
                <a:gd name="connsiteY1137" fmla="*/ 4802653 h 6856730"/>
                <a:gd name="connsiteX1138" fmla="*/ 1955321 w 3050875"/>
                <a:gd name="connsiteY1138" fmla="*/ 4751613 h 6856730"/>
                <a:gd name="connsiteX1139" fmla="*/ 1955321 w 3050875"/>
                <a:gd name="connsiteY1139" fmla="*/ 4745144 h 6856730"/>
                <a:gd name="connsiteX1140" fmla="*/ 1952446 w 3050875"/>
                <a:gd name="connsiteY1140" fmla="*/ 4696980 h 6856730"/>
                <a:gd name="connsiteX1141" fmla="*/ 2027927 w 3050875"/>
                <a:gd name="connsiteY1141" fmla="*/ 4753770 h 6856730"/>
                <a:gd name="connsiteX1142" fmla="*/ 2090468 w 3050875"/>
                <a:gd name="connsiteY1142" fmla="*/ 4804810 h 6856730"/>
                <a:gd name="connsiteX1143" fmla="*/ 2096219 w 3050875"/>
                <a:gd name="connsiteY1143" fmla="*/ 4857287 h 6856730"/>
                <a:gd name="connsiteX1144" fmla="*/ 2083279 w 3050875"/>
                <a:gd name="connsiteY1144" fmla="*/ 4721421 h 6856730"/>
                <a:gd name="connsiteX1145" fmla="*/ 2086874 w 3050875"/>
                <a:gd name="connsiteY1145" fmla="*/ 4758802 h 6856730"/>
                <a:gd name="connsiteX1146" fmla="*/ 2055244 w 3050875"/>
                <a:gd name="connsiteY1146" fmla="*/ 4735798 h 6856730"/>
                <a:gd name="connsiteX1147" fmla="*/ 1950289 w 3050875"/>
                <a:gd name="connsiteY1147" fmla="*/ 4656004 h 6856730"/>
                <a:gd name="connsiteX1148" fmla="*/ 1945976 w 3050875"/>
                <a:gd name="connsiteY1148" fmla="*/ 4576929 h 6856730"/>
                <a:gd name="connsiteX1149" fmla="*/ 2034397 w 3050875"/>
                <a:gd name="connsiteY1149" fmla="*/ 4652410 h 6856730"/>
                <a:gd name="connsiteX1150" fmla="*/ 2080404 w 3050875"/>
                <a:gd name="connsiteY1150" fmla="*/ 4691948 h 6856730"/>
                <a:gd name="connsiteX1151" fmla="*/ 2083279 w 3050875"/>
                <a:gd name="connsiteY1151" fmla="*/ 4721421 h 6856730"/>
                <a:gd name="connsiteX1152" fmla="*/ 2073215 w 3050875"/>
                <a:gd name="connsiteY1152" fmla="*/ 4607840 h 6856730"/>
                <a:gd name="connsiteX1153" fmla="*/ 2076810 w 3050875"/>
                <a:gd name="connsiteY1153" fmla="*/ 4651691 h 6856730"/>
                <a:gd name="connsiteX1154" fmla="*/ 2054525 w 3050875"/>
                <a:gd name="connsiteY1154" fmla="*/ 4633000 h 6856730"/>
                <a:gd name="connsiteX1155" fmla="*/ 1944538 w 3050875"/>
                <a:gd name="connsiteY1155" fmla="*/ 4542423 h 6856730"/>
                <a:gd name="connsiteX1156" fmla="*/ 1943819 w 3050875"/>
                <a:gd name="connsiteY1156" fmla="*/ 4528764 h 6856730"/>
                <a:gd name="connsiteX1157" fmla="*/ 1952446 w 3050875"/>
                <a:gd name="connsiteY1157" fmla="*/ 4532359 h 6856730"/>
                <a:gd name="connsiteX1158" fmla="*/ 2012830 w 3050875"/>
                <a:gd name="connsiteY1158" fmla="*/ 4556800 h 6856730"/>
                <a:gd name="connsiteX1159" fmla="*/ 2020738 w 3050875"/>
                <a:gd name="connsiteY1159" fmla="*/ 4563270 h 6856730"/>
                <a:gd name="connsiteX1160" fmla="*/ 2073215 w 3050875"/>
                <a:gd name="connsiteY1160" fmla="*/ 4607840 h 6856730"/>
                <a:gd name="connsiteX1161" fmla="*/ 1769853 w 3050875"/>
                <a:gd name="connsiteY1161" fmla="*/ 5117517 h 6856730"/>
                <a:gd name="connsiteX1162" fmla="*/ 1812266 w 3050875"/>
                <a:gd name="connsiteY1162" fmla="*/ 5222472 h 6856730"/>
                <a:gd name="connsiteX1163" fmla="*/ 1844615 w 3050875"/>
                <a:gd name="connsiteY1163" fmla="*/ 5282857 h 6856730"/>
                <a:gd name="connsiteX1164" fmla="*/ 1840302 w 3050875"/>
                <a:gd name="connsiteY1164" fmla="*/ 5282857 h 6856730"/>
                <a:gd name="connsiteX1165" fmla="*/ 1782074 w 3050875"/>
                <a:gd name="connsiteY1165" fmla="*/ 5203062 h 6856730"/>
                <a:gd name="connsiteX1166" fmla="*/ 1715938 w 3050875"/>
                <a:gd name="connsiteY1166" fmla="*/ 5080855 h 6856730"/>
                <a:gd name="connsiteX1167" fmla="*/ 1760508 w 3050875"/>
                <a:gd name="connsiteY1167" fmla="*/ 5066478 h 6856730"/>
                <a:gd name="connsiteX1168" fmla="*/ 1760508 w 3050875"/>
                <a:gd name="connsiteY1168" fmla="*/ 5072229 h 6856730"/>
                <a:gd name="connsiteX1169" fmla="*/ 1769853 w 3050875"/>
                <a:gd name="connsiteY1169" fmla="*/ 5117517 h 6856730"/>
                <a:gd name="connsiteX1170" fmla="*/ 1825206 w 3050875"/>
                <a:gd name="connsiteY1170" fmla="*/ 5108172 h 6856730"/>
                <a:gd name="connsiteX1171" fmla="*/ 1803640 w 3050875"/>
                <a:gd name="connsiteY1171" fmla="*/ 5060727 h 6856730"/>
                <a:gd name="connsiteX1172" fmla="*/ 1797170 w 3050875"/>
                <a:gd name="connsiteY1172" fmla="*/ 5051381 h 6856730"/>
                <a:gd name="connsiteX1173" fmla="*/ 1833113 w 3050875"/>
                <a:gd name="connsiteY1173" fmla="*/ 5033410 h 6856730"/>
                <a:gd name="connsiteX1174" fmla="*/ 1842459 w 3050875"/>
                <a:gd name="connsiteY1174" fmla="*/ 5028378 h 6856730"/>
                <a:gd name="connsiteX1175" fmla="*/ 1846053 w 3050875"/>
                <a:gd name="connsiteY1175" fmla="*/ 5060727 h 6856730"/>
                <a:gd name="connsiteX1176" fmla="*/ 1871932 w 3050875"/>
                <a:gd name="connsiteY1176" fmla="*/ 5154899 h 6856730"/>
                <a:gd name="connsiteX1177" fmla="*/ 1930880 w 3050875"/>
                <a:gd name="connsiteY1177" fmla="*/ 5268480 h 6856730"/>
                <a:gd name="connsiteX1178" fmla="*/ 1932317 w 3050875"/>
                <a:gd name="connsiteY1178" fmla="*/ 5284295 h 6856730"/>
                <a:gd name="connsiteX1179" fmla="*/ 1931598 w 3050875"/>
                <a:gd name="connsiteY1179" fmla="*/ 5285732 h 6856730"/>
                <a:gd name="connsiteX1180" fmla="*/ 1931598 w 3050875"/>
                <a:gd name="connsiteY1180" fmla="*/ 5285732 h 6856730"/>
                <a:gd name="connsiteX1181" fmla="*/ 1874089 w 3050875"/>
                <a:gd name="connsiteY1181" fmla="*/ 5202344 h 6856730"/>
                <a:gd name="connsiteX1182" fmla="*/ 1825206 w 3050875"/>
                <a:gd name="connsiteY1182" fmla="*/ 5108172 h 6856730"/>
                <a:gd name="connsiteX1183" fmla="*/ 1930880 w 3050875"/>
                <a:gd name="connsiteY1183" fmla="*/ 4293694 h 6856730"/>
                <a:gd name="connsiteX1184" fmla="*/ 1968979 w 3050875"/>
                <a:gd name="connsiteY1184" fmla="*/ 4327481 h 6856730"/>
                <a:gd name="connsiteX1185" fmla="*/ 1972574 w 3050875"/>
                <a:gd name="connsiteY1185" fmla="*/ 4337546 h 6856730"/>
                <a:gd name="connsiteX1186" fmla="*/ 1958196 w 3050875"/>
                <a:gd name="connsiteY1186" fmla="*/ 4379959 h 6856730"/>
                <a:gd name="connsiteX1187" fmla="*/ 1933755 w 3050875"/>
                <a:gd name="connsiteY1187" fmla="*/ 4346891 h 6856730"/>
                <a:gd name="connsiteX1188" fmla="*/ 1930880 w 3050875"/>
                <a:gd name="connsiteY1188" fmla="*/ 4293694 h 6856730"/>
                <a:gd name="connsiteX1189" fmla="*/ 1939506 w 3050875"/>
                <a:gd name="connsiteY1189" fmla="*/ 4123323 h 6856730"/>
                <a:gd name="connsiteX1190" fmla="*/ 1921534 w 3050875"/>
                <a:gd name="connsiteY1190" fmla="*/ 4120447 h 6856730"/>
                <a:gd name="connsiteX1191" fmla="*/ 1919378 w 3050875"/>
                <a:gd name="connsiteY1191" fmla="*/ 4078034 h 6856730"/>
                <a:gd name="connsiteX1192" fmla="*/ 1951008 w 3050875"/>
                <a:gd name="connsiteY1192" fmla="*/ 4107508 h 6856730"/>
                <a:gd name="connsiteX1193" fmla="*/ 1971136 w 3050875"/>
                <a:gd name="connsiteY1193" fmla="*/ 4129074 h 6856730"/>
                <a:gd name="connsiteX1194" fmla="*/ 1971136 w 3050875"/>
                <a:gd name="connsiteY1194" fmla="*/ 4129074 h 6856730"/>
                <a:gd name="connsiteX1195" fmla="*/ 1939506 w 3050875"/>
                <a:gd name="connsiteY1195" fmla="*/ 4123323 h 6856730"/>
                <a:gd name="connsiteX1196" fmla="*/ 1954602 w 3050875"/>
                <a:gd name="connsiteY1196" fmla="*/ 4276442 h 6856730"/>
                <a:gd name="connsiteX1197" fmla="*/ 1937349 w 3050875"/>
                <a:gd name="connsiteY1197" fmla="*/ 4259189 h 6856730"/>
                <a:gd name="connsiteX1198" fmla="*/ 1953883 w 3050875"/>
                <a:gd name="connsiteY1198" fmla="*/ 4269972 h 6856730"/>
                <a:gd name="connsiteX1199" fmla="*/ 1954602 w 3050875"/>
                <a:gd name="connsiteY1199" fmla="*/ 4276442 h 6856730"/>
                <a:gd name="connsiteX1200" fmla="*/ 1998453 w 3050875"/>
                <a:gd name="connsiteY1200" fmla="*/ 4461910 h 6856730"/>
                <a:gd name="connsiteX1201" fmla="*/ 1972574 w 3050875"/>
                <a:gd name="connsiteY1201" fmla="*/ 4446814 h 6856730"/>
                <a:gd name="connsiteX1202" fmla="*/ 1976887 w 3050875"/>
                <a:gd name="connsiteY1202" fmla="*/ 4442500 h 6856730"/>
                <a:gd name="connsiteX1203" fmla="*/ 1998453 w 3050875"/>
                <a:gd name="connsiteY1203" fmla="*/ 4461910 h 6856730"/>
                <a:gd name="connsiteX1204" fmla="*/ 1989108 w 3050875"/>
                <a:gd name="connsiteY1204" fmla="*/ 4410870 h 6856730"/>
                <a:gd name="connsiteX1205" fmla="*/ 1994140 w 3050875"/>
                <a:gd name="connsiteY1205" fmla="*/ 4389304 h 6856730"/>
                <a:gd name="connsiteX1206" fmla="*/ 2012112 w 3050875"/>
                <a:gd name="connsiteY1206" fmla="*/ 4431717 h 6856730"/>
                <a:gd name="connsiteX1207" fmla="*/ 1998453 w 3050875"/>
                <a:gd name="connsiteY1207" fmla="*/ 4420216 h 6856730"/>
                <a:gd name="connsiteX1208" fmla="*/ 1989108 w 3050875"/>
                <a:gd name="connsiteY1208" fmla="*/ 4410870 h 6856730"/>
                <a:gd name="connsiteX1209" fmla="*/ 2054525 w 3050875"/>
                <a:gd name="connsiteY1209" fmla="*/ 4334670 h 6856730"/>
                <a:gd name="connsiteX1210" fmla="*/ 2057400 w 3050875"/>
                <a:gd name="connsiteY1210" fmla="*/ 4380678 h 6856730"/>
                <a:gd name="connsiteX1211" fmla="*/ 2028646 w 3050875"/>
                <a:gd name="connsiteY1211" fmla="*/ 4314542 h 6856730"/>
                <a:gd name="connsiteX1212" fmla="*/ 2054525 w 3050875"/>
                <a:gd name="connsiteY1212" fmla="*/ 4334670 h 6856730"/>
                <a:gd name="connsiteX1213" fmla="*/ 2035115 w 3050875"/>
                <a:gd name="connsiteY1213" fmla="*/ 4031308 h 6856730"/>
                <a:gd name="connsiteX1214" fmla="*/ 2035834 w 3050875"/>
                <a:gd name="connsiteY1214" fmla="*/ 4042810 h 6856730"/>
                <a:gd name="connsiteX1215" fmla="*/ 2042304 w 3050875"/>
                <a:gd name="connsiteY1215" fmla="*/ 4145608 h 6856730"/>
                <a:gd name="connsiteX1216" fmla="*/ 1975449 w 3050875"/>
                <a:gd name="connsiteY1216" fmla="*/ 4082347 h 6856730"/>
                <a:gd name="connsiteX1217" fmla="*/ 1915783 w 3050875"/>
                <a:gd name="connsiteY1217" fmla="*/ 4019806 h 6856730"/>
                <a:gd name="connsiteX1218" fmla="*/ 1912908 w 3050875"/>
                <a:gd name="connsiteY1218" fmla="*/ 3968766 h 6856730"/>
                <a:gd name="connsiteX1219" fmla="*/ 1911470 w 3050875"/>
                <a:gd name="connsiteY1219" fmla="*/ 3943606 h 6856730"/>
                <a:gd name="connsiteX1220" fmla="*/ 1928004 w 3050875"/>
                <a:gd name="connsiteY1220" fmla="*/ 3955826 h 6856730"/>
                <a:gd name="connsiteX1221" fmla="*/ 2035115 w 3050875"/>
                <a:gd name="connsiteY1221" fmla="*/ 4031308 h 6856730"/>
                <a:gd name="connsiteX1222" fmla="*/ 2033678 w 3050875"/>
                <a:gd name="connsiteY1222" fmla="*/ 4006147 h 6856730"/>
                <a:gd name="connsiteX1223" fmla="*/ 1953165 w 3050875"/>
                <a:gd name="connsiteY1223" fmla="*/ 3941449 h 6856730"/>
                <a:gd name="connsiteX1224" fmla="*/ 1910032 w 3050875"/>
                <a:gd name="connsiteY1224" fmla="*/ 3907663 h 6856730"/>
                <a:gd name="connsiteX1225" fmla="*/ 1905719 w 3050875"/>
                <a:gd name="connsiteY1225" fmla="*/ 3827868 h 6856730"/>
                <a:gd name="connsiteX1226" fmla="*/ 2028646 w 3050875"/>
                <a:gd name="connsiteY1226" fmla="*/ 3927791 h 6856730"/>
                <a:gd name="connsiteX1227" fmla="*/ 2033678 w 3050875"/>
                <a:gd name="connsiteY1227" fmla="*/ 4006147 h 6856730"/>
                <a:gd name="connsiteX1228" fmla="*/ 2027208 w 3050875"/>
                <a:gd name="connsiteY1228" fmla="*/ 3900474 h 6856730"/>
                <a:gd name="connsiteX1229" fmla="*/ 1904281 w 3050875"/>
                <a:gd name="connsiteY1229" fmla="*/ 3792644 h 6856730"/>
                <a:gd name="connsiteX1230" fmla="*/ 1901406 w 3050875"/>
                <a:gd name="connsiteY1230" fmla="*/ 3735134 h 6856730"/>
                <a:gd name="connsiteX1231" fmla="*/ 1953165 w 3050875"/>
                <a:gd name="connsiteY1231" fmla="*/ 3755263 h 6856730"/>
                <a:gd name="connsiteX1232" fmla="*/ 2022176 w 3050875"/>
                <a:gd name="connsiteY1232" fmla="*/ 3820679 h 6856730"/>
                <a:gd name="connsiteX1233" fmla="*/ 2027208 w 3050875"/>
                <a:gd name="connsiteY1233" fmla="*/ 3900474 h 6856730"/>
                <a:gd name="connsiteX1234" fmla="*/ 1856836 w 3050875"/>
                <a:gd name="connsiteY1234" fmla="*/ 4156391 h 6856730"/>
                <a:gd name="connsiteX1235" fmla="*/ 1835989 w 3050875"/>
                <a:gd name="connsiteY1235" fmla="*/ 4163579 h 6856730"/>
                <a:gd name="connsiteX1236" fmla="*/ 1342846 w 3050875"/>
                <a:gd name="connsiteY1236" fmla="*/ 4185864 h 6856730"/>
                <a:gd name="connsiteX1237" fmla="*/ 1335657 w 3050875"/>
                <a:gd name="connsiteY1237" fmla="*/ 4154953 h 6856730"/>
                <a:gd name="connsiteX1238" fmla="*/ 1333500 w 3050875"/>
                <a:gd name="connsiteY1238" fmla="*/ 4154953 h 6856730"/>
                <a:gd name="connsiteX1239" fmla="*/ 1329187 w 3050875"/>
                <a:gd name="connsiteY1239" fmla="*/ 4142732 h 6856730"/>
                <a:gd name="connsiteX1240" fmla="*/ 1542691 w 3050875"/>
                <a:gd name="connsiteY1240" fmla="*/ 4147764 h 6856730"/>
                <a:gd name="connsiteX1241" fmla="*/ 1582229 w 3050875"/>
                <a:gd name="connsiteY1241" fmla="*/ 4149202 h 6856730"/>
                <a:gd name="connsiteX1242" fmla="*/ 1585104 w 3050875"/>
                <a:gd name="connsiteY1242" fmla="*/ 4151359 h 6856730"/>
                <a:gd name="connsiteX1243" fmla="*/ 1603076 w 3050875"/>
                <a:gd name="connsiteY1243" fmla="*/ 4149921 h 6856730"/>
                <a:gd name="connsiteX1244" fmla="*/ 1853242 w 3050875"/>
                <a:gd name="connsiteY1244" fmla="*/ 4139138 h 6856730"/>
                <a:gd name="connsiteX1245" fmla="*/ 1853242 w 3050875"/>
                <a:gd name="connsiteY1245" fmla="*/ 4111821 h 6856730"/>
                <a:gd name="connsiteX1246" fmla="*/ 1616015 w 3050875"/>
                <a:gd name="connsiteY1246" fmla="*/ 4101757 h 6856730"/>
                <a:gd name="connsiteX1247" fmla="*/ 1599481 w 3050875"/>
                <a:gd name="connsiteY1247" fmla="*/ 4001834 h 6856730"/>
                <a:gd name="connsiteX1248" fmla="*/ 1596606 w 3050875"/>
                <a:gd name="connsiteY1248" fmla="*/ 3951513 h 6856730"/>
                <a:gd name="connsiteX1249" fmla="*/ 1608827 w 3050875"/>
                <a:gd name="connsiteY1249" fmla="*/ 3855904 h 6856730"/>
                <a:gd name="connsiteX1250" fmla="*/ 1598762 w 3050875"/>
                <a:gd name="connsiteY1250" fmla="*/ 3834338 h 6856730"/>
                <a:gd name="connsiteX1251" fmla="*/ 1599481 w 3050875"/>
                <a:gd name="connsiteY1251" fmla="*/ 3818523 h 6856730"/>
                <a:gd name="connsiteX1252" fmla="*/ 1555630 w 3050875"/>
                <a:gd name="connsiteY1252" fmla="*/ 3812772 h 6856730"/>
                <a:gd name="connsiteX1253" fmla="*/ 1549161 w 3050875"/>
                <a:gd name="connsiteY1253" fmla="*/ 3838651 h 6856730"/>
                <a:gd name="connsiteX1254" fmla="*/ 1535502 w 3050875"/>
                <a:gd name="connsiteY1254" fmla="*/ 3839370 h 6856730"/>
                <a:gd name="connsiteX1255" fmla="*/ 1523281 w 3050875"/>
                <a:gd name="connsiteY1255" fmla="*/ 3938574 h 6856730"/>
                <a:gd name="connsiteX1256" fmla="*/ 1515374 w 3050875"/>
                <a:gd name="connsiteY1256" fmla="*/ 3991051 h 6856730"/>
                <a:gd name="connsiteX1257" fmla="*/ 1516812 w 3050875"/>
                <a:gd name="connsiteY1257" fmla="*/ 4103194 h 6856730"/>
                <a:gd name="connsiteX1258" fmla="*/ 1316247 w 3050875"/>
                <a:gd name="connsiteY1258" fmla="*/ 4108227 h 6856730"/>
                <a:gd name="connsiteX1259" fmla="*/ 1311215 w 3050875"/>
                <a:gd name="connsiteY1259" fmla="*/ 4101757 h 6856730"/>
                <a:gd name="connsiteX1260" fmla="*/ 1316966 w 3050875"/>
                <a:gd name="connsiteY1260" fmla="*/ 3943606 h 6856730"/>
                <a:gd name="connsiteX1261" fmla="*/ 1324874 w 3050875"/>
                <a:gd name="connsiteY1261" fmla="*/ 3724351 h 6856730"/>
                <a:gd name="connsiteX1262" fmla="*/ 1471523 w 3050875"/>
                <a:gd name="connsiteY1262" fmla="*/ 3728664 h 6856730"/>
                <a:gd name="connsiteX1263" fmla="*/ 1511779 w 3050875"/>
                <a:gd name="connsiteY1263" fmla="*/ 3735134 h 6856730"/>
                <a:gd name="connsiteX1264" fmla="*/ 1683589 w 3050875"/>
                <a:gd name="connsiteY1264" fmla="*/ 3732977 h 6856730"/>
                <a:gd name="connsiteX1265" fmla="*/ 1815861 w 3050875"/>
                <a:gd name="connsiteY1265" fmla="*/ 3728664 h 6856730"/>
                <a:gd name="connsiteX1266" fmla="*/ 1854680 w 3050875"/>
                <a:gd name="connsiteY1266" fmla="*/ 3720038 h 6856730"/>
                <a:gd name="connsiteX1267" fmla="*/ 1875527 w 3050875"/>
                <a:gd name="connsiteY1267" fmla="*/ 4161423 h 6856730"/>
                <a:gd name="connsiteX1268" fmla="*/ 1856836 w 3050875"/>
                <a:gd name="connsiteY1268" fmla="*/ 4156391 h 6856730"/>
                <a:gd name="connsiteX1269" fmla="*/ 1868338 w 3050875"/>
                <a:gd name="connsiteY1269" fmla="*/ 4377802 h 6856730"/>
                <a:gd name="connsiteX1270" fmla="*/ 1862587 w 3050875"/>
                <a:gd name="connsiteY1270" fmla="*/ 4379959 h 6856730"/>
                <a:gd name="connsiteX1271" fmla="*/ 1850366 w 3050875"/>
                <a:gd name="connsiteY1271" fmla="*/ 4360550 h 6856730"/>
                <a:gd name="connsiteX1272" fmla="*/ 1824487 w 3050875"/>
                <a:gd name="connsiteY1272" fmla="*/ 4292257 h 6856730"/>
                <a:gd name="connsiteX1273" fmla="*/ 1841740 w 3050875"/>
                <a:gd name="connsiteY1273" fmla="*/ 4283631 h 6856730"/>
                <a:gd name="connsiteX1274" fmla="*/ 1867619 w 3050875"/>
                <a:gd name="connsiteY1274" fmla="*/ 4354798 h 6856730"/>
                <a:gd name="connsiteX1275" fmla="*/ 1868338 w 3050875"/>
                <a:gd name="connsiteY1275" fmla="*/ 4377802 h 6856730"/>
                <a:gd name="connsiteX1276" fmla="*/ 1668493 w 3050875"/>
                <a:gd name="connsiteY1276" fmla="*/ 4331795 h 6856730"/>
                <a:gd name="connsiteX1277" fmla="*/ 1700123 w 3050875"/>
                <a:gd name="connsiteY1277" fmla="*/ 4328201 h 6856730"/>
                <a:gd name="connsiteX1278" fmla="*/ 1749006 w 3050875"/>
                <a:gd name="connsiteY1278" fmla="*/ 4405838 h 6856730"/>
                <a:gd name="connsiteX1279" fmla="*/ 1766259 w 3050875"/>
                <a:gd name="connsiteY1279" fmla="*/ 4431717 h 6856730"/>
                <a:gd name="connsiteX1280" fmla="*/ 1758351 w 3050875"/>
                <a:gd name="connsiteY1280" fmla="*/ 4433155 h 6856730"/>
                <a:gd name="connsiteX1281" fmla="*/ 1722408 w 3050875"/>
                <a:gd name="connsiteY1281" fmla="*/ 4384991 h 6856730"/>
                <a:gd name="connsiteX1282" fmla="*/ 1668493 w 3050875"/>
                <a:gd name="connsiteY1282" fmla="*/ 4331795 h 6856730"/>
                <a:gd name="connsiteX1283" fmla="*/ 1697966 w 3050875"/>
                <a:gd name="connsiteY1283" fmla="*/ 4438906 h 6856730"/>
                <a:gd name="connsiteX1284" fmla="*/ 1668493 w 3050875"/>
                <a:gd name="connsiteY1284" fmla="*/ 4441782 h 6856730"/>
                <a:gd name="connsiteX1285" fmla="*/ 1641176 w 3050875"/>
                <a:gd name="connsiteY1285" fmla="*/ 4441782 h 6856730"/>
                <a:gd name="connsiteX1286" fmla="*/ 1607389 w 3050875"/>
                <a:gd name="connsiteY1286" fmla="*/ 4410870 h 6856730"/>
                <a:gd name="connsiteX1287" fmla="*/ 1561381 w 3050875"/>
                <a:gd name="connsiteY1287" fmla="*/ 4328201 h 6856730"/>
                <a:gd name="connsiteX1288" fmla="*/ 1631830 w 3050875"/>
                <a:gd name="connsiteY1288" fmla="*/ 4333951 h 6856730"/>
                <a:gd name="connsiteX1289" fmla="*/ 1681432 w 3050875"/>
                <a:gd name="connsiteY1289" fmla="*/ 4416621 h 6856730"/>
                <a:gd name="connsiteX1290" fmla="*/ 1697966 w 3050875"/>
                <a:gd name="connsiteY1290" fmla="*/ 4438906 h 6856730"/>
                <a:gd name="connsiteX1291" fmla="*/ 1757632 w 3050875"/>
                <a:gd name="connsiteY1291" fmla="*/ 4315980 h 6856730"/>
                <a:gd name="connsiteX1292" fmla="*/ 1774166 w 3050875"/>
                <a:gd name="connsiteY1292" fmla="*/ 4311666 h 6856730"/>
                <a:gd name="connsiteX1293" fmla="*/ 1782074 w 3050875"/>
                <a:gd name="connsiteY1293" fmla="*/ 4350485 h 6856730"/>
                <a:gd name="connsiteX1294" fmla="*/ 1757632 w 3050875"/>
                <a:gd name="connsiteY1294" fmla="*/ 4315980 h 6856730"/>
                <a:gd name="connsiteX1295" fmla="*/ 1396761 w 3050875"/>
                <a:gd name="connsiteY1295" fmla="*/ 4407276 h 6856730"/>
                <a:gd name="connsiteX1296" fmla="*/ 1398198 w 3050875"/>
                <a:gd name="connsiteY1296" fmla="*/ 4407276 h 6856730"/>
                <a:gd name="connsiteX1297" fmla="*/ 1405387 w 3050875"/>
                <a:gd name="connsiteY1297" fmla="*/ 4416621 h 6856730"/>
                <a:gd name="connsiteX1298" fmla="*/ 1368725 w 3050875"/>
                <a:gd name="connsiteY1298" fmla="*/ 4407276 h 6856730"/>
                <a:gd name="connsiteX1299" fmla="*/ 1396761 w 3050875"/>
                <a:gd name="connsiteY1299" fmla="*/ 4407276 h 6856730"/>
                <a:gd name="connsiteX1300" fmla="*/ 1339970 w 3050875"/>
                <a:gd name="connsiteY1300" fmla="*/ 4390023 h 6856730"/>
                <a:gd name="connsiteX1301" fmla="*/ 1301151 w 3050875"/>
                <a:gd name="connsiteY1301" fmla="*/ 4354798 h 6856730"/>
                <a:gd name="connsiteX1302" fmla="*/ 1304027 w 3050875"/>
                <a:gd name="connsiteY1302" fmla="*/ 4274285 h 6856730"/>
                <a:gd name="connsiteX1303" fmla="*/ 1359379 w 3050875"/>
                <a:gd name="connsiteY1303" fmla="*/ 4354080 h 6856730"/>
                <a:gd name="connsiteX1304" fmla="*/ 1385978 w 3050875"/>
                <a:gd name="connsiteY1304" fmla="*/ 4391461 h 6856730"/>
                <a:gd name="connsiteX1305" fmla="*/ 1339970 w 3050875"/>
                <a:gd name="connsiteY1305" fmla="*/ 4390023 h 6856730"/>
                <a:gd name="connsiteX1306" fmla="*/ 1404668 w 3050875"/>
                <a:gd name="connsiteY1306" fmla="*/ 4338984 h 6856730"/>
                <a:gd name="connsiteX1307" fmla="*/ 1382383 w 3050875"/>
                <a:gd name="connsiteY1307" fmla="*/ 4312385 h 6856730"/>
                <a:gd name="connsiteX1308" fmla="*/ 1383821 w 3050875"/>
                <a:gd name="connsiteY1308" fmla="*/ 4313104 h 6856730"/>
                <a:gd name="connsiteX1309" fmla="*/ 1395323 w 3050875"/>
                <a:gd name="connsiteY1309" fmla="*/ 4318855 h 6856730"/>
                <a:gd name="connsiteX1310" fmla="*/ 1452832 w 3050875"/>
                <a:gd name="connsiteY1310" fmla="*/ 4381396 h 6856730"/>
                <a:gd name="connsiteX1311" fmla="*/ 1498121 w 3050875"/>
                <a:gd name="connsiteY1311" fmla="*/ 4432436 h 6856730"/>
                <a:gd name="connsiteX1312" fmla="*/ 1467210 w 3050875"/>
                <a:gd name="connsiteY1312" fmla="*/ 4427404 h 6856730"/>
                <a:gd name="connsiteX1313" fmla="*/ 1404668 w 3050875"/>
                <a:gd name="connsiteY1313" fmla="*/ 4338984 h 6856730"/>
                <a:gd name="connsiteX1314" fmla="*/ 1488057 w 3050875"/>
                <a:gd name="connsiteY1314" fmla="*/ 4347610 h 6856730"/>
                <a:gd name="connsiteX1315" fmla="*/ 1477993 w 3050875"/>
                <a:gd name="connsiteY1315" fmla="*/ 4337546 h 6856730"/>
                <a:gd name="connsiteX1316" fmla="*/ 1513936 w 3050875"/>
                <a:gd name="connsiteY1316" fmla="*/ 4334670 h 6856730"/>
                <a:gd name="connsiteX1317" fmla="*/ 1525438 w 3050875"/>
                <a:gd name="connsiteY1317" fmla="*/ 4381396 h 6856730"/>
                <a:gd name="connsiteX1318" fmla="*/ 1488057 w 3050875"/>
                <a:gd name="connsiteY1318" fmla="*/ 4347610 h 6856730"/>
                <a:gd name="connsiteX1319" fmla="*/ 1288211 w 3050875"/>
                <a:gd name="connsiteY1319" fmla="*/ 2696370 h 6856730"/>
                <a:gd name="connsiteX1320" fmla="*/ 1262332 w 3050875"/>
                <a:gd name="connsiteY1320" fmla="*/ 2689181 h 6856730"/>
                <a:gd name="connsiteX1321" fmla="*/ 1247236 w 3050875"/>
                <a:gd name="connsiteY1321" fmla="*/ 2696370 h 6856730"/>
                <a:gd name="connsiteX1322" fmla="*/ 1228545 w 3050875"/>
                <a:gd name="connsiteY1322" fmla="*/ 2675523 h 6856730"/>
                <a:gd name="connsiteX1323" fmla="*/ 1283898 w 3050875"/>
                <a:gd name="connsiteY1323" fmla="*/ 2648206 h 6856730"/>
                <a:gd name="connsiteX1324" fmla="*/ 1316247 w 3050875"/>
                <a:gd name="connsiteY1324" fmla="*/ 2654676 h 6856730"/>
                <a:gd name="connsiteX1325" fmla="*/ 1325593 w 3050875"/>
                <a:gd name="connsiteY1325" fmla="*/ 2656113 h 6856730"/>
                <a:gd name="connsiteX1326" fmla="*/ 1321279 w 3050875"/>
                <a:gd name="connsiteY1326" fmla="*/ 2683430 h 6856730"/>
                <a:gd name="connsiteX1327" fmla="*/ 1319842 w 3050875"/>
                <a:gd name="connsiteY1327" fmla="*/ 2715779 h 6856730"/>
                <a:gd name="connsiteX1328" fmla="*/ 1309059 w 3050875"/>
                <a:gd name="connsiteY1328" fmla="*/ 2694213 h 6856730"/>
                <a:gd name="connsiteX1329" fmla="*/ 1288211 w 3050875"/>
                <a:gd name="connsiteY1329" fmla="*/ 2696370 h 6856730"/>
                <a:gd name="connsiteX1330" fmla="*/ 1290368 w 3050875"/>
                <a:gd name="connsiteY1330" fmla="*/ 2756036 h 6856730"/>
                <a:gd name="connsiteX1331" fmla="*/ 1258019 w 3050875"/>
                <a:gd name="connsiteY1331" fmla="*/ 2710028 h 6856730"/>
                <a:gd name="connsiteX1332" fmla="*/ 1268083 w 3050875"/>
                <a:gd name="connsiteY1332" fmla="*/ 2705715 h 6856730"/>
                <a:gd name="connsiteX1333" fmla="*/ 1290368 w 3050875"/>
                <a:gd name="connsiteY1333" fmla="*/ 2756036 h 6856730"/>
                <a:gd name="connsiteX1334" fmla="*/ 1790700 w 3050875"/>
                <a:gd name="connsiteY1334" fmla="*/ 2627359 h 6856730"/>
                <a:gd name="connsiteX1335" fmla="*/ 1808672 w 3050875"/>
                <a:gd name="connsiteY1335" fmla="*/ 2617295 h 6856730"/>
                <a:gd name="connsiteX1336" fmla="*/ 1808672 w 3050875"/>
                <a:gd name="connsiteY1336" fmla="*/ 2623764 h 6856730"/>
                <a:gd name="connsiteX1337" fmla="*/ 1800764 w 3050875"/>
                <a:gd name="connsiteY1337" fmla="*/ 2630953 h 6856730"/>
                <a:gd name="connsiteX1338" fmla="*/ 1810110 w 3050875"/>
                <a:gd name="connsiteY1338" fmla="*/ 2687025 h 6856730"/>
                <a:gd name="connsiteX1339" fmla="*/ 1810829 w 3050875"/>
                <a:gd name="connsiteY1339" fmla="*/ 2721530 h 6856730"/>
                <a:gd name="connsiteX1340" fmla="*/ 1810829 w 3050875"/>
                <a:gd name="connsiteY1340" fmla="*/ 2720811 h 6856730"/>
                <a:gd name="connsiteX1341" fmla="*/ 1784230 w 3050875"/>
                <a:gd name="connsiteY1341" fmla="*/ 2684868 h 6856730"/>
                <a:gd name="connsiteX1342" fmla="*/ 1765540 w 3050875"/>
                <a:gd name="connsiteY1342" fmla="*/ 2657551 h 6856730"/>
                <a:gd name="connsiteX1343" fmla="*/ 1759789 w 3050875"/>
                <a:gd name="connsiteY1343" fmla="*/ 2652519 h 6856730"/>
                <a:gd name="connsiteX1344" fmla="*/ 1738223 w 3050875"/>
                <a:gd name="connsiteY1344" fmla="*/ 2661145 h 6856730"/>
                <a:gd name="connsiteX1345" fmla="*/ 1733191 w 3050875"/>
                <a:gd name="connsiteY1345" fmla="*/ 2661145 h 6856730"/>
                <a:gd name="connsiteX1346" fmla="*/ 1732472 w 3050875"/>
                <a:gd name="connsiteY1346" fmla="*/ 2666178 h 6856730"/>
                <a:gd name="connsiteX1347" fmla="*/ 1733910 w 3050875"/>
                <a:gd name="connsiteY1347" fmla="*/ 2674804 h 6856730"/>
                <a:gd name="connsiteX1348" fmla="*/ 1726002 w 3050875"/>
                <a:gd name="connsiteY1348" fmla="*/ 2663302 h 6856730"/>
                <a:gd name="connsiteX1349" fmla="*/ 1733191 w 3050875"/>
                <a:gd name="connsiteY1349" fmla="*/ 2660427 h 6856730"/>
                <a:gd name="connsiteX1350" fmla="*/ 1708749 w 3050875"/>
                <a:gd name="connsiteY1350" fmla="*/ 2660427 h 6856730"/>
                <a:gd name="connsiteX1351" fmla="*/ 1677838 w 3050875"/>
                <a:gd name="connsiteY1351" fmla="*/ 2677679 h 6856730"/>
                <a:gd name="connsiteX1352" fmla="*/ 1680713 w 3050875"/>
                <a:gd name="connsiteY1352" fmla="*/ 2676961 h 6856730"/>
                <a:gd name="connsiteX1353" fmla="*/ 1723127 w 3050875"/>
                <a:gd name="connsiteY1353" fmla="*/ 2756036 h 6856730"/>
                <a:gd name="connsiteX1354" fmla="*/ 1667055 w 3050875"/>
                <a:gd name="connsiteY1354" fmla="*/ 2681993 h 6856730"/>
                <a:gd name="connsiteX1355" fmla="*/ 1614578 w 3050875"/>
                <a:gd name="connsiteY1355" fmla="*/ 2692776 h 6856730"/>
                <a:gd name="connsiteX1356" fmla="*/ 1684308 w 3050875"/>
                <a:gd name="connsiteY1356" fmla="*/ 2797011 h 6856730"/>
                <a:gd name="connsiteX1357" fmla="*/ 1728878 w 3050875"/>
                <a:gd name="connsiteY1357" fmla="*/ 2858834 h 6856730"/>
                <a:gd name="connsiteX1358" fmla="*/ 1722408 w 3050875"/>
                <a:gd name="connsiteY1358" fmla="*/ 2858834 h 6856730"/>
                <a:gd name="connsiteX1359" fmla="*/ 1720251 w 3050875"/>
                <a:gd name="connsiteY1359" fmla="*/ 2858834 h 6856730"/>
                <a:gd name="connsiteX1360" fmla="*/ 1657710 w 3050875"/>
                <a:gd name="connsiteY1360" fmla="*/ 2767538 h 6856730"/>
                <a:gd name="connsiteX1361" fmla="*/ 1608108 w 3050875"/>
                <a:gd name="connsiteY1361" fmla="*/ 2692776 h 6856730"/>
                <a:gd name="connsiteX1362" fmla="*/ 1549161 w 3050875"/>
                <a:gd name="connsiteY1362" fmla="*/ 2690619 h 6856730"/>
                <a:gd name="connsiteX1363" fmla="*/ 1600200 w 3050875"/>
                <a:gd name="connsiteY1363" fmla="*/ 2784072 h 6856730"/>
                <a:gd name="connsiteX1364" fmla="*/ 1654115 w 3050875"/>
                <a:gd name="connsiteY1364" fmla="*/ 2860991 h 6856730"/>
                <a:gd name="connsiteX1365" fmla="*/ 1633268 w 3050875"/>
                <a:gd name="connsiteY1365" fmla="*/ 2861710 h 6856730"/>
                <a:gd name="connsiteX1366" fmla="*/ 1574321 w 3050875"/>
                <a:gd name="connsiteY1366" fmla="*/ 2779040 h 6856730"/>
                <a:gd name="connsiteX1367" fmla="*/ 1491651 w 3050875"/>
                <a:gd name="connsiteY1367" fmla="*/ 2678398 h 6856730"/>
                <a:gd name="connsiteX1368" fmla="*/ 1506747 w 3050875"/>
                <a:gd name="connsiteY1368" fmla="*/ 2681274 h 6856730"/>
                <a:gd name="connsiteX1369" fmla="*/ 1488057 w 3050875"/>
                <a:gd name="connsiteY1369" fmla="*/ 2676242 h 6856730"/>
                <a:gd name="connsiteX1370" fmla="*/ 1444925 w 3050875"/>
                <a:gd name="connsiteY1370" fmla="*/ 2677679 h 6856730"/>
                <a:gd name="connsiteX1371" fmla="*/ 1523281 w 3050875"/>
                <a:gd name="connsiteY1371" fmla="*/ 2798449 h 6856730"/>
                <a:gd name="connsiteX1372" fmla="*/ 1569289 w 3050875"/>
                <a:gd name="connsiteY1372" fmla="*/ 2865304 h 6856730"/>
                <a:gd name="connsiteX1373" fmla="*/ 1514655 w 3050875"/>
                <a:gd name="connsiteY1373" fmla="*/ 2868179 h 6856730"/>
                <a:gd name="connsiteX1374" fmla="*/ 1451395 w 3050875"/>
                <a:gd name="connsiteY1374" fmla="*/ 2787666 h 6856730"/>
                <a:gd name="connsiteX1375" fmla="*/ 1391010 w 3050875"/>
                <a:gd name="connsiteY1375" fmla="*/ 2669772 h 6856730"/>
                <a:gd name="connsiteX1376" fmla="*/ 1361536 w 3050875"/>
                <a:gd name="connsiteY1376" fmla="*/ 2655395 h 6856730"/>
                <a:gd name="connsiteX1377" fmla="*/ 1357942 w 3050875"/>
                <a:gd name="connsiteY1377" fmla="*/ 2649644 h 6856730"/>
                <a:gd name="connsiteX1378" fmla="*/ 1354347 w 3050875"/>
                <a:gd name="connsiteY1378" fmla="*/ 2648925 h 6856730"/>
                <a:gd name="connsiteX1379" fmla="*/ 1337095 w 3050875"/>
                <a:gd name="connsiteY1379" fmla="*/ 2628078 h 6856730"/>
                <a:gd name="connsiteX1380" fmla="*/ 1331344 w 3050875"/>
                <a:gd name="connsiteY1380" fmla="*/ 2632391 h 6856730"/>
                <a:gd name="connsiteX1381" fmla="*/ 1324155 w 3050875"/>
                <a:gd name="connsiteY1381" fmla="*/ 2635985 h 6856730"/>
                <a:gd name="connsiteX1382" fmla="*/ 1320561 w 3050875"/>
                <a:gd name="connsiteY1382" fmla="*/ 2643893 h 6856730"/>
                <a:gd name="connsiteX1383" fmla="*/ 1318404 w 3050875"/>
                <a:gd name="connsiteY1383" fmla="*/ 2643893 h 6856730"/>
                <a:gd name="connsiteX1384" fmla="*/ 1293244 w 3050875"/>
                <a:gd name="connsiteY1384" fmla="*/ 2640298 h 6856730"/>
                <a:gd name="connsiteX1385" fmla="*/ 1319842 w 3050875"/>
                <a:gd name="connsiteY1385" fmla="*/ 2617295 h 6856730"/>
                <a:gd name="connsiteX1386" fmla="*/ 1463615 w 3050875"/>
                <a:gd name="connsiteY1386" fmla="*/ 2627359 h 6856730"/>
                <a:gd name="connsiteX1387" fmla="*/ 1479430 w 3050875"/>
                <a:gd name="connsiteY1387" fmla="*/ 2634547 h 6856730"/>
                <a:gd name="connsiteX1388" fmla="*/ 1702280 w 3050875"/>
                <a:gd name="connsiteY1388" fmla="*/ 2620170 h 6856730"/>
                <a:gd name="connsiteX1389" fmla="*/ 1765540 w 3050875"/>
                <a:gd name="connsiteY1389" fmla="*/ 2616576 h 6856730"/>
                <a:gd name="connsiteX1390" fmla="*/ 1763383 w 3050875"/>
                <a:gd name="connsiteY1390" fmla="*/ 2645330 h 6856730"/>
                <a:gd name="connsiteX1391" fmla="*/ 1790700 w 3050875"/>
                <a:gd name="connsiteY1391" fmla="*/ 2627359 h 6856730"/>
                <a:gd name="connsiteX1392" fmla="*/ 1393885 w 3050875"/>
                <a:gd name="connsiteY1392" fmla="*/ 2903404 h 6856730"/>
                <a:gd name="connsiteX1393" fmla="*/ 1419764 w 3050875"/>
                <a:gd name="connsiteY1393" fmla="*/ 2911311 h 6856730"/>
                <a:gd name="connsiteX1394" fmla="*/ 1356504 w 3050875"/>
                <a:gd name="connsiteY1394" fmla="*/ 2914187 h 6856730"/>
                <a:gd name="connsiteX1395" fmla="*/ 1357223 w 3050875"/>
                <a:gd name="connsiteY1395" fmla="*/ 2901966 h 6856730"/>
                <a:gd name="connsiteX1396" fmla="*/ 1393885 w 3050875"/>
                <a:gd name="connsiteY1396" fmla="*/ 2903404 h 6856730"/>
                <a:gd name="connsiteX1397" fmla="*/ 1357942 w 3050875"/>
                <a:gd name="connsiteY1397" fmla="*/ 2866023 h 6856730"/>
                <a:gd name="connsiteX1398" fmla="*/ 1357942 w 3050875"/>
                <a:gd name="connsiteY1398" fmla="*/ 2858115 h 6856730"/>
                <a:gd name="connsiteX1399" fmla="*/ 1366568 w 3050875"/>
                <a:gd name="connsiteY1399" fmla="*/ 2867461 h 6856730"/>
                <a:gd name="connsiteX1400" fmla="*/ 1357942 w 3050875"/>
                <a:gd name="connsiteY1400" fmla="*/ 2866023 h 6856730"/>
                <a:gd name="connsiteX1401" fmla="*/ 1360817 w 3050875"/>
                <a:gd name="connsiteY1401" fmla="*/ 2780478 h 6856730"/>
                <a:gd name="connsiteX1402" fmla="*/ 1363693 w 3050875"/>
                <a:gd name="connsiteY1402" fmla="*/ 2711466 h 6856730"/>
                <a:gd name="connsiteX1403" fmla="*/ 1411138 w 3050875"/>
                <a:gd name="connsiteY1403" fmla="*/ 2812108 h 6856730"/>
                <a:gd name="connsiteX1404" fmla="*/ 1450676 w 3050875"/>
                <a:gd name="connsiteY1404" fmla="*/ 2872493 h 6856730"/>
                <a:gd name="connsiteX1405" fmla="*/ 1442049 w 3050875"/>
                <a:gd name="connsiteY1405" fmla="*/ 2873212 h 6856730"/>
                <a:gd name="connsiteX1406" fmla="*/ 1360817 w 3050875"/>
                <a:gd name="connsiteY1406" fmla="*/ 2780478 h 6856730"/>
                <a:gd name="connsiteX1407" fmla="*/ 1339970 w 3050875"/>
                <a:gd name="connsiteY1407" fmla="*/ 3327536 h 6856730"/>
                <a:gd name="connsiteX1408" fmla="*/ 1339970 w 3050875"/>
                <a:gd name="connsiteY1408" fmla="*/ 3320347 h 6856730"/>
                <a:gd name="connsiteX1409" fmla="*/ 1343564 w 3050875"/>
                <a:gd name="connsiteY1409" fmla="*/ 3322504 h 6856730"/>
                <a:gd name="connsiteX1410" fmla="*/ 1570727 w 3050875"/>
                <a:gd name="connsiteY1410" fmla="*/ 3336881 h 6856730"/>
                <a:gd name="connsiteX1411" fmla="*/ 1815142 w 3050875"/>
                <a:gd name="connsiteY1411" fmla="*/ 3327536 h 6856730"/>
                <a:gd name="connsiteX1412" fmla="*/ 1815142 w 3050875"/>
                <a:gd name="connsiteY1412" fmla="*/ 3303813 h 6856730"/>
                <a:gd name="connsiteX1413" fmla="*/ 1596606 w 3050875"/>
                <a:gd name="connsiteY1413" fmla="*/ 3294468 h 6856730"/>
                <a:gd name="connsiteX1414" fmla="*/ 1610983 w 3050875"/>
                <a:gd name="connsiteY1414" fmla="*/ 3165791 h 6856730"/>
                <a:gd name="connsiteX1415" fmla="*/ 1610264 w 3050875"/>
                <a:gd name="connsiteY1415" fmla="*/ 3039270 h 6856730"/>
                <a:gd name="connsiteX1416" fmla="*/ 1625361 w 3050875"/>
                <a:gd name="connsiteY1416" fmla="*/ 3050772 h 6856730"/>
                <a:gd name="connsiteX1417" fmla="*/ 1631830 w 3050875"/>
                <a:gd name="connsiteY1417" fmla="*/ 3042864 h 6856730"/>
                <a:gd name="connsiteX1418" fmla="*/ 1606670 w 3050875"/>
                <a:gd name="connsiteY1418" fmla="*/ 3009796 h 6856730"/>
                <a:gd name="connsiteX1419" fmla="*/ 1605951 w 3050875"/>
                <a:gd name="connsiteY1419" fmla="*/ 3004046 h 6856730"/>
                <a:gd name="connsiteX1420" fmla="*/ 1605951 w 3050875"/>
                <a:gd name="connsiteY1420" fmla="*/ 3004046 h 6856730"/>
                <a:gd name="connsiteX1421" fmla="*/ 1564976 w 3050875"/>
                <a:gd name="connsiteY1421" fmla="*/ 3004046 h 6856730"/>
                <a:gd name="connsiteX1422" fmla="*/ 1554193 w 3050875"/>
                <a:gd name="connsiteY1422" fmla="*/ 3070900 h 6856730"/>
                <a:gd name="connsiteX1423" fmla="*/ 1538378 w 3050875"/>
                <a:gd name="connsiteY1423" fmla="*/ 3095342 h 6856730"/>
                <a:gd name="connsiteX1424" fmla="*/ 1545566 w 3050875"/>
                <a:gd name="connsiteY1424" fmla="*/ 3258525 h 6856730"/>
                <a:gd name="connsiteX1425" fmla="*/ 1556349 w 3050875"/>
                <a:gd name="connsiteY1425" fmla="*/ 3295187 h 6856730"/>
                <a:gd name="connsiteX1426" fmla="*/ 1343564 w 3050875"/>
                <a:gd name="connsiteY1426" fmla="*/ 3309564 h 6856730"/>
                <a:gd name="connsiteX1427" fmla="*/ 1340689 w 3050875"/>
                <a:gd name="connsiteY1427" fmla="*/ 3311002 h 6856730"/>
                <a:gd name="connsiteX1428" fmla="*/ 1355785 w 3050875"/>
                <a:gd name="connsiteY1428" fmla="*/ 2925689 h 6856730"/>
                <a:gd name="connsiteX1429" fmla="*/ 1521844 w 3050875"/>
                <a:gd name="connsiteY1429" fmla="*/ 2940066 h 6856730"/>
                <a:gd name="connsiteX1430" fmla="*/ 1716657 w 3050875"/>
                <a:gd name="connsiteY1430" fmla="*/ 2937910 h 6856730"/>
                <a:gd name="connsiteX1431" fmla="*/ 1716657 w 3050875"/>
                <a:gd name="connsiteY1431" fmla="*/ 2920657 h 6856730"/>
                <a:gd name="connsiteX1432" fmla="*/ 1700842 w 3050875"/>
                <a:gd name="connsiteY1432" fmla="*/ 2916344 h 6856730"/>
                <a:gd name="connsiteX1433" fmla="*/ 1754757 w 3050875"/>
                <a:gd name="connsiteY1433" fmla="*/ 2891183 h 6856730"/>
                <a:gd name="connsiteX1434" fmla="*/ 1757632 w 3050875"/>
                <a:gd name="connsiteY1434" fmla="*/ 2887589 h 6856730"/>
                <a:gd name="connsiteX1435" fmla="*/ 1765540 w 3050875"/>
                <a:gd name="connsiteY1435" fmla="*/ 2887589 h 6856730"/>
                <a:gd name="connsiteX1436" fmla="*/ 1771291 w 3050875"/>
                <a:gd name="connsiteY1436" fmla="*/ 2890464 h 6856730"/>
                <a:gd name="connsiteX1437" fmla="*/ 1785668 w 3050875"/>
                <a:gd name="connsiteY1437" fmla="*/ 2886870 h 6856730"/>
                <a:gd name="connsiteX1438" fmla="*/ 1800045 w 3050875"/>
                <a:gd name="connsiteY1438" fmla="*/ 2885432 h 6856730"/>
                <a:gd name="connsiteX1439" fmla="*/ 1817298 w 3050875"/>
                <a:gd name="connsiteY1439" fmla="*/ 2899091 h 6856730"/>
                <a:gd name="connsiteX1440" fmla="*/ 1835270 w 3050875"/>
                <a:gd name="connsiteY1440" fmla="*/ 3329693 h 6856730"/>
                <a:gd name="connsiteX1441" fmla="*/ 1859712 w 3050875"/>
                <a:gd name="connsiteY1441" fmla="*/ 3378576 h 6856730"/>
                <a:gd name="connsiteX1442" fmla="*/ 1836708 w 3050875"/>
                <a:gd name="connsiteY1442" fmla="*/ 3409487 h 6856730"/>
                <a:gd name="connsiteX1443" fmla="*/ 1836708 w 3050875"/>
                <a:gd name="connsiteY1443" fmla="*/ 3409487 h 6856730"/>
                <a:gd name="connsiteX1444" fmla="*/ 1836708 w 3050875"/>
                <a:gd name="connsiteY1444" fmla="*/ 3409487 h 6856730"/>
                <a:gd name="connsiteX1445" fmla="*/ 1837427 w 3050875"/>
                <a:gd name="connsiteY1445" fmla="*/ 3410925 h 6856730"/>
                <a:gd name="connsiteX1446" fmla="*/ 1839583 w 3050875"/>
                <a:gd name="connsiteY1446" fmla="*/ 3416676 h 6856730"/>
                <a:gd name="connsiteX1447" fmla="*/ 1840302 w 3050875"/>
                <a:gd name="connsiteY1447" fmla="*/ 3427459 h 6856730"/>
                <a:gd name="connsiteX1448" fmla="*/ 1835989 w 3050875"/>
                <a:gd name="connsiteY1448" fmla="*/ 3433210 h 6856730"/>
                <a:gd name="connsiteX1449" fmla="*/ 1826644 w 3050875"/>
                <a:gd name="connsiteY1449" fmla="*/ 3395110 h 6856730"/>
                <a:gd name="connsiteX1450" fmla="*/ 1787106 w 3050875"/>
                <a:gd name="connsiteY1450" fmla="*/ 3381451 h 6856730"/>
                <a:gd name="connsiteX1451" fmla="*/ 1786387 w 3050875"/>
                <a:gd name="connsiteY1451" fmla="*/ 3381451 h 6856730"/>
                <a:gd name="connsiteX1452" fmla="*/ 1755476 w 3050875"/>
                <a:gd name="connsiteY1452" fmla="*/ 3400142 h 6856730"/>
                <a:gd name="connsiteX1453" fmla="*/ 1750444 w 3050875"/>
                <a:gd name="connsiteY1453" fmla="*/ 3399423 h 6856730"/>
                <a:gd name="connsiteX1454" fmla="*/ 1717376 w 3050875"/>
                <a:gd name="connsiteY1454" fmla="*/ 3410206 h 6856730"/>
                <a:gd name="connsiteX1455" fmla="*/ 1688621 w 3050875"/>
                <a:gd name="connsiteY1455" fmla="*/ 3403736 h 6856730"/>
                <a:gd name="connsiteX1456" fmla="*/ 1687902 w 3050875"/>
                <a:gd name="connsiteY1456" fmla="*/ 3393672 h 6856730"/>
                <a:gd name="connsiteX1457" fmla="*/ 1672087 w 3050875"/>
                <a:gd name="connsiteY1457" fmla="*/ 3393672 h 6856730"/>
                <a:gd name="connsiteX1458" fmla="*/ 1553474 w 3050875"/>
                <a:gd name="connsiteY1458" fmla="*/ 3431772 h 6856730"/>
                <a:gd name="connsiteX1459" fmla="*/ 1672087 w 3050875"/>
                <a:gd name="connsiteY1459" fmla="*/ 3420270 h 6856730"/>
                <a:gd name="connsiteX1460" fmla="*/ 1670649 w 3050875"/>
                <a:gd name="connsiteY1460" fmla="*/ 3433929 h 6856730"/>
                <a:gd name="connsiteX1461" fmla="*/ 1664179 w 3050875"/>
                <a:gd name="connsiteY1461" fmla="*/ 3436804 h 6856730"/>
                <a:gd name="connsiteX1462" fmla="*/ 1647645 w 3050875"/>
                <a:gd name="connsiteY1462" fmla="*/ 3443993 h 6856730"/>
                <a:gd name="connsiteX1463" fmla="*/ 1560663 w 3050875"/>
                <a:gd name="connsiteY1463" fmla="*/ 3443993 h 6856730"/>
                <a:gd name="connsiteX1464" fmla="*/ 1526876 w 3050875"/>
                <a:gd name="connsiteY1464" fmla="*/ 3441117 h 6856730"/>
                <a:gd name="connsiteX1465" fmla="*/ 1488776 w 3050875"/>
                <a:gd name="connsiteY1465" fmla="*/ 3420270 h 6856730"/>
                <a:gd name="connsiteX1466" fmla="*/ 1477993 w 3050875"/>
                <a:gd name="connsiteY1466" fmla="*/ 3432491 h 6856730"/>
                <a:gd name="connsiteX1467" fmla="*/ 1457145 w 3050875"/>
                <a:gd name="connsiteY1467" fmla="*/ 3428178 h 6856730"/>
                <a:gd name="connsiteX1468" fmla="*/ 1417608 w 3050875"/>
                <a:gd name="connsiteY1468" fmla="*/ 3417395 h 6856730"/>
                <a:gd name="connsiteX1469" fmla="*/ 1375913 w 3050875"/>
                <a:gd name="connsiteY1469" fmla="*/ 3405893 h 6856730"/>
                <a:gd name="connsiteX1470" fmla="*/ 1382383 w 3050875"/>
                <a:gd name="connsiteY1470" fmla="*/ 3402298 h 6856730"/>
                <a:gd name="connsiteX1471" fmla="*/ 1352910 w 3050875"/>
                <a:gd name="connsiteY1471" fmla="*/ 3400142 h 6856730"/>
                <a:gd name="connsiteX1472" fmla="*/ 1347159 w 3050875"/>
                <a:gd name="connsiteY1472" fmla="*/ 3412362 h 6856730"/>
                <a:gd name="connsiteX1473" fmla="*/ 1345002 w 3050875"/>
                <a:gd name="connsiteY1473" fmla="*/ 3425302 h 6856730"/>
                <a:gd name="connsiteX1474" fmla="*/ 1309778 w 3050875"/>
                <a:gd name="connsiteY1474" fmla="*/ 3357010 h 6856730"/>
                <a:gd name="connsiteX1475" fmla="*/ 1339970 w 3050875"/>
                <a:gd name="connsiteY1475" fmla="*/ 3327536 h 6856730"/>
                <a:gd name="connsiteX1476" fmla="*/ 1931598 w 3050875"/>
                <a:gd name="connsiteY1476" fmla="*/ 2486461 h 6856730"/>
                <a:gd name="connsiteX1477" fmla="*/ 1898530 w 3050875"/>
                <a:gd name="connsiteY1477" fmla="*/ 2462019 h 6856730"/>
                <a:gd name="connsiteX1478" fmla="*/ 1798608 w 3050875"/>
                <a:gd name="connsiteY1478" fmla="*/ 2392289 h 6856730"/>
                <a:gd name="connsiteX1479" fmla="*/ 1789262 w 3050875"/>
                <a:gd name="connsiteY1479" fmla="*/ 2257142 h 6856730"/>
                <a:gd name="connsiteX1480" fmla="*/ 1895655 w 3050875"/>
                <a:gd name="connsiteY1480" fmla="*/ 2350594 h 6856730"/>
                <a:gd name="connsiteX1481" fmla="*/ 1939506 w 3050875"/>
                <a:gd name="connsiteY1481" fmla="*/ 2390132 h 6856730"/>
                <a:gd name="connsiteX1482" fmla="*/ 1943819 w 3050875"/>
                <a:gd name="connsiteY1482" fmla="*/ 2418168 h 6856730"/>
                <a:gd name="connsiteX1483" fmla="*/ 1930880 w 3050875"/>
                <a:gd name="connsiteY1483" fmla="*/ 2463457 h 6856730"/>
                <a:gd name="connsiteX1484" fmla="*/ 1931598 w 3050875"/>
                <a:gd name="connsiteY1484" fmla="*/ 2486461 h 6856730"/>
                <a:gd name="connsiteX1485" fmla="*/ 1870495 w 3050875"/>
                <a:gd name="connsiteY1485" fmla="*/ 2480710 h 6856730"/>
                <a:gd name="connsiteX1486" fmla="*/ 1934474 w 3050875"/>
                <a:gd name="connsiteY1486" fmla="*/ 2531030 h 6856730"/>
                <a:gd name="connsiteX1487" fmla="*/ 1939506 w 3050875"/>
                <a:gd name="connsiteY1487" fmla="*/ 2598604 h 6856730"/>
                <a:gd name="connsiteX1488" fmla="*/ 1939506 w 3050875"/>
                <a:gd name="connsiteY1488" fmla="*/ 2598604 h 6856730"/>
                <a:gd name="connsiteX1489" fmla="*/ 1919378 w 3050875"/>
                <a:gd name="connsiteY1489" fmla="*/ 2589978 h 6856730"/>
                <a:gd name="connsiteX1490" fmla="*/ 1917221 w 3050875"/>
                <a:gd name="connsiteY1490" fmla="*/ 2588540 h 6856730"/>
                <a:gd name="connsiteX1491" fmla="*/ 1911470 w 3050875"/>
                <a:gd name="connsiteY1491" fmla="*/ 2581351 h 6856730"/>
                <a:gd name="connsiteX1492" fmla="*/ 1908595 w 3050875"/>
                <a:gd name="connsiteY1492" fmla="*/ 2580632 h 6856730"/>
                <a:gd name="connsiteX1493" fmla="*/ 1848210 w 3050875"/>
                <a:gd name="connsiteY1493" fmla="*/ 2526717 h 6856730"/>
                <a:gd name="connsiteX1494" fmla="*/ 1846772 w 3050875"/>
                <a:gd name="connsiteY1494" fmla="*/ 2525279 h 6856730"/>
                <a:gd name="connsiteX1495" fmla="*/ 1844615 w 3050875"/>
                <a:gd name="connsiteY1495" fmla="*/ 2521685 h 6856730"/>
                <a:gd name="connsiteX1496" fmla="*/ 1828081 w 3050875"/>
                <a:gd name="connsiteY1496" fmla="*/ 2497244 h 6856730"/>
                <a:gd name="connsiteX1497" fmla="*/ 1806515 w 3050875"/>
                <a:gd name="connsiteY1497" fmla="*/ 2491493 h 6856730"/>
                <a:gd name="connsiteX1498" fmla="*/ 1805796 w 3050875"/>
                <a:gd name="connsiteY1498" fmla="*/ 2490774 h 6856730"/>
                <a:gd name="connsiteX1499" fmla="*/ 1800045 w 3050875"/>
                <a:gd name="connsiteY1499" fmla="*/ 2424638 h 6856730"/>
                <a:gd name="connsiteX1500" fmla="*/ 1870495 w 3050875"/>
                <a:gd name="connsiteY1500" fmla="*/ 2480710 h 6856730"/>
                <a:gd name="connsiteX1501" fmla="*/ 1790700 w 3050875"/>
                <a:gd name="connsiteY1501" fmla="*/ 3551823 h 6856730"/>
                <a:gd name="connsiteX1502" fmla="*/ 1754038 w 3050875"/>
                <a:gd name="connsiteY1502" fmla="*/ 3478498 h 6856730"/>
                <a:gd name="connsiteX1503" fmla="*/ 1783512 w 3050875"/>
                <a:gd name="connsiteY1503" fmla="*/ 3457651 h 6856730"/>
                <a:gd name="connsiteX1504" fmla="*/ 1825206 w 3050875"/>
                <a:gd name="connsiteY1504" fmla="*/ 3594236 h 6856730"/>
                <a:gd name="connsiteX1505" fmla="*/ 1824487 w 3050875"/>
                <a:gd name="connsiteY1505" fmla="*/ 3610051 h 6856730"/>
                <a:gd name="connsiteX1506" fmla="*/ 1850366 w 3050875"/>
                <a:gd name="connsiteY1506" fmla="*/ 3640962 h 6856730"/>
                <a:gd name="connsiteX1507" fmla="*/ 1853242 w 3050875"/>
                <a:gd name="connsiteY1507" fmla="*/ 3692721 h 6856730"/>
                <a:gd name="connsiteX1508" fmla="*/ 1838864 w 3050875"/>
                <a:gd name="connsiteY1508" fmla="*/ 3686251 h 6856730"/>
                <a:gd name="connsiteX1509" fmla="*/ 1727440 w 3050875"/>
                <a:gd name="connsiteY1509" fmla="*/ 3689845 h 6856730"/>
                <a:gd name="connsiteX1510" fmla="*/ 1795732 w 3050875"/>
                <a:gd name="connsiteY1510" fmla="*/ 3663966 h 6856730"/>
                <a:gd name="connsiteX1511" fmla="*/ 1800764 w 3050875"/>
                <a:gd name="connsiteY1511" fmla="*/ 3666123 h 6856730"/>
                <a:gd name="connsiteX1512" fmla="*/ 1820893 w 3050875"/>
                <a:gd name="connsiteY1512" fmla="*/ 3654621 h 6856730"/>
                <a:gd name="connsiteX1513" fmla="*/ 1790700 w 3050875"/>
                <a:gd name="connsiteY1513" fmla="*/ 3551823 h 6856730"/>
                <a:gd name="connsiteX1514" fmla="*/ 1600919 w 3050875"/>
                <a:gd name="connsiteY1514" fmla="*/ 3539602 h 6856730"/>
                <a:gd name="connsiteX1515" fmla="*/ 1646208 w 3050875"/>
                <a:gd name="connsiteY1515" fmla="*/ 3527381 h 6856730"/>
                <a:gd name="connsiteX1516" fmla="*/ 1679276 w 3050875"/>
                <a:gd name="connsiteY1516" fmla="*/ 3583453 h 6856730"/>
                <a:gd name="connsiteX1517" fmla="*/ 1723127 w 3050875"/>
                <a:gd name="connsiteY1517" fmla="*/ 3654621 h 6856730"/>
                <a:gd name="connsiteX1518" fmla="*/ 1687902 w 3050875"/>
                <a:gd name="connsiteY1518" fmla="*/ 3662528 h 6856730"/>
                <a:gd name="connsiteX1519" fmla="*/ 1679276 w 3050875"/>
                <a:gd name="connsiteY1519" fmla="*/ 3663966 h 6856730"/>
                <a:gd name="connsiteX1520" fmla="*/ 1633268 w 3050875"/>
                <a:gd name="connsiteY1520" fmla="*/ 3589923 h 6856730"/>
                <a:gd name="connsiteX1521" fmla="*/ 1600919 w 3050875"/>
                <a:gd name="connsiteY1521" fmla="*/ 3539602 h 6856730"/>
                <a:gd name="connsiteX1522" fmla="*/ 1623923 w 3050875"/>
                <a:gd name="connsiteY1522" fmla="*/ 3674749 h 6856730"/>
                <a:gd name="connsiteX1523" fmla="*/ 1603795 w 3050875"/>
                <a:gd name="connsiteY1523" fmla="*/ 3678344 h 6856730"/>
                <a:gd name="connsiteX1524" fmla="*/ 1549880 w 3050875"/>
                <a:gd name="connsiteY1524" fmla="*/ 3592079 h 6856730"/>
                <a:gd name="connsiteX1525" fmla="*/ 1524719 w 3050875"/>
                <a:gd name="connsiteY1525" fmla="*/ 3546072 h 6856730"/>
                <a:gd name="connsiteX1526" fmla="*/ 1549161 w 3050875"/>
                <a:gd name="connsiteY1526" fmla="*/ 3545353 h 6856730"/>
                <a:gd name="connsiteX1527" fmla="*/ 1590136 w 3050875"/>
                <a:gd name="connsiteY1527" fmla="*/ 3615083 h 6856730"/>
                <a:gd name="connsiteX1528" fmla="*/ 1623923 w 3050875"/>
                <a:gd name="connsiteY1528" fmla="*/ 3674749 h 6856730"/>
                <a:gd name="connsiteX1529" fmla="*/ 1698685 w 3050875"/>
                <a:gd name="connsiteY1529" fmla="*/ 3505815 h 6856730"/>
                <a:gd name="connsiteX1530" fmla="*/ 1701561 w 3050875"/>
                <a:gd name="connsiteY1530" fmla="*/ 3504377 h 6856730"/>
                <a:gd name="connsiteX1531" fmla="*/ 1714500 w 3050875"/>
                <a:gd name="connsiteY1531" fmla="*/ 3532414 h 6856730"/>
                <a:gd name="connsiteX1532" fmla="*/ 1698685 w 3050875"/>
                <a:gd name="connsiteY1532" fmla="*/ 3505815 h 6856730"/>
                <a:gd name="connsiteX1533" fmla="*/ 1395323 w 3050875"/>
                <a:gd name="connsiteY1533" fmla="*/ 3580578 h 6856730"/>
                <a:gd name="connsiteX1534" fmla="*/ 1342127 w 3050875"/>
                <a:gd name="connsiteY1534" fmla="*/ 3497908 h 6856730"/>
                <a:gd name="connsiteX1535" fmla="*/ 1377351 w 3050875"/>
                <a:gd name="connsiteY1535" fmla="*/ 3515879 h 6856730"/>
                <a:gd name="connsiteX1536" fmla="*/ 1439174 w 3050875"/>
                <a:gd name="connsiteY1536" fmla="*/ 3612208 h 6856730"/>
                <a:gd name="connsiteX1537" fmla="*/ 1485181 w 3050875"/>
                <a:gd name="connsiteY1537" fmla="*/ 3686251 h 6856730"/>
                <a:gd name="connsiteX1538" fmla="*/ 1464334 w 3050875"/>
                <a:gd name="connsiteY1538" fmla="*/ 3685532 h 6856730"/>
                <a:gd name="connsiteX1539" fmla="*/ 1395323 w 3050875"/>
                <a:gd name="connsiteY1539" fmla="*/ 3580578 h 6856730"/>
                <a:gd name="connsiteX1540" fmla="*/ 1397479 w 3050875"/>
                <a:gd name="connsiteY1540" fmla="*/ 3681219 h 6856730"/>
                <a:gd name="connsiteX1541" fmla="*/ 1392447 w 3050875"/>
                <a:gd name="connsiteY1541" fmla="*/ 3681219 h 6856730"/>
                <a:gd name="connsiteX1542" fmla="*/ 1383821 w 3050875"/>
                <a:gd name="connsiteY1542" fmla="*/ 3679063 h 6856730"/>
                <a:gd name="connsiteX1543" fmla="*/ 1385978 w 3050875"/>
                <a:gd name="connsiteY1543" fmla="*/ 3672593 h 6856730"/>
                <a:gd name="connsiteX1544" fmla="*/ 1385978 w 3050875"/>
                <a:gd name="connsiteY1544" fmla="*/ 3666842 h 6856730"/>
                <a:gd name="connsiteX1545" fmla="*/ 1397479 w 3050875"/>
                <a:gd name="connsiteY1545" fmla="*/ 3681219 h 6856730"/>
                <a:gd name="connsiteX1546" fmla="*/ 1353629 w 3050875"/>
                <a:gd name="connsiteY1546" fmla="*/ 3469872 h 6856730"/>
                <a:gd name="connsiteX1547" fmla="*/ 1334938 w 3050875"/>
                <a:gd name="connsiteY1547" fmla="*/ 3459808 h 6856730"/>
                <a:gd name="connsiteX1548" fmla="*/ 1334938 w 3050875"/>
                <a:gd name="connsiteY1548" fmla="*/ 3458370 h 6856730"/>
                <a:gd name="connsiteX1549" fmla="*/ 1353629 w 3050875"/>
                <a:gd name="connsiteY1549" fmla="*/ 3458370 h 6856730"/>
                <a:gd name="connsiteX1550" fmla="*/ 1353629 w 3050875"/>
                <a:gd name="connsiteY1550" fmla="*/ 3469872 h 6856730"/>
                <a:gd name="connsiteX1551" fmla="*/ 1339970 w 3050875"/>
                <a:gd name="connsiteY1551" fmla="*/ 3666842 h 6856730"/>
                <a:gd name="connsiteX1552" fmla="*/ 1331344 w 3050875"/>
                <a:gd name="connsiteY1552" fmla="*/ 3663966 h 6856730"/>
                <a:gd name="connsiteX1553" fmla="*/ 1329187 w 3050875"/>
                <a:gd name="connsiteY1553" fmla="*/ 3663966 h 6856730"/>
                <a:gd name="connsiteX1554" fmla="*/ 1327749 w 3050875"/>
                <a:gd name="connsiteY1554" fmla="*/ 3659653 h 6856730"/>
                <a:gd name="connsiteX1555" fmla="*/ 1327749 w 3050875"/>
                <a:gd name="connsiteY1555" fmla="*/ 3650308 h 6856730"/>
                <a:gd name="connsiteX1556" fmla="*/ 1339970 w 3050875"/>
                <a:gd name="connsiteY1556" fmla="*/ 3666842 h 6856730"/>
                <a:gd name="connsiteX1557" fmla="*/ 1365130 w 3050875"/>
                <a:gd name="connsiteY1557" fmla="*/ 3712130 h 6856730"/>
                <a:gd name="connsiteX1558" fmla="*/ 1324874 w 3050875"/>
                <a:gd name="connsiteY1558" fmla="*/ 3719319 h 6856730"/>
                <a:gd name="connsiteX1559" fmla="*/ 1325593 w 3050875"/>
                <a:gd name="connsiteY1559" fmla="*/ 3706380 h 6856730"/>
                <a:gd name="connsiteX1560" fmla="*/ 1365130 w 3050875"/>
                <a:gd name="connsiteY1560" fmla="*/ 3712130 h 6856730"/>
                <a:gd name="connsiteX1561" fmla="*/ 1401074 w 3050875"/>
                <a:gd name="connsiteY1561" fmla="*/ 3472028 h 6856730"/>
                <a:gd name="connsiteX1562" fmla="*/ 1454989 w 3050875"/>
                <a:gd name="connsiteY1562" fmla="*/ 3495751 h 6856730"/>
                <a:gd name="connsiteX1563" fmla="*/ 1456427 w 3050875"/>
                <a:gd name="connsiteY1563" fmla="*/ 3500783 h 6856730"/>
                <a:gd name="connsiteX1564" fmla="*/ 1416889 w 3050875"/>
                <a:gd name="connsiteY1564" fmla="*/ 3493594 h 6856730"/>
                <a:gd name="connsiteX1565" fmla="*/ 1401074 w 3050875"/>
                <a:gd name="connsiteY1565" fmla="*/ 3472028 h 6856730"/>
                <a:gd name="connsiteX1566" fmla="*/ 1480868 w 3050875"/>
                <a:gd name="connsiteY1566" fmla="*/ 3587047 h 6856730"/>
                <a:gd name="connsiteX1567" fmla="*/ 1448519 w 3050875"/>
                <a:gd name="connsiteY1567" fmla="*/ 3538883 h 6856730"/>
                <a:gd name="connsiteX1568" fmla="*/ 1469366 w 3050875"/>
                <a:gd name="connsiteY1568" fmla="*/ 3542478 h 6856730"/>
                <a:gd name="connsiteX1569" fmla="*/ 1497402 w 3050875"/>
                <a:gd name="connsiteY1569" fmla="*/ 3607176 h 6856730"/>
                <a:gd name="connsiteX1570" fmla="*/ 1501715 w 3050875"/>
                <a:gd name="connsiteY1570" fmla="*/ 3615083 h 6856730"/>
                <a:gd name="connsiteX1571" fmla="*/ 1480868 w 3050875"/>
                <a:gd name="connsiteY1571" fmla="*/ 3587047 h 6856730"/>
                <a:gd name="connsiteX1572" fmla="*/ 1876246 w 3050875"/>
                <a:gd name="connsiteY1572" fmla="*/ 4195210 h 6856730"/>
                <a:gd name="connsiteX1573" fmla="*/ 1874808 w 3050875"/>
                <a:gd name="connsiteY1573" fmla="*/ 4202399 h 6856730"/>
                <a:gd name="connsiteX1574" fmla="*/ 1869776 w 3050875"/>
                <a:gd name="connsiteY1574" fmla="*/ 4203117 h 6856730"/>
                <a:gd name="connsiteX1575" fmla="*/ 1876246 w 3050875"/>
                <a:gd name="connsiteY1575" fmla="*/ 4195210 h 6856730"/>
                <a:gd name="connsiteX1576" fmla="*/ 1873370 w 3050875"/>
                <a:gd name="connsiteY1576" fmla="*/ 3252055 h 6856730"/>
                <a:gd name="connsiteX1577" fmla="*/ 1870495 w 3050875"/>
                <a:gd name="connsiteY1577" fmla="*/ 3198140 h 6856730"/>
                <a:gd name="connsiteX1578" fmla="*/ 1913627 w 3050875"/>
                <a:gd name="connsiteY1578" fmla="*/ 3244866 h 6856730"/>
                <a:gd name="connsiteX1579" fmla="*/ 1902844 w 3050875"/>
                <a:gd name="connsiteY1579" fmla="*/ 3259244 h 6856730"/>
                <a:gd name="connsiteX1580" fmla="*/ 1917940 w 3050875"/>
                <a:gd name="connsiteY1580" fmla="*/ 3279372 h 6856730"/>
                <a:gd name="connsiteX1581" fmla="*/ 1900687 w 3050875"/>
                <a:gd name="connsiteY1581" fmla="*/ 3277934 h 6856730"/>
                <a:gd name="connsiteX1582" fmla="*/ 1873370 w 3050875"/>
                <a:gd name="connsiteY1582" fmla="*/ 3252055 h 6856730"/>
                <a:gd name="connsiteX1583" fmla="*/ 1892779 w 3050875"/>
                <a:gd name="connsiteY1583" fmla="*/ 3329693 h 6856730"/>
                <a:gd name="connsiteX1584" fmla="*/ 1924410 w 3050875"/>
                <a:gd name="connsiteY1584" fmla="*/ 3362042 h 6856730"/>
                <a:gd name="connsiteX1585" fmla="*/ 1960353 w 3050875"/>
                <a:gd name="connsiteY1585" fmla="*/ 3403736 h 6856730"/>
                <a:gd name="connsiteX1586" fmla="*/ 1956040 w 3050875"/>
                <a:gd name="connsiteY1586" fmla="*/ 3403736 h 6856730"/>
                <a:gd name="connsiteX1587" fmla="*/ 1925847 w 3050875"/>
                <a:gd name="connsiteY1587" fmla="*/ 3396547 h 6856730"/>
                <a:gd name="connsiteX1588" fmla="*/ 1879840 w 3050875"/>
                <a:gd name="connsiteY1588" fmla="*/ 3349102 h 6856730"/>
                <a:gd name="connsiteX1589" fmla="*/ 1878402 w 3050875"/>
                <a:gd name="connsiteY1589" fmla="*/ 3328974 h 6856730"/>
                <a:gd name="connsiteX1590" fmla="*/ 1892779 w 3050875"/>
                <a:gd name="connsiteY1590" fmla="*/ 3329693 h 6856730"/>
                <a:gd name="connsiteX1591" fmla="*/ 1961072 w 3050875"/>
                <a:gd name="connsiteY1591" fmla="*/ 3687689 h 6856730"/>
                <a:gd name="connsiteX1592" fmla="*/ 1965385 w 3050875"/>
                <a:gd name="connsiteY1592" fmla="*/ 3684094 h 6856730"/>
                <a:gd name="connsiteX1593" fmla="*/ 1988389 w 3050875"/>
                <a:gd name="connsiteY1593" fmla="*/ 3699910 h 6856730"/>
                <a:gd name="connsiteX1594" fmla="*/ 1991264 w 3050875"/>
                <a:gd name="connsiteY1594" fmla="*/ 3701347 h 6856730"/>
                <a:gd name="connsiteX1595" fmla="*/ 1991983 w 3050875"/>
                <a:gd name="connsiteY1595" fmla="*/ 3702066 h 6856730"/>
                <a:gd name="connsiteX1596" fmla="*/ 1972574 w 3050875"/>
                <a:gd name="connsiteY1596" fmla="*/ 3702785 h 6856730"/>
                <a:gd name="connsiteX1597" fmla="*/ 1938068 w 3050875"/>
                <a:gd name="connsiteY1597" fmla="*/ 3696315 h 6856730"/>
                <a:gd name="connsiteX1598" fmla="*/ 1930161 w 3050875"/>
                <a:gd name="connsiteY1598" fmla="*/ 3687689 h 6856730"/>
                <a:gd name="connsiteX1599" fmla="*/ 1930880 w 3050875"/>
                <a:gd name="connsiteY1599" fmla="*/ 3687689 h 6856730"/>
                <a:gd name="connsiteX1600" fmla="*/ 1961072 w 3050875"/>
                <a:gd name="connsiteY1600" fmla="*/ 3687689 h 6856730"/>
                <a:gd name="connsiteX1601" fmla="*/ 2017144 w 3050875"/>
                <a:gd name="connsiteY1601" fmla="*/ 3756700 h 6856730"/>
                <a:gd name="connsiteX1602" fmla="*/ 2019300 w 3050875"/>
                <a:gd name="connsiteY1602" fmla="*/ 3790487 h 6856730"/>
                <a:gd name="connsiteX1603" fmla="*/ 1994140 w 3050875"/>
                <a:gd name="connsiteY1603" fmla="*/ 3759576 h 6856730"/>
                <a:gd name="connsiteX1604" fmla="*/ 2017144 w 3050875"/>
                <a:gd name="connsiteY1604" fmla="*/ 3756700 h 6856730"/>
                <a:gd name="connsiteX1605" fmla="*/ 2007080 w 3050875"/>
                <a:gd name="connsiteY1605" fmla="*/ 3648870 h 6856730"/>
                <a:gd name="connsiteX1606" fmla="*/ 2010674 w 3050875"/>
                <a:gd name="connsiteY1606" fmla="*/ 3651745 h 6856730"/>
                <a:gd name="connsiteX1607" fmla="*/ 2012112 w 3050875"/>
                <a:gd name="connsiteY1607" fmla="*/ 3675468 h 6856730"/>
                <a:gd name="connsiteX1608" fmla="*/ 2006361 w 3050875"/>
                <a:gd name="connsiteY1608" fmla="*/ 3668998 h 6856730"/>
                <a:gd name="connsiteX1609" fmla="*/ 2005642 w 3050875"/>
                <a:gd name="connsiteY1609" fmla="*/ 3668279 h 6856730"/>
                <a:gd name="connsiteX1610" fmla="*/ 1996297 w 3050875"/>
                <a:gd name="connsiteY1610" fmla="*/ 3658215 h 6856730"/>
                <a:gd name="connsiteX1611" fmla="*/ 2007080 w 3050875"/>
                <a:gd name="connsiteY1611" fmla="*/ 3648870 h 6856730"/>
                <a:gd name="connsiteX1612" fmla="*/ 2002766 w 3050875"/>
                <a:gd name="connsiteY1612" fmla="*/ 3535289 h 6856730"/>
                <a:gd name="connsiteX1613" fmla="*/ 2000610 w 3050875"/>
                <a:gd name="connsiteY1613" fmla="*/ 3534570 h 6856730"/>
                <a:gd name="connsiteX1614" fmla="*/ 1985514 w 3050875"/>
                <a:gd name="connsiteY1614" fmla="*/ 3518036 h 6856730"/>
                <a:gd name="connsiteX1615" fmla="*/ 1985514 w 3050875"/>
                <a:gd name="connsiteY1615" fmla="*/ 3517317 h 6856730"/>
                <a:gd name="connsiteX1616" fmla="*/ 1995578 w 3050875"/>
                <a:gd name="connsiteY1616" fmla="*/ 3521630 h 6856730"/>
                <a:gd name="connsiteX1617" fmla="*/ 2002047 w 3050875"/>
                <a:gd name="connsiteY1617" fmla="*/ 3528100 h 6856730"/>
                <a:gd name="connsiteX1618" fmla="*/ 2002766 w 3050875"/>
                <a:gd name="connsiteY1618" fmla="*/ 3535289 h 6856730"/>
                <a:gd name="connsiteX1619" fmla="*/ 1997015 w 3050875"/>
                <a:gd name="connsiteY1619" fmla="*/ 3446868 h 6856730"/>
                <a:gd name="connsiteX1620" fmla="*/ 1998453 w 3050875"/>
                <a:gd name="connsiteY1620" fmla="*/ 3472747 h 6856730"/>
                <a:gd name="connsiteX1621" fmla="*/ 1975449 w 3050875"/>
                <a:gd name="connsiteY1621" fmla="*/ 3448306 h 6856730"/>
                <a:gd name="connsiteX1622" fmla="*/ 1997015 w 3050875"/>
                <a:gd name="connsiteY1622" fmla="*/ 3446868 h 6856730"/>
                <a:gd name="connsiteX1623" fmla="*/ 1989108 w 3050875"/>
                <a:gd name="connsiteY1623" fmla="*/ 3331130 h 6856730"/>
                <a:gd name="connsiteX1624" fmla="*/ 1991983 w 3050875"/>
                <a:gd name="connsiteY1624" fmla="*/ 3370668 h 6856730"/>
                <a:gd name="connsiteX1625" fmla="*/ 1955321 w 3050875"/>
                <a:gd name="connsiteY1625" fmla="*/ 3336162 h 6856730"/>
                <a:gd name="connsiteX1626" fmla="*/ 1988389 w 3050875"/>
                <a:gd name="connsiteY1626" fmla="*/ 3331130 h 6856730"/>
                <a:gd name="connsiteX1627" fmla="*/ 1989108 w 3050875"/>
                <a:gd name="connsiteY1627" fmla="*/ 3331130 h 6856730"/>
                <a:gd name="connsiteX1628" fmla="*/ 1984795 w 3050875"/>
                <a:gd name="connsiteY1628" fmla="*/ 3267151 h 6856730"/>
                <a:gd name="connsiteX1629" fmla="*/ 1940225 w 3050875"/>
                <a:gd name="connsiteY1629" fmla="*/ 3221862 h 6856730"/>
                <a:gd name="connsiteX1630" fmla="*/ 1867619 w 3050875"/>
                <a:gd name="connsiteY1630" fmla="*/ 3146381 h 6856730"/>
                <a:gd name="connsiteX1631" fmla="*/ 1864744 w 3050875"/>
                <a:gd name="connsiteY1631" fmla="*/ 3093185 h 6856730"/>
                <a:gd name="connsiteX1632" fmla="*/ 1884872 w 3050875"/>
                <a:gd name="connsiteY1632" fmla="*/ 3116189 h 6856730"/>
                <a:gd name="connsiteX1633" fmla="*/ 1981919 w 3050875"/>
                <a:gd name="connsiteY1633" fmla="*/ 3218268 h 6856730"/>
                <a:gd name="connsiteX1634" fmla="*/ 1984795 w 3050875"/>
                <a:gd name="connsiteY1634" fmla="*/ 3267151 h 6856730"/>
                <a:gd name="connsiteX1635" fmla="*/ 1976168 w 3050875"/>
                <a:gd name="connsiteY1635" fmla="*/ 3134879 h 6856730"/>
                <a:gd name="connsiteX1636" fmla="*/ 1979044 w 3050875"/>
                <a:gd name="connsiteY1636" fmla="*/ 3176574 h 6856730"/>
                <a:gd name="connsiteX1637" fmla="*/ 1914345 w 3050875"/>
                <a:gd name="connsiteY1637" fmla="*/ 3106844 h 6856730"/>
                <a:gd name="connsiteX1638" fmla="*/ 1861868 w 3050875"/>
                <a:gd name="connsiteY1638" fmla="*/ 3052210 h 6856730"/>
                <a:gd name="connsiteX1639" fmla="*/ 1860430 w 3050875"/>
                <a:gd name="connsiteY1639" fmla="*/ 3027049 h 6856730"/>
                <a:gd name="connsiteX1640" fmla="*/ 1899249 w 3050875"/>
                <a:gd name="connsiteY1640" fmla="*/ 3068025 h 6856730"/>
                <a:gd name="connsiteX1641" fmla="*/ 1970417 w 3050875"/>
                <a:gd name="connsiteY1641" fmla="*/ 3129847 h 6856730"/>
                <a:gd name="connsiteX1642" fmla="*/ 1976168 w 3050875"/>
                <a:gd name="connsiteY1642" fmla="*/ 3134879 h 6856730"/>
                <a:gd name="connsiteX1643" fmla="*/ 1973293 w 3050875"/>
                <a:gd name="connsiteY1643" fmla="*/ 3088153 h 6856730"/>
                <a:gd name="connsiteX1644" fmla="*/ 1921534 w 3050875"/>
                <a:gd name="connsiteY1644" fmla="*/ 3045021 h 6856730"/>
                <a:gd name="connsiteX1645" fmla="*/ 1858274 w 3050875"/>
                <a:gd name="connsiteY1645" fmla="*/ 2985355 h 6856730"/>
                <a:gd name="connsiteX1646" fmla="*/ 1853961 w 3050875"/>
                <a:gd name="connsiteY1646" fmla="*/ 2905561 h 6856730"/>
                <a:gd name="connsiteX1647" fmla="*/ 1939506 w 3050875"/>
                <a:gd name="connsiteY1647" fmla="*/ 3007640 h 6856730"/>
                <a:gd name="connsiteX1648" fmla="*/ 1969698 w 3050875"/>
                <a:gd name="connsiteY1648" fmla="*/ 3035676 h 6856730"/>
                <a:gd name="connsiteX1649" fmla="*/ 1973293 w 3050875"/>
                <a:gd name="connsiteY1649" fmla="*/ 3088153 h 6856730"/>
                <a:gd name="connsiteX1650" fmla="*/ 1953165 w 3050875"/>
                <a:gd name="connsiteY1650" fmla="*/ 2886151 h 6856730"/>
                <a:gd name="connsiteX1651" fmla="*/ 1945976 w 3050875"/>
                <a:gd name="connsiteY1651" fmla="*/ 2931440 h 6856730"/>
                <a:gd name="connsiteX1652" fmla="*/ 1963229 w 3050875"/>
                <a:gd name="connsiteY1652" fmla="*/ 2950130 h 6856730"/>
                <a:gd name="connsiteX1653" fmla="*/ 1965385 w 3050875"/>
                <a:gd name="connsiteY1653" fmla="*/ 2976728 h 6856730"/>
                <a:gd name="connsiteX1654" fmla="*/ 1868338 w 3050875"/>
                <a:gd name="connsiteY1654" fmla="*/ 2870336 h 6856730"/>
                <a:gd name="connsiteX1655" fmla="*/ 1898530 w 3050875"/>
                <a:gd name="connsiteY1655" fmla="*/ 2875368 h 6856730"/>
                <a:gd name="connsiteX1656" fmla="*/ 1898530 w 3050875"/>
                <a:gd name="connsiteY1656" fmla="*/ 2875368 h 6856730"/>
                <a:gd name="connsiteX1657" fmla="*/ 1946695 w 3050875"/>
                <a:gd name="connsiteY1657" fmla="*/ 2880400 h 6856730"/>
                <a:gd name="connsiteX1658" fmla="*/ 1953165 w 3050875"/>
                <a:gd name="connsiteY1658" fmla="*/ 2886151 h 6856730"/>
                <a:gd name="connsiteX1659" fmla="*/ 1889904 w 3050875"/>
                <a:gd name="connsiteY1659" fmla="*/ 2669772 h 6856730"/>
                <a:gd name="connsiteX1660" fmla="*/ 1915064 w 3050875"/>
                <a:gd name="connsiteY1660" fmla="*/ 2706434 h 6856730"/>
                <a:gd name="connsiteX1661" fmla="*/ 1911470 w 3050875"/>
                <a:gd name="connsiteY1661" fmla="*/ 2704996 h 6856730"/>
                <a:gd name="connsiteX1662" fmla="*/ 1896374 w 3050875"/>
                <a:gd name="connsiteY1662" fmla="*/ 2690619 h 6856730"/>
                <a:gd name="connsiteX1663" fmla="*/ 1889904 w 3050875"/>
                <a:gd name="connsiteY1663" fmla="*/ 2669772 h 6856730"/>
                <a:gd name="connsiteX1664" fmla="*/ 1947413 w 3050875"/>
                <a:gd name="connsiteY1664" fmla="*/ 2714342 h 6856730"/>
                <a:gd name="connsiteX1665" fmla="*/ 1935911 w 3050875"/>
                <a:gd name="connsiteY1665" fmla="*/ 2712185 h 6856730"/>
                <a:gd name="connsiteX1666" fmla="*/ 1895655 w 3050875"/>
                <a:gd name="connsiteY1666" fmla="*/ 2662583 h 6856730"/>
                <a:gd name="connsiteX1667" fmla="*/ 1897093 w 3050875"/>
                <a:gd name="connsiteY1667" fmla="*/ 2662583 h 6856730"/>
                <a:gd name="connsiteX1668" fmla="*/ 1945257 w 3050875"/>
                <a:gd name="connsiteY1668" fmla="*/ 2689181 h 6856730"/>
                <a:gd name="connsiteX1669" fmla="*/ 1947413 w 3050875"/>
                <a:gd name="connsiteY1669" fmla="*/ 2714342 h 6856730"/>
                <a:gd name="connsiteX1670" fmla="*/ 1943819 w 3050875"/>
                <a:gd name="connsiteY1670" fmla="*/ 2288772 h 6856730"/>
                <a:gd name="connsiteX1671" fmla="*/ 1944538 w 3050875"/>
                <a:gd name="connsiteY1671" fmla="*/ 2337655 h 6856730"/>
                <a:gd name="connsiteX1672" fmla="*/ 1943100 w 3050875"/>
                <a:gd name="connsiteY1672" fmla="*/ 2351313 h 6856730"/>
                <a:gd name="connsiteX1673" fmla="*/ 1927285 w 3050875"/>
                <a:gd name="connsiteY1673" fmla="*/ 2338374 h 6856730"/>
                <a:gd name="connsiteX1674" fmla="*/ 1786387 w 3050875"/>
                <a:gd name="connsiteY1674" fmla="*/ 2219761 h 6856730"/>
                <a:gd name="connsiteX1675" fmla="*/ 1782074 w 3050875"/>
                <a:gd name="connsiteY1675" fmla="*/ 2136372 h 6856730"/>
                <a:gd name="connsiteX1676" fmla="*/ 1853242 w 3050875"/>
                <a:gd name="connsiteY1676" fmla="*/ 2205383 h 6856730"/>
                <a:gd name="connsiteX1677" fmla="*/ 1943819 w 3050875"/>
                <a:gd name="connsiteY1677" fmla="*/ 2288772 h 6856730"/>
                <a:gd name="connsiteX1678" fmla="*/ 1942381 w 3050875"/>
                <a:gd name="connsiteY1678" fmla="*/ 2234857 h 6856730"/>
                <a:gd name="connsiteX1679" fmla="*/ 1879840 w 3050875"/>
                <a:gd name="connsiteY1679" fmla="*/ 2177347 h 6856730"/>
                <a:gd name="connsiteX1680" fmla="*/ 1779917 w 3050875"/>
                <a:gd name="connsiteY1680" fmla="*/ 2088208 h 6856730"/>
                <a:gd name="connsiteX1681" fmla="*/ 1779917 w 3050875"/>
                <a:gd name="connsiteY1681" fmla="*/ 2083176 h 6856730"/>
                <a:gd name="connsiteX1682" fmla="*/ 1800764 w 3050875"/>
                <a:gd name="connsiteY1682" fmla="*/ 2094678 h 6856730"/>
                <a:gd name="connsiteX1683" fmla="*/ 1893498 w 3050875"/>
                <a:gd name="connsiteY1683" fmla="*/ 2129902 h 6856730"/>
                <a:gd name="connsiteX1684" fmla="*/ 1937349 w 3050875"/>
                <a:gd name="connsiteY1684" fmla="*/ 2165846 h 6856730"/>
                <a:gd name="connsiteX1685" fmla="*/ 1942381 w 3050875"/>
                <a:gd name="connsiteY1685" fmla="*/ 2234857 h 6856730"/>
                <a:gd name="connsiteX1686" fmla="*/ 1603795 w 3050875"/>
                <a:gd name="connsiteY1686" fmla="*/ 2347000 h 6856730"/>
                <a:gd name="connsiteX1687" fmla="*/ 1587261 w 3050875"/>
                <a:gd name="connsiteY1687" fmla="*/ 2316089 h 6856730"/>
                <a:gd name="connsiteX1688" fmla="*/ 1570727 w 3050875"/>
                <a:gd name="connsiteY1688" fmla="*/ 2260017 h 6856730"/>
                <a:gd name="connsiteX1689" fmla="*/ 1561381 w 3050875"/>
                <a:gd name="connsiteY1689" fmla="*/ 2226230 h 6856730"/>
                <a:gd name="connsiteX1690" fmla="*/ 1527595 w 3050875"/>
                <a:gd name="connsiteY1690" fmla="*/ 2226230 h 6856730"/>
                <a:gd name="connsiteX1691" fmla="*/ 1526876 w 3050875"/>
                <a:gd name="connsiteY1691" fmla="*/ 2226230 h 6856730"/>
                <a:gd name="connsiteX1692" fmla="*/ 1509623 w 3050875"/>
                <a:gd name="connsiteY1692" fmla="*/ 2363534 h 6856730"/>
                <a:gd name="connsiteX1693" fmla="*/ 1523281 w 3050875"/>
                <a:gd name="connsiteY1693" fmla="*/ 2508745 h 6856730"/>
                <a:gd name="connsiteX1694" fmla="*/ 1462896 w 3050875"/>
                <a:gd name="connsiteY1694" fmla="*/ 2510902 h 6856730"/>
                <a:gd name="connsiteX1695" fmla="*/ 1370881 w 3050875"/>
                <a:gd name="connsiteY1695" fmla="*/ 2515934 h 6856730"/>
                <a:gd name="connsiteX1696" fmla="*/ 1370881 w 3050875"/>
                <a:gd name="connsiteY1696" fmla="*/ 2514496 h 6856730"/>
                <a:gd name="connsiteX1697" fmla="*/ 1371600 w 3050875"/>
                <a:gd name="connsiteY1697" fmla="*/ 2499400 h 6856730"/>
                <a:gd name="connsiteX1698" fmla="*/ 1375913 w 3050875"/>
                <a:gd name="connsiteY1698" fmla="*/ 2387976 h 6856730"/>
                <a:gd name="connsiteX1699" fmla="*/ 1388134 w 3050875"/>
                <a:gd name="connsiteY1699" fmla="*/ 2058734 h 6856730"/>
                <a:gd name="connsiteX1700" fmla="*/ 1434861 w 3050875"/>
                <a:gd name="connsiteY1700" fmla="*/ 2061610 h 6856730"/>
                <a:gd name="connsiteX1701" fmla="*/ 1454270 w 3050875"/>
                <a:gd name="connsiteY1701" fmla="*/ 2065923 h 6856730"/>
                <a:gd name="connsiteX1702" fmla="*/ 1543410 w 3050875"/>
                <a:gd name="connsiteY1702" fmla="*/ 2076706 h 6856730"/>
                <a:gd name="connsiteX1703" fmla="*/ 1731034 w 3050875"/>
                <a:gd name="connsiteY1703" fmla="*/ 2052264 h 6856730"/>
                <a:gd name="connsiteX1704" fmla="*/ 1731753 w 3050875"/>
                <a:gd name="connsiteY1704" fmla="*/ 2051546 h 6856730"/>
                <a:gd name="connsiteX1705" fmla="*/ 1756913 w 3050875"/>
                <a:gd name="connsiteY1705" fmla="*/ 2068798 h 6856730"/>
                <a:gd name="connsiteX1706" fmla="*/ 1757632 w 3050875"/>
                <a:gd name="connsiteY1706" fmla="*/ 2109774 h 6856730"/>
                <a:gd name="connsiteX1707" fmla="*/ 1758351 w 3050875"/>
                <a:gd name="connsiteY1707" fmla="*/ 2110493 h 6856730"/>
                <a:gd name="connsiteX1708" fmla="*/ 1762664 w 3050875"/>
                <a:gd name="connsiteY1708" fmla="*/ 2199632 h 6856730"/>
                <a:gd name="connsiteX1709" fmla="*/ 1759070 w 3050875"/>
                <a:gd name="connsiteY1709" fmla="*/ 2198914 h 6856730"/>
                <a:gd name="connsiteX1710" fmla="*/ 1759789 w 3050875"/>
                <a:gd name="connsiteY1710" fmla="*/ 2229825 h 6856730"/>
                <a:gd name="connsiteX1711" fmla="*/ 1764102 w 3050875"/>
                <a:gd name="connsiteY1711" fmla="*/ 2234138 h 6856730"/>
                <a:gd name="connsiteX1712" fmla="*/ 1771291 w 3050875"/>
                <a:gd name="connsiteY1712" fmla="*/ 2378630 h 6856730"/>
                <a:gd name="connsiteX1713" fmla="*/ 1766978 w 3050875"/>
                <a:gd name="connsiteY1713" fmla="*/ 2380787 h 6856730"/>
                <a:gd name="connsiteX1714" fmla="*/ 1766978 w 3050875"/>
                <a:gd name="connsiteY1714" fmla="*/ 2387976 h 6856730"/>
                <a:gd name="connsiteX1715" fmla="*/ 1766978 w 3050875"/>
                <a:gd name="connsiteY1715" fmla="*/ 2388695 h 6856730"/>
                <a:gd name="connsiteX1716" fmla="*/ 1771291 w 3050875"/>
                <a:gd name="connsiteY1716" fmla="*/ 2393727 h 6856730"/>
                <a:gd name="connsiteX1717" fmla="*/ 1775604 w 3050875"/>
                <a:gd name="connsiteY1717" fmla="*/ 2477115 h 6856730"/>
                <a:gd name="connsiteX1718" fmla="*/ 1772729 w 3050875"/>
                <a:gd name="connsiteY1718" fmla="*/ 2499400 h 6856730"/>
                <a:gd name="connsiteX1719" fmla="*/ 1776323 w 3050875"/>
                <a:gd name="connsiteY1719" fmla="*/ 2502995 h 6856730"/>
                <a:gd name="connsiteX1720" fmla="*/ 1776323 w 3050875"/>
                <a:gd name="connsiteY1720" fmla="*/ 2504432 h 6856730"/>
                <a:gd name="connsiteX1721" fmla="*/ 1592293 w 3050875"/>
                <a:gd name="connsiteY1721" fmla="*/ 2507308 h 6856730"/>
                <a:gd name="connsiteX1722" fmla="*/ 1590855 w 3050875"/>
                <a:gd name="connsiteY1722" fmla="*/ 2507308 h 6856730"/>
                <a:gd name="connsiteX1723" fmla="*/ 1602357 w 3050875"/>
                <a:gd name="connsiteY1723" fmla="*/ 2444766 h 6856730"/>
                <a:gd name="connsiteX1724" fmla="*/ 1603795 w 3050875"/>
                <a:gd name="connsiteY1724" fmla="*/ 2347000 h 6856730"/>
                <a:gd name="connsiteX1725" fmla="*/ 1379508 w 3050875"/>
                <a:gd name="connsiteY1725" fmla="*/ 1396657 h 6856730"/>
                <a:gd name="connsiteX1726" fmla="*/ 1337095 w 3050875"/>
                <a:gd name="connsiteY1726" fmla="*/ 1327645 h 6856730"/>
                <a:gd name="connsiteX1727" fmla="*/ 1314810 w 3050875"/>
                <a:gd name="connsiteY1727" fmla="*/ 1290264 h 6856730"/>
                <a:gd name="connsiteX1728" fmla="*/ 1336376 w 3050875"/>
                <a:gd name="connsiteY1728" fmla="*/ 1280200 h 6856730"/>
                <a:gd name="connsiteX1729" fmla="*/ 1380946 w 3050875"/>
                <a:gd name="connsiteY1729" fmla="*/ 1351368 h 6856730"/>
                <a:gd name="connsiteX1730" fmla="*/ 1379508 w 3050875"/>
                <a:gd name="connsiteY1730" fmla="*/ 1396657 h 6856730"/>
                <a:gd name="connsiteX1731" fmla="*/ 1634706 w 3050875"/>
                <a:gd name="connsiteY1731" fmla="*/ 1933651 h 6856730"/>
                <a:gd name="connsiteX1732" fmla="*/ 1645489 w 3050875"/>
                <a:gd name="connsiteY1732" fmla="*/ 1920711 h 6856730"/>
                <a:gd name="connsiteX1733" fmla="*/ 1701561 w 3050875"/>
                <a:gd name="connsiteY1733" fmla="*/ 1994755 h 6856730"/>
                <a:gd name="connsiteX1734" fmla="*/ 1694372 w 3050875"/>
                <a:gd name="connsiteY1734" fmla="*/ 1998349 h 6856730"/>
                <a:gd name="connsiteX1735" fmla="*/ 1669212 w 3050875"/>
                <a:gd name="connsiteY1735" fmla="*/ 1971032 h 6856730"/>
                <a:gd name="connsiteX1736" fmla="*/ 1634706 w 3050875"/>
                <a:gd name="connsiteY1736" fmla="*/ 1933651 h 6856730"/>
                <a:gd name="connsiteX1737" fmla="*/ 1638300 w 3050875"/>
                <a:gd name="connsiteY1737" fmla="*/ 2018478 h 6856730"/>
                <a:gd name="connsiteX1738" fmla="*/ 1629674 w 3050875"/>
                <a:gd name="connsiteY1738" fmla="*/ 2018478 h 6856730"/>
                <a:gd name="connsiteX1739" fmla="*/ 1598762 w 3050875"/>
                <a:gd name="connsiteY1739" fmla="*/ 2018478 h 6856730"/>
                <a:gd name="connsiteX1740" fmla="*/ 1546285 w 3050875"/>
                <a:gd name="connsiteY1740" fmla="*/ 1946591 h 6856730"/>
                <a:gd name="connsiteX1741" fmla="*/ 1569289 w 3050875"/>
                <a:gd name="connsiteY1741" fmla="*/ 1940121 h 6856730"/>
                <a:gd name="connsiteX1742" fmla="*/ 1638300 w 3050875"/>
                <a:gd name="connsiteY1742" fmla="*/ 2018478 h 6856730"/>
                <a:gd name="connsiteX1743" fmla="*/ 1690059 w 3050875"/>
                <a:gd name="connsiteY1743" fmla="*/ 1898427 h 6856730"/>
                <a:gd name="connsiteX1744" fmla="*/ 1702280 w 3050875"/>
                <a:gd name="connsiteY1744" fmla="*/ 1894832 h 6856730"/>
                <a:gd name="connsiteX1745" fmla="*/ 1730315 w 3050875"/>
                <a:gd name="connsiteY1745" fmla="*/ 1910647 h 6856730"/>
                <a:gd name="connsiteX1746" fmla="*/ 1751881 w 3050875"/>
                <a:gd name="connsiteY1746" fmla="*/ 1958093 h 6856730"/>
                <a:gd name="connsiteX1747" fmla="*/ 1751881 w 3050875"/>
                <a:gd name="connsiteY1747" fmla="*/ 1964562 h 6856730"/>
                <a:gd name="connsiteX1748" fmla="*/ 1690059 w 3050875"/>
                <a:gd name="connsiteY1748" fmla="*/ 1898427 h 6856730"/>
                <a:gd name="connsiteX1749" fmla="*/ 1720251 w 3050875"/>
                <a:gd name="connsiteY1749" fmla="*/ 1828696 h 6856730"/>
                <a:gd name="connsiteX1750" fmla="*/ 1718095 w 3050875"/>
                <a:gd name="connsiteY1750" fmla="*/ 1827978 h 6856730"/>
                <a:gd name="connsiteX1751" fmla="*/ 1727440 w 3050875"/>
                <a:gd name="connsiteY1751" fmla="*/ 1789159 h 6856730"/>
                <a:gd name="connsiteX1752" fmla="*/ 1707312 w 3050875"/>
                <a:gd name="connsiteY1752" fmla="*/ 1780532 h 6856730"/>
                <a:gd name="connsiteX1753" fmla="*/ 1659147 w 3050875"/>
                <a:gd name="connsiteY1753" fmla="*/ 1846668 h 6856730"/>
                <a:gd name="connsiteX1754" fmla="*/ 1632549 w 3050875"/>
                <a:gd name="connsiteY1754" fmla="*/ 1858170 h 6856730"/>
                <a:gd name="connsiteX1755" fmla="*/ 1594449 w 3050875"/>
                <a:gd name="connsiteY1755" fmla="*/ 1863921 h 6856730"/>
                <a:gd name="connsiteX1756" fmla="*/ 1591574 w 3050875"/>
                <a:gd name="connsiteY1756" fmla="*/ 1863921 h 6856730"/>
                <a:gd name="connsiteX1757" fmla="*/ 1586542 w 3050875"/>
                <a:gd name="connsiteY1757" fmla="*/ 1861046 h 6856730"/>
                <a:gd name="connsiteX1758" fmla="*/ 1586542 w 3050875"/>
                <a:gd name="connsiteY1758" fmla="*/ 1848106 h 6856730"/>
                <a:gd name="connsiteX1759" fmla="*/ 1519687 w 3050875"/>
                <a:gd name="connsiteY1759" fmla="*/ 1847387 h 6856730"/>
                <a:gd name="connsiteX1760" fmla="*/ 1459302 w 3050875"/>
                <a:gd name="connsiteY1760" fmla="*/ 1846668 h 6856730"/>
                <a:gd name="connsiteX1761" fmla="*/ 1449957 w 3050875"/>
                <a:gd name="connsiteY1761" fmla="*/ 1843074 h 6856730"/>
                <a:gd name="connsiteX1762" fmla="*/ 1440611 w 3050875"/>
                <a:gd name="connsiteY1762" fmla="*/ 1833728 h 6856730"/>
                <a:gd name="connsiteX1763" fmla="*/ 1421202 w 3050875"/>
                <a:gd name="connsiteY1763" fmla="*/ 1832291 h 6856730"/>
                <a:gd name="connsiteX1764" fmla="*/ 1401793 w 3050875"/>
                <a:gd name="connsiteY1764" fmla="*/ 1823664 h 6856730"/>
                <a:gd name="connsiteX1765" fmla="*/ 1420483 w 3050875"/>
                <a:gd name="connsiteY1765" fmla="*/ 1792034 h 6856730"/>
                <a:gd name="connsiteX1766" fmla="*/ 1409700 w 3050875"/>
                <a:gd name="connsiteY1766" fmla="*/ 1776938 h 6856730"/>
                <a:gd name="connsiteX1767" fmla="*/ 1406106 w 3050875"/>
                <a:gd name="connsiteY1767" fmla="*/ 1776938 h 6856730"/>
                <a:gd name="connsiteX1768" fmla="*/ 1399636 w 3050875"/>
                <a:gd name="connsiteY1768" fmla="*/ 1761842 h 6856730"/>
                <a:gd name="connsiteX1769" fmla="*/ 1399636 w 3050875"/>
                <a:gd name="connsiteY1769" fmla="*/ 1759685 h 6856730"/>
                <a:gd name="connsiteX1770" fmla="*/ 1407544 w 3050875"/>
                <a:gd name="connsiteY1770" fmla="*/ 1766155 h 6856730"/>
                <a:gd name="connsiteX1771" fmla="*/ 1540534 w 3050875"/>
                <a:gd name="connsiteY1771" fmla="*/ 1770468 h 6856730"/>
                <a:gd name="connsiteX1772" fmla="*/ 1555630 w 3050875"/>
                <a:gd name="connsiteY1772" fmla="*/ 1771187 h 6856730"/>
                <a:gd name="connsiteX1773" fmla="*/ 1748287 w 3050875"/>
                <a:gd name="connsiteY1773" fmla="*/ 1775500 h 6856730"/>
                <a:gd name="connsiteX1774" fmla="*/ 1749006 w 3050875"/>
                <a:gd name="connsiteY1774" fmla="*/ 1794191 h 6856730"/>
                <a:gd name="connsiteX1775" fmla="*/ 1766259 w 3050875"/>
                <a:gd name="connsiteY1775" fmla="*/ 1810725 h 6856730"/>
                <a:gd name="connsiteX1776" fmla="*/ 1720251 w 3050875"/>
                <a:gd name="connsiteY1776" fmla="*/ 1828696 h 6856730"/>
                <a:gd name="connsiteX1777" fmla="*/ 1544129 w 3050875"/>
                <a:gd name="connsiteY1777" fmla="*/ 2019196 h 6856730"/>
                <a:gd name="connsiteX1778" fmla="*/ 1532627 w 3050875"/>
                <a:gd name="connsiteY1778" fmla="*/ 2019196 h 6856730"/>
                <a:gd name="connsiteX1779" fmla="*/ 1532627 w 3050875"/>
                <a:gd name="connsiteY1779" fmla="*/ 2018478 h 6856730"/>
                <a:gd name="connsiteX1780" fmla="*/ 1500278 w 3050875"/>
                <a:gd name="connsiteY1780" fmla="*/ 1988285 h 6856730"/>
                <a:gd name="connsiteX1781" fmla="*/ 1444925 w 3050875"/>
                <a:gd name="connsiteY1781" fmla="*/ 1937964 h 6856730"/>
                <a:gd name="connsiteX1782" fmla="*/ 1428391 w 3050875"/>
                <a:gd name="connsiteY1782" fmla="*/ 1916398 h 6856730"/>
                <a:gd name="connsiteX1783" fmla="*/ 1468647 w 3050875"/>
                <a:gd name="connsiteY1783" fmla="*/ 1939402 h 6856730"/>
                <a:gd name="connsiteX1784" fmla="*/ 1483744 w 3050875"/>
                <a:gd name="connsiteY1784" fmla="*/ 1943715 h 6856730"/>
                <a:gd name="connsiteX1785" fmla="*/ 1496683 w 3050875"/>
                <a:gd name="connsiteY1785" fmla="*/ 1960249 h 6856730"/>
                <a:gd name="connsiteX1786" fmla="*/ 1544129 w 3050875"/>
                <a:gd name="connsiteY1786" fmla="*/ 2019196 h 6856730"/>
                <a:gd name="connsiteX1787" fmla="*/ 1450676 w 3050875"/>
                <a:gd name="connsiteY1787" fmla="*/ 2018478 h 6856730"/>
                <a:gd name="connsiteX1788" fmla="*/ 1419764 w 3050875"/>
                <a:gd name="connsiteY1788" fmla="*/ 2019196 h 6856730"/>
                <a:gd name="connsiteX1789" fmla="*/ 1391010 w 3050875"/>
                <a:gd name="connsiteY1789" fmla="*/ 1979659 h 6856730"/>
                <a:gd name="connsiteX1790" fmla="*/ 1391729 w 3050875"/>
                <a:gd name="connsiteY1790" fmla="*/ 1953779 h 6856730"/>
                <a:gd name="connsiteX1791" fmla="*/ 1396042 w 3050875"/>
                <a:gd name="connsiteY1791" fmla="*/ 1960249 h 6856730"/>
                <a:gd name="connsiteX1792" fmla="*/ 1450676 w 3050875"/>
                <a:gd name="connsiteY1792" fmla="*/ 2018478 h 6856730"/>
                <a:gd name="connsiteX1793" fmla="*/ 1888466 w 3050875"/>
                <a:gd name="connsiteY1793" fmla="*/ 1850262 h 6856730"/>
                <a:gd name="connsiteX1794" fmla="*/ 1856836 w 3050875"/>
                <a:gd name="connsiteY1794" fmla="*/ 1849544 h 6856730"/>
                <a:gd name="connsiteX1795" fmla="*/ 1772010 w 3050875"/>
                <a:gd name="connsiteY1795" fmla="*/ 1774781 h 6856730"/>
                <a:gd name="connsiteX1796" fmla="*/ 1812266 w 3050875"/>
                <a:gd name="connsiteY1796" fmla="*/ 1773344 h 6856730"/>
                <a:gd name="connsiteX1797" fmla="*/ 1831676 w 3050875"/>
                <a:gd name="connsiteY1797" fmla="*/ 1792753 h 6856730"/>
                <a:gd name="connsiteX1798" fmla="*/ 1888466 w 3050875"/>
                <a:gd name="connsiteY1798" fmla="*/ 1850262 h 6856730"/>
                <a:gd name="connsiteX1799" fmla="*/ 1851804 w 3050875"/>
                <a:gd name="connsiteY1799" fmla="*/ 1771906 h 6856730"/>
                <a:gd name="connsiteX1800" fmla="*/ 1897093 w 3050875"/>
                <a:gd name="connsiteY1800" fmla="*/ 1768311 h 6856730"/>
                <a:gd name="connsiteX1801" fmla="*/ 1906438 w 3050875"/>
                <a:gd name="connsiteY1801" fmla="*/ 1819351 h 6856730"/>
                <a:gd name="connsiteX1802" fmla="*/ 1851804 w 3050875"/>
                <a:gd name="connsiteY1802" fmla="*/ 1771906 h 6856730"/>
                <a:gd name="connsiteX1803" fmla="*/ 1851804 w 3050875"/>
                <a:gd name="connsiteY1803" fmla="*/ 1771906 h 6856730"/>
                <a:gd name="connsiteX1804" fmla="*/ 1791419 w 3050875"/>
                <a:gd name="connsiteY1804" fmla="*/ 1835166 h 6856730"/>
                <a:gd name="connsiteX1805" fmla="*/ 1782074 w 3050875"/>
                <a:gd name="connsiteY1805" fmla="*/ 1848825 h 6856730"/>
                <a:gd name="connsiteX1806" fmla="*/ 1778479 w 3050875"/>
                <a:gd name="connsiteY1806" fmla="*/ 1848825 h 6856730"/>
                <a:gd name="connsiteX1807" fmla="*/ 1777761 w 3050875"/>
                <a:gd name="connsiteY1807" fmla="*/ 1848106 h 6856730"/>
                <a:gd name="connsiteX1808" fmla="*/ 1788544 w 3050875"/>
                <a:gd name="connsiteY1808" fmla="*/ 1831572 h 6856730"/>
                <a:gd name="connsiteX1809" fmla="*/ 1791419 w 3050875"/>
                <a:gd name="connsiteY1809" fmla="*/ 1835166 h 6856730"/>
                <a:gd name="connsiteX1810" fmla="*/ 1773447 w 3050875"/>
                <a:gd name="connsiteY1810" fmla="*/ 2036449 h 6856730"/>
                <a:gd name="connsiteX1811" fmla="*/ 1772010 w 3050875"/>
                <a:gd name="connsiteY1811" fmla="*/ 2027823 h 6856730"/>
                <a:gd name="connsiteX1812" fmla="*/ 1779198 w 3050875"/>
                <a:gd name="connsiteY1812" fmla="*/ 2027104 h 6856730"/>
                <a:gd name="connsiteX1813" fmla="*/ 1807234 w 3050875"/>
                <a:gd name="connsiteY1813" fmla="*/ 2055140 h 6856730"/>
                <a:gd name="connsiteX1814" fmla="*/ 1773447 w 3050875"/>
                <a:gd name="connsiteY1814" fmla="*/ 2036449 h 6856730"/>
                <a:gd name="connsiteX1815" fmla="*/ 1933755 w 3050875"/>
                <a:gd name="connsiteY1815" fmla="*/ 2103304 h 6856730"/>
                <a:gd name="connsiteX1816" fmla="*/ 1934474 w 3050875"/>
                <a:gd name="connsiteY1816" fmla="*/ 2115525 h 6856730"/>
                <a:gd name="connsiteX1817" fmla="*/ 1926566 w 3050875"/>
                <a:gd name="connsiteY1817" fmla="*/ 2108336 h 6856730"/>
                <a:gd name="connsiteX1818" fmla="*/ 1925847 w 3050875"/>
                <a:gd name="connsiteY1818" fmla="*/ 2107617 h 6856730"/>
                <a:gd name="connsiteX1819" fmla="*/ 1924410 w 3050875"/>
                <a:gd name="connsiteY1819" fmla="*/ 2106898 h 6856730"/>
                <a:gd name="connsiteX1820" fmla="*/ 1900687 w 3050875"/>
                <a:gd name="connsiteY1820" fmla="*/ 2086051 h 6856730"/>
                <a:gd name="connsiteX1821" fmla="*/ 1933755 w 3050875"/>
                <a:gd name="connsiteY1821" fmla="*/ 2103304 h 6856730"/>
                <a:gd name="connsiteX1822" fmla="*/ 1920815 w 3050875"/>
                <a:gd name="connsiteY1822" fmla="*/ 1998349 h 6856730"/>
                <a:gd name="connsiteX1823" fmla="*/ 1918659 w 3050875"/>
                <a:gd name="connsiteY1823" fmla="*/ 2004819 h 6856730"/>
                <a:gd name="connsiteX1824" fmla="*/ 1910032 w 3050875"/>
                <a:gd name="connsiteY1824" fmla="*/ 1994755 h 6856730"/>
                <a:gd name="connsiteX1825" fmla="*/ 1920815 w 3050875"/>
                <a:gd name="connsiteY1825" fmla="*/ 1998349 h 6856730"/>
                <a:gd name="connsiteX1826" fmla="*/ 1915064 w 3050875"/>
                <a:gd name="connsiteY1826" fmla="*/ 1877579 h 6856730"/>
                <a:gd name="connsiteX1827" fmla="*/ 1900687 w 3050875"/>
                <a:gd name="connsiteY1827" fmla="*/ 1891957 h 6856730"/>
                <a:gd name="connsiteX1828" fmla="*/ 1898530 w 3050875"/>
                <a:gd name="connsiteY1828" fmla="*/ 1891957 h 6856730"/>
                <a:gd name="connsiteX1829" fmla="*/ 1878402 w 3050875"/>
                <a:gd name="connsiteY1829" fmla="*/ 1871110 h 6856730"/>
                <a:gd name="connsiteX1830" fmla="*/ 1878402 w 3050875"/>
                <a:gd name="connsiteY1830" fmla="*/ 1866796 h 6856730"/>
                <a:gd name="connsiteX1831" fmla="*/ 1878402 w 3050875"/>
                <a:gd name="connsiteY1831" fmla="*/ 1864640 h 6856730"/>
                <a:gd name="connsiteX1832" fmla="*/ 1906438 w 3050875"/>
                <a:gd name="connsiteY1832" fmla="*/ 1863921 h 6856730"/>
                <a:gd name="connsiteX1833" fmla="*/ 1914345 w 3050875"/>
                <a:gd name="connsiteY1833" fmla="*/ 1868953 h 6856730"/>
                <a:gd name="connsiteX1834" fmla="*/ 1915064 w 3050875"/>
                <a:gd name="connsiteY1834" fmla="*/ 1877579 h 6856730"/>
                <a:gd name="connsiteX1835" fmla="*/ 1911470 w 3050875"/>
                <a:gd name="connsiteY1835" fmla="*/ 929393 h 6856730"/>
                <a:gd name="connsiteX1836" fmla="*/ 1909314 w 3050875"/>
                <a:gd name="connsiteY1836" fmla="*/ 940894 h 6856730"/>
                <a:gd name="connsiteX1837" fmla="*/ 1897812 w 3050875"/>
                <a:gd name="connsiteY1837" fmla="*/ 927955 h 6856730"/>
                <a:gd name="connsiteX1838" fmla="*/ 1897093 w 3050875"/>
                <a:gd name="connsiteY1838" fmla="*/ 925798 h 6856730"/>
                <a:gd name="connsiteX1839" fmla="*/ 1896374 w 3050875"/>
                <a:gd name="connsiteY1839" fmla="*/ 922923 h 6856730"/>
                <a:gd name="connsiteX1840" fmla="*/ 1911470 w 3050875"/>
                <a:gd name="connsiteY1840" fmla="*/ 929393 h 6856730"/>
                <a:gd name="connsiteX1841" fmla="*/ 1892779 w 3050875"/>
                <a:gd name="connsiteY1841" fmla="*/ 1747464 h 6856730"/>
                <a:gd name="connsiteX1842" fmla="*/ 1818017 w 3050875"/>
                <a:gd name="connsiteY1842" fmla="*/ 1742432 h 6856730"/>
                <a:gd name="connsiteX1843" fmla="*/ 1743974 w 3050875"/>
                <a:gd name="connsiteY1843" fmla="*/ 1681328 h 6856730"/>
                <a:gd name="connsiteX1844" fmla="*/ 1744693 w 3050875"/>
                <a:gd name="connsiteY1844" fmla="*/ 1702894 h 6856730"/>
                <a:gd name="connsiteX1845" fmla="*/ 1779917 w 3050875"/>
                <a:gd name="connsiteY1845" fmla="*/ 1740994 h 6856730"/>
                <a:gd name="connsiteX1846" fmla="*/ 1572883 w 3050875"/>
                <a:gd name="connsiteY1846" fmla="*/ 1743870 h 6856730"/>
                <a:gd name="connsiteX1847" fmla="*/ 1574321 w 3050875"/>
                <a:gd name="connsiteY1847" fmla="*/ 1678453 h 6856730"/>
                <a:gd name="connsiteX1848" fmla="*/ 1573602 w 3050875"/>
                <a:gd name="connsiteY1848" fmla="*/ 1651136 h 6856730"/>
                <a:gd name="connsiteX1849" fmla="*/ 1582947 w 3050875"/>
                <a:gd name="connsiteY1849" fmla="*/ 1598659 h 6856730"/>
                <a:gd name="connsiteX1850" fmla="*/ 1554193 w 3050875"/>
                <a:gd name="connsiteY1850" fmla="*/ 1571342 h 6856730"/>
                <a:gd name="connsiteX1851" fmla="*/ 1529751 w 3050875"/>
                <a:gd name="connsiteY1851" fmla="*/ 1581406 h 6856730"/>
                <a:gd name="connsiteX1852" fmla="*/ 1517530 w 3050875"/>
                <a:gd name="connsiteY1852" fmla="*/ 1678453 h 6856730"/>
                <a:gd name="connsiteX1853" fmla="*/ 1520406 w 3050875"/>
                <a:gd name="connsiteY1853" fmla="*/ 1746027 h 6856730"/>
                <a:gd name="connsiteX1854" fmla="*/ 1405387 w 3050875"/>
                <a:gd name="connsiteY1854" fmla="*/ 1749621 h 6856730"/>
                <a:gd name="connsiteX1855" fmla="*/ 1397479 w 3050875"/>
                <a:gd name="connsiteY1855" fmla="*/ 1754653 h 6856730"/>
                <a:gd name="connsiteX1856" fmla="*/ 1408262 w 3050875"/>
                <a:gd name="connsiteY1856" fmla="*/ 1469262 h 6856730"/>
                <a:gd name="connsiteX1857" fmla="*/ 1455708 w 3050875"/>
                <a:gd name="connsiteY1857" fmla="*/ 1472857 h 6856730"/>
                <a:gd name="connsiteX1858" fmla="*/ 1589417 w 3050875"/>
                <a:gd name="connsiteY1858" fmla="*/ 1470700 h 6856730"/>
                <a:gd name="connsiteX1859" fmla="*/ 1628955 w 3050875"/>
                <a:gd name="connsiteY1859" fmla="*/ 1463511 h 6856730"/>
                <a:gd name="connsiteX1860" fmla="*/ 1640457 w 3050875"/>
                <a:gd name="connsiteY1860" fmla="*/ 1464230 h 6856730"/>
                <a:gd name="connsiteX1861" fmla="*/ 1726721 w 3050875"/>
                <a:gd name="connsiteY1861" fmla="*/ 1479327 h 6856730"/>
                <a:gd name="connsiteX1862" fmla="*/ 1728159 w 3050875"/>
                <a:gd name="connsiteY1862" fmla="*/ 1519583 h 6856730"/>
                <a:gd name="connsiteX1863" fmla="*/ 1722408 w 3050875"/>
                <a:gd name="connsiteY1863" fmla="*/ 1512394 h 6856730"/>
                <a:gd name="connsiteX1864" fmla="*/ 1723846 w 3050875"/>
                <a:gd name="connsiteY1864" fmla="*/ 1542587 h 6856730"/>
                <a:gd name="connsiteX1865" fmla="*/ 1738942 w 3050875"/>
                <a:gd name="connsiteY1865" fmla="*/ 1573498 h 6856730"/>
                <a:gd name="connsiteX1866" fmla="*/ 1883434 w 3050875"/>
                <a:gd name="connsiteY1866" fmla="*/ 1710802 h 6856730"/>
                <a:gd name="connsiteX1867" fmla="*/ 1892779 w 3050875"/>
                <a:gd name="connsiteY1867" fmla="*/ 1747464 h 6856730"/>
                <a:gd name="connsiteX1868" fmla="*/ 1412576 w 3050875"/>
                <a:gd name="connsiteY1868" fmla="*/ 1416785 h 6856730"/>
                <a:gd name="connsiteX1869" fmla="*/ 1413295 w 3050875"/>
                <a:gd name="connsiteY1869" fmla="*/ 1397376 h 6856730"/>
                <a:gd name="connsiteX1870" fmla="*/ 1429110 w 3050875"/>
                <a:gd name="connsiteY1870" fmla="*/ 1413910 h 6856730"/>
                <a:gd name="connsiteX1871" fmla="*/ 1412576 w 3050875"/>
                <a:gd name="connsiteY1871" fmla="*/ 1416785 h 6856730"/>
                <a:gd name="connsiteX1872" fmla="*/ 1458583 w 3050875"/>
                <a:gd name="connsiteY1872" fmla="*/ 1279481 h 6856730"/>
                <a:gd name="connsiteX1873" fmla="*/ 1474398 w 3050875"/>
                <a:gd name="connsiteY1873" fmla="*/ 1280200 h 6856730"/>
                <a:gd name="connsiteX1874" fmla="*/ 1475836 w 3050875"/>
                <a:gd name="connsiteY1874" fmla="*/ 1296734 h 6856730"/>
                <a:gd name="connsiteX1875" fmla="*/ 1483025 w 3050875"/>
                <a:gd name="connsiteY1875" fmla="*/ 1326208 h 6856730"/>
                <a:gd name="connsiteX1876" fmla="*/ 1458583 w 3050875"/>
                <a:gd name="connsiteY1876" fmla="*/ 1279481 h 6856730"/>
                <a:gd name="connsiteX1877" fmla="*/ 1517530 w 3050875"/>
                <a:gd name="connsiteY1877" fmla="*/ 1280919 h 6856730"/>
                <a:gd name="connsiteX1878" fmla="*/ 1561381 w 3050875"/>
                <a:gd name="connsiteY1878" fmla="*/ 1281638 h 6856730"/>
                <a:gd name="connsiteX1879" fmla="*/ 1561381 w 3050875"/>
                <a:gd name="connsiteY1879" fmla="*/ 1281638 h 6856730"/>
                <a:gd name="connsiteX1880" fmla="*/ 1581510 w 3050875"/>
                <a:gd name="connsiteY1880" fmla="*/ 1339147 h 6856730"/>
                <a:gd name="connsiteX1881" fmla="*/ 1608108 w 3050875"/>
                <a:gd name="connsiteY1881" fmla="*/ 1385874 h 6856730"/>
                <a:gd name="connsiteX1882" fmla="*/ 1590136 w 3050875"/>
                <a:gd name="connsiteY1882" fmla="*/ 1387311 h 6856730"/>
                <a:gd name="connsiteX1883" fmla="*/ 1581510 w 3050875"/>
                <a:gd name="connsiteY1883" fmla="*/ 1388030 h 6856730"/>
                <a:gd name="connsiteX1884" fmla="*/ 1560663 w 3050875"/>
                <a:gd name="connsiteY1884" fmla="*/ 1362870 h 6856730"/>
                <a:gd name="connsiteX1885" fmla="*/ 1517530 w 3050875"/>
                <a:gd name="connsiteY1885" fmla="*/ 1280919 h 6856730"/>
                <a:gd name="connsiteX1886" fmla="*/ 1718813 w 3050875"/>
                <a:gd name="connsiteY1886" fmla="*/ 1442664 h 6856730"/>
                <a:gd name="connsiteX1887" fmla="*/ 1683589 w 3050875"/>
                <a:gd name="connsiteY1887" fmla="*/ 1431162 h 6856730"/>
                <a:gd name="connsiteX1888" fmla="*/ 1718095 w 3050875"/>
                <a:gd name="connsiteY1888" fmla="*/ 1429725 h 6856730"/>
                <a:gd name="connsiteX1889" fmla="*/ 1718813 w 3050875"/>
                <a:gd name="connsiteY1889" fmla="*/ 1442664 h 6856730"/>
                <a:gd name="connsiteX1890" fmla="*/ 1718095 w 3050875"/>
                <a:gd name="connsiteY1890" fmla="*/ 1429725 h 6856730"/>
                <a:gd name="connsiteX1891" fmla="*/ 1721689 w 3050875"/>
                <a:gd name="connsiteY1891" fmla="*/ 1429006 h 6856730"/>
                <a:gd name="connsiteX1892" fmla="*/ 1726002 w 3050875"/>
                <a:gd name="connsiteY1892" fmla="*/ 1429006 h 6856730"/>
                <a:gd name="connsiteX1893" fmla="*/ 1726002 w 3050875"/>
                <a:gd name="connsiteY1893" fmla="*/ 1437632 h 6856730"/>
                <a:gd name="connsiteX1894" fmla="*/ 1718095 w 3050875"/>
                <a:gd name="connsiteY1894" fmla="*/ 1429725 h 6856730"/>
                <a:gd name="connsiteX1895" fmla="*/ 1876964 w 3050875"/>
                <a:gd name="connsiteY1895" fmla="*/ 1669827 h 6856730"/>
                <a:gd name="connsiteX1896" fmla="*/ 1799327 w 3050875"/>
                <a:gd name="connsiteY1896" fmla="*/ 1595783 h 6856730"/>
                <a:gd name="connsiteX1897" fmla="*/ 1731753 w 3050875"/>
                <a:gd name="connsiteY1897" fmla="*/ 1522459 h 6856730"/>
                <a:gd name="connsiteX1898" fmla="*/ 1731034 w 3050875"/>
                <a:gd name="connsiteY1898" fmla="*/ 1480764 h 6856730"/>
                <a:gd name="connsiteX1899" fmla="*/ 1735347 w 3050875"/>
                <a:gd name="connsiteY1899" fmla="*/ 1481483 h 6856730"/>
                <a:gd name="connsiteX1900" fmla="*/ 1873370 w 3050875"/>
                <a:gd name="connsiteY1900" fmla="*/ 1616630 h 6856730"/>
                <a:gd name="connsiteX1901" fmla="*/ 1876964 w 3050875"/>
                <a:gd name="connsiteY1901" fmla="*/ 1669827 h 6856730"/>
                <a:gd name="connsiteX1902" fmla="*/ 1871213 w 3050875"/>
                <a:gd name="connsiteY1902" fmla="*/ 1586438 h 6856730"/>
                <a:gd name="connsiteX1903" fmla="*/ 1756913 w 3050875"/>
                <a:gd name="connsiteY1903" fmla="*/ 1467106 h 6856730"/>
                <a:gd name="connsiteX1904" fmla="*/ 1753319 w 3050875"/>
                <a:gd name="connsiteY1904" fmla="*/ 1462074 h 6856730"/>
                <a:gd name="connsiteX1905" fmla="*/ 1748287 w 3050875"/>
                <a:gd name="connsiteY1905" fmla="*/ 1458479 h 6856730"/>
                <a:gd name="connsiteX1906" fmla="*/ 1730315 w 3050875"/>
                <a:gd name="connsiteY1906" fmla="*/ 1441945 h 6856730"/>
                <a:gd name="connsiteX1907" fmla="*/ 1730315 w 3050875"/>
                <a:gd name="connsiteY1907" fmla="*/ 1427568 h 6856730"/>
                <a:gd name="connsiteX1908" fmla="*/ 1736785 w 3050875"/>
                <a:gd name="connsiteY1908" fmla="*/ 1419661 h 6856730"/>
                <a:gd name="connsiteX1909" fmla="*/ 1738223 w 3050875"/>
                <a:gd name="connsiteY1909" fmla="*/ 1388749 h 6856730"/>
                <a:gd name="connsiteX1910" fmla="*/ 1761227 w 3050875"/>
                <a:gd name="connsiteY1910" fmla="*/ 1412472 h 6856730"/>
                <a:gd name="connsiteX1911" fmla="*/ 1761227 w 3050875"/>
                <a:gd name="connsiteY1911" fmla="*/ 1439789 h 6856730"/>
                <a:gd name="connsiteX1912" fmla="*/ 1766978 w 3050875"/>
                <a:gd name="connsiteY1912" fmla="*/ 1444821 h 6856730"/>
                <a:gd name="connsiteX1913" fmla="*/ 1771291 w 3050875"/>
                <a:gd name="connsiteY1913" fmla="*/ 1459917 h 6856730"/>
                <a:gd name="connsiteX1914" fmla="*/ 1835270 w 3050875"/>
                <a:gd name="connsiteY1914" fmla="*/ 1518145 h 6856730"/>
                <a:gd name="connsiteX1915" fmla="*/ 1869057 w 3050875"/>
                <a:gd name="connsiteY1915" fmla="*/ 1546900 h 6856730"/>
                <a:gd name="connsiteX1916" fmla="*/ 1871213 w 3050875"/>
                <a:gd name="connsiteY1916" fmla="*/ 1586438 h 6856730"/>
                <a:gd name="connsiteX1917" fmla="*/ 1751163 w 3050875"/>
                <a:gd name="connsiteY1917" fmla="*/ 1188185 h 6856730"/>
                <a:gd name="connsiteX1918" fmla="*/ 1766259 w 3050875"/>
                <a:gd name="connsiteY1918" fmla="*/ 1185310 h 6856730"/>
                <a:gd name="connsiteX1919" fmla="*/ 1787825 w 3050875"/>
                <a:gd name="connsiteY1919" fmla="*/ 1213345 h 6856730"/>
                <a:gd name="connsiteX1920" fmla="*/ 1752600 w 3050875"/>
                <a:gd name="connsiteY1920" fmla="*/ 1214064 h 6856730"/>
                <a:gd name="connsiteX1921" fmla="*/ 1743974 w 3050875"/>
                <a:gd name="connsiteY1921" fmla="*/ 1205438 h 6856730"/>
                <a:gd name="connsiteX1922" fmla="*/ 1751163 w 3050875"/>
                <a:gd name="connsiteY1922" fmla="*/ 1198249 h 6856730"/>
                <a:gd name="connsiteX1923" fmla="*/ 1751163 w 3050875"/>
                <a:gd name="connsiteY1923" fmla="*/ 1195374 h 6856730"/>
                <a:gd name="connsiteX1924" fmla="*/ 1751163 w 3050875"/>
                <a:gd name="connsiteY1924" fmla="*/ 1188185 h 6856730"/>
                <a:gd name="connsiteX1925" fmla="*/ 1759789 w 3050875"/>
                <a:gd name="connsiteY1925" fmla="*/ 1284513 h 6856730"/>
                <a:gd name="connsiteX1926" fmla="*/ 1758351 w 3050875"/>
                <a:gd name="connsiteY1926" fmla="*/ 1305360 h 6856730"/>
                <a:gd name="connsiteX1927" fmla="*/ 1751881 w 3050875"/>
                <a:gd name="connsiteY1927" fmla="*/ 1284513 h 6856730"/>
                <a:gd name="connsiteX1928" fmla="*/ 1759789 w 3050875"/>
                <a:gd name="connsiteY1928" fmla="*/ 1284513 h 6856730"/>
                <a:gd name="connsiteX1929" fmla="*/ 1806515 w 3050875"/>
                <a:gd name="connsiteY1929" fmla="*/ 1306079 h 6856730"/>
                <a:gd name="connsiteX1930" fmla="*/ 1839583 w 3050875"/>
                <a:gd name="connsiteY1930" fmla="*/ 1335553 h 6856730"/>
                <a:gd name="connsiteX1931" fmla="*/ 1843178 w 3050875"/>
                <a:gd name="connsiteY1931" fmla="*/ 1358557 h 6856730"/>
                <a:gd name="connsiteX1932" fmla="*/ 1823049 w 3050875"/>
                <a:gd name="connsiteY1932" fmla="*/ 1347055 h 6856730"/>
                <a:gd name="connsiteX1933" fmla="*/ 1806515 w 3050875"/>
                <a:gd name="connsiteY1933" fmla="*/ 1306079 h 6856730"/>
                <a:gd name="connsiteX1934" fmla="*/ 1861868 w 3050875"/>
                <a:gd name="connsiteY1934" fmla="*/ 1438351 h 6856730"/>
                <a:gd name="connsiteX1935" fmla="*/ 1862587 w 3050875"/>
                <a:gd name="connsiteY1935" fmla="*/ 1444821 h 6856730"/>
                <a:gd name="connsiteX1936" fmla="*/ 1843178 w 3050875"/>
                <a:gd name="connsiteY1936" fmla="*/ 1426849 h 6856730"/>
                <a:gd name="connsiteX1937" fmla="*/ 1833113 w 3050875"/>
                <a:gd name="connsiteY1937" fmla="*/ 1416066 h 6856730"/>
                <a:gd name="connsiteX1938" fmla="*/ 1844615 w 3050875"/>
                <a:gd name="connsiteY1938" fmla="*/ 1417504 h 6856730"/>
                <a:gd name="connsiteX1939" fmla="*/ 1852523 w 3050875"/>
                <a:gd name="connsiteY1939" fmla="*/ 1417504 h 6856730"/>
                <a:gd name="connsiteX1940" fmla="*/ 1853242 w 3050875"/>
                <a:gd name="connsiteY1940" fmla="*/ 1422536 h 6856730"/>
                <a:gd name="connsiteX1941" fmla="*/ 1861868 w 3050875"/>
                <a:gd name="connsiteY1941" fmla="*/ 1438351 h 6856730"/>
                <a:gd name="connsiteX1942" fmla="*/ 1852523 w 3050875"/>
                <a:gd name="connsiteY1942" fmla="*/ 1297453 h 6856730"/>
                <a:gd name="connsiteX1943" fmla="*/ 1847491 w 3050875"/>
                <a:gd name="connsiteY1943" fmla="*/ 1302485 h 6856730"/>
                <a:gd name="connsiteX1944" fmla="*/ 1830238 w 3050875"/>
                <a:gd name="connsiteY1944" fmla="*/ 1285232 h 6856730"/>
                <a:gd name="connsiteX1945" fmla="*/ 1851804 w 3050875"/>
                <a:gd name="connsiteY1945" fmla="*/ 1285951 h 6856730"/>
                <a:gd name="connsiteX1946" fmla="*/ 1852523 w 3050875"/>
                <a:gd name="connsiteY1946" fmla="*/ 1297453 h 6856730"/>
                <a:gd name="connsiteX1947" fmla="*/ 1846772 w 3050875"/>
                <a:gd name="connsiteY1947" fmla="*/ 1209032 h 6856730"/>
                <a:gd name="connsiteX1948" fmla="*/ 1832395 w 3050875"/>
                <a:gd name="connsiteY1948" fmla="*/ 1196811 h 6856730"/>
                <a:gd name="connsiteX1949" fmla="*/ 1752600 w 3050875"/>
                <a:gd name="connsiteY1949" fmla="*/ 1086825 h 6856730"/>
                <a:gd name="connsiteX1950" fmla="*/ 1741817 w 3050875"/>
                <a:gd name="connsiteY1950" fmla="*/ 1078917 h 6856730"/>
                <a:gd name="connsiteX1951" fmla="*/ 1738223 w 3050875"/>
                <a:gd name="connsiteY1951" fmla="*/ 1030034 h 6856730"/>
                <a:gd name="connsiteX1952" fmla="*/ 1743255 w 3050875"/>
                <a:gd name="connsiteY1952" fmla="*/ 1040817 h 6856730"/>
                <a:gd name="connsiteX1953" fmla="*/ 1748287 w 3050875"/>
                <a:gd name="connsiteY1953" fmla="*/ 1042974 h 6856730"/>
                <a:gd name="connsiteX1954" fmla="*/ 1844615 w 3050875"/>
                <a:gd name="connsiteY1954" fmla="*/ 1163744 h 6856730"/>
                <a:gd name="connsiteX1955" fmla="*/ 1846772 w 3050875"/>
                <a:gd name="connsiteY1955" fmla="*/ 1209032 h 6856730"/>
                <a:gd name="connsiteX1956" fmla="*/ 1838864 w 3050875"/>
                <a:gd name="connsiteY1956" fmla="*/ 1067415 h 6856730"/>
                <a:gd name="connsiteX1957" fmla="*/ 1841021 w 3050875"/>
                <a:gd name="connsiteY1957" fmla="*/ 1099045 h 6856730"/>
                <a:gd name="connsiteX1958" fmla="*/ 1757632 w 3050875"/>
                <a:gd name="connsiteY1958" fmla="*/ 996966 h 6856730"/>
                <a:gd name="connsiteX1959" fmla="*/ 1740380 w 3050875"/>
                <a:gd name="connsiteY1959" fmla="*/ 990496 h 6856730"/>
                <a:gd name="connsiteX1960" fmla="*/ 1733191 w 3050875"/>
                <a:gd name="connsiteY1960" fmla="*/ 966055 h 6856730"/>
                <a:gd name="connsiteX1961" fmla="*/ 1838864 w 3050875"/>
                <a:gd name="connsiteY1961" fmla="*/ 1067415 h 6856730"/>
                <a:gd name="connsiteX1962" fmla="*/ 1589417 w 3050875"/>
                <a:gd name="connsiteY1962" fmla="*/ 140076 h 6856730"/>
                <a:gd name="connsiteX1963" fmla="*/ 1623204 w 3050875"/>
                <a:gd name="connsiteY1963" fmla="*/ 245030 h 6856730"/>
                <a:gd name="connsiteX1964" fmla="*/ 1697966 w 3050875"/>
                <a:gd name="connsiteY1964" fmla="*/ 457096 h 6856730"/>
                <a:gd name="connsiteX1965" fmla="*/ 1811547 w 3050875"/>
                <a:gd name="connsiteY1965" fmla="*/ 739611 h 6856730"/>
                <a:gd name="connsiteX1966" fmla="*/ 1757632 w 3050875"/>
                <a:gd name="connsiteY1966" fmla="*/ 741049 h 6856730"/>
                <a:gd name="connsiteX1967" fmla="*/ 1646208 w 3050875"/>
                <a:gd name="connsiteY1967" fmla="*/ 454221 h 6856730"/>
                <a:gd name="connsiteX1968" fmla="*/ 1589417 w 3050875"/>
                <a:gd name="connsiteY1968" fmla="*/ 155891 h 6856730"/>
                <a:gd name="connsiteX1969" fmla="*/ 1589417 w 3050875"/>
                <a:gd name="connsiteY1969" fmla="*/ 140076 h 6856730"/>
                <a:gd name="connsiteX1970" fmla="*/ 1589417 w 3050875"/>
                <a:gd name="connsiteY1970" fmla="*/ 181770 h 6856730"/>
                <a:gd name="connsiteX1971" fmla="*/ 1751881 w 3050875"/>
                <a:gd name="connsiteY1971" fmla="*/ 741768 h 6856730"/>
                <a:gd name="connsiteX1972" fmla="*/ 1713063 w 3050875"/>
                <a:gd name="connsiteY1972" fmla="*/ 739611 h 6856730"/>
                <a:gd name="connsiteX1973" fmla="*/ 1603076 w 3050875"/>
                <a:gd name="connsiteY1973" fmla="*/ 595119 h 6856730"/>
                <a:gd name="connsiteX1974" fmla="*/ 1600200 w 3050875"/>
                <a:gd name="connsiteY1974" fmla="*/ 486570 h 6856730"/>
                <a:gd name="connsiteX1975" fmla="*/ 1592293 w 3050875"/>
                <a:gd name="connsiteY1975" fmla="*/ 470036 h 6856730"/>
                <a:gd name="connsiteX1976" fmla="*/ 1595168 w 3050875"/>
                <a:gd name="connsiteY1976" fmla="*/ 437687 h 6856730"/>
                <a:gd name="connsiteX1977" fmla="*/ 1601638 w 3050875"/>
                <a:gd name="connsiteY1977" fmla="*/ 442719 h 6856730"/>
                <a:gd name="connsiteX1978" fmla="*/ 1601638 w 3050875"/>
                <a:gd name="connsiteY1978" fmla="*/ 429779 h 6856730"/>
                <a:gd name="connsiteX1979" fmla="*/ 1589417 w 3050875"/>
                <a:gd name="connsiteY1979" fmla="*/ 408213 h 6856730"/>
                <a:gd name="connsiteX1980" fmla="*/ 1589417 w 3050875"/>
                <a:gd name="connsiteY1980" fmla="*/ 181770 h 6856730"/>
                <a:gd name="connsiteX1981" fmla="*/ 1467210 w 3050875"/>
                <a:gd name="connsiteY1981" fmla="*/ 824438 h 6856730"/>
                <a:gd name="connsiteX1982" fmla="*/ 1472961 w 3050875"/>
                <a:gd name="connsiteY1982" fmla="*/ 830189 h 6856730"/>
                <a:gd name="connsiteX1983" fmla="*/ 1462896 w 3050875"/>
                <a:gd name="connsiteY1983" fmla="*/ 831627 h 6856730"/>
                <a:gd name="connsiteX1984" fmla="*/ 1448519 w 3050875"/>
                <a:gd name="connsiteY1984" fmla="*/ 831627 h 6856730"/>
                <a:gd name="connsiteX1985" fmla="*/ 1467210 w 3050875"/>
                <a:gd name="connsiteY1985" fmla="*/ 824438 h 6856730"/>
                <a:gd name="connsiteX1986" fmla="*/ 1246517 w 3050875"/>
                <a:gd name="connsiteY1986" fmla="*/ 802153 h 6856730"/>
                <a:gd name="connsiteX1987" fmla="*/ 1264489 w 3050875"/>
                <a:gd name="connsiteY1987" fmla="*/ 807904 h 6856730"/>
                <a:gd name="connsiteX1988" fmla="*/ 1245798 w 3050875"/>
                <a:gd name="connsiteY1988" fmla="*/ 807904 h 6856730"/>
                <a:gd name="connsiteX1989" fmla="*/ 1246517 w 3050875"/>
                <a:gd name="connsiteY1989" fmla="*/ 802153 h 6856730"/>
                <a:gd name="connsiteX1990" fmla="*/ 1221357 w 3050875"/>
                <a:gd name="connsiteY1990" fmla="*/ 986183 h 6856730"/>
                <a:gd name="connsiteX1991" fmla="*/ 1313372 w 3050875"/>
                <a:gd name="connsiteY1991" fmla="*/ 954553 h 6856730"/>
                <a:gd name="connsiteX1992" fmla="*/ 1409700 w 3050875"/>
                <a:gd name="connsiteY1992" fmla="*/ 917891 h 6856730"/>
                <a:gd name="connsiteX1993" fmla="*/ 1426234 w 3050875"/>
                <a:gd name="connsiteY1993" fmla="*/ 916453 h 6856730"/>
                <a:gd name="connsiteX1994" fmla="*/ 1485181 w 3050875"/>
                <a:gd name="connsiteY1994" fmla="*/ 892011 h 6856730"/>
                <a:gd name="connsiteX1995" fmla="*/ 1587261 w 3050875"/>
                <a:gd name="connsiteY1995" fmla="*/ 897043 h 6856730"/>
                <a:gd name="connsiteX1996" fmla="*/ 1671368 w 3050875"/>
                <a:gd name="connsiteY1996" fmla="*/ 889136 h 6856730"/>
                <a:gd name="connsiteX1997" fmla="*/ 1682870 w 3050875"/>
                <a:gd name="connsiteY1997" fmla="*/ 894887 h 6856730"/>
                <a:gd name="connsiteX1998" fmla="*/ 1688621 w 3050875"/>
                <a:gd name="connsiteY1998" fmla="*/ 897043 h 6856730"/>
                <a:gd name="connsiteX1999" fmla="*/ 1709468 w 3050875"/>
                <a:gd name="connsiteY1999" fmla="*/ 908545 h 6856730"/>
                <a:gd name="connsiteX2000" fmla="*/ 1706593 w 3050875"/>
                <a:gd name="connsiteY2000" fmla="*/ 940176 h 6856730"/>
                <a:gd name="connsiteX2001" fmla="*/ 1724564 w 3050875"/>
                <a:gd name="connsiteY2001" fmla="*/ 958147 h 6856730"/>
                <a:gd name="connsiteX2002" fmla="*/ 1712344 w 3050875"/>
                <a:gd name="connsiteY2002" fmla="*/ 968211 h 6856730"/>
                <a:gd name="connsiteX2003" fmla="*/ 1716657 w 3050875"/>
                <a:gd name="connsiteY2003" fmla="*/ 1146491 h 6856730"/>
                <a:gd name="connsiteX2004" fmla="*/ 1704436 w 3050875"/>
                <a:gd name="connsiteY2004" fmla="*/ 1146491 h 6856730"/>
                <a:gd name="connsiteX2005" fmla="*/ 1692215 w 3050875"/>
                <a:gd name="connsiteY2005" fmla="*/ 1183872 h 6856730"/>
                <a:gd name="connsiteX2006" fmla="*/ 1681432 w 3050875"/>
                <a:gd name="connsiteY2006" fmla="*/ 1191779 h 6856730"/>
                <a:gd name="connsiteX2007" fmla="*/ 1707312 w 3050875"/>
                <a:gd name="connsiteY2007" fmla="*/ 1191779 h 6856730"/>
                <a:gd name="connsiteX2008" fmla="*/ 1707312 w 3050875"/>
                <a:gd name="connsiteY2008" fmla="*/ 1206157 h 6856730"/>
                <a:gd name="connsiteX2009" fmla="*/ 1714500 w 3050875"/>
                <a:gd name="connsiteY2009" fmla="*/ 1213345 h 6856730"/>
                <a:gd name="connsiteX2010" fmla="*/ 1707312 w 3050875"/>
                <a:gd name="connsiteY2010" fmla="*/ 1213345 h 6856730"/>
                <a:gd name="connsiteX2011" fmla="*/ 1708030 w 3050875"/>
                <a:gd name="connsiteY2011" fmla="*/ 1241381 h 6856730"/>
                <a:gd name="connsiteX2012" fmla="*/ 1705155 w 3050875"/>
                <a:gd name="connsiteY2012" fmla="*/ 1248570 h 6856730"/>
                <a:gd name="connsiteX2013" fmla="*/ 1704436 w 3050875"/>
                <a:gd name="connsiteY2013" fmla="*/ 1307517 h 6856730"/>
                <a:gd name="connsiteX2014" fmla="*/ 1655553 w 3050875"/>
                <a:gd name="connsiteY2014" fmla="*/ 1220534 h 6856730"/>
                <a:gd name="connsiteX2015" fmla="*/ 1645489 w 3050875"/>
                <a:gd name="connsiteY2015" fmla="*/ 1212627 h 6856730"/>
                <a:gd name="connsiteX2016" fmla="*/ 1621766 w 3050875"/>
                <a:gd name="connsiteY2016" fmla="*/ 1222691 h 6856730"/>
                <a:gd name="connsiteX2017" fmla="*/ 1621047 w 3050875"/>
                <a:gd name="connsiteY2017" fmla="*/ 1234912 h 6856730"/>
                <a:gd name="connsiteX2018" fmla="*/ 1657710 w 3050875"/>
                <a:gd name="connsiteY2018" fmla="*/ 1336272 h 6856730"/>
                <a:gd name="connsiteX2019" fmla="*/ 1678557 w 3050875"/>
                <a:gd name="connsiteY2019" fmla="*/ 1386593 h 6856730"/>
                <a:gd name="connsiteX2020" fmla="*/ 1672806 w 3050875"/>
                <a:gd name="connsiteY2020" fmla="*/ 1385874 h 6856730"/>
                <a:gd name="connsiteX2021" fmla="*/ 1631830 w 3050875"/>
                <a:gd name="connsiteY2021" fmla="*/ 1320457 h 6856730"/>
                <a:gd name="connsiteX2022" fmla="*/ 1600200 w 3050875"/>
                <a:gd name="connsiteY2022" fmla="*/ 1229161 h 6856730"/>
                <a:gd name="connsiteX2023" fmla="*/ 1600200 w 3050875"/>
                <a:gd name="connsiteY2023" fmla="*/ 1229161 h 6856730"/>
                <a:gd name="connsiteX2024" fmla="*/ 1594449 w 3050875"/>
                <a:gd name="connsiteY2024" fmla="*/ 1230598 h 6856730"/>
                <a:gd name="connsiteX2025" fmla="*/ 1598762 w 3050875"/>
                <a:gd name="connsiteY2025" fmla="*/ 1217659 h 6856730"/>
                <a:gd name="connsiteX2026" fmla="*/ 1600919 w 3050875"/>
                <a:gd name="connsiteY2026" fmla="*/ 1170932 h 6856730"/>
                <a:gd name="connsiteX2027" fmla="*/ 1606670 w 3050875"/>
                <a:gd name="connsiteY2027" fmla="*/ 1101202 h 6856730"/>
                <a:gd name="connsiteX2028" fmla="*/ 1603076 w 3050875"/>
                <a:gd name="connsiteY2028" fmla="*/ 1000560 h 6856730"/>
                <a:gd name="connsiteX2029" fmla="*/ 1575040 w 3050875"/>
                <a:gd name="connsiteY2029" fmla="*/ 1000560 h 6856730"/>
                <a:gd name="connsiteX2030" fmla="*/ 1572883 w 3050875"/>
                <a:gd name="connsiteY2030" fmla="*/ 1004874 h 6856730"/>
                <a:gd name="connsiteX2031" fmla="*/ 1525438 w 3050875"/>
                <a:gd name="connsiteY2031" fmla="*/ 1021408 h 6856730"/>
                <a:gd name="connsiteX2032" fmla="*/ 1545566 w 3050875"/>
                <a:gd name="connsiteY2032" fmla="*/ 1175245 h 6856730"/>
                <a:gd name="connsiteX2033" fmla="*/ 1549880 w 3050875"/>
                <a:gd name="connsiteY2033" fmla="*/ 1218378 h 6856730"/>
                <a:gd name="connsiteX2034" fmla="*/ 1557787 w 3050875"/>
                <a:gd name="connsiteY2034" fmla="*/ 1235630 h 6856730"/>
                <a:gd name="connsiteX2035" fmla="*/ 1511061 w 3050875"/>
                <a:gd name="connsiteY2035" fmla="*/ 1224847 h 6856730"/>
                <a:gd name="connsiteX2036" fmla="*/ 1505310 w 3050875"/>
                <a:gd name="connsiteY2036" fmla="*/ 1224847 h 6856730"/>
                <a:gd name="connsiteX2037" fmla="*/ 1485900 w 3050875"/>
                <a:gd name="connsiteY2037" fmla="*/ 1217659 h 6856730"/>
                <a:gd name="connsiteX2038" fmla="*/ 1424078 w 3050875"/>
                <a:gd name="connsiteY2038" fmla="*/ 1219096 h 6856730"/>
                <a:gd name="connsiteX2039" fmla="*/ 1420483 w 3050875"/>
                <a:gd name="connsiteY2039" fmla="*/ 1215502 h 6856730"/>
                <a:gd name="connsiteX2040" fmla="*/ 1421921 w 3050875"/>
                <a:gd name="connsiteY2040" fmla="*/ 1181715 h 6856730"/>
                <a:gd name="connsiteX2041" fmla="*/ 1439893 w 3050875"/>
                <a:gd name="connsiteY2041" fmla="*/ 1184591 h 6856730"/>
                <a:gd name="connsiteX2042" fmla="*/ 1443487 w 3050875"/>
                <a:gd name="connsiteY2042" fmla="*/ 1152960 h 6856730"/>
                <a:gd name="connsiteX2043" fmla="*/ 1426234 w 3050875"/>
                <a:gd name="connsiteY2043" fmla="*/ 1155117 h 6856730"/>
                <a:gd name="connsiteX2044" fmla="*/ 1416889 w 3050875"/>
                <a:gd name="connsiteY2044" fmla="*/ 1178840 h 6856730"/>
                <a:gd name="connsiteX2045" fmla="*/ 1375195 w 3050875"/>
                <a:gd name="connsiteY2045" fmla="*/ 1212627 h 6856730"/>
                <a:gd name="connsiteX2046" fmla="*/ 1353629 w 3050875"/>
                <a:gd name="connsiteY2046" fmla="*/ 1248570 h 6856730"/>
                <a:gd name="connsiteX2047" fmla="*/ 1255144 w 3050875"/>
                <a:gd name="connsiteY2047" fmla="*/ 1254321 h 6856730"/>
                <a:gd name="connsiteX2048" fmla="*/ 1234296 w 3050875"/>
                <a:gd name="connsiteY2048" fmla="*/ 1188185 h 6856730"/>
                <a:gd name="connsiteX2049" fmla="*/ 1228545 w 3050875"/>
                <a:gd name="connsiteY2049" fmla="*/ 1157274 h 6856730"/>
                <a:gd name="connsiteX2050" fmla="*/ 1228545 w 3050875"/>
                <a:gd name="connsiteY2050" fmla="*/ 1157274 h 6856730"/>
                <a:gd name="connsiteX2051" fmla="*/ 1214168 w 3050875"/>
                <a:gd name="connsiteY2051" fmla="*/ 1165181 h 6856730"/>
                <a:gd name="connsiteX2052" fmla="*/ 1212730 w 3050875"/>
                <a:gd name="connsiteY2052" fmla="*/ 1165900 h 6856730"/>
                <a:gd name="connsiteX2053" fmla="*/ 1221357 w 3050875"/>
                <a:gd name="connsiteY2053" fmla="*/ 986183 h 6856730"/>
                <a:gd name="connsiteX2054" fmla="*/ 1309059 w 3050875"/>
                <a:gd name="connsiteY2054" fmla="*/ 1376528 h 6856730"/>
                <a:gd name="connsiteX2055" fmla="*/ 1299713 w 3050875"/>
                <a:gd name="connsiteY2055" fmla="*/ 1367902 h 6856730"/>
                <a:gd name="connsiteX2056" fmla="*/ 1258019 w 3050875"/>
                <a:gd name="connsiteY2056" fmla="*/ 1305360 h 6856730"/>
                <a:gd name="connsiteX2057" fmla="*/ 1271678 w 3050875"/>
                <a:gd name="connsiteY2057" fmla="*/ 1303204 h 6856730"/>
                <a:gd name="connsiteX2058" fmla="*/ 1288930 w 3050875"/>
                <a:gd name="connsiteY2058" fmla="*/ 1341304 h 6856730"/>
                <a:gd name="connsiteX2059" fmla="*/ 1309059 w 3050875"/>
                <a:gd name="connsiteY2059" fmla="*/ 1376528 h 6856730"/>
                <a:gd name="connsiteX2060" fmla="*/ 1212012 w 3050875"/>
                <a:gd name="connsiteY2060" fmla="*/ 1188904 h 6856730"/>
                <a:gd name="connsiteX2061" fmla="*/ 1217762 w 3050875"/>
                <a:gd name="connsiteY2061" fmla="*/ 1191061 h 6856730"/>
                <a:gd name="connsiteX2062" fmla="*/ 1224232 w 3050875"/>
                <a:gd name="connsiteY2062" fmla="*/ 1191779 h 6856730"/>
                <a:gd name="connsiteX2063" fmla="*/ 1212012 w 3050875"/>
                <a:gd name="connsiteY2063" fmla="*/ 1196811 h 6856730"/>
                <a:gd name="connsiteX2064" fmla="*/ 1212012 w 3050875"/>
                <a:gd name="connsiteY2064" fmla="*/ 1188904 h 6856730"/>
                <a:gd name="connsiteX2065" fmla="*/ 1207698 w 3050875"/>
                <a:gd name="connsiteY2065" fmla="*/ 1308955 h 6856730"/>
                <a:gd name="connsiteX2066" fmla="*/ 1214887 w 3050875"/>
                <a:gd name="connsiteY2066" fmla="*/ 1308955 h 6856730"/>
                <a:gd name="connsiteX2067" fmla="*/ 1301870 w 3050875"/>
                <a:gd name="connsiteY2067" fmla="*/ 1426849 h 6856730"/>
                <a:gd name="connsiteX2068" fmla="*/ 1321998 w 3050875"/>
                <a:gd name="connsiteY2068" fmla="*/ 1426849 h 6856730"/>
                <a:gd name="connsiteX2069" fmla="*/ 1330625 w 3050875"/>
                <a:gd name="connsiteY2069" fmla="*/ 1404564 h 6856730"/>
                <a:gd name="connsiteX2070" fmla="*/ 1366568 w 3050875"/>
                <a:gd name="connsiteY2070" fmla="*/ 1425412 h 6856730"/>
                <a:gd name="connsiteX2071" fmla="*/ 1378070 w 3050875"/>
                <a:gd name="connsiteY2071" fmla="*/ 1422536 h 6856730"/>
                <a:gd name="connsiteX2072" fmla="*/ 1378070 w 3050875"/>
                <a:gd name="connsiteY2072" fmla="*/ 1428287 h 6856730"/>
                <a:gd name="connsiteX2073" fmla="*/ 1369444 w 3050875"/>
                <a:gd name="connsiteY2073" fmla="*/ 1428287 h 6856730"/>
                <a:gd name="connsiteX2074" fmla="*/ 1362974 w 3050875"/>
                <a:gd name="connsiteY2074" fmla="*/ 1425412 h 6856730"/>
                <a:gd name="connsiteX2075" fmla="*/ 1267364 w 3050875"/>
                <a:gd name="connsiteY2075" fmla="*/ 1438351 h 6856730"/>
                <a:gd name="connsiteX2076" fmla="*/ 1267364 w 3050875"/>
                <a:gd name="connsiteY2076" fmla="*/ 1437632 h 6856730"/>
                <a:gd name="connsiteX2077" fmla="*/ 1268083 w 3050875"/>
                <a:gd name="connsiteY2077" fmla="*/ 1435476 h 6856730"/>
                <a:gd name="connsiteX2078" fmla="*/ 1275991 w 3050875"/>
                <a:gd name="connsiteY2078" fmla="*/ 1430444 h 6856730"/>
                <a:gd name="connsiteX2079" fmla="*/ 1270240 w 3050875"/>
                <a:gd name="connsiteY2079" fmla="*/ 1416785 h 6856730"/>
                <a:gd name="connsiteX2080" fmla="*/ 1256581 w 3050875"/>
                <a:gd name="connsiteY2080" fmla="*/ 1419661 h 6856730"/>
                <a:gd name="connsiteX2081" fmla="*/ 1218481 w 3050875"/>
                <a:gd name="connsiteY2081" fmla="*/ 1370059 h 6856730"/>
                <a:gd name="connsiteX2082" fmla="*/ 1207698 w 3050875"/>
                <a:gd name="connsiteY2082" fmla="*/ 1353525 h 6856730"/>
                <a:gd name="connsiteX2083" fmla="*/ 1207698 w 3050875"/>
                <a:gd name="connsiteY2083" fmla="*/ 1308955 h 6856730"/>
                <a:gd name="connsiteX2084" fmla="*/ 1171036 w 3050875"/>
                <a:gd name="connsiteY2084" fmla="*/ 1411753 h 6856730"/>
                <a:gd name="connsiteX2085" fmla="*/ 1173912 w 3050875"/>
                <a:gd name="connsiteY2085" fmla="*/ 1399532 h 6856730"/>
                <a:gd name="connsiteX2086" fmla="*/ 1174630 w 3050875"/>
                <a:gd name="connsiteY2086" fmla="*/ 1400251 h 6856730"/>
                <a:gd name="connsiteX2087" fmla="*/ 1173912 w 3050875"/>
                <a:gd name="connsiteY2087" fmla="*/ 1418942 h 6856730"/>
                <a:gd name="connsiteX2088" fmla="*/ 1171036 w 3050875"/>
                <a:gd name="connsiteY2088" fmla="*/ 1411753 h 6856730"/>
                <a:gd name="connsiteX2089" fmla="*/ 1039483 w 3050875"/>
                <a:gd name="connsiteY2089" fmla="*/ 1937964 h 6856730"/>
                <a:gd name="connsiteX2090" fmla="*/ 1053861 w 3050875"/>
                <a:gd name="connsiteY2090" fmla="*/ 1935808 h 6856730"/>
                <a:gd name="connsiteX2091" fmla="*/ 1040202 w 3050875"/>
                <a:gd name="connsiteY2091" fmla="*/ 1940840 h 6856730"/>
                <a:gd name="connsiteX2092" fmla="*/ 1039483 w 3050875"/>
                <a:gd name="connsiteY2092" fmla="*/ 1937964 h 6856730"/>
                <a:gd name="connsiteX2093" fmla="*/ 1122153 w 3050875"/>
                <a:gd name="connsiteY2093" fmla="*/ 2064485 h 6856730"/>
                <a:gd name="connsiteX2094" fmla="*/ 1119996 w 3050875"/>
                <a:gd name="connsiteY2094" fmla="*/ 2061610 h 6856730"/>
                <a:gd name="connsiteX2095" fmla="*/ 1080459 w 3050875"/>
                <a:gd name="connsiteY2095" fmla="*/ 2002662 h 6856730"/>
                <a:gd name="connsiteX2096" fmla="*/ 1050266 w 3050875"/>
                <a:gd name="connsiteY2096" fmla="*/ 1954498 h 6856730"/>
                <a:gd name="connsiteX2097" fmla="*/ 1075427 w 3050875"/>
                <a:gd name="connsiteY2097" fmla="*/ 1940121 h 6856730"/>
                <a:gd name="connsiteX2098" fmla="*/ 1110651 w 3050875"/>
                <a:gd name="connsiteY2098" fmla="*/ 1999787 h 6856730"/>
                <a:gd name="connsiteX2099" fmla="*/ 1154502 w 3050875"/>
                <a:gd name="connsiteY2099" fmla="*/ 2058015 h 6856730"/>
                <a:gd name="connsiteX2100" fmla="*/ 1122153 w 3050875"/>
                <a:gd name="connsiteY2100" fmla="*/ 2064485 h 6856730"/>
                <a:gd name="connsiteX2101" fmla="*/ 1208417 w 3050875"/>
                <a:gd name="connsiteY2101" fmla="*/ 2048670 h 6856730"/>
                <a:gd name="connsiteX2102" fmla="*/ 1196196 w 3050875"/>
                <a:gd name="connsiteY2102" fmla="*/ 2051546 h 6856730"/>
                <a:gd name="connsiteX2103" fmla="*/ 1186851 w 3050875"/>
                <a:gd name="connsiteY2103" fmla="*/ 2052983 h 6856730"/>
                <a:gd name="connsiteX2104" fmla="*/ 1148032 w 3050875"/>
                <a:gd name="connsiteY2104" fmla="*/ 1978221 h 6856730"/>
                <a:gd name="connsiteX2105" fmla="*/ 1103462 w 3050875"/>
                <a:gd name="connsiteY2105" fmla="*/ 1919993 h 6856730"/>
                <a:gd name="connsiteX2106" fmla="*/ 1119278 w 3050875"/>
                <a:gd name="connsiteY2106" fmla="*/ 1911366 h 6856730"/>
                <a:gd name="connsiteX2107" fmla="*/ 1157378 w 3050875"/>
                <a:gd name="connsiteY2107" fmla="*/ 1971751 h 6856730"/>
                <a:gd name="connsiteX2108" fmla="*/ 1219919 w 3050875"/>
                <a:gd name="connsiteY2108" fmla="*/ 2046513 h 6856730"/>
                <a:gd name="connsiteX2109" fmla="*/ 1208417 w 3050875"/>
                <a:gd name="connsiteY2109" fmla="*/ 2048670 h 6856730"/>
                <a:gd name="connsiteX2110" fmla="*/ 1259457 w 3050875"/>
                <a:gd name="connsiteY2110" fmla="*/ 2035011 h 6856730"/>
                <a:gd name="connsiteX2111" fmla="*/ 1198353 w 3050875"/>
                <a:gd name="connsiteY2111" fmla="*/ 1957374 h 6856730"/>
                <a:gd name="connsiteX2112" fmla="*/ 1181819 w 3050875"/>
                <a:gd name="connsiteY2112" fmla="*/ 1936527 h 6856730"/>
                <a:gd name="connsiteX2113" fmla="*/ 1224232 w 3050875"/>
                <a:gd name="connsiteY2113" fmla="*/ 1925025 h 6856730"/>
                <a:gd name="connsiteX2114" fmla="*/ 1240766 w 3050875"/>
                <a:gd name="connsiteY2114" fmla="*/ 1949466 h 6856730"/>
                <a:gd name="connsiteX2115" fmla="*/ 1293962 w 3050875"/>
                <a:gd name="connsiteY2115" fmla="*/ 2027104 h 6856730"/>
                <a:gd name="connsiteX2116" fmla="*/ 1259457 w 3050875"/>
                <a:gd name="connsiteY2116" fmla="*/ 2035011 h 6856730"/>
                <a:gd name="connsiteX2117" fmla="*/ 1288930 w 3050875"/>
                <a:gd name="connsiteY2117" fmla="*/ 1812881 h 6856730"/>
                <a:gd name="connsiteX2118" fmla="*/ 1285336 w 3050875"/>
                <a:gd name="connsiteY2118" fmla="*/ 1811444 h 6856730"/>
                <a:gd name="connsiteX2119" fmla="*/ 1284617 w 3050875"/>
                <a:gd name="connsiteY2119" fmla="*/ 1814319 h 6856730"/>
                <a:gd name="connsiteX2120" fmla="*/ 1245079 w 3050875"/>
                <a:gd name="connsiteY2120" fmla="*/ 1828696 h 6856730"/>
                <a:gd name="connsiteX2121" fmla="*/ 1232859 w 3050875"/>
                <a:gd name="connsiteY2121" fmla="*/ 1829415 h 6856730"/>
                <a:gd name="connsiteX2122" fmla="*/ 1196196 w 3050875"/>
                <a:gd name="connsiteY2122" fmla="*/ 1807849 h 6856730"/>
                <a:gd name="connsiteX2123" fmla="*/ 1188289 w 3050875"/>
                <a:gd name="connsiteY2123" fmla="*/ 1804255 h 6856730"/>
                <a:gd name="connsiteX2124" fmla="*/ 1181819 w 3050875"/>
                <a:gd name="connsiteY2124" fmla="*/ 1792753 h 6856730"/>
                <a:gd name="connsiteX2125" fmla="*/ 1204104 w 3050875"/>
                <a:gd name="connsiteY2125" fmla="*/ 1788440 h 6856730"/>
                <a:gd name="connsiteX2126" fmla="*/ 1229264 w 3050875"/>
                <a:gd name="connsiteY2126" fmla="*/ 1737400 h 6856730"/>
                <a:gd name="connsiteX2127" fmla="*/ 1180381 w 3050875"/>
                <a:gd name="connsiteY2127" fmla="*/ 1763279 h 6856730"/>
                <a:gd name="connsiteX2128" fmla="*/ 1209136 w 3050875"/>
                <a:gd name="connsiteY2128" fmla="*/ 1482202 h 6856730"/>
                <a:gd name="connsiteX2129" fmla="*/ 1239328 w 3050875"/>
                <a:gd name="connsiteY2129" fmla="*/ 1482921 h 6856730"/>
                <a:gd name="connsiteX2130" fmla="*/ 1350034 w 3050875"/>
                <a:gd name="connsiteY2130" fmla="*/ 1462793 h 6856730"/>
                <a:gd name="connsiteX2131" fmla="*/ 1377351 w 3050875"/>
                <a:gd name="connsiteY2131" fmla="*/ 1466387 h 6856730"/>
                <a:gd name="connsiteX2132" fmla="*/ 1368725 w 3050875"/>
                <a:gd name="connsiteY2132" fmla="*/ 1659044 h 6856730"/>
                <a:gd name="connsiteX2133" fmla="*/ 1372319 w 3050875"/>
                <a:gd name="connsiteY2133" fmla="*/ 1671983 h 6856730"/>
                <a:gd name="connsiteX2134" fmla="*/ 1362255 w 3050875"/>
                <a:gd name="connsiteY2134" fmla="*/ 1776938 h 6856730"/>
                <a:gd name="connsiteX2135" fmla="*/ 1362974 w 3050875"/>
                <a:gd name="connsiteY2135" fmla="*/ 1777657 h 6856730"/>
                <a:gd name="connsiteX2136" fmla="*/ 1362255 w 3050875"/>
                <a:gd name="connsiteY2136" fmla="*/ 1789159 h 6856730"/>
                <a:gd name="connsiteX2137" fmla="*/ 1358661 w 3050875"/>
                <a:gd name="connsiteY2137" fmla="*/ 1789878 h 6856730"/>
                <a:gd name="connsiteX2138" fmla="*/ 1330625 w 3050875"/>
                <a:gd name="connsiteY2138" fmla="*/ 1807130 h 6856730"/>
                <a:gd name="connsiteX2139" fmla="*/ 1298276 w 3050875"/>
                <a:gd name="connsiteY2139" fmla="*/ 1817913 h 6856730"/>
                <a:gd name="connsiteX2140" fmla="*/ 1288930 w 3050875"/>
                <a:gd name="connsiteY2140" fmla="*/ 1812881 h 6856730"/>
                <a:gd name="connsiteX2141" fmla="*/ 1345721 w 3050875"/>
                <a:gd name="connsiteY2141" fmla="*/ 1879017 h 6856730"/>
                <a:gd name="connsiteX2142" fmla="*/ 1349315 w 3050875"/>
                <a:gd name="connsiteY2142" fmla="*/ 1874704 h 6856730"/>
                <a:gd name="connsiteX2143" fmla="*/ 1354347 w 3050875"/>
                <a:gd name="connsiteY2143" fmla="*/ 1872547 h 6856730"/>
                <a:gd name="connsiteX2144" fmla="*/ 1357942 w 3050875"/>
                <a:gd name="connsiteY2144" fmla="*/ 1884049 h 6856730"/>
                <a:gd name="connsiteX2145" fmla="*/ 1355066 w 3050875"/>
                <a:gd name="connsiteY2145" fmla="*/ 1945153 h 6856730"/>
                <a:gd name="connsiteX2146" fmla="*/ 1319123 w 3050875"/>
                <a:gd name="connsiteY2146" fmla="*/ 1894113 h 6856730"/>
                <a:gd name="connsiteX2147" fmla="*/ 1345721 w 3050875"/>
                <a:gd name="connsiteY2147" fmla="*/ 1879017 h 6856730"/>
                <a:gd name="connsiteX2148" fmla="*/ 1345002 w 3050875"/>
                <a:gd name="connsiteY2148" fmla="*/ 2026385 h 6856730"/>
                <a:gd name="connsiteX2149" fmla="*/ 1341408 w 3050875"/>
                <a:gd name="connsiteY2149" fmla="*/ 2012726 h 6856730"/>
                <a:gd name="connsiteX2150" fmla="*/ 1351472 w 3050875"/>
                <a:gd name="connsiteY2150" fmla="*/ 2022072 h 6856730"/>
                <a:gd name="connsiteX2151" fmla="*/ 1351472 w 3050875"/>
                <a:gd name="connsiteY2151" fmla="*/ 2025666 h 6856730"/>
                <a:gd name="connsiteX2152" fmla="*/ 1350753 w 3050875"/>
                <a:gd name="connsiteY2152" fmla="*/ 2025666 h 6856730"/>
                <a:gd name="connsiteX2153" fmla="*/ 1345002 w 3050875"/>
                <a:gd name="connsiteY2153" fmla="*/ 2026385 h 6856730"/>
                <a:gd name="connsiteX2154" fmla="*/ 1164566 w 3050875"/>
                <a:gd name="connsiteY2154" fmla="*/ 2653238 h 6856730"/>
                <a:gd name="connsiteX2155" fmla="*/ 1169598 w 3050875"/>
                <a:gd name="connsiteY2155" fmla="*/ 2648925 h 6856730"/>
                <a:gd name="connsiteX2156" fmla="*/ 1171755 w 3050875"/>
                <a:gd name="connsiteY2156" fmla="*/ 2610106 h 6856730"/>
                <a:gd name="connsiteX2157" fmla="*/ 1217762 w 3050875"/>
                <a:gd name="connsiteY2157" fmla="*/ 2594291 h 6856730"/>
                <a:gd name="connsiteX2158" fmla="*/ 1220638 w 3050875"/>
                <a:gd name="connsiteY2158" fmla="*/ 2589259 h 6856730"/>
                <a:gd name="connsiteX2159" fmla="*/ 1260176 w 3050875"/>
                <a:gd name="connsiteY2159" fmla="*/ 2576319 h 6856730"/>
                <a:gd name="connsiteX2160" fmla="*/ 1286774 w 3050875"/>
                <a:gd name="connsiteY2160" fmla="*/ 2559066 h 6856730"/>
                <a:gd name="connsiteX2161" fmla="*/ 1328468 w 3050875"/>
                <a:gd name="connsiteY2161" fmla="*/ 2544689 h 6856730"/>
                <a:gd name="connsiteX2162" fmla="*/ 1327030 w 3050875"/>
                <a:gd name="connsiteY2162" fmla="*/ 2574162 h 6856730"/>
                <a:gd name="connsiteX2163" fmla="*/ 1323436 w 3050875"/>
                <a:gd name="connsiteY2163" fmla="*/ 2579195 h 6856730"/>
                <a:gd name="connsiteX2164" fmla="*/ 1329906 w 3050875"/>
                <a:gd name="connsiteY2164" fmla="*/ 2582070 h 6856730"/>
                <a:gd name="connsiteX2165" fmla="*/ 1370163 w 3050875"/>
                <a:gd name="connsiteY2165" fmla="*/ 2563379 h 6856730"/>
                <a:gd name="connsiteX2166" fmla="*/ 1370881 w 3050875"/>
                <a:gd name="connsiteY2166" fmla="*/ 2546846 h 6856730"/>
                <a:gd name="connsiteX2167" fmla="*/ 1447800 w 3050875"/>
                <a:gd name="connsiteY2167" fmla="*/ 2551159 h 6856730"/>
                <a:gd name="connsiteX2168" fmla="*/ 1577915 w 3050875"/>
                <a:gd name="connsiteY2168" fmla="*/ 2554753 h 6856730"/>
                <a:gd name="connsiteX2169" fmla="*/ 1708030 w 3050875"/>
                <a:gd name="connsiteY2169" fmla="*/ 2556191 h 6856730"/>
                <a:gd name="connsiteX2170" fmla="*/ 1710906 w 3050875"/>
                <a:gd name="connsiteY2170" fmla="*/ 2556191 h 6856730"/>
                <a:gd name="connsiteX2171" fmla="*/ 1751881 w 3050875"/>
                <a:gd name="connsiteY2171" fmla="*/ 2540376 h 6856730"/>
                <a:gd name="connsiteX2172" fmla="*/ 1761946 w 3050875"/>
                <a:gd name="connsiteY2172" fmla="*/ 2528155 h 6856730"/>
                <a:gd name="connsiteX2173" fmla="*/ 1817298 w 3050875"/>
                <a:gd name="connsiteY2173" fmla="*/ 2558347 h 6856730"/>
                <a:gd name="connsiteX2174" fmla="*/ 1820893 w 3050875"/>
                <a:gd name="connsiteY2174" fmla="*/ 2564098 h 6856730"/>
                <a:gd name="connsiteX2175" fmla="*/ 1807953 w 3050875"/>
                <a:gd name="connsiteY2175" fmla="*/ 2572006 h 6856730"/>
                <a:gd name="connsiteX2176" fmla="*/ 1804359 w 3050875"/>
                <a:gd name="connsiteY2176" fmla="*/ 2576319 h 6856730"/>
                <a:gd name="connsiteX2177" fmla="*/ 1705874 w 3050875"/>
                <a:gd name="connsiteY2177" fmla="*/ 2582070 h 6856730"/>
                <a:gd name="connsiteX2178" fmla="*/ 1626798 w 3050875"/>
                <a:gd name="connsiteY2178" fmla="*/ 2586383 h 6856730"/>
                <a:gd name="connsiteX2179" fmla="*/ 1327030 w 3050875"/>
                <a:gd name="connsiteY2179" fmla="*/ 2589978 h 6856730"/>
                <a:gd name="connsiteX2180" fmla="*/ 1317685 w 3050875"/>
                <a:gd name="connsiteY2180" fmla="*/ 2588540 h 6856730"/>
                <a:gd name="connsiteX2181" fmla="*/ 1293244 w 3050875"/>
                <a:gd name="connsiteY2181" fmla="*/ 2595010 h 6856730"/>
                <a:gd name="connsiteX2182" fmla="*/ 1284617 w 3050875"/>
                <a:gd name="connsiteY2182" fmla="*/ 2596447 h 6856730"/>
                <a:gd name="connsiteX2183" fmla="*/ 1279585 w 3050875"/>
                <a:gd name="connsiteY2183" fmla="*/ 2600761 h 6856730"/>
                <a:gd name="connsiteX2184" fmla="*/ 1183976 w 3050875"/>
                <a:gd name="connsiteY2184" fmla="*/ 2653957 h 6856730"/>
                <a:gd name="connsiteX2185" fmla="*/ 1166723 w 3050875"/>
                <a:gd name="connsiteY2185" fmla="*/ 2661864 h 6856730"/>
                <a:gd name="connsiteX2186" fmla="*/ 1164566 w 3050875"/>
                <a:gd name="connsiteY2186" fmla="*/ 2653238 h 6856730"/>
                <a:gd name="connsiteX2187" fmla="*/ 1125028 w 3050875"/>
                <a:gd name="connsiteY2187" fmla="*/ 2574881 h 6856730"/>
                <a:gd name="connsiteX2188" fmla="*/ 1135812 w 3050875"/>
                <a:gd name="connsiteY2188" fmla="*/ 2576319 h 6856730"/>
                <a:gd name="connsiteX2189" fmla="*/ 1125028 w 3050875"/>
                <a:gd name="connsiteY2189" fmla="*/ 2580632 h 6856730"/>
                <a:gd name="connsiteX2190" fmla="*/ 1125028 w 3050875"/>
                <a:gd name="connsiteY2190" fmla="*/ 2574881 h 6856730"/>
                <a:gd name="connsiteX2191" fmla="*/ 1117121 w 3050875"/>
                <a:gd name="connsiteY2191" fmla="*/ 2734470 h 6856730"/>
                <a:gd name="connsiteX2192" fmla="*/ 1117840 w 3050875"/>
                <a:gd name="connsiteY2192" fmla="*/ 2720093 h 6856730"/>
                <a:gd name="connsiteX2193" fmla="*/ 1187570 w 3050875"/>
                <a:gd name="connsiteY2193" fmla="*/ 2692057 h 6856730"/>
                <a:gd name="connsiteX2194" fmla="*/ 1199072 w 3050875"/>
                <a:gd name="connsiteY2194" fmla="*/ 2687025 h 6856730"/>
                <a:gd name="connsiteX2195" fmla="*/ 1208417 w 3050875"/>
                <a:gd name="connsiteY2195" fmla="*/ 2707872 h 6856730"/>
                <a:gd name="connsiteX2196" fmla="*/ 1171036 w 3050875"/>
                <a:gd name="connsiteY2196" fmla="*/ 2707872 h 6856730"/>
                <a:gd name="connsiteX2197" fmla="*/ 1137249 w 3050875"/>
                <a:gd name="connsiteY2197" fmla="*/ 2725125 h 6856730"/>
                <a:gd name="connsiteX2198" fmla="*/ 1190446 w 3050875"/>
                <a:gd name="connsiteY2198" fmla="*/ 2805638 h 6856730"/>
                <a:gd name="connsiteX2199" fmla="*/ 1239328 w 3050875"/>
                <a:gd name="connsiteY2199" fmla="*/ 2876087 h 6856730"/>
                <a:gd name="connsiteX2200" fmla="*/ 1222076 w 3050875"/>
                <a:gd name="connsiteY2200" fmla="*/ 2882557 h 6856730"/>
                <a:gd name="connsiteX2201" fmla="*/ 1168161 w 3050875"/>
                <a:gd name="connsiteY2201" fmla="*/ 2790542 h 6856730"/>
                <a:gd name="connsiteX2202" fmla="*/ 1126466 w 3050875"/>
                <a:gd name="connsiteY2202" fmla="*/ 2730157 h 6856730"/>
                <a:gd name="connsiteX2203" fmla="*/ 1117121 w 3050875"/>
                <a:gd name="connsiteY2203" fmla="*/ 2734470 h 6856730"/>
                <a:gd name="connsiteX2204" fmla="*/ 1102025 w 3050875"/>
                <a:gd name="connsiteY2204" fmla="*/ 3702785 h 6856730"/>
                <a:gd name="connsiteX2205" fmla="*/ 1099868 w 3050875"/>
                <a:gd name="connsiteY2205" fmla="*/ 3703504 h 6856730"/>
                <a:gd name="connsiteX2206" fmla="*/ 1098430 w 3050875"/>
                <a:gd name="connsiteY2206" fmla="*/ 3704223 h 6856730"/>
                <a:gd name="connsiteX2207" fmla="*/ 1068238 w 3050875"/>
                <a:gd name="connsiteY2207" fmla="*/ 3717881 h 6856730"/>
                <a:gd name="connsiteX2208" fmla="*/ 1072551 w 3050875"/>
                <a:gd name="connsiteY2208" fmla="*/ 3649589 h 6856730"/>
                <a:gd name="connsiteX2209" fmla="*/ 1094117 w 3050875"/>
                <a:gd name="connsiteY2209" fmla="*/ 3670436 h 6856730"/>
                <a:gd name="connsiteX2210" fmla="*/ 1111370 w 3050875"/>
                <a:gd name="connsiteY2210" fmla="*/ 3666123 h 6856730"/>
                <a:gd name="connsiteX2211" fmla="*/ 1135812 w 3050875"/>
                <a:gd name="connsiteY2211" fmla="*/ 3695597 h 6856730"/>
                <a:gd name="connsiteX2212" fmla="*/ 1102025 w 3050875"/>
                <a:gd name="connsiteY2212" fmla="*/ 3702785 h 6856730"/>
                <a:gd name="connsiteX2213" fmla="*/ 1107057 w 3050875"/>
                <a:gd name="connsiteY2213" fmla="*/ 3450462 h 6856730"/>
                <a:gd name="connsiteX2214" fmla="*/ 1114964 w 3050875"/>
                <a:gd name="connsiteY2214" fmla="*/ 3450462 h 6856730"/>
                <a:gd name="connsiteX2215" fmla="*/ 1122153 w 3050875"/>
                <a:gd name="connsiteY2215" fmla="*/ 3495032 h 6856730"/>
                <a:gd name="connsiteX2216" fmla="*/ 1107057 w 3050875"/>
                <a:gd name="connsiteY2216" fmla="*/ 3450462 h 6856730"/>
                <a:gd name="connsiteX2217" fmla="*/ 1118559 w 3050875"/>
                <a:gd name="connsiteY2217" fmla="*/ 3403017 h 6856730"/>
                <a:gd name="connsiteX2218" fmla="*/ 1093398 w 3050875"/>
                <a:gd name="connsiteY2218" fmla="*/ 3404455 h 6856730"/>
                <a:gd name="connsiteX2219" fmla="*/ 1099149 w 3050875"/>
                <a:gd name="connsiteY2219" fmla="*/ 3351259 h 6856730"/>
                <a:gd name="connsiteX2220" fmla="*/ 1181819 w 3050875"/>
                <a:gd name="connsiteY2220" fmla="*/ 3351978 h 6856730"/>
                <a:gd name="connsiteX2221" fmla="*/ 1276710 w 3050875"/>
                <a:gd name="connsiteY2221" fmla="*/ 3341914 h 6856730"/>
                <a:gd name="connsiteX2222" fmla="*/ 1274553 w 3050875"/>
                <a:gd name="connsiteY2222" fmla="*/ 3326817 h 6856730"/>
                <a:gd name="connsiteX2223" fmla="*/ 1181819 w 3050875"/>
                <a:gd name="connsiteY2223" fmla="*/ 3325379 h 6856730"/>
                <a:gd name="connsiteX2224" fmla="*/ 1101306 w 3050875"/>
                <a:gd name="connsiteY2224" fmla="*/ 3332568 h 6856730"/>
                <a:gd name="connsiteX2225" fmla="*/ 1136530 w 3050875"/>
                <a:gd name="connsiteY2225" fmla="*/ 3011234 h 6856730"/>
                <a:gd name="connsiteX2226" fmla="*/ 1132217 w 3050875"/>
                <a:gd name="connsiteY2226" fmla="*/ 2980323 h 6856730"/>
                <a:gd name="connsiteX2227" fmla="*/ 1167442 w 3050875"/>
                <a:gd name="connsiteY2227" fmla="*/ 2963070 h 6856730"/>
                <a:gd name="connsiteX2228" fmla="*/ 1194759 w 3050875"/>
                <a:gd name="connsiteY2228" fmla="*/ 2952287 h 6856730"/>
                <a:gd name="connsiteX2229" fmla="*/ 1270959 w 3050875"/>
                <a:gd name="connsiteY2229" fmla="*/ 2911311 h 6856730"/>
                <a:gd name="connsiteX2230" fmla="*/ 1273834 w 3050875"/>
                <a:gd name="connsiteY2230" fmla="*/ 2904842 h 6856730"/>
                <a:gd name="connsiteX2231" fmla="*/ 1279585 w 3050875"/>
                <a:gd name="connsiteY2231" fmla="*/ 2907717 h 6856730"/>
                <a:gd name="connsiteX2232" fmla="*/ 1294681 w 3050875"/>
                <a:gd name="connsiteY2232" fmla="*/ 2899091 h 6856730"/>
                <a:gd name="connsiteX2233" fmla="*/ 1237891 w 3050875"/>
                <a:gd name="connsiteY2233" fmla="*/ 2797730 h 6856730"/>
                <a:gd name="connsiteX2234" fmla="*/ 1180381 w 3050875"/>
                <a:gd name="connsiteY2234" fmla="*/ 2721530 h 6856730"/>
                <a:gd name="connsiteX2235" fmla="*/ 1194759 w 3050875"/>
                <a:gd name="connsiteY2235" fmla="*/ 2717217 h 6856730"/>
                <a:gd name="connsiteX2236" fmla="*/ 1214168 w 3050875"/>
                <a:gd name="connsiteY2236" fmla="*/ 2718655 h 6856730"/>
                <a:gd name="connsiteX2237" fmla="*/ 1252268 w 3050875"/>
                <a:gd name="connsiteY2237" fmla="*/ 2781915 h 6856730"/>
                <a:gd name="connsiteX2238" fmla="*/ 1313372 w 3050875"/>
                <a:gd name="connsiteY2238" fmla="*/ 2866742 h 6856730"/>
                <a:gd name="connsiteX2239" fmla="*/ 1288930 w 3050875"/>
                <a:gd name="connsiteY2239" fmla="*/ 3397266 h 6856730"/>
                <a:gd name="connsiteX2240" fmla="*/ 1208417 w 3050875"/>
                <a:gd name="connsiteY2240" fmla="*/ 3399423 h 6856730"/>
                <a:gd name="connsiteX2241" fmla="*/ 1205542 w 3050875"/>
                <a:gd name="connsiteY2241" fmla="*/ 3384327 h 6856730"/>
                <a:gd name="connsiteX2242" fmla="*/ 1163129 w 3050875"/>
                <a:gd name="connsiteY2242" fmla="*/ 3390078 h 6856730"/>
                <a:gd name="connsiteX2243" fmla="*/ 1163129 w 3050875"/>
                <a:gd name="connsiteY2243" fmla="*/ 3400861 h 6856730"/>
                <a:gd name="connsiteX2244" fmla="*/ 1135812 w 3050875"/>
                <a:gd name="connsiteY2244" fmla="*/ 3402298 h 6856730"/>
                <a:gd name="connsiteX2245" fmla="*/ 1118559 w 3050875"/>
                <a:gd name="connsiteY2245" fmla="*/ 3403017 h 6856730"/>
                <a:gd name="connsiteX2246" fmla="*/ 1250111 w 3050875"/>
                <a:gd name="connsiteY2246" fmla="*/ 3671155 h 6856730"/>
                <a:gd name="connsiteX2247" fmla="*/ 1225670 w 3050875"/>
                <a:gd name="connsiteY2247" fmla="*/ 3627304 h 6856730"/>
                <a:gd name="connsiteX2248" fmla="*/ 1187570 w 3050875"/>
                <a:gd name="connsiteY2248" fmla="*/ 3556855 h 6856730"/>
                <a:gd name="connsiteX2249" fmla="*/ 1150908 w 3050875"/>
                <a:gd name="connsiteY2249" fmla="*/ 3451900 h 6856730"/>
                <a:gd name="connsiteX2250" fmla="*/ 1166723 w 3050875"/>
                <a:gd name="connsiteY2250" fmla="*/ 3452619 h 6856730"/>
                <a:gd name="connsiteX2251" fmla="*/ 1201947 w 3050875"/>
                <a:gd name="connsiteY2251" fmla="*/ 3569795 h 6856730"/>
                <a:gd name="connsiteX2252" fmla="*/ 1265927 w 3050875"/>
                <a:gd name="connsiteY2252" fmla="*/ 3671874 h 6856730"/>
                <a:gd name="connsiteX2253" fmla="*/ 1250111 w 3050875"/>
                <a:gd name="connsiteY2253" fmla="*/ 3671155 h 6856730"/>
                <a:gd name="connsiteX2254" fmla="*/ 1260176 w 3050875"/>
                <a:gd name="connsiteY2254" fmla="*/ 3552542 h 6856730"/>
                <a:gd name="connsiteX2255" fmla="*/ 1222076 w 3050875"/>
                <a:gd name="connsiteY2255" fmla="*/ 3455495 h 6856730"/>
                <a:gd name="connsiteX2256" fmla="*/ 1237891 w 3050875"/>
                <a:gd name="connsiteY2256" fmla="*/ 3456213 h 6856730"/>
                <a:gd name="connsiteX2257" fmla="*/ 1281023 w 3050875"/>
                <a:gd name="connsiteY2257" fmla="*/ 3556136 h 6856730"/>
                <a:gd name="connsiteX2258" fmla="*/ 1279585 w 3050875"/>
                <a:gd name="connsiteY2258" fmla="*/ 3584891 h 6856730"/>
                <a:gd name="connsiteX2259" fmla="*/ 1260176 w 3050875"/>
                <a:gd name="connsiteY2259" fmla="*/ 3552542 h 6856730"/>
                <a:gd name="connsiteX2260" fmla="*/ 1272396 w 3050875"/>
                <a:gd name="connsiteY2260" fmla="*/ 5224628 h 6856730"/>
                <a:gd name="connsiteX2261" fmla="*/ 1274553 w 3050875"/>
                <a:gd name="connsiteY2261" fmla="*/ 5166400 h 6856730"/>
                <a:gd name="connsiteX2262" fmla="*/ 1319842 w 3050875"/>
                <a:gd name="connsiteY2262" fmla="*/ 5217440 h 6856730"/>
                <a:gd name="connsiteX2263" fmla="*/ 1272396 w 3050875"/>
                <a:gd name="connsiteY2263" fmla="*/ 5224628 h 6856730"/>
                <a:gd name="connsiteX2264" fmla="*/ 1401793 w 3050875"/>
                <a:gd name="connsiteY2264" fmla="*/ 5211689 h 6856730"/>
                <a:gd name="connsiteX2265" fmla="*/ 1385259 w 3050875"/>
                <a:gd name="connsiteY2265" fmla="*/ 5211689 h 6856730"/>
                <a:gd name="connsiteX2266" fmla="*/ 1360098 w 3050875"/>
                <a:gd name="connsiteY2266" fmla="*/ 5172151 h 6856730"/>
                <a:gd name="connsiteX2267" fmla="*/ 1297557 w 3050875"/>
                <a:gd name="connsiteY2267" fmla="*/ 5098108 h 6856730"/>
                <a:gd name="connsiteX2268" fmla="*/ 1277428 w 3050875"/>
                <a:gd name="connsiteY2268" fmla="*/ 5068634 h 6856730"/>
                <a:gd name="connsiteX2269" fmla="*/ 1278147 w 3050875"/>
                <a:gd name="connsiteY2269" fmla="*/ 5045631 h 6856730"/>
                <a:gd name="connsiteX2270" fmla="*/ 1294681 w 3050875"/>
                <a:gd name="connsiteY2270" fmla="*/ 5052100 h 6856730"/>
                <a:gd name="connsiteX2271" fmla="*/ 1348596 w 3050875"/>
                <a:gd name="connsiteY2271" fmla="*/ 5140521 h 6856730"/>
                <a:gd name="connsiteX2272" fmla="*/ 1401793 w 3050875"/>
                <a:gd name="connsiteY2272" fmla="*/ 5211689 h 6856730"/>
                <a:gd name="connsiteX2273" fmla="*/ 1429110 w 3050875"/>
                <a:gd name="connsiteY2273" fmla="*/ 5022627 h 6856730"/>
                <a:gd name="connsiteX2274" fmla="*/ 1403230 w 3050875"/>
                <a:gd name="connsiteY2274" fmla="*/ 5020470 h 6856730"/>
                <a:gd name="connsiteX2275" fmla="*/ 1339970 w 3050875"/>
                <a:gd name="connsiteY2275" fmla="*/ 4973744 h 6856730"/>
                <a:gd name="connsiteX2276" fmla="*/ 1332062 w 3050875"/>
                <a:gd name="connsiteY2276" fmla="*/ 4973744 h 6856730"/>
                <a:gd name="connsiteX2277" fmla="*/ 1302589 w 3050875"/>
                <a:gd name="connsiteY2277" fmla="*/ 4962242 h 6856730"/>
                <a:gd name="connsiteX2278" fmla="*/ 1301870 w 3050875"/>
                <a:gd name="connsiteY2278" fmla="*/ 4961523 h 6856730"/>
                <a:gd name="connsiteX2279" fmla="*/ 1280304 w 3050875"/>
                <a:gd name="connsiteY2279" fmla="*/ 4951459 h 6856730"/>
                <a:gd name="connsiteX2280" fmla="*/ 1282461 w 3050875"/>
                <a:gd name="connsiteY2280" fmla="*/ 4876697 h 6856730"/>
                <a:gd name="connsiteX2281" fmla="*/ 1282461 w 3050875"/>
                <a:gd name="connsiteY2281" fmla="*/ 4876697 h 6856730"/>
                <a:gd name="connsiteX2282" fmla="*/ 1526876 w 3050875"/>
                <a:gd name="connsiteY2282" fmla="*/ 4889636 h 6856730"/>
                <a:gd name="connsiteX2283" fmla="*/ 1548442 w 3050875"/>
                <a:gd name="connsiteY2283" fmla="*/ 4891074 h 6856730"/>
                <a:gd name="connsiteX2284" fmla="*/ 1556349 w 3050875"/>
                <a:gd name="connsiteY2284" fmla="*/ 4901857 h 6856730"/>
                <a:gd name="connsiteX2285" fmla="*/ 1589417 w 3050875"/>
                <a:gd name="connsiteY2285" fmla="*/ 4897544 h 6856730"/>
                <a:gd name="connsiteX2286" fmla="*/ 1591574 w 3050875"/>
                <a:gd name="connsiteY2286" fmla="*/ 4893949 h 6856730"/>
                <a:gd name="connsiteX2287" fmla="*/ 1789262 w 3050875"/>
                <a:gd name="connsiteY2287" fmla="*/ 4885323 h 6856730"/>
                <a:gd name="connsiteX2288" fmla="*/ 1789262 w 3050875"/>
                <a:gd name="connsiteY2288" fmla="*/ 4862319 h 6856730"/>
                <a:gd name="connsiteX2289" fmla="*/ 1602357 w 3050875"/>
                <a:gd name="connsiteY2289" fmla="*/ 4853693 h 6856730"/>
                <a:gd name="connsiteX2290" fmla="*/ 1601638 w 3050875"/>
                <a:gd name="connsiteY2290" fmla="*/ 4817749 h 6856730"/>
                <a:gd name="connsiteX2291" fmla="*/ 1602357 w 3050875"/>
                <a:gd name="connsiteY2291" fmla="*/ 4783244 h 6856730"/>
                <a:gd name="connsiteX2292" fmla="*/ 1595168 w 3050875"/>
                <a:gd name="connsiteY2292" fmla="*/ 4634438 h 6856730"/>
                <a:gd name="connsiteX2293" fmla="*/ 1582229 w 3050875"/>
                <a:gd name="connsiteY2293" fmla="*/ 4619342 h 6856730"/>
                <a:gd name="connsiteX2294" fmla="*/ 1575759 w 3050875"/>
                <a:gd name="connsiteY2294" fmla="*/ 4584836 h 6856730"/>
                <a:gd name="connsiteX2295" fmla="*/ 1526876 w 3050875"/>
                <a:gd name="connsiteY2295" fmla="*/ 4598495 h 6856730"/>
                <a:gd name="connsiteX2296" fmla="*/ 1526876 w 3050875"/>
                <a:gd name="connsiteY2296" fmla="*/ 4681164 h 6856730"/>
                <a:gd name="connsiteX2297" fmla="*/ 1520406 w 3050875"/>
                <a:gd name="connsiteY2297" fmla="*/ 4782525 h 6856730"/>
                <a:gd name="connsiteX2298" fmla="*/ 1531189 w 3050875"/>
                <a:gd name="connsiteY2298" fmla="*/ 4857287 h 6856730"/>
                <a:gd name="connsiteX2299" fmla="*/ 1283898 w 3050875"/>
                <a:gd name="connsiteY2299" fmla="*/ 4870227 h 6856730"/>
                <a:gd name="connsiteX2300" fmla="*/ 1283898 w 3050875"/>
                <a:gd name="connsiteY2300" fmla="*/ 4870227 h 6856730"/>
                <a:gd name="connsiteX2301" fmla="*/ 1288930 w 3050875"/>
                <a:gd name="connsiteY2301" fmla="*/ 4720702 h 6856730"/>
                <a:gd name="connsiteX2302" fmla="*/ 1297557 w 3050875"/>
                <a:gd name="connsiteY2302" fmla="*/ 4479163 h 6856730"/>
                <a:gd name="connsiteX2303" fmla="*/ 1405387 w 3050875"/>
                <a:gd name="connsiteY2303" fmla="*/ 4489946 h 6856730"/>
                <a:gd name="connsiteX2304" fmla="*/ 1578634 w 3050875"/>
                <a:gd name="connsiteY2304" fmla="*/ 4494259 h 6856730"/>
                <a:gd name="connsiteX2305" fmla="*/ 1587261 w 3050875"/>
                <a:gd name="connsiteY2305" fmla="*/ 4494259 h 6856730"/>
                <a:gd name="connsiteX2306" fmla="*/ 1605951 w 3050875"/>
                <a:gd name="connsiteY2306" fmla="*/ 4495697 h 6856730"/>
                <a:gd name="connsiteX2307" fmla="*/ 1618891 w 3050875"/>
                <a:gd name="connsiteY2307" fmla="*/ 4496415 h 6856730"/>
                <a:gd name="connsiteX2308" fmla="*/ 1679276 w 3050875"/>
                <a:gd name="connsiteY2308" fmla="*/ 4509355 h 6856730"/>
                <a:gd name="connsiteX2309" fmla="*/ 1688621 w 3050875"/>
                <a:gd name="connsiteY2309" fmla="*/ 4496415 h 6856730"/>
                <a:gd name="connsiteX2310" fmla="*/ 1788544 w 3050875"/>
                <a:gd name="connsiteY2310" fmla="*/ 4479881 h 6856730"/>
                <a:gd name="connsiteX2311" fmla="*/ 1829519 w 3050875"/>
                <a:gd name="connsiteY2311" fmla="*/ 4474849 h 6856730"/>
                <a:gd name="connsiteX2312" fmla="*/ 1876246 w 3050875"/>
                <a:gd name="connsiteY2312" fmla="*/ 4497134 h 6856730"/>
                <a:gd name="connsiteX2313" fmla="*/ 1881996 w 3050875"/>
                <a:gd name="connsiteY2313" fmla="*/ 4615748 h 6856730"/>
                <a:gd name="connsiteX2314" fmla="*/ 1879121 w 3050875"/>
                <a:gd name="connsiteY2314" fmla="*/ 4626531 h 6856730"/>
                <a:gd name="connsiteX2315" fmla="*/ 1882715 w 3050875"/>
                <a:gd name="connsiteY2315" fmla="*/ 4630125 h 6856730"/>
                <a:gd name="connsiteX2316" fmla="*/ 1890623 w 3050875"/>
                <a:gd name="connsiteY2316" fmla="*/ 4789713 h 6856730"/>
                <a:gd name="connsiteX2317" fmla="*/ 1891342 w 3050875"/>
                <a:gd name="connsiteY2317" fmla="*/ 4802653 h 6856730"/>
                <a:gd name="connsiteX2318" fmla="*/ 1894217 w 3050875"/>
                <a:gd name="connsiteY2318" fmla="*/ 4824938 h 6856730"/>
                <a:gd name="connsiteX2319" fmla="*/ 1919378 w 3050875"/>
                <a:gd name="connsiteY2319" fmla="*/ 4873102 h 6856730"/>
                <a:gd name="connsiteX2320" fmla="*/ 1905000 w 3050875"/>
                <a:gd name="connsiteY2320" fmla="*/ 4870946 h 6856730"/>
                <a:gd name="connsiteX2321" fmla="*/ 1876964 w 3050875"/>
                <a:gd name="connsiteY2321" fmla="*/ 4878853 h 6856730"/>
                <a:gd name="connsiteX2322" fmla="*/ 1875527 w 3050875"/>
                <a:gd name="connsiteY2322" fmla="*/ 4884604 h 6856730"/>
                <a:gd name="connsiteX2323" fmla="*/ 1891342 w 3050875"/>
                <a:gd name="connsiteY2323" fmla="*/ 4903295 h 6856730"/>
                <a:gd name="connsiteX2324" fmla="*/ 1892779 w 3050875"/>
                <a:gd name="connsiteY2324" fmla="*/ 4904014 h 6856730"/>
                <a:gd name="connsiteX2325" fmla="*/ 1878402 w 3050875"/>
                <a:gd name="connsiteY2325" fmla="*/ 4925580 h 6856730"/>
                <a:gd name="connsiteX2326" fmla="*/ 1846053 w 3050875"/>
                <a:gd name="connsiteY2326" fmla="*/ 4941395 h 6856730"/>
                <a:gd name="connsiteX2327" fmla="*/ 1836708 w 3050875"/>
                <a:gd name="connsiteY2327" fmla="*/ 4948583 h 6856730"/>
                <a:gd name="connsiteX2328" fmla="*/ 1831676 w 3050875"/>
                <a:gd name="connsiteY2328" fmla="*/ 4947864 h 6856730"/>
                <a:gd name="connsiteX2329" fmla="*/ 1830238 w 3050875"/>
                <a:gd name="connsiteY2329" fmla="*/ 4948583 h 6856730"/>
                <a:gd name="connsiteX2330" fmla="*/ 1717376 w 3050875"/>
                <a:gd name="connsiteY2330" fmla="*/ 5003936 h 6856730"/>
                <a:gd name="connsiteX2331" fmla="*/ 1649802 w 3050875"/>
                <a:gd name="connsiteY2331" fmla="*/ 5008968 h 6856730"/>
                <a:gd name="connsiteX2332" fmla="*/ 1575040 w 3050875"/>
                <a:gd name="connsiteY2332" fmla="*/ 5023345 h 6856730"/>
                <a:gd name="connsiteX2333" fmla="*/ 1437017 w 3050875"/>
                <a:gd name="connsiteY2333" fmla="*/ 5026221 h 6856730"/>
                <a:gd name="connsiteX2334" fmla="*/ 1429110 w 3050875"/>
                <a:gd name="connsiteY2334" fmla="*/ 5022627 h 6856730"/>
                <a:gd name="connsiteX2335" fmla="*/ 1689340 w 3050875"/>
                <a:gd name="connsiteY2335" fmla="*/ 5271355 h 6856730"/>
                <a:gd name="connsiteX2336" fmla="*/ 1687902 w 3050875"/>
                <a:gd name="connsiteY2336" fmla="*/ 5268480 h 6856730"/>
                <a:gd name="connsiteX2337" fmla="*/ 1699404 w 3050875"/>
                <a:gd name="connsiteY2337" fmla="*/ 5285014 h 6856730"/>
                <a:gd name="connsiteX2338" fmla="*/ 1689340 w 3050875"/>
                <a:gd name="connsiteY2338" fmla="*/ 5285014 h 6856730"/>
                <a:gd name="connsiteX2339" fmla="*/ 1689340 w 3050875"/>
                <a:gd name="connsiteY2339" fmla="*/ 5271355 h 6856730"/>
                <a:gd name="connsiteX2340" fmla="*/ 1644051 w 3050875"/>
                <a:gd name="connsiteY2340" fmla="*/ 5095232 h 6856730"/>
                <a:gd name="connsiteX2341" fmla="*/ 1674244 w 3050875"/>
                <a:gd name="connsiteY2341" fmla="*/ 5090919 h 6856730"/>
                <a:gd name="connsiteX2342" fmla="*/ 1693653 w 3050875"/>
                <a:gd name="connsiteY2342" fmla="*/ 5158493 h 6856730"/>
                <a:gd name="connsiteX2343" fmla="*/ 1644051 w 3050875"/>
                <a:gd name="connsiteY2343" fmla="*/ 5095232 h 6856730"/>
                <a:gd name="connsiteX2344" fmla="*/ 1481587 w 3050875"/>
                <a:gd name="connsiteY2344" fmla="*/ 5083012 h 6856730"/>
                <a:gd name="connsiteX2345" fmla="*/ 1493808 w 3050875"/>
                <a:gd name="connsiteY2345" fmla="*/ 5085887 h 6856730"/>
                <a:gd name="connsiteX2346" fmla="*/ 1509623 w 3050875"/>
                <a:gd name="connsiteY2346" fmla="*/ 5119674 h 6856730"/>
                <a:gd name="connsiteX2347" fmla="*/ 1481587 w 3050875"/>
                <a:gd name="connsiteY2347" fmla="*/ 5083012 h 6856730"/>
                <a:gd name="connsiteX2348" fmla="*/ 1548442 w 3050875"/>
                <a:gd name="connsiteY2348" fmla="*/ 5094514 h 6856730"/>
                <a:gd name="connsiteX2349" fmla="*/ 1579353 w 3050875"/>
                <a:gd name="connsiteY2349" fmla="*/ 5096670 h 6856730"/>
                <a:gd name="connsiteX2350" fmla="*/ 1656272 w 3050875"/>
                <a:gd name="connsiteY2350" fmla="*/ 5218878 h 6856730"/>
                <a:gd name="connsiteX2351" fmla="*/ 1671368 w 3050875"/>
                <a:gd name="connsiteY2351" fmla="*/ 5241881 h 6856730"/>
                <a:gd name="connsiteX2352" fmla="*/ 1608827 w 3050875"/>
                <a:gd name="connsiteY2352" fmla="*/ 5176465 h 6856730"/>
                <a:gd name="connsiteX2353" fmla="*/ 1548442 w 3050875"/>
                <a:gd name="connsiteY2353" fmla="*/ 5094514 h 6856730"/>
                <a:gd name="connsiteX2354" fmla="*/ 1605232 w 3050875"/>
                <a:gd name="connsiteY2354" fmla="*/ 5252664 h 6856730"/>
                <a:gd name="connsiteX2355" fmla="*/ 1651959 w 3050875"/>
                <a:gd name="connsiteY2355" fmla="*/ 5286451 h 6856730"/>
                <a:gd name="connsiteX2356" fmla="*/ 1612421 w 3050875"/>
                <a:gd name="connsiteY2356" fmla="*/ 5287170 h 6856730"/>
                <a:gd name="connsiteX2357" fmla="*/ 1612421 w 3050875"/>
                <a:gd name="connsiteY2357" fmla="*/ 5284295 h 6856730"/>
                <a:gd name="connsiteX2358" fmla="*/ 1605232 w 3050875"/>
                <a:gd name="connsiteY2358" fmla="*/ 5252664 h 6856730"/>
                <a:gd name="connsiteX2359" fmla="*/ 1919378 w 3050875"/>
                <a:gd name="connsiteY2359" fmla="*/ 5557465 h 6856730"/>
                <a:gd name="connsiteX2360" fmla="*/ 1901406 w 3050875"/>
                <a:gd name="connsiteY2360" fmla="*/ 5549557 h 6856730"/>
                <a:gd name="connsiteX2361" fmla="*/ 1887747 w 3050875"/>
                <a:gd name="connsiteY2361" fmla="*/ 5558183 h 6856730"/>
                <a:gd name="connsiteX2362" fmla="*/ 1812985 w 3050875"/>
                <a:gd name="connsiteY2362" fmla="*/ 5560340 h 6856730"/>
                <a:gd name="connsiteX2363" fmla="*/ 1602357 w 3050875"/>
                <a:gd name="connsiteY2363" fmla="*/ 5561059 h 6856730"/>
                <a:gd name="connsiteX2364" fmla="*/ 1596606 w 3050875"/>
                <a:gd name="connsiteY2364" fmla="*/ 5561059 h 6856730"/>
                <a:gd name="connsiteX2365" fmla="*/ 1600200 w 3050875"/>
                <a:gd name="connsiteY2365" fmla="*/ 5512895 h 6856730"/>
                <a:gd name="connsiteX2366" fmla="*/ 1587261 w 3050875"/>
                <a:gd name="connsiteY2366" fmla="*/ 5483421 h 6856730"/>
                <a:gd name="connsiteX2367" fmla="*/ 1584385 w 3050875"/>
                <a:gd name="connsiteY2367" fmla="*/ 5466887 h 6856730"/>
                <a:gd name="connsiteX2368" fmla="*/ 1574321 w 3050875"/>
                <a:gd name="connsiteY2368" fmla="*/ 5371278 h 6856730"/>
                <a:gd name="connsiteX2369" fmla="*/ 1527595 w 3050875"/>
                <a:gd name="connsiteY2369" fmla="*/ 5377748 h 6856730"/>
                <a:gd name="connsiteX2370" fmla="*/ 1525438 w 3050875"/>
                <a:gd name="connsiteY2370" fmla="*/ 5522959 h 6856730"/>
                <a:gd name="connsiteX2371" fmla="*/ 1521125 w 3050875"/>
                <a:gd name="connsiteY2371" fmla="*/ 5560340 h 6856730"/>
                <a:gd name="connsiteX2372" fmla="*/ 1391729 w 3050875"/>
                <a:gd name="connsiteY2372" fmla="*/ 5560340 h 6856730"/>
                <a:gd name="connsiteX2373" fmla="*/ 1201229 w 3050875"/>
                <a:gd name="connsiteY2373" fmla="*/ 5570404 h 6856730"/>
                <a:gd name="connsiteX2374" fmla="*/ 1203385 w 3050875"/>
                <a:gd name="connsiteY2374" fmla="*/ 5509300 h 6856730"/>
                <a:gd name="connsiteX2375" fmla="*/ 1205542 w 3050875"/>
                <a:gd name="connsiteY2375" fmla="*/ 5328864 h 6856730"/>
                <a:gd name="connsiteX2376" fmla="*/ 1580791 w 3050875"/>
                <a:gd name="connsiteY2376" fmla="*/ 5336772 h 6856730"/>
                <a:gd name="connsiteX2377" fmla="*/ 1818736 w 3050875"/>
                <a:gd name="connsiteY2377" fmla="*/ 5341085 h 6856730"/>
                <a:gd name="connsiteX2378" fmla="*/ 1835270 w 3050875"/>
                <a:gd name="connsiteY2378" fmla="*/ 5345399 h 6856730"/>
                <a:gd name="connsiteX2379" fmla="*/ 1847491 w 3050875"/>
                <a:gd name="connsiteY2379" fmla="*/ 5341085 h 6856730"/>
                <a:gd name="connsiteX2380" fmla="*/ 1889904 w 3050875"/>
                <a:gd name="connsiteY2380" fmla="*/ 5340366 h 6856730"/>
                <a:gd name="connsiteX2381" fmla="*/ 1943819 w 3050875"/>
                <a:gd name="connsiteY2381" fmla="*/ 5359057 h 6856730"/>
                <a:gd name="connsiteX2382" fmla="*/ 1953165 w 3050875"/>
                <a:gd name="connsiteY2382" fmla="*/ 5349712 h 6856730"/>
                <a:gd name="connsiteX2383" fmla="*/ 1955321 w 3050875"/>
                <a:gd name="connsiteY2383" fmla="*/ 5337491 h 6856730"/>
                <a:gd name="connsiteX2384" fmla="*/ 1969698 w 3050875"/>
                <a:gd name="connsiteY2384" fmla="*/ 5336772 h 6856730"/>
                <a:gd name="connsiteX2385" fmla="*/ 2078247 w 3050875"/>
                <a:gd name="connsiteY2385" fmla="*/ 5439570 h 6856730"/>
                <a:gd name="connsiteX2386" fmla="*/ 2161636 w 3050875"/>
                <a:gd name="connsiteY2386" fmla="*/ 5517927 h 6856730"/>
                <a:gd name="connsiteX2387" fmla="*/ 2163074 w 3050875"/>
                <a:gd name="connsiteY2387" fmla="*/ 5545244 h 6856730"/>
                <a:gd name="connsiteX2388" fmla="*/ 2163793 w 3050875"/>
                <a:gd name="connsiteY2388" fmla="*/ 5558902 h 6856730"/>
                <a:gd name="connsiteX2389" fmla="*/ 1968979 w 3050875"/>
                <a:gd name="connsiteY2389" fmla="*/ 5375591 h 6856730"/>
                <a:gd name="connsiteX2390" fmla="*/ 1956040 w 3050875"/>
                <a:gd name="connsiteY2390" fmla="*/ 5388531 h 6856730"/>
                <a:gd name="connsiteX2391" fmla="*/ 2165231 w 3050875"/>
                <a:gd name="connsiteY2391" fmla="*/ 5602034 h 6856730"/>
                <a:gd name="connsiteX2392" fmla="*/ 2165231 w 3050875"/>
                <a:gd name="connsiteY2392" fmla="*/ 5603472 h 6856730"/>
                <a:gd name="connsiteX2393" fmla="*/ 2167387 w 3050875"/>
                <a:gd name="connsiteY2393" fmla="*/ 5659544 h 6856730"/>
                <a:gd name="connsiteX2394" fmla="*/ 2130006 w 3050875"/>
                <a:gd name="connsiteY2394" fmla="*/ 5628632 h 6856730"/>
                <a:gd name="connsiteX2395" fmla="*/ 1963229 w 3050875"/>
                <a:gd name="connsiteY2395" fmla="*/ 5488453 h 6856730"/>
                <a:gd name="connsiteX2396" fmla="*/ 1964666 w 3050875"/>
                <a:gd name="connsiteY2396" fmla="*/ 5497798 h 6856730"/>
                <a:gd name="connsiteX2397" fmla="*/ 1964666 w 3050875"/>
                <a:gd name="connsiteY2397" fmla="*/ 5499955 h 6856730"/>
                <a:gd name="connsiteX2398" fmla="*/ 2104846 w 3050875"/>
                <a:gd name="connsiteY2398" fmla="*/ 5632946 h 6856730"/>
                <a:gd name="connsiteX2399" fmla="*/ 2138632 w 3050875"/>
                <a:gd name="connsiteY2399" fmla="*/ 5665295 h 6856730"/>
                <a:gd name="connsiteX2400" fmla="*/ 2060276 w 3050875"/>
                <a:gd name="connsiteY2400" fmla="*/ 5635821 h 6856730"/>
                <a:gd name="connsiteX2401" fmla="*/ 2002766 w 3050875"/>
                <a:gd name="connsiteY2401" fmla="*/ 5586219 h 6856730"/>
                <a:gd name="connsiteX2402" fmla="*/ 2009955 w 3050875"/>
                <a:gd name="connsiteY2402" fmla="*/ 5585500 h 6856730"/>
                <a:gd name="connsiteX2403" fmla="*/ 2009955 w 3050875"/>
                <a:gd name="connsiteY2403" fmla="*/ 5562496 h 6856730"/>
                <a:gd name="connsiteX2404" fmla="*/ 1970417 w 3050875"/>
                <a:gd name="connsiteY2404" fmla="*/ 5558902 h 6856730"/>
                <a:gd name="connsiteX2405" fmla="*/ 1953883 w 3050875"/>
                <a:gd name="connsiteY2405" fmla="*/ 5544525 h 6856730"/>
                <a:gd name="connsiteX2406" fmla="*/ 1952446 w 3050875"/>
                <a:gd name="connsiteY2406" fmla="*/ 5543806 h 6856730"/>
                <a:gd name="connsiteX2407" fmla="*/ 1946695 w 3050875"/>
                <a:gd name="connsiteY2407" fmla="*/ 5549557 h 6856730"/>
                <a:gd name="connsiteX2408" fmla="*/ 1948132 w 3050875"/>
                <a:gd name="connsiteY2408" fmla="*/ 5550995 h 6856730"/>
                <a:gd name="connsiteX2409" fmla="*/ 1956040 w 3050875"/>
                <a:gd name="connsiteY2409" fmla="*/ 5558183 h 6856730"/>
                <a:gd name="connsiteX2410" fmla="*/ 1919378 w 3050875"/>
                <a:gd name="connsiteY2410" fmla="*/ 5557465 h 6856730"/>
                <a:gd name="connsiteX2411" fmla="*/ 1965385 w 3050875"/>
                <a:gd name="connsiteY2411" fmla="*/ 5638697 h 6856730"/>
                <a:gd name="connsiteX2412" fmla="*/ 1965385 w 3050875"/>
                <a:gd name="connsiteY2412" fmla="*/ 5638697 h 6856730"/>
                <a:gd name="connsiteX2413" fmla="*/ 1964666 w 3050875"/>
                <a:gd name="connsiteY2413" fmla="*/ 5637259 h 6856730"/>
                <a:gd name="connsiteX2414" fmla="*/ 2023613 w 3050875"/>
                <a:gd name="connsiteY2414" fmla="*/ 5671764 h 6856730"/>
                <a:gd name="connsiteX2415" fmla="*/ 2127130 w 3050875"/>
                <a:gd name="connsiteY2415" fmla="*/ 5717772 h 6856730"/>
                <a:gd name="connsiteX2416" fmla="*/ 2051649 w 3050875"/>
                <a:gd name="connsiteY2416" fmla="*/ 5716334 h 6856730"/>
                <a:gd name="connsiteX2417" fmla="*/ 1965385 w 3050875"/>
                <a:gd name="connsiteY2417" fmla="*/ 5638697 h 6856730"/>
                <a:gd name="connsiteX2418" fmla="*/ 2024332 w 3050875"/>
                <a:gd name="connsiteY2418" fmla="*/ 5709146 h 6856730"/>
                <a:gd name="connsiteX2419" fmla="*/ 1968261 w 3050875"/>
                <a:gd name="connsiteY2419" fmla="*/ 5684704 h 6856730"/>
                <a:gd name="connsiteX2420" fmla="*/ 1968261 w 3050875"/>
                <a:gd name="connsiteY2420" fmla="*/ 5684704 h 6856730"/>
                <a:gd name="connsiteX2421" fmla="*/ 1967542 w 3050875"/>
                <a:gd name="connsiteY2421" fmla="*/ 5684704 h 6856730"/>
                <a:gd name="connsiteX2422" fmla="*/ 1967542 w 3050875"/>
                <a:gd name="connsiteY2422" fmla="*/ 5682547 h 6856730"/>
                <a:gd name="connsiteX2423" fmla="*/ 1965385 w 3050875"/>
                <a:gd name="connsiteY2423" fmla="*/ 5645885 h 6856730"/>
                <a:gd name="connsiteX2424" fmla="*/ 2024332 w 3050875"/>
                <a:gd name="connsiteY2424" fmla="*/ 5709146 h 6856730"/>
                <a:gd name="connsiteX2425" fmla="*/ 1975449 w 3050875"/>
                <a:gd name="connsiteY2425" fmla="*/ 5589095 h 6856730"/>
                <a:gd name="connsiteX2426" fmla="*/ 1990546 w 3050875"/>
                <a:gd name="connsiteY2426" fmla="*/ 5587657 h 6856730"/>
                <a:gd name="connsiteX2427" fmla="*/ 2022176 w 3050875"/>
                <a:gd name="connsiteY2427" fmla="*/ 5616411 h 6856730"/>
                <a:gd name="connsiteX2428" fmla="*/ 1975449 w 3050875"/>
                <a:gd name="connsiteY2428" fmla="*/ 5589095 h 6856730"/>
                <a:gd name="connsiteX2429" fmla="*/ 1835270 w 3050875"/>
                <a:gd name="connsiteY2429" fmla="*/ 5875204 h 6856730"/>
                <a:gd name="connsiteX2430" fmla="*/ 1848210 w 3050875"/>
                <a:gd name="connsiteY2430" fmla="*/ 5801161 h 6856730"/>
                <a:gd name="connsiteX2431" fmla="*/ 1866900 w 3050875"/>
                <a:gd name="connsiteY2431" fmla="*/ 5801161 h 6856730"/>
                <a:gd name="connsiteX2432" fmla="*/ 1866900 w 3050875"/>
                <a:gd name="connsiteY2432" fmla="*/ 5806193 h 6856730"/>
                <a:gd name="connsiteX2433" fmla="*/ 1861149 w 3050875"/>
                <a:gd name="connsiteY2433" fmla="*/ 5890300 h 6856730"/>
                <a:gd name="connsiteX2434" fmla="*/ 1832395 w 3050875"/>
                <a:gd name="connsiteY2434" fmla="*/ 5896770 h 6856730"/>
                <a:gd name="connsiteX2435" fmla="*/ 1835270 w 3050875"/>
                <a:gd name="connsiteY2435" fmla="*/ 5875204 h 6856730"/>
                <a:gd name="connsiteX2436" fmla="*/ 1830238 w 3050875"/>
                <a:gd name="connsiteY2436" fmla="*/ 5912585 h 6856730"/>
                <a:gd name="connsiteX2437" fmla="*/ 1860430 w 3050875"/>
                <a:gd name="connsiteY2437" fmla="*/ 5906834 h 6856730"/>
                <a:gd name="connsiteX2438" fmla="*/ 1860430 w 3050875"/>
                <a:gd name="connsiteY2438" fmla="*/ 5918336 h 6856730"/>
                <a:gd name="connsiteX2439" fmla="*/ 1828800 w 3050875"/>
                <a:gd name="connsiteY2439" fmla="*/ 5920493 h 6856730"/>
                <a:gd name="connsiteX2440" fmla="*/ 1830238 w 3050875"/>
                <a:gd name="connsiteY2440" fmla="*/ 5912585 h 6856730"/>
                <a:gd name="connsiteX2441" fmla="*/ 1827362 w 3050875"/>
                <a:gd name="connsiteY2441" fmla="*/ 5927682 h 6856730"/>
                <a:gd name="connsiteX2442" fmla="*/ 1843178 w 3050875"/>
                <a:gd name="connsiteY2442" fmla="*/ 5926963 h 6856730"/>
                <a:gd name="connsiteX2443" fmla="*/ 1835270 w 3050875"/>
                <a:gd name="connsiteY2443" fmla="*/ 5929119 h 6856730"/>
                <a:gd name="connsiteX2444" fmla="*/ 1827362 w 3050875"/>
                <a:gd name="connsiteY2444" fmla="*/ 5929838 h 6856730"/>
                <a:gd name="connsiteX2445" fmla="*/ 1827362 w 3050875"/>
                <a:gd name="connsiteY2445" fmla="*/ 5927682 h 6856730"/>
                <a:gd name="connsiteX2446" fmla="*/ 1779198 w 3050875"/>
                <a:gd name="connsiteY2446" fmla="*/ 5846449 h 6856730"/>
                <a:gd name="connsiteX2447" fmla="*/ 1789262 w 3050875"/>
                <a:gd name="connsiteY2447" fmla="*/ 5801161 h 6856730"/>
                <a:gd name="connsiteX2448" fmla="*/ 1795013 w 3050875"/>
                <a:gd name="connsiteY2448" fmla="*/ 5801161 h 6856730"/>
                <a:gd name="connsiteX2449" fmla="*/ 1792138 w 3050875"/>
                <a:gd name="connsiteY2449" fmla="*/ 5853638 h 6856730"/>
                <a:gd name="connsiteX2450" fmla="*/ 1785668 w 3050875"/>
                <a:gd name="connsiteY2450" fmla="*/ 5922649 h 6856730"/>
                <a:gd name="connsiteX2451" fmla="*/ 1774885 w 3050875"/>
                <a:gd name="connsiteY2451" fmla="*/ 5923368 h 6856730"/>
                <a:gd name="connsiteX2452" fmla="*/ 1772729 w 3050875"/>
                <a:gd name="connsiteY2452" fmla="*/ 5929838 h 6856730"/>
                <a:gd name="connsiteX2453" fmla="*/ 1774885 w 3050875"/>
                <a:gd name="connsiteY2453" fmla="*/ 5930557 h 6856730"/>
                <a:gd name="connsiteX2454" fmla="*/ 1769853 w 3050875"/>
                <a:gd name="connsiteY2454" fmla="*/ 5935589 h 6856730"/>
                <a:gd name="connsiteX2455" fmla="*/ 1734629 w 3050875"/>
                <a:gd name="connsiteY2455" fmla="*/ 5935589 h 6856730"/>
                <a:gd name="connsiteX2456" fmla="*/ 1779198 w 3050875"/>
                <a:gd name="connsiteY2456" fmla="*/ 5846449 h 6856730"/>
                <a:gd name="connsiteX2457" fmla="*/ 1785668 w 3050875"/>
                <a:gd name="connsiteY2457" fmla="*/ 5935589 h 6856730"/>
                <a:gd name="connsiteX2458" fmla="*/ 1785668 w 3050875"/>
                <a:gd name="connsiteY2458" fmla="*/ 5935589 h 6856730"/>
                <a:gd name="connsiteX2459" fmla="*/ 1784230 w 3050875"/>
                <a:gd name="connsiteY2459" fmla="*/ 5936308 h 6856730"/>
                <a:gd name="connsiteX2460" fmla="*/ 1773447 w 3050875"/>
                <a:gd name="connsiteY2460" fmla="*/ 5936308 h 6856730"/>
                <a:gd name="connsiteX2461" fmla="*/ 1777042 w 3050875"/>
                <a:gd name="connsiteY2461" fmla="*/ 5931995 h 6856730"/>
                <a:gd name="connsiteX2462" fmla="*/ 1777042 w 3050875"/>
                <a:gd name="connsiteY2462" fmla="*/ 5931995 h 6856730"/>
                <a:gd name="connsiteX2463" fmla="*/ 1785668 w 3050875"/>
                <a:gd name="connsiteY2463" fmla="*/ 5935589 h 6856730"/>
                <a:gd name="connsiteX2464" fmla="*/ 1667055 w 3050875"/>
                <a:gd name="connsiteY2464" fmla="*/ 5846449 h 6856730"/>
                <a:gd name="connsiteX2465" fmla="*/ 1682870 w 3050875"/>
                <a:gd name="connsiteY2465" fmla="*/ 5800442 h 6856730"/>
                <a:gd name="connsiteX2466" fmla="*/ 1736066 w 3050875"/>
                <a:gd name="connsiteY2466" fmla="*/ 5800442 h 6856730"/>
                <a:gd name="connsiteX2467" fmla="*/ 1733910 w 3050875"/>
                <a:gd name="connsiteY2467" fmla="*/ 5819851 h 6856730"/>
                <a:gd name="connsiteX2468" fmla="*/ 1704436 w 3050875"/>
                <a:gd name="connsiteY2468" fmla="*/ 5936308 h 6856730"/>
                <a:gd name="connsiteX2469" fmla="*/ 1648364 w 3050875"/>
                <a:gd name="connsiteY2469" fmla="*/ 5936308 h 6856730"/>
                <a:gd name="connsiteX2470" fmla="*/ 1667055 w 3050875"/>
                <a:gd name="connsiteY2470" fmla="*/ 5846449 h 6856730"/>
                <a:gd name="connsiteX2471" fmla="*/ 1596606 w 3050875"/>
                <a:gd name="connsiteY2471" fmla="*/ 5860827 h 6856730"/>
                <a:gd name="connsiteX2472" fmla="*/ 1613140 w 3050875"/>
                <a:gd name="connsiteY2472" fmla="*/ 5800442 h 6856730"/>
                <a:gd name="connsiteX2473" fmla="*/ 1630393 w 3050875"/>
                <a:gd name="connsiteY2473" fmla="*/ 5800442 h 6856730"/>
                <a:gd name="connsiteX2474" fmla="*/ 1621766 w 3050875"/>
                <a:gd name="connsiteY2474" fmla="*/ 5833510 h 6856730"/>
                <a:gd name="connsiteX2475" fmla="*/ 1611702 w 3050875"/>
                <a:gd name="connsiteY2475" fmla="*/ 5937027 h 6856730"/>
                <a:gd name="connsiteX2476" fmla="*/ 1577915 w 3050875"/>
                <a:gd name="connsiteY2476" fmla="*/ 5937027 h 6856730"/>
                <a:gd name="connsiteX2477" fmla="*/ 1596606 w 3050875"/>
                <a:gd name="connsiteY2477" fmla="*/ 5860827 h 6856730"/>
                <a:gd name="connsiteX2478" fmla="*/ 1529032 w 3050875"/>
                <a:gd name="connsiteY2478" fmla="*/ 5799723 h 6856730"/>
                <a:gd name="connsiteX2479" fmla="*/ 1555630 w 3050875"/>
                <a:gd name="connsiteY2479" fmla="*/ 5799723 h 6856730"/>
                <a:gd name="connsiteX2480" fmla="*/ 1559225 w 3050875"/>
                <a:gd name="connsiteY2480" fmla="*/ 5799723 h 6856730"/>
                <a:gd name="connsiteX2481" fmla="*/ 1552755 w 3050875"/>
                <a:gd name="connsiteY2481" fmla="*/ 5831353 h 6856730"/>
                <a:gd name="connsiteX2482" fmla="*/ 1531908 w 3050875"/>
                <a:gd name="connsiteY2482" fmla="*/ 5924806 h 6856730"/>
                <a:gd name="connsiteX2483" fmla="*/ 1529032 w 3050875"/>
                <a:gd name="connsiteY2483" fmla="*/ 5937027 h 6856730"/>
                <a:gd name="connsiteX2484" fmla="*/ 1481587 w 3050875"/>
                <a:gd name="connsiteY2484" fmla="*/ 5937746 h 6856730"/>
                <a:gd name="connsiteX2485" fmla="*/ 1511061 w 3050875"/>
                <a:gd name="connsiteY2485" fmla="*/ 5850044 h 6856730"/>
                <a:gd name="connsiteX2486" fmla="*/ 1529032 w 3050875"/>
                <a:gd name="connsiteY2486" fmla="*/ 5799723 h 6856730"/>
                <a:gd name="connsiteX2487" fmla="*/ 896428 w 3050875"/>
                <a:gd name="connsiteY2487" fmla="*/ 6750066 h 6856730"/>
                <a:gd name="connsiteX2488" fmla="*/ 869111 w 3050875"/>
                <a:gd name="connsiteY2488" fmla="*/ 6724906 h 6856730"/>
                <a:gd name="connsiteX2489" fmla="*/ 845389 w 3050875"/>
                <a:gd name="connsiteY2489" fmla="*/ 6748628 h 6856730"/>
                <a:gd name="connsiteX2490" fmla="*/ 861204 w 3050875"/>
                <a:gd name="connsiteY2490" fmla="*/ 6763725 h 6856730"/>
                <a:gd name="connsiteX2491" fmla="*/ 822385 w 3050875"/>
                <a:gd name="connsiteY2491" fmla="*/ 6763006 h 6856730"/>
                <a:gd name="connsiteX2492" fmla="*/ 813040 w 3050875"/>
                <a:gd name="connsiteY2492" fmla="*/ 6760849 h 6856730"/>
                <a:gd name="connsiteX2493" fmla="*/ 813040 w 3050875"/>
                <a:gd name="connsiteY2493" fmla="*/ 6670991 h 6856730"/>
                <a:gd name="connsiteX2494" fmla="*/ 896428 w 3050875"/>
                <a:gd name="connsiteY2494" fmla="*/ 6729938 h 6856730"/>
                <a:gd name="connsiteX2495" fmla="*/ 896428 w 3050875"/>
                <a:gd name="connsiteY2495" fmla="*/ 6750066 h 6856730"/>
                <a:gd name="connsiteX2496" fmla="*/ 896428 w 3050875"/>
                <a:gd name="connsiteY2496" fmla="*/ 6696870 h 6856730"/>
                <a:gd name="connsiteX2497" fmla="*/ 883489 w 3050875"/>
                <a:gd name="connsiteY2497" fmla="*/ 6687525 h 6856730"/>
                <a:gd name="connsiteX2498" fmla="*/ 814477 w 3050875"/>
                <a:gd name="connsiteY2498" fmla="*/ 6639361 h 6856730"/>
                <a:gd name="connsiteX2499" fmla="*/ 813040 w 3050875"/>
                <a:gd name="connsiteY2499" fmla="*/ 6638642 h 6856730"/>
                <a:gd name="connsiteX2500" fmla="*/ 813040 w 3050875"/>
                <a:gd name="connsiteY2500" fmla="*/ 6584008 h 6856730"/>
                <a:gd name="connsiteX2501" fmla="*/ 883489 w 3050875"/>
                <a:gd name="connsiteY2501" fmla="*/ 6612044 h 6856730"/>
                <a:gd name="connsiteX2502" fmla="*/ 895710 w 3050875"/>
                <a:gd name="connsiteY2502" fmla="*/ 6619232 h 6856730"/>
                <a:gd name="connsiteX2503" fmla="*/ 895710 w 3050875"/>
                <a:gd name="connsiteY2503" fmla="*/ 6696870 h 6856730"/>
                <a:gd name="connsiteX2504" fmla="*/ 896428 w 3050875"/>
                <a:gd name="connsiteY2504" fmla="*/ 6517153 h 6856730"/>
                <a:gd name="connsiteX2505" fmla="*/ 825979 w 3050875"/>
                <a:gd name="connsiteY2505" fmla="*/ 6471146 h 6856730"/>
                <a:gd name="connsiteX2506" fmla="*/ 822385 w 3050875"/>
                <a:gd name="connsiteY2506" fmla="*/ 6476178 h 6856730"/>
                <a:gd name="connsiteX2507" fmla="*/ 897147 w 3050875"/>
                <a:gd name="connsiteY2507" fmla="*/ 6546627 h 6856730"/>
                <a:gd name="connsiteX2508" fmla="*/ 897147 w 3050875"/>
                <a:gd name="connsiteY2508" fmla="*/ 6591197 h 6856730"/>
                <a:gd name="connsiteX2509" fmla="*/ 813759 w 3050875"/>
                <a:gd name="connsiteY2509" fmla="*/ 6561723 h 6856730"/>
                <a:gd name="connsiteX2510" fmla="*/ 813759 w 3050875"/>
                <a:gd name="connsiteY2510" fmla="*/ 6415074 h 6856730"/>
                <a:gd name="connsiteX2511" fmla="*/ 897147 w 3050875"/>
                <a:gd name="connsiteY2511" fmla="*/ 6489117 h 6856730"/>
                <a:gd name="connsiteX2512" fmla="*/ 897147 w 3050875"/>
                <a:gd name="connsiteY2512" fmla="*/ 6517153 h 6856730"/>
                <a:gd name="connsiteX2513" fmla="*/ 964002 w 3050875"/>
                <a:gd name="connsiteY2513" fmla="*/ 6029761 h 6856730"/>
                <a:gd name="connsiteX2514" fmla="*/ 964002 w 3050875"/>
                <a:gd name="connsiteY2514" fmla="*/ 6026885 h 6856730"/>
                <a:gd name="connsiteX2515" fmla="*/ 971191 w 3050875"/>
                <a:gd name="connsiteY2515" fmla="*/ 6015383 h 6856730"/>
                <a:gd name="connsiteX2516" fmla="*/ 1002102 w 3050875"/>
                <a:gd name="connsiteY2516" fmla="*/ 6027604 h 6856730"/>
                <a:gd name="connsiteX2517" fmla="*/ 964002 w 3050875"/>
                <a:gd name="connsiteY2517" fmla="*/ 6029761 h 6856730"/>
                <a:gd name="connsiteX2518" fmla="*/ 887802 w 3050875"/>
                <a:gd name="connsiteY2518" fmla="*/ 5941340 h 6856730"/>
                <a:gd name="connsiteX2519" fmla="*/ 895710 w 3050875"/>
                <a:gd name="connsiteY2519" fmla="*/ 5966500 h 6856730"/>
                <a:gd name="connsiteX2520" fmla="*/ 895710 w 3050875"/>
                <a:gd name="connsiteY2520" fmla="*/ 6461800 h 6856730"/>
                <a:gd name="connsiteX2521" fmla="*/ 812321 w 3050875"/>
                <a:gd name="connsiteY2521" fmla="*/ 6392070 h 6856730"/>
                <a:gd name="connsiteX2522" fmla="*/ 812321 w 3050875"/>
                <a:gd name="connsiteY2522" fmla="*/ 5966500 h 6856730"/>
                <a:gd name="connsiteX2523" fmla="*/ 848264 w 3050875"/>
                <a:gd name="connsiteY2523" fmla="*/ 5926244 h 6856730"/>
                <a:gd name="connsiteX2524" fmla="*/ 842513 w 3050875"/>
                <a:gd name="connsiteY2524" fmla="*/ 5924087 h 6856730"/>
                <a:gd name="connsiteX2525" fmla="*/ 864798 w 3050875"/>
                <a:gd name="connsiteY2525" fmla="*/ 5885987 h 6856730"/>
                <a:gd name="connsiteX2526" fmla="*/ 905774 w 3050875"/>
                <a:gd name="connsiteY2526" fmla="*/ 5901802 h 6856730"/>
                <a:gd name="connsiteX2527" fmla="*/ 926621 w 3050875"/>
                <a:gd name="connsiteY2527" fmla="*/ 5870172 h 6856730"/>
                <a:gd name="connsiteX2528" fmla="*/ 999945 w 3050875"/>
                <a:gd name="connsiteY2528" fmla="*/ 5804036 h 6856730"/>
                <a:gd name="connsiteX2529" fmla="*/ 1004259 w 3050875"/>
                <a:gd name="connsiteY2529" fmla="*/ 5794691 h 6856730"/>
                <a:gd name="connsiteX2530" fmla="*/ 1311215 w 3050875"/>
                <a:gd name="connsiteY2530" fmla="*/ 5797566 h 6856730"/>
                <a:gd name="connsiteX2531" fmla="*/ 1304745 w 3050875"/>
                <a:gd name="connsiteY2531" fmla="*/ 5814100 h 6856730"/>
                <a:gd name="connsiteX2532" fmla="*/ 1286774 w 3050875"/>
                <a:gd name="connsiteY2532" fmla="*/ 5857232 h 6856730"/>
                <a:gd name="connsiteX2533" fmla="*/ 1278866 w 3050875"/>
                <a:gd name="connsiteY2533" fmla="*/ 5878798 h 6856730"/>
                <a:gd name="connsiteX2534" fmla="*/ 1246517 w 3050875"/>
                <a:gd name="connsiteY2534" fmla="*/ 5879517 h 6856730"/>
                <a:gd name="connsiteX2535" fmla="*/ 1243642 w 3050875"/>
                <a:gd name="connsiteY2535" fmla="*/ 5890300 h 6856730"/>
                <a:gd name="connsiteX2536" fmla="*/ 1279585 w 3050875"/>
                <a:gd name="connsiteY2536" fmla="*/ 5898208 h 6856730"/>
                <a:gd name="connsiteX2537" fmla="*/ 1286774 w 3050875"/>
                <a:gd name="connsiteY2537" fmla="*/ 5895333 h 6856730"/>
                <a:gd name="connsiteX2538" fmla="*/ 1332781 w 3050875"/>
                <a:gd name="connsiteY2538" fmla="*/ 5813381 h 6856730"/>
                <a:gd name="connsiteX2539" fmla="*/ 1340689 w 3050875"/>
                <a:gd name="connsiteY2539" fmla="*/ 5797566 h 6856730"/>
                <a:gd name="connsiteX2540" fmla="*/ 1399636 w 3050875"/>
                <a:gd name="connsiteY2540" fmla="*/ 5798285 h 6856730"/>
                <a:gd name="connsiteX2541" fmla="*/ 1370881 w 3050875"/>
                <a:gd name="connsiteY2541" fmla="*/ 5865140 h 6856730"/>
                <a:gd name="connsiteX2542" fmla="*/ 1364412 w 3050875"/>
                <a:gd name="connsiteY2542" fmla="*/ 5909710 h 6856730"/>
                <a:gd name="connsiteX2543" fmla="*/ 1366568 w 3050875"/>
                <a:gd name="connsiteY2543" fmla="*/ 5911147 h 6856730"/>
                <a:gd name="connsiteX2544" fmla="*/ 1401074 w 3050875"/>
                <a:gd name="connsiteY2544" fmla="*/ 5888863 h 6856730"/>
                <a:gd name="connsiteX2545" fmla="*/ 1438455 w 3050875"/>
                <a:gd name="connsiteY2545" fmla="*/ 5825602 h 6856730"/>
                <a:gd name="connsiteX2546" fmla="*/ 1451395 w 3050875"/>
                <a:gd name="connsiteY2546" fmla="*/ 5799004 h 6856730"/>
                <a:gd name="connsiteX2547" fmla="*/ 1484462 w 3050875"/>
                <a:gd name="connsiteY2547" fmla="*/ 5799004 h 6856730"/>
                <a:gd name="connsiteX2548" fmla="*/ 1477993 w 3050875"/>
                <a:gd name="connsiteY2548" fmla="*/ 5824883 h 6856730"/>
                <a:gd name="connsiteX2549" fmla="*/ 1451395 w 3050875"/>
                <a:gd name="connsiteY2549" fmla="*/ 5938465 h 6856730"/>
                <a:gd name="connsiteX2550" fmla="*/ 1235015 w 3050875"/>
                <a:gd name="connsiteY2550" fmla="*/ 5942059 h 6856730"/>
                <a:gd name="connsiteX2551" fmla="*/ 1024387 w 3050875"/>
                <a:gd name="connsiteY2551" fmla="*/ 5919055 h 6856730"/>
                <a:gd name="connsiteX2552" fmla="*/ 1019355 w 3050875"/>
                <a:gd name="connsiteY2552" fmla="*/ 5916899 h 6856730"/>
                <a:gd name="connsiteX2553" fmla="*/ 907930 w 3050875"/>
                <a:gd name="connsiteY2553" fmla="*/ 5901802 h 6856730"/>
                <a:gd name="connsiteX2554" fmla="*/ 1214887 w 3050875"/>
                <a:gd name="connsiteY2554" fmla="*/ 5955717 h 6856730"/>
                <a:gd name="connsiteX2555" fmla="*/ 1448519 w 3050875"/>
                <a:gd name="connsiteY2555" fmla="*/ 5972251 h 6856730"/>
                <a:gd name="connsiteX2556" fmla="*/ 1448519 w 3050875"/>
                <a:gd name="connsiteY2556" fmla="*/ 5980878 h 6856730"/>
                <a:gd name="connsiteX2557" fmla="*/ 1457145 w 3050875"/>
                <a:gd name="connsiteY2557" fmla="*/ 5983034 h 6856730"/>
                <a:gd name="connsiteX2558" fmla="*/ 1463615 w 3050875"/>
                <a:gd name="connsiteY2558" fmla="*/ 5972970 h 6856730"/>
                <a:gd name="connsiteX2559" fmla="*/ 1525438 w 3050875"/>
                <a:gd name="connsiteY2559" fmla="*/ 5975127 h 6856730"/>
                <a:gd name="connsiteX2560" fmla="*/ 1531908 w 3050875"/>
                <a:gd name="connsiteY2560" fmla="*/ 5995255 h 6856730"/>
                <a:gd name="connsiteX2561" fmla="*/ 1539096 w 3050875"/>
                <a:gd name="connsiteY2561" fmla="*/ 5997411 h 6856730"/>
                <a:gd name="connsiteX2562" fmla="*/ 1559225 w 3050875"/>
                <a:gd name="connsiteY2562" fmla="*/ 5976565 h 6856730"/>
                <a:gd name="connsiteX2563" fmla="*/ 1692215 w 3050875"/>
                <a:gd name="connsiteY2563" fmla="*/ 5975845 h 6856730"/>
                <a:gd name="connsiteX2564" fmla="*/ 1699404 w 3050875"/>
                <a:gd name="connsiteY2564" fmla="*/ 5975845 h 6856730"/>
                <a:gd name="connsiteX2565" fmla="*/ 1699404 w 3050875"/>
                <a:gd name="connsiteY2565" fmla="*/ 5975845 h 6856730"/>
                <a:gd name="connsiteX2566" fmla="*/ 1776323 w 3050875"/>
                <a:gd name="connsiteY2566" fmla="*/ 5972251 h 6856730"/>
                <a:gd name="connsiteX2567" fmla="*/ 1777042 w 3050875"/>
                <a:gd name="connsiteY2567" fmla="*/ 5973689 h 6856730"/>
                <a:gd name="connsiteX2568" fmla="*/ 1789262 w 3050875"/>
                <a:gd name="connsiteY2568" fmla="*/ 5994536 h 6856730"/>
                <a:gd name="connsiteX2569" fmla="*/ 1789262 w 3050875"/>
                <a:gd name="connsiteY2569" fmla="*/ 5995255 h 6856730"/>
                <a:gd name="connsiteX2570" fmla="*/ 1789262 w 3050875"/>
                <a:gd name="connsiteY2570" fmla="*/ 5995255 h 6856730"/>
                <a:gd name="connsiteX2571" fmla="*/ 1789981 w 3050875"/>
                <a:gd name="connsiteY2571" fmla="*/ 5997411 h 6856730"/>
                <a:gd name="connsiteX2572" fmla="*/ 1806515 w 3050875"/>
                <a:gd name="connsiteY2572" fmla="*/ 5997411 h 6856730"/>
                <a:gd name="connsiteX2573" fmla="*/ 1817298 w 3050875"/>
                <a:gd name="connsiteY2573" fmla="*/ 5968657 h 6856730"/>
                <a:gd name="connsiteX2574" fmla="*/ 1852523 w 3050875"/>
                <a:gd name="connsiteY2574" fmla="*/ 5965062 h 6856730"/>
                <a:gd name="connsiteX2575" fmla="*/ 1860430 w 3050875"/>
                <a:gd name="connsiteY2575" fmla="*/ 5964344 h 6856730"/>
                <a:gd name="connsiteX2576" fmla="*/ 1860430 w 3050875"/>
                <a:gd name="connsiteY2576" fmla="*/ 5967938 h 6856730"/>
                <a:gd name="connsiteX2577" fmla="*/ 1894936 w 3050875"/>
                <a:gd name="connsiteY2577" fmla="*/ 5972251 h 6856730"/>
                <a:gd name="connsiteX2578" fmla="*/ 1904281 w 3050875"/>
                <a:gd name="connsiteY2578" fmla="*/ 5926244 h 6856730"/>
                <a:gd name="connsiteX2579" fmla="*/ 1905000 w 3050875"/>
                <a:gd name="connsiteY2579" fmla="*/ 5926244 h 6856730"/>
                <a:gd name="connsiteX2580" fmla="*/ 1914345 w 3050875"/>
                <a:gd name="connsiteY2580" fmla="*/ 5903959 h 6856730"/>
                <a:gd name="connsiteX2581" fmla="*/ 1912908 w 3050875"/>
                <a:gd name="connsiteY2581" fmla="*/ 5896051 h 6856730"/>
                <a:gd name="connsiteX2582" fmla="*/ 1919378 w 3050875"/>
                <a:gd name="connsiteY2582" fmla="*/ 5898927 h 6856730"/>
                <a:gd name="connsiteX2583" fmla="*/ 1926566 w 3050875"/>
                <a:gd name="connsiteY2583" fmla="*/ 5894613 h 6856730"/>
                <a:gd name="connsiteX2584" fmla="*/ 1921534 w 3050875"/>
                <a:gd name="connsiteY2584" fmla="*/ 5891019 h 6856730"/>
                <a:gd name="connsiteX2585" fmla="*/ 1917940 w 3050875"/>
                <a:gd name="connsiteY2585" fmla="*/ 5882393 h 6856730"/>
                <a:gd name="connsiteX2586" fmla="*/ 1910032 w 3050875"/>
                <a:gd name="connsiteY2586" fmla="*/ 5883112 h 6856730"/>
                <a:gd name="connsiteX2587" fmla="*/ 1915064 w 3050875"/>
                <a:gd name="connsiteY2587" fmla="*/ 5839261 h 6856730"/>
                <a:gd name="connsiteX2588" fmla="*/ 1920815 w 3050875"/>
                <a:gd name="connsiteY2588" fmla="*/ 5801880 h 6856730"/>
                <a:gd name="connsiteX2589" fmla="*/ 1924410 w 3050875"/>
                <a:gd name="connsiteY2589" fmla="*/ 5801880 h 6856730"/>
                <a:gd name="connsiteX2590" fmla="*/ 1924410 w 3050875"/>
                <a:gd name="connsiteY2590" fmla="*/ 5807631 h 6856730"/>
                <a:gd name="connsiteX2591" fmla="*/ 1928723 w 3050875"/>
                <a:gd name="connsiteY2591" fmla="*/ 5893895 h 6856730"/>
                <a:gd name="connsiteX2592" fmla="*/ 1929442 w 3050875"/>
                <a:gd name="connsiteY2592" fmla="*/ 5893895 h 6856730"/>
                <a:gd name="connsiteX2593" fmla="*/ 1928004 w 3050875"/>
                <a:gd name="connsiteY2593" fmla="*/ 5906834 h 6856730"/>
                <a:gd name="connsiteX2594" fmla="*/ 1958196 w 3050875"/>
                <a:gd name="connsiteY2594" fmla="*/ 5925525 h 6856730"/>
                <a:gd name="connsiteX2595" fmla="*/ 1960353 w 3050875"/>
                <a:gd name="connsiteY2595" fmla="*/ 5937746 h 6856730"/>
                <a:gd name="connsiteX2596" fmla="*/ 2009236 w 3050875"/>
                <a:gd name="connsiteY2596" fmla="*/ 5931276 h 6856730"/>
                <a:gd name="connsiteX2597" fmla="*/ 2009955 w 3050875"/>
                <a:gd name="connsiteY2597" fmla="*/ 5921930 h 6856730"/>
                <a:gd name="connsiteX2598" fmla="*/ 2022895 w 3050875"/>
                <a:gd name="connsiteY2598" fmla="*/ 5931995 h 6856730"/>
                <a:gd name="connsiteX2599" fmla="*/ 2025770 w 3050875"/>
                <a:gd name="connsiteY2599" fmla="*/ 5930557 h 6856730"/>
                <a:gd name="connsiteX2600" fmla="*/ 2027208 w 3050875"/>
                <a:gd name="connsiteY2600" fmla="*/ 5933432 h 6856730"/>
                <a:gd name="connsiteX2601" fmla="*/ 2040147 w 3050875"/>
                <a:gd name="connsiteY2601" fmla="*/ 5929838 h 6856730"/>
                <a:gd name="connsiteX2602" fmla="*/ 2040147 w 3050875"/>
                <a:gd name="connsiteY2602" fmla="*/ 5925525 h 6856730"/>
                <a:gd name="connsiteX2603" fmla="*/ 2043023 w 3050875"/>
                <a:gd name="connsiteY2603" fmla="*/ 5924806 h 6856730"/>
                <a:gd name="connsiteX2604" fmla="*/ 2040147 w 3050875"/>
                <a:gd name="connsiteY2604" fmla="*/ 5923368 h 6856730"/>
                <a:gd name="connsiteX2605" fmla="*/ 2041585 w 3050875"/>
                <a:gd name="connsiteY2605" fmla="*/ 5886706 h 6856730"/>
                <a:gd name="connsiteX2606" fmla="*/ 2069621 w 3050875"/>
                <a:gd name="connsiteY2606" fmla="*/ 5914023 h 6856730"/>
                <a:gd name="connsiteX2607" fmla="*/ 2078247 w 3050875"/>
                <a:gd name="connsiteY2607" fmla="*/ 5909710 h 6856730"/>
                <a:gd name="connsiteX2608" fmla="*/ 2061713 w 3050875"/>
                <a:gd name="connsiteY2608" fmla="*/ 5892457 h 6856730"/>
                <a:gd name="connsiteX2609" fmla="*/ 2069621 w 3050875"/>
                <a:gd name="connsiteY2609" fmla="*/ 5893895 h 6856730"/>
                <a:gd name="connsiteX2610" fmla="*/ 2092625 w 3050875"/>
                <a:gd name="connsiteY2610" fmla="*/ 5878080 h 6856730"/>
                <a:gd name="connsiteX2611" fmla="*/ 2124974 w 3050875"/>
                <a:gd name="connsiteY2611" fmla="*/ 5911147 h 6856730"/>
                <a:gd name="connsiteX2612" fmla="*/ 2184640 w 3050875"/>
                <a:gd name="connsiteY2612" fmla="*/ 5963625 h 6856730"/>
                <a:gd name="connsiteX2613" fmla="*/ 2191829 w 3050875"/>
                <a:gd name="connsiteY2613" fmla="*/ 5956436 h 6856730"/>
                <a:gd name="connsiteX2614" fmla="*/ 2099814 w 3050875"/>
                <a:gd name="connsiteY2614" fmla="*/ 5853638 h 6856730"/>
                <a:gd name="connsiteX2615" fmla="*/ 2071059 w 3050875"/>
                <a:gd name="connsiteY2615" fmla="*/ 5836385 h 6856730"/>
                <a:gd name="connsiteX2616" fmla="*/ 2065308 w 3050875"/>
                <a:gd name="connsiteY2616" fmla="*/ 5838542 h 6856730"/>
                <a:gd name="connsiteX2617" fmla="*/ 2035834 w 3050875"/>
                <a:gd name="connsiteY2617" fmla="*/ 5814100 h 6856730"/>
                <a:gd name="connsiteX2618" fmla="*/ 2033678 w 3050875"/>
                <a:gd name="connsiteY2618" fmla="*/ 5800442 h 6856730"/>
                <a:gd name="connsiteX2619" fmla="*/ 2060995 w 3050875"/>
                <a:gd name="connsiteY2619" fmla="*/ 5799723 h 6856730"/>
                <a:gd name="connsiteX2620" fmla="*/ 2061713 w 3050875"/>
                <a:gd name="connsiteY2620" fmla="*/ 5800442 h 6856730"/>
                <a:gd name="connsiteX2621" fmla="*/ 2110597 w 3050875"/>
                <a:gd name="connsiteY2621" fmla="*/ 5845731 h 6856730"/>
                <a:gd name="connsiteX2622" fmla="*/ 2176732 w 3050875"/>
                <a:gd name="connsiteY2622" fmla="*/ 5908991 h 6856730"/>
                <a:gd name="connsiteX2623" fmla="*/ 2176732 w 3050875"/>
                <a:gd name="connsiteY2623" fmla="*/ 5913304 h 6856730"/>
                <a:gd name="connsiteX2624" fmla="*/ 2265153 w 3050875"/>
                <a:gd name="connsiteY2624" fmla="*/ 5966500 h 6856730"/>
                <a:gd name="connsiteX2625" fmla="*/ 2342791 w 3050875"/>
                <a:gd name="connsiteY2625" fmla="*/ 6031198 h 6856730"/>
                <a:gd name="connsiteX2626" fmla="*/ 2349980 w 3050875"/>
                <a:gd name="connsiteY2626" fmla="*/ 6021853 h 6856730"/>
                <a:gd name="connsiteX2627" fmla="*/ 2291751 w 3050875"/>
                <a:gd name="connsiteY2627" fmla="*/ 5955717 h 6856730"/>
                <a:gd name="connsiteX2628" fmla="*/ 2293908 w 3050875"/>
                <a:gd name="connsiteY2628" fmla="*/ 5947091 h 6856730"/>
                <a:gd name="connsiteX2629" fmla="*/ 2303253 w 3050875"/>
                <a:gd name="connsiteY2629" fmla="*/ 5922649 h 6856730"/>
                <a:gd name="connsiteX2630" fmla="*/ 2326976 w 3050875"/>
                <a:gd name="connsiteY2630" fmla="*/ 5965782 h 6856730"/>
                <a:gd name="connsiteX2631" fmla="*/ 2424742 w 3050875"/>
                <a:gd name="connsiteY2631" fmla="*/ 6060672 h 6856730"/>
                <a:gd name="connsiteX2632" fmla="*/ 2387361 w 3050875"/>
                <a:gd name="connsiteY2632" fmla="*/ 6054921 h 6856730"/>
                <a:gd name="connsiteX2633" fmla="*/ 2225615 w 3050875"/>
                <a:gd name="connsiteY2633" fmla="*/ 5994536 h 6856730"/>
                <a:gd name="connsiteX2634" fmla="*/ 2203331 w 3050875"/>
                <a:gd name="connsiteY2634" fmla="*/ 6015383 h 6856730"/>
                <a:gd name="connsiteX2635" fmla="*/ 2178889 w 3050875"/>
                <a:gd name="connsiteY2635" fmla="*/ 6015383 h 6856730"/>
                <a:gd name="connsiteX2636" fmla="*/ 2156604 w 3050875"/>
                <a:gd name="connsiteY2636" fmla="*/ 5993098 h 6856730"/>
                <a:gd name="connsiteX2637" fmla="*/ 2178889 w 3050875"/>
                <a:gd name="connsiteY2637" fmla="*/ 5970814 h 6856730"/>
                <a:gd name="connsiteX2638" fmla="*/ 2188953 w 3050875"/>
                <a:gd name="connsiteY2638" fmla="*/ 5970814 h 6856730"/>
                <a:gd name="connsiteX2639" fmla="*/ 2151572 w 3050875"/>
                <a:gd name="connsiteY2639" fmla="*/ 5948529 h 6856730"/>
                <a:gd name="connsiteX2640" fmla="*/ 2126412 w 3050875"/>
                <a:gd name="connsiteY2640" fmla="*/ 5937027 h 6856730"/>
                <a:gd name="connsiteX2641" fmla="*/ 2127849 w 3050875"/>
                <a:gd name="connsiteY2641" fmla="*/ 5944216 h 6856730"/>
                <a:gd name="connsiteX2642" fmla="*/ 2088312 w 3050875"/>
                <a:gd name="connsiteY2642" fmla="*/ 5955717 h 6856730"/>
                <a:gd name="connsiteX2643" fmla="*/ 1987670 w 3050875"/>
                <a:gd name="connsiteY2643" fmla="*/ 5988785 h 6856730"/>
                <a:gd name="connsiteX2644" fmla="*/ 1987670 w 3050875"/>
                <a:gd name="connsiteY2644" fmla="*/ 6026885 h 6856730"/>
                <a:gd name="connsiteX2645" fmla="*/ 2063151 w 3050875"/>
                <a:gd name="connsiteY2645" fmla="*/ 6027604 h 6856730"/>
                <a:gd name="connsiteX2646" fmla="*/ 2096938 w 3050875"/>
                <a:gd name="connsiteY2646" fmla="*/ 6027604 h 6856730"/>
                <a:gd name="connsiteX2647" fmla="*/ 2127849 w 3050875"/>
                <a:gd name="connsiteY2647" fmla="*/ 6035512 h 6856730"/>
                <a:gd name="connsiteX2648" fmla="*/ 2083279 w 3050875"/>
                <a:gd name="connsiteY2648" fmla="*/ 6031198 h 6856730"/>
                <a:gd name="connsiteX2649" fmla="*/ 1987670 w 3050875"/>
                <a:gd name="connsiteY2649" fmla="*/ 6027604 h 6856730"/>
                <a:gd name="connsiteX2650" fmla="*/ 1987670 w 3050875"/>
                <a:gd name="connsiteY2650" fmla="*/ 6521466 h 6856730"/>
                <a:gd name="connsiteX2651" fmla="*/ 1904281 w 3050875"/>
                <a:gd name="connsiteY2651" fmla="*/ 6451017 h 6856730"/>
                <a:gd name="connsiteX2652" fmla="*/ 1904281 w 3050875"/>
                <a:gd name="connsiteY2652" fmla="*/ 6057797 h 6856730"/>
                <a:gd name="connsiteX2653" fmla="*/ 1897093 w 3050875"/>
                <a:gd name="connsiteY2653" fmla="*/ 6058515 h 6856730"/>
                <a:gd name="connsiteX2654" fmla="*/ 1855398 w 3050875"/>
                <a:gd name="connsiteY2654" fmla="*/ 6016821 h 6856730"/>
                <a:gd name="connsiteX2655" fmla="*/ 1855398 w 3050875"/>
                <a:gd name="connsiteY2655" fmla="*/ 6009632 h 6856730"/>
                <a:gd name="connsiteX2656" fmla="*/ 1517530 w 3050875"/>
                <a:gd name="connsiteY2656" fmla="*/ 6021134 h 6856730"/>
                <a:gd name="connsiteX2657" fmla="*/ 1174630 w 3050875"/>
                <a:gd name="connsiteY2657" fmla="*/ 5997411 h 6856730"/>
                <a:gd name="connsiteX2658" fmla="*/ 887802 w 3050875"/>
                <a:gd name="connsiteY2658" fmla="*/ 5941340 h 6856730"/>
                <a:gd name="connsiteX2659" fmla="*/ 2046617 w 3050875"/>
                <a:gd name="connsiteY2659" fmla="*/ 5873047 h 6856730"/>
                <a:gd name="connsiteX2660" fmla="*/ 2044461 w 3050875"/>
                <a:gd name="connsiteY2660" fmla="*/ 5870891 h 6856730"/>
                <a:gd name="connsiteX2661" fmla="*/ 2043023 w 3050875"/>
                <a:gd name="connsiteY2661" fmla="*/ 5849325 h 6856730"/>
                <a:gd name="connsiteX2662" fmla="*/ 2040866 w 3050875"/>
                <a:gd name="connsiteY2662" fmla="*/ 5836385 h 6856730"/>
                <a:gd name="connsiteX2663" fmla="*/ 2051649 w 3050875"/>
                <a:gd name="connsiteY2663" fmla="*/ 5850044 h 6856730"/>
                <a:gd name="connsiteX2664" fmla="*/ 2049493 w 3050875"/>
                <a:gd name="connsiteY2664" fmla="*/ 5854357 h 6856730"/>
                <a:gd name="connsiteX2665" fmla="*/ 2046617 w 3050875"/>
                <a:gd name="connsiteY2665" fmla="*/ 5873047 h 6856730"/>
                <a:gd name="connsiteX2666" fmla="*/ 2039429 w 3050875"/>
                <a:gd name="connsiteY2666" fmla="*/ 5828478 h 6856730"/>
                <a:gd name="connsiteX2667" fmla="*/ 2038710 w 3050875"/>
                <a:gd name="connsiteY2667" fmla="*/ 5826321 h 6856730"/>
                <a:gd name="connsiteX2668" fmla="*/ 2057400 w 3050875"/>
                <a:gd name="connsiteY2668" fmla="*/ 5842136 h 6856730"/>
                <a:gd name="connsiteX2669" fmla="*/ 2053087 w 3050875"/>
                <a:gd name="connsiteY2669" fmla="*/ 5847168 h 6856730"/>
                <a:gd name="connsiteX2670" fmla="*/ 2039429 w 3050875"/>
                <a:gd name="connsiteY2670" fmla="*/ 5828478 h 6856730"/>
                <a:gd name="connsiteX2671" fmla="*/ 1329906 w 3050875"/>
                <a:gd name="connsiteY2671" fmla="*/ 6744315 h 6856730"/>
                <a:gd name="connsiteX2672" fmla="*/ 1280304 w 3050875"/>
                <a:gd name="connsiteY2672" fmla="*/ 6744315 h 6856730"/>
                <a:gd name="connsiteX2673" fmla="*/ 1280304 w 3050875"/>
                <a:gd name="connsiteY2673" fmla="*/ 6691838 h 6856730"/>
                <a:gd name="connsiteX2674" fmla="*/ 1328468 w 3050875"/>
                <a:gd name="connsiteY2674" fmla="*/ 6728500 h 6856730"/>
                <a:gd name="connsiteX2675" fmla="*/ 1329906 w 3050875"/>
                <a:gd name="connsiteY2675" fmla="*/ 6729938 h 6856730"/>
                <a:gd name="connsiteX2676" fmla="*/ 1329906 w 3050875"/>
                <a:gd name="connsiteY2676" fmla="*/ 6744315 h 6856730"/>
                <a:gd name="connsiteX2677" fmla="*/ 1329906 w 3050875"/>
                <a:gd name="connsiteY2677" fmla="*/ 6667396 h 6856730"/>
                <a:gd name="connsiteX2678" fmla="*/ 1314091 w 3050875"/>
                <a:gd name="connsiteY2678" fmla="*/ 6645830 h 6856730"/>
                <a:gd name="connsiteX2679" fmla="*/ 1329906 w 3050875"/>
                <a:gd name="connsiteY2679" fmla="*/ 6660927 h 6856730"/>
                <a:gd name="connsiteX2680" fmla="*/ 1329906 w 3050875"/>
                <a:gd name="connsiteY2680" fmla="*/ 6667396 h 6856730"/>
                <a:gd name="connsiteX2681" fmla="*/ 1329906 w 3050875"/>
                <a:gd name="connsiteY2681" fmla="*/ 6599823 h 6856730"/>
                <a:gd name="connsiteX2682" fmla="*/ 1280304 w 3050875"/>
                <a:gd name="connsiteY2682" fmla="*/ 6553815 h 6856730"/>
                <a:gd name="connsiteX2683" fmla="*/ 1280304 w 3050875"/>
                <a:gd name="connsiteY2683" fmla="*/ 6517153 h 6856730"/>
                <a:gd name="connsiteX2684" fmla="*/ 1324874 w 3050875"/>
                <a:gd name="connsiteY2684" fmla="*/ 6584727 h 6856730"/>
                <a:gd name="connsiteX2685" fmla="*/ 1329906 w 3050875"/>
                <a:gd name="connsiteY2685" fmla="*/ 6593353 h 6856730"/>
                <a:gd name="connsiteX2686" fmla="*/ 1329906 w 3050875"/>
                <a:gd name="connsiteY2686" fmla="*/ 6599823 h 6856730"/>
                <a:gd name="connsiteX2687" fmla="*/ 1333500 w 3050875"/>
                <a:gd name="connsiteY2687" fmla="*/ 6211634 h 6856730"/>
                <a:gd name="connsiteX2688" fmla="*/ 1329906 w 3050875"/>
                <a:gd name="connsiteY2688" fmla="*/ 6210915 h 6856730"/>
                <a:gd name="connsiteX2689" fmla="*/ 1329906 w 3050875"/>
                <a:gd name="connsiteY2689" fmla="*/ 6492712 h 6856730"/>
                <a:gd name="connsiteX2690" fmla="*/ 1322717 w 3050875"/>
                <a:gd name="connsiteY2690" fmla="*/ 6482647 h 6856730"/>
                <a:gd name="connsiteX2691" fmla="*/ 1280304 w 3050875"/>
                <a:gd name="connsiteY2691" fmla="*/ 6444547 h 6856730"/>
                <a:gd name="connsiteX2692" fmla="*/ 1280304 w 3050875"/>
                <a:gd name="connsiteY2692" fmla="*/ 6200851 h 6856730"/>
                <a:gd name="connsiteX2693" fmla="*/ 1311215 w 3050875"/>
                <a:gd name="connsiteY2693" fmla="*/ 6177848 h 6856730"/>
                <a:gd name="connsiteX2694" fmla="*/ 1331344 w 3050875"/>
                <a:gd name="connsiteY2694" fmla="*/ 6162032 h 6856730"/>
                <a:gd name="connsiteX2695" fmla="*/ 1375913 w 3050875"/>
                <a:gd name="connsiteY2695" fmla="*/ 6211634 h 6856730"/>
                <a:gd name="connsiteX2696" fmla="*/ 1333500 w 3050875"/>
                <a:gd name="connsiteY2696" fmla="*/ 6211634 h 6856730"/>
                <a:gd name="connsiteX2697" fmla="*/ 1380946 w 3050875"/>
                <a:gd name="connsiteY2697" fmla="*/ 6169221 h 6856730"/>
                <a:gd name="connsiteX2698" fmla="*/ 1395323 w 3050875"/>
                <a:gd name="connsiteY2698" fmla="*/ 6162032 h 6856730"/>
                <a:gd name="connsiteX2699" fmla="*/ 1457145 w 3050875"/>
                <a:gd name="connsiteY2699" fmla="*/ 6162032 h 6856730"/>
                <a:gd name="connsiteX2700" fmla="*/ 1459302 w 3050875"/>
                <a:gd name="connsiteY2700" fmla="*/ 6192225 h 6856730"/>
                <a:gd name="connsiteX2701" fmla="*/ 1492370 w 3050875"/>
                <a:gd name="connsiteY2701" fmla="*/ 6211634 h 6856730"/>
                <a:gd name="connsiteX2702" fmla="*/ 1437017 w 3050875"/>
                <a:gd name="connsiteY2702" fmla="*/ 6211634 h 6856730"/>
                <a:gd name="connsiteX2703" fmla="*/ 1380946 w 3050875"/>
                <a:gd name="connsiteY2703" fmla="*/ 6169221 h 685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Lst>
              <a:rect l="l" t="t" r="r" b="b"/>
              <a:pathLst>
                <a:path w="3050875" h="6856730">
                  <a:moveTo>
                    <a:pt x="3050876" y="6846395"/>
                  </a:moveTo>
                  <a:cubicBezTo>
                    <a:pt x="3022840" y="6828423"/>
                    <a:pt x="2995523" y="6809014"/>
                    <a:pt x="2968925" y="6788166"/>
                  </a:cubicBezTo>
                  <a:cubicBezTo>
                    <a:pt x="2956704" y="6780978"/>
                    <a:pt x="2944483" y="6773070"/>
                    <a:pt x="2932263" y="6765163"/>
                  </a:cubicBezTo>
                  <a:cubicBezTo>
                    <a:pt x="2903508" y="6765881"/>
                    <a:pt x="2875472" y="6766600"/>
                    <a:pt x="2847436" y="6766600"/>
                  </a:cubicBezTo>
                  <a:cubicBezTo>
                    <a:pt x="2767642" y="6766600"/>
                    <a:pt x="2688566" y="6766600"/>
                    <a:pt x="2608772" y="6766600"/>
                  </a:cubicBezTo>
                  <a:cubicBezTo>
                    <a:pt x="2597270" y="6762287"/>
                    <a:pt x="2585049" y="6757974"/>
                    <a:pt x="2574266" y="6753661"/>
                  </a:cubicBezTo>
                  <a:cubicBezTo>
                    <a:pt x="2540480" y="6740721"/>
                    <a:pt x="2531853" y="6685368"/>
                    <a:pt x="2573548" y="6676023"/>
                  </a:cubicBezTo>
                  <a:cubicBezTo>
                    <a:pt x="2573548" y="6675304"/>
                    <a:pt x="2574266" y="6675304"/>
                    <a:pt x="2574266" y="6674585"/>
                  </a:cubicBezTo>
                  <a:cubicBezTo>
                    <a:pt x="2562765" y="6675304"/>
                    <a:pt x="2550544" y="6668116"/>
                    <a:pt x="2550544" y="6653019"/>
                  </a:cubicBezTo>
                  <a:lnTo>
                    <a:pt x="2550544" y="6321621"/>
                  </a:lnTo>
                  <a:cubicBezTo>
                    <a:pt x="2550544" y="6311557"/>
                    <a:pt x="2555576" y="6305806"/>
                    <a:pt x="2561327" y="6302212"/>
                  </a:cubicBezTo>
                  <a:cubicBezTo>
                    <a:pt x="2562046" y="6298617"/>
                    <a:pt x="2562765" y="6295023"/>
                    <a:pt x="2563483" y="6290710"/>
                  </a:cubicBezTo>
                  <a:cubicBezTo>
                    <a:pt x="2566359" y="6275613"/>
                    <a:pt x="2579298" y="6272019"/>
                    <a:pt x="2590081" y="6276333"/>
                  </a:cubicBezTo>
                  <a:cubicBezTo>
                    <a:pt x="2595833" y="6274176"/>
                    <a:pt x="2603021" y="6274176"/>
                    <a:pt x="2608053" y="6277051"/>
                  </a:cubicBezTo>
                  <a:cubicBezTo>
                    <a:pt x="2609491" y="6269144"/>
                    <a:pt x="2610210" y="6261955"/>
                    <a:pt x="2612366" y="6254047"/>
                  </a:cubicBezTo>
                  <a:cubicBezTo>
                    <a:pt x="2613085" y="6251891"/>
                    <a:pt x="2613804" y="6250453"/>
                    <a:pt x="2614523" y="6249015"/>
                  </a:cubicBezTo>
                  <a:cubicBezTo>
                    <a:pt x="2614523" y="6243264"/>
                    <a:pt x="2613804" y="6237514"/>
                    <a:pt x="2613804" y="6231763"/>
                  </a:cubicBezTo>
                  <a:cubicBezTo>
                    <a:pt x="2616680" y="6231044"/>
                    <a:pt x="2619555" y="6231044"/>
                    <a:pt x="2622431" y="6230325"/>
                  </a:cubicBezTo>
                  <a:cubicBezTo>
                    <a:pt x="2649029" y="6225293"/>
                    <a:pt x="2659093" y="6204446"/>
                    <a:pt x="2656217" y="6182880"/>
                  </a:cubicBezTo>
                  <a:cubicBezTo>
                    <a:pt x="2658374" y="6162032"/>
                    <a:pt x="2649029" y="6140466"/>
                    <a:pt x="2622431" y="6135434"/>
                  </a:cubicBezTo>
                  <a:cubicBezTo>
                    <a:pt x="2618836" y="6134716"/>
                    <a:pt x="2614523" y="6133996"/>
                    <a:pt x="2610929" y="6133278"/>
                  </a:cubicBezTo>
                  <a:cubicBezTo>
                    <a:pt x="2610929" y="6123932"/>
                    <a:pt x="2610929" y="6113868"/>
                    <a:pt x="2610210" y="6104523"/>
                  </a:cubicBezTo>
                  <a:cubicBezTo>
                    <a:pt x="2640402" y="6103804"/>
                    <a:pt x="2670595" y="6102366"/>
                    <a:pt x="2700068" y="6098772"/>
                  </a:cubicBezTo>
                  <a:cubicBezTo>
                    <a:pt x="2749670" y="6093740"/>
                    <a:pt x="2802866" y="6086551"/>
                    <a:pt x="2846717" y="6059953"/>
                  </a:cubicBezTo>
                  <a:cubicBezTo>
                    <a:pt x="2856782" y="6054202"/>
                    <a:pt x="2860376" y="6044138"/>
                    <a:pt x="2858938" y="6034793"/>
                  </a:cubicBezTo>
                  <a:cubicBezTo>
                    <a:pt x="2858938" y="6034793"/>
                    <a:pt x="2858938" y="6034793"/>
                    <a:pt x="2859657" y="6034793"/>
                  </a:cubicBezTo>
                  <a:cubicBezTo>
                    <a:pt x="2874753" y="6034793"/>
                    <a:pt x="2889849" y="6034793"/>
                    <a:pt x="2904946" y="6035512"/>
                  </a:cubicBezTo>
                  <a:cubicBezTo>
                    <a:pt x="2916448" y="6035512"/>
                    <a:pt x="2925793" y="6025448"/>
                    <a:pt x="2925793" y="6013946"/>
                  </a:cubicBezTo>
                  <a:cubicBezTo>
                    <a:pt x="2925793" y="6011789"/>
                    <a:pt x="2925793" y="6010351"/>
                    <a:pt x="2925793" y="6008194"/>
                  </a:cubicBezTo>
                  <a:cubicBezTo>
                    <a:pt x="2925793" y="6008194"/>
                    <a:pt x="2926512" y="6008194"/>
                    <a:pt x="2926512" y="6008194"/>
                  </a:cubicBezTo>
                  <a:cubicBezTo>
                    <a:pt x="2938014" y="6009632"/>
                    <a:pt x="2947359" y="5998849"/>
                    <a:pt x="2950953" y="5988785"/>
                  </a:cubicBezTo>
                  <a:cubicBezTo>
                    <a:pt x="2950953" y="5988066"/>
                    <a:pt x="2951672" y="5988066"/>
                    <a:pt x="2951672" y="5987348"/>
                  </a:cubicBezTo>
                  <a:cubicBezTo>
                    <a:pt x="2954548" y="5978721"/>
                    <a:pt x="2951672" y="5965782"/>
                    <a:pt x="2944483" y="5960031"/>
                  </a:cubicBezTo>
                  <a:cubicBezTo>
                    <a:pt x="2935138" y="5951404"/>
                    <a:pt x="2925793" y="5948529"/>
                    <a:pt x="2916448" y="5949248"/>
                  </a:cubicBezTo>
                  <a:cubicBezTo>
                    <a:pt x="2894163" y="5944216"/>
                    <a:pt x="2868283" y="5945653"/>
                    <a:pt x="2845280" y="5946372"/>
                  </a:cubicBezTo>
                  <a:cubicBezTo>
                    <a:pt x="2845280" y="5942059"/>
                    <a:pt x="2845280" y="5937746"/>
                    <a:pt x="2843842" y="5933432"/>
                  </a:cubicBezTo>
                  <a:cubicBezTo>
                    <a:pt x="2842404" y="5929119"/>
                    <a:pt x="2838810" y="5925525"/>
                    <a:pt x="2833778" y="5925525"/>
                  </a:cubicBezTo>
                  <a:cubicBezTo>
                    <a:pt x="2819401" y="5926963"/>
                    <a:pt x="2810774" y="5935589"/>
                    <a:pt x="2797834" y="5942778"/>
                  </a:cubicBezTo>
                  <a:cubicBezTo>
                    <a:pt x="2796397" y="5943496"/>
                    <a:pt x="2794240" y="5944216"/>
                    <a:pt x="2792802" y="5945653"/>
                  </a:cubicBezTo>
                  <a:cubicBezTo>
                    <a:pt x="2784895" y="5945653"/>
                    <a:pt x="2777706" y="5944934"/>
                    <a:pt x="2769798" y="5944934"/>
                  </a:cubicBezTo>
                  <a:cubicBezTo>
                    <a:pt x="2748232" y="5931276"/>
                    <a:pt x="2720916" y="5930557"/>
                    <a:pt x="2695036" y="5929119"/>
                  </a:cubicBezTo>
                  <a:cubicBezTo>
                    <a:pt x="2741044" y="5924087"/>
                    <a:pt x="2785614" y="5910429"/>
                    <a:pt x="2823714" y="5885268"/>
                  </a:cubicBezTo>
                  <a:cubicBezTo>
                    <a:pt x="2831621" y="5880236"/>
                    <a:pt x="2825870" y="5869453"/>
                    <a:pt x="2817963" y="5870891"/>
                  </a:cubicBezTo>
                  <a:cubicBezTo>
                    <a:pt x="2725948" y="5885268"/>
                    <a:pt x="2639684" y="5894613"/>
                    <a:pt x="2546949" y="5873767"/>
                  </a:cubicBezTo>
                  <a:cubicBezTo>
                    <a:pt x="2502380" y="5863702"/>
                    <a:pt x="2459967" y="5845731"/>
                    <a:pt x="2419710" y="5822008"/>
                  </a:cubicBezTo>
                  <a:cubicBezTo>
                    <a:pt x="2401738" y="5811944"/>
                    <a:pt x="2385923" y="5799723"/>
                    <a:pt x="2370108" y="5786783"/>
                  </a:cubicBezTo>
                  <a:cubicBezTo>
                    <a:pt x="2415397" y="5783908"/>
                    <a:pt x="2461404" y="5780314"/>
                    <a:pt x="2506693" y="5775282"/>
                  </a:cubicBezTo>
                  <a:cubicBezTo>
                    <a:pt x="2531134" y="5772406"/>
                    <a:pt x="2531134" y="5738619"/>
                    <a:pt x="2506693" y="5736463"/>
                  </a:cubicBezTo>
                  <a:cubicBezTo>
                    <a:pt x="2457810" y="5731430"/>
                    <a:pt x="2408208" y="5727117"/>
                    <a:pt x="2359325" y="5724961"/>
                  </a:cubicBezTo>
                  <a:cubicBezTo>
                    <a:pt x="2357168" y="5721366"/>
                    <a:pt x="2353574" y="5718491"/>
                    <a:pt x="2347823" y="5718491"/>
                  </a:cubicBezTo>
                  <a:cubicBezTo>
                    <a:pt x="2337759" y="5717772"/>
                    <a:pt x="2329132" y="5719210"/>
                    <a:pt x="2321225" y="5722085"/>
                  </a:cubicBezTo>
                  <a:cubicBezTo>
                    <a:pt x="2314755" y="5660981"/>
                    <a:pt x="2309004" y="5600597"/>
                    <a:pt x="2302534" y="5539493"/>
                  </a:cubicBezTo>
                  <a:cubicBezTo>
                    <a:pt x="2296064" y="5476951"/>
                    <a:pt x="2289595" y="5413691"/>
                    <a:pt x="2283125" y="5351149"/>
                  </a:cubicBezTo>
                  <a:cubicBezTo>
                    <a:pt x="2293908" y="5350430"/>
                    <a:pt x="2303972" y="5347555"/>
                    <a:pt x="2312599" y="5343242"/>
                  </a:cubicBezTo>
                  <a:cubicBezTo>
                    <a:pt x="2322663" y="5337491"/>
                    <a:pt x="2323382" y="5323113"/>
                    <a:pt x="2316193" y="5315206"/>
                  </a:cubicBezTo>
                  <a:cubicBezTo>
                    <a:pt x="2306847" y="5305142"/>
                    <a:pt x="2296783" y="5300110"/>
                    <a:pt x="2286000" y="5296515"/>
                  </a:cubicBezTo>
                  <a:cubicBezTo>
                    <a:pt x="2291751" y="5287889"/>
                    <a:pt x="2296783" y="5279981"/>
                    <a:pt x="2302534" y="5271355"/>
                  </a:cubicBezTo>
                  <a:cubicBezTo>
                    <a:pt x="2352855" y="5196593"/>
                    <a:pt x="2401738" y="5121112"/>
                    <a:pt x="2446308" y="5043474"/>
                  </a:cubicBezTo>
                  <a:cubicBezTo>
                    <a:pt x="2438400" y="5038442"/>
                    <a:pt x="2432649" y="5029815"/>
                    <a:pt x="2431930" y="5019751"/>
                  </a:cubicBezTo>
                  <a:cubicBezTo>
                    <a:pt x="2429774" y="5021908"/>
                    <a:pt x="2426899" y="5023345"/>
                    <a:pt x="2423304" y="5024065"/>
                  </a:cubicBezTo>
                  <a:cubicBezTo>
                    <a:pt x="2394549" y="5033410"/>
                    <a:pt x="2357887" y="5042755"/>
                    <a:pt x="2323382" y="5042755"/>
                  </a:cubicBezTo>
                  <a:cubicBezTo>
                    <a:pt x="2305410" y="5016876"/>
                    <a:pt x="2275936" y="5001061"/>
                    <a:pt x="2240712" y="5003217"/>
                  </a:cubicBezTo>
                  <a:cubicBezTo>
                    <a:pt x="2239274" y="5003217"/>
                    <a:pt x="2238555" y="5003217"/>
                    <a:pt x="2237117" y="5003936"/>
                  </a:cubicBezTo>
                  <a:cubicBezTo>
                    <a:pt x="2233523" y="4997466"/>
                    <a:pt x="2230647" y="4990996"/>
                    <a:pt x="2229210" y="4984527"/>
                  </a:cubicBezTo>
                  <a:cubicBezTo>
                    <a:pt x="2228491" y="4983089"/>
                    <a:pt x="2227772" y="4980932"/>
                    <a:pt x="2227053" y="4978776"/>
                  </a:cubicBezTo>
                  <a:cubicBezTo>
                    <a:pt x="2219864" y="4954334"/>
                    <a:pt x="2211957" y="4929174"/>
                    <a:pt x="2204768" y="4904014"/>
                  </a:cubicBezTo>
                  <a:cubicBezTo>
                    <a:pt x="2171700" y="4816312"/>
                    <a:pt x="2153729" y="4722140"/>
                    <a:pt x="2152291" y="4627968"/>
                  </a:cubicBezTo>
                  <a:cubicBezTo>
                    <a:pt x="2152291" y="4614310"/>
                    <a:pt x="2164512" y="4604246"/>
                    <a:pt x="2176732" y="4602089"/>
                  </a:cubicBezTo>
                  <a:cubicBezTo>
                    <a:pt x="2176732" y="4597057"/>
                    <a:pt x="2178170" y="4592744"/>
                    <a:pt x="2180327" y="4589868"/>
                  </a:cubicBezTo>
                  <a:cubicBezTo>
                    <a:pt x="2179608" y="4566864"/>
                    <a:pt x="2178170" y="4543861"/>
                    <a:pt x="2176014" y="4520857"/>
                  </a:cubicBezTo>
                  <a:cubicBezTo>
                    <a:pt x="2184640" y="4517981"/>
                    <a:pt x="2193266" y="4513668"/>
                    <a:pt x="2201174" y="4509355"/>
                  </a:cubicBezTo>
                  <a:cubicBezTo>
                    <a:pt x="2201174" y="4503604"/>
                    <a:pt x="2201893" y="4497853"/>
                    <a:pt x="2204768" y="4492821"/>
                  </a:cubicBezTo>
                  <a:cubicBezTo>
                    <a:pt x="2204768" y="4492821"/>
                    <a:pt x="2205487" y="4492102"/>
                    <a:pt x="2205487" y="4492102"/>
                  </a:cubicBezTo>
                  <a:cubicBezTo>
                    <a:pt x="2201174" y="4483476"/>
                    <a:pt x="2201174" y="4472693"/>
                    <a:pt x="2209081" y="4463348"/>
                  </a:cubicBezTo>
                  <a:cubicBezTo>
                    <a:pt x="2214832" y="4456878"/>
                    <a:pt x="2220583" y="4449689"/>
                    <a:pt x="2226334" y="4443219"/>
                  </a:cubicBezTo>
                  <a:cubicBezTo>
                    <a:pt x="2239274" y="4411589"/>
                    <a:pt x="2256527" y="4382116"/>
                    <a:pt x="2277374" y="4355517"/>
                  </a:cubicBezTo>
                  <a:cubicBezTo>
                    <a:pt x="2301097" y="4313104"/>
                    <a:pt x="2327695" y="4273566"/>
                    <a:pt x="2360763" y="4237623"/>
                  </a:cubicBezTo>
                  <a:cubicBezTo>
                    <a:pt x="2360763" y="4237623"/>
                    <a:pt x="2360763" y="4237623"/>
                    <a:pt x="2360763" y="4237623"/>
                  </a:cubicBezTo>
                  <a:cubicBezTo>
                    <a:pt x="2329851" y="4251282"/>
                    <a:pt x="2297502" y="4261345"/>
                    <a:pt x="2265153" y="4262783"/>
                  </a:cubicBezTo>
                  <a:cubicBezTo>
                    <a:pt x="2202612" y="4264940"/>
                    <a:pt x="2160198" y="4228996"/>
                    <a:pt x="2131444" y="4175800"/>
                  </a:cubicBezTo>
                  <a:cubicBezTo>
                    <a:pt x="2122817" y="4159266"/>
                    <a:pt x="2132882" y="4144170"/>
                    <a:pt x="2145821" y="4139138"/>
                  </a:cubicBezTo>
                  <a:cubicBezTo>
                    <a:pt x="2144383" y="4136981"/>
                    <a:pt x="2141508" y="4134825"/>
                    <a:pt x="2139351" y="4131949"/>
                  </a:cubicBezTo>
                  <a:cubicBezTo>
                    <a:pt x="2137195" y="4129074"/>
                    <a:pt x="2132882" y="4127636"/>
                    <a:pt x="2129287" y="4126917"/>
                  </a:cubicBezTo>
                  <a:cubicBezTo>
                    <a:pt x="2127849" y="4118291"/>
                    <a:pt x="2127130" y="4109664"/>
                    <a:pt x="2125693" y="4101757"/>
                  </a:cubicBezTo>
                  <a:cubicBezTo>
                    <a:pt x="2119942" y="4025557"/>
                    <a:pt x="2114910" y="3948638"/>
                    <a:pt x="2109159" y="3872438"/>
                  </a:cubicBezTo>
                  <a:cubicBezTo>
                    <a:pt x="2104846" y="3812053"/>
                    <a:pt x="2100533" y="3752387"/>
                    <a:pt x="2096219" y="3692002"/>
                  </a:cubicBezTo>
                  <a:cubicBezTo>
                    <a:pt x="2112753" y="3670436"/>
                    <a:pt x="2126412" y="3645995"/>
                    <a:pt x="2140789" y="3622991"/>
                  </a:cubicBezTo>
                  <a:cubicBezTo>
                    <a:pt x="2158761" y="3594236"/>
                    <a:pt x="2177451" y="3565481"/>
                    <a:pt x="2193985" y="3536008"/>
                  </a:cubicBezTo>
                  <a:cubicBezTo>
                    <a:pt x="2200455" y="3525944"/>
                    <a:pt x="2206206" y="3516598"/>
                    <a:pt x="2211957" y="3505815"/>
                  </a:cubicBezTo>
                  <a:cubicBezTo>
                    <a:pt x="2213395" y="3503659"/>
                    <a:pt x="2213395" y="3500783"/>
                    <a:pt x="2213395" y="3498627"/>
                  </a:cubicBezTo>
                  <a:cubicBezTo>
                    <a:pt x="2214114" y="3497908"/>
                    <a:pt x="2214114" y="3496470"/>
                    <a:pt x="2214832" y="3495751"/>
                  </a:cubicBezTo>
                  <a:cubicBezTo>
                    <a:pt x="2214832" y="3495751"/>
                    <a:pt x="2214832" y="3495032"/>
                    <a:pt x="2215551" y="3495032"/>
                  </a:cubicBezTo>
                  <a:cubicBezTo>
                    <a:pt x="2188953" y="3500783"/>
                    <a:pt x="2160198" y="3499346"/>
                    <a:pt x="2136476" y="3483530"/>
                  </a:cubicBezTo>
                  <a:cubicBezTo>
                    <a:pt x="2127130" y="3477779"/>
                    <a:pt x="2119223" y="3470591"/>
                    <a:pt x="2112753" y="3463402"/>
                  </a:cubicBezTo>
                  <a:cubicBezTo>
                    <a:pt x="2084717" y="3441836"/>
                    <a:pt x="2067464" y="3409487"/>
                    <a:pt x="2066746" y="3366355"/>
                  </a:cubicBezTo>
                  <a:cubicBezTo>
                    <a:pt x="2066027" y="3347664"/>
                    <a:pt x="2082561" y="3339038"/>
                    <a:pt x="2096938" y="3341914"/>
                  </a:cubicBezTo>
                  <a:cubicBezTo>
                    <a:pt x="2098376" y="3340476"/>
                    <a:pt x="2099814" y="3339757"/>
                    <a:pt x="2101251" y="3338319"/>
                  </a:cubicBezTo>
                  <a:cubicBezTo>
                    <a:pt x="2105564" y="3333287"/>
                    <a:pt x="2106283" y="3326098"/>
                    <a:pt x="2101251" y="3321066"/>
                  </a:cubicBezTo>
                  <a:cubicBezTo>
                    <a:pt x="2093344" y="3312440"/>
                    <a:pt x="2081842" y="3308127"/>
                    <a:pt x="2070340" y="3305970"/>
                  </a:cubicBezTo>
                  <a:cubicBezTo>
                    <a:pt x="2066027" y="3239834"/>
                    <a:pt x="2060995" y="3173698"/>
                    <a:pt x="2056681" y="3107563"/>
                  </a:cubicBezTo>
                  <a:cubicBezTo>
                    <a:pt x="2073215" y="3117627"/>
                    <a:pt x="2091187" y="3125534"/>
                    <a:pt x="2109159" y="3125534"/>
                  </a:cubicBezTo>
                  <a:cubicBezTo>
                    <a:pt x="2117066" y="3125534"/>
                    <a:pt x="2122099" y="3116189"/>
                    <a:pt x="2118504" y="3109000"/>
                  </a:cubicBezTo>
                  <a:cubicBezTo>
                    <a:pt x="2104846" y="3085278"/>
                    <a:pt x="2078966" y="3071619"/>
                    <a:pt x="2058119" y="3055804"/>
                  </a:cubicBezTo>
                  <a:cubicBezTo>
                    <a:pt x="2056681" y="3054366"/>
                    <a:pt x="2055244" y="3053647"/>
                    <a:pt x="2053087" y="3052210"/>
                  </a:cubicBezTo>
                  <a:cubicBezTo>
                    <a:pt x="2050930" y="3021298"/>
                    <a:pt x="2048774" y="2991106"/>
                    <a:pt x="2046617" y="2960195"/>
                  </a:cubicBezTo>
                  <a:cubicBezTo>
                    <a:pt x="2047336" y="2960195"/>
                    <a:pt x="2048055" y="2960914"/>
                    <a:pt x="2048774" y="2960914"/>
                  </a:cubicBezTo>
                  <a:cubicBezTo>
                    <a:pt x="2058838" y="2965227"/>
                    <a:pt x="2065308" y="2952287"/>
                    <a:pt x="2061713" y="2943660"/>
                  </a:cubicBezTo>
                  <a:cubicBezTo>
                    <a:pt x="2061713" y="2943660"/>
                    <a:pt x="2061713" y="2942942"/>
                    <a:pt x="2060995" y="2942942"/>
                  </a:cubicBezTo>
                  <a:cubicBezTo>
                    <a:pt x="2041585" y="2944379"/>
                    <a:pt x="2019300" y="2929283"/>
                    <a:pt x="2025770" y="2904123"/>
                  </a:cubicBezTo>
                  <a:cubicBezTo>
                    <a:pt x="2035834" y="2865304"/>
                    <a:pt x="2053087" y="2831517"/>
                    <a:pt x="2075372" y="2799887"/>
                  </a:cubicBezTo>
                  <a:cubicBezTo>
                    <a:pt x="2090468" y="2772570"/>
                    <a:pt x="2111316" y="2747410"/>
                    <a:pt x="2119942" y="2735189"/>
                  </a:cubicBezTo>
                  <a:cubicBezTo>
                    <a:pt x="2151572" y="2691338"/>
                    <a:pt x="2185359" y="2648925"/>
                    <a:pt x="2219864" y="2606511"/>
                  </a:cubicBezTo>
                  <a:cubicBezTo>
                    <a:pt x="2159480" y="2602917"/>
                    <a:pt x="2098376" y="2600042"/>
                    <a:pt x="2037991" y="2599323"/>
                  </a:cubicBezTo>
                  <a:cubicBezTo>
                    <a:pt x="2032240" y="2590697"/>
                    <a:pt x="2027927" y="2582070"/>
                    <a:pt x="2021457" y="2574162"/>
                  </a:cubicBezTo>
                  <a:cubicBezTo>
                    <a:pt x="2018581" y="2533906"/>
                    <a:pt x="2016425" y="2492930"/>
                    <a:pt x="2013549" y="2452674"/>
                  </a:cubicBezTo>
                  <a:cubicBezTo>
                    <a:pt x="2025051" y="2460581"/>
                    <a:pt x="2037272" y="2468489"/>
                    <a:pt x="2049493" y="2474959"/>
                  </a:cubicBezTo>
                  <a:cubicBezTo>
                    <a:pt x="2055963" y="2478553"/>
                    <a:pt x="2065308" y="2470645"/>
                    <a:pt x="2060276" y="2464176"/>
                  </a:cubicBezTo>
                  <a:cubicBezTo>
                    <a:pt x="2045898" y="2444766"/>
                    <a:pt x="2029364" y="2427513"/>
                    <a:pt x="2011393" y="2410980"/>
                  </a:cubicBezTo>
                  <a:cubicBezTo>
                    <a:pt x="2009236" y="2380068"/>
                    <a:pt x="2007080" y="2349157"/>
                    <a:pt x="2005642" y="2318245"/>
                  </a:cubicBezTo>
                  <a:cubicBezTo>
                    <a:pt x="2002766" y="2275113"/>
                    <a:pt x="1999891" y="2231263"/>
                    <a:pt x="1997015" y="2188130"/>
                  </a:cubicBezTo>
                  <a:cubicBezTo>
                    <a:pt x="1997015" y="2186693"/>
                    <a:pt x="1997015" y="2185255"/>
                    <a:pt x="1997015" y="2183817"/>
                  </a:cubicBezTo>
                  <a:cubicBezTo>
                    <a:pt x="1995578" y="2160813"/>
                    <a:pt x="1994140" y="2137810"/>
                    <a:pt x="1991983" y="2114806"/>
                  </a:cubicBezTo>
                  <a:cubicBezTo>
                    <a:pt x="1997015" y="2111930"/>
                    <a:pt x="1999891" y="2105461"/>
                    <a:pt x="1995578" y="2099710"/>
                  </a:cubicBezTo>
                  <a:cubicBezTo>
                    <a:pt x="1994140" y="2097553"/>
                    <a:pt x="1991983" y="2095396"/>
                    <a:pt x="1990546" y="2093240"/>
                  </a:cubicBezTo>
                  <a:cubicBezTo>
                    <a:pt x="1990546" y="2092521"/>
                    <a:pt x="1990546" y="2091083"/>
                    <a:pt x="1990546" y="2090364"/>
                  </a:cubicBezTo>
                  <a:cubicBezTo>
                    <a:pt x="1991983" y="2091083"/>
                    <a:pt x="1993421" y="2091083"/>
                    <a:pt x="1995578" y="2091802"/>
                  </a:cubicBezTo>
                  <a:cubicBezTo>
                    <a:pt x="2004204" y="2093959"/>
                    <a:pt x="2011393" y="2083176"/>
                    <a:pt x="2004204" y="2075987"/>
                  </a:cubicBezTo>
                  <a:cubicBezTo>
                    <a:pt x="1999891" y="2071674"/>
                    <a:pt x="1994859" y="2067360"/>
                    <a:pt x="1990546" y="2063766"/>
                  </a:cubicBezTo>
                  <a:cubicBezTo>
                    <a:pt x="2006361" y="2046513"/>
                    <a:pt x="2017863" y="2024947"/>
                    <a:pt x="2027927" y="2001225"/>
                  </a:cubicBezTo>
                  <a:cubicBezTo>
                    <a:pt x="2028646" y="2000506"/>
                    <a:pt x="2028646" y="1999787"/>
                    <a:pt x="2029364" y="1999787"/>
                  </a:cubicBezTo>
                  <a:cubicBezTo>
                    <a:pt x="2030802" y="1996912"/>
                    <a:pt x="2032959" y="1994755"/>
                    <a:pt x="2034397" y="1991879"/>
                  </a:cubicBezTo>
                  <a:cubicBezTo>
                    <a:pt x="2037272" y="1991879"/>
                    <a:pt x="2039429" y="1991160"/>
                    <a:pt x="2041585" y="1989004"/>
                  </a:cubicBezTo>
                  <a:cubicBezTo>
                    <a:pt x="2046617" y="1983253"/>
                    <a:pt x="2051649" y="1976783"/>
                    <a:pt x="2055244" y="1970313"/>
                  </a:cubicBezTo>
                  <a:cubicBezTo>
                    <a:pt x="2060276" y="1966000"/>
                    <a:pt x="2065308" y="1961687"/>
                    <a:pt x="2069621" y="1957374"/>
                  </a:cubicBezTo>
                  <a:cubicBezTo>
                    <a:pt x="2073934" y="1953061"/>
                    <a:pt x="2076091" y="1948747"/>
                    <a:pt x="2076091" y="1944434"/>
                  </a:cubicBezTo>
                  <a:cubicBezTo>
                    <a:pt x="2081123" y="1941559"/>
                    <a:pt x="2086874" y="1939402"/>
                    <a:pt x="2091906" y="1936527"/>
                  </a:cubicBezTo>
                  <a:cubicBezTo>
                    <a:pt x="2108440" y="1926462"/>
                    <a:pt x="2104846" y="1900583"/>
                    <a:pt x="2088312" y="1894832"/>
                  </a:cubicBezTo>
                  <a:cubicBezTo>
                    <a:pt x="2089749" y="1891238"/>
                    <a:pt x="2091187" y="1886925"/>
                    <a:pt x="2092625" y="1883330"/>
                  </a:cubicBezTo>
                  <a:cubicBezTo>
                    <a:pt x="2096938" y="1872547"/>
                    <a:pt x="2088312" y="1865359"/>
                    <a:pt x="2078966" y="1863921"/>
                  </a:cubicBezTo>
                  <a:cubicBezTo>
                    <a:pt x="2078966" y="1863202"/>
                    <a:pt x="2078966" y="1862483"/>
                    <a:pt x="2078966" y="1861764"/>
                  </a:cubicBezTo>
                  <a:cubicBezTo>
                    <a:pt x="2078247" y="1853857"/>
                    <a:pt x="2069621" y="1845949"/>
                    <a:pt x="2062432" y="1851700"/>
                  </a:cubicBezTo>
                  <a:cubicBezTo>
                    <a:pt x="2055244" y="1857451"/>
                    <a:pt x="2048774" y="1863921"/>
                    <a:pt x="2042304" y="1870391"/>
                  </a:cubicBezTo>
                  <a:cubicBezTo>
                    <a:pt x="2030083" y="1868953"/>
                    <a:pt x="2015706" y="1875423"/>
                    <a:pt x="2010674" y="1889081"/>
                  </a:cubicBezTo>
                  <a:cubicBezTo>
                    <a:pt x="2009236" y="1892676"/>
                    <a:pt x="2007798" y="1896270"/>
                    <a:pt x="2006361" y="1899864"/>
                  </a:cubicBezTo>
                  <a:cubicBezTo>
                    <a:pt x="1997734" y="1904178"/>
                    <a:pt x="1988389" y="1907772"/>
                    <a:pt x="1978325" y="1910647"/>
                  </a:cubicBezTo>
                  <a:cubicBezTo>
                    <a:pt x="1977606" y="1895551"/>
                    <a:pt x="1976168" y="1881174"/>
                    <a:pt x="1975449" y="1866077"/>
                  </a:cubicBezTo>
                  <a:cubicBezTo>
                    <a:pt x="1983357" y="1866077"/>
                    <a:pt x="1991264" y="1866077"/>
                    <a:pt x="1999172" y="1865359"/>
                  </a:cubicBezTo>
                  <a:cubicBezTo>
                    <a:pt x="2005642" y="1865359"/>
                    <a:pt x="2005642" y="1854576"/>
                    <a:pt x="1999172" y="1854576"/>
                  </a:cubicBezTo>
                  <a:cubicBezTo>
                    <a:pt x="1991264" y="1854576"/>
                    <a:pt x="1982638" y="1854576"/>
                    <a:pt x="1974731" y="1853857"/>
                  </a:cubicBezTo>
                  <a:cubicBezTo>
                    <a:pt x="1968979" y="1775500"/>
                    <a:pt x="1963229" y="1697862"/>
                    <a:pt x="1958196" y="1619506"/>
                  </a:cubicBezTo>
                  <a:cubicBezTo>
                    <a:pt x="1956759" y="1601534"/>
                    <a:pt x="1955321" y="1583562"/>
                    <a:pt x="1954602" y="1565591"/>
                  </a:cubicBezTo>
                  <a:cubicBezTo>
                    <a:pt x="1960353" y="1567028"/>
                    <a:pt x="1966104" y="1567028"/>
                    <a:pt x="1971136" y="1567028"/>
                  </a:cubicBezTo>
                  <a:cubicBezTo>
                    <a:pt x="1982638" y="1566310"/>
                    <a:pt x="1987670" y="1555527"/>
                    <a:pt x="1983357" y="1544744"/>
                  </a:cubicBezTo>
                  <a:cubicBezTo>
                    <a:pt x="1976887" y="1529647"/>
                    <a:pt x="1964666" y="1518145"/>
                    <a:pt x="1950289" y="1508081"/>
                  </a:cubicBezTo>
                  <a:cubicBezTo>
                    <a:pt x="1948132" y="1482202"/>
                    <a:pt x="1946695" y="1457042"/>
                    <a:pt x="1944538" y="1431162"/>
                  </a:cubicBezTo>
                  <a:cubicBezTo>
                    <a:pt x="1953883" y="1434757"/>
                    <a:pt x="1964666" y="1433319"/>
                    <a:pt x="1974731" y="1423974"/>
                  </a:cubicBezTo>
                  <a:cubicBezTo>
                    <a:pt x="1975449" y="1423255"/>
                    <a:pt x="1976168" y="1422536"/>
                    <a:pt x="1977606" y="1421098"/>
                  </a:cubicBezTo>
                  <a:cubicBezTo>
                    <a:pt x="1979044" y="1420379"/>
                    <a:pt x="1979762" y="1419661"/>
                    <a:pt x="1981200" y="1418223"/>
                  </a:cubicBezTo>
                  <a:cubicBezTo>
                    <a:pt x="2022895" y="1381561"/>
                    <a:pt x="2055244" y="1336991"/>
                    <a:pt x="2077529" y="1285232"/>
                  </a:cubicBezTo>
                  <a:cubicBezTo>
                    <a:pt x="2082561" y="1274449"/>
                    <a:pt x="2078966" y="1261510"/>
                    <a:pt x="2072496" y="1252883"/>
                  </a:cubicBezTo>
                  <a:lnTo>
                    <a:pt x="2072496" y="1252883"/>
                  </a:lnTo>
                  <a:cubicBezTo>
                    <a:pt x="2064589" y="1257196"/>
                    <a:pt x="2054525" y="1256478"/>
                    <a:pt x="2045898" y="1252883"/>
                  </a:cubicBezTo>
                  <a:cubicBezTo>
                    <a:pt x="2039429" y="1250008"/>
                    <a:pt x="2033678" y="1248570"/>
                    <a:pt x="2027208" y="1246413"/>
                  </a:cubicBezTo>
                  <a:cubicBezTo>
                    <a:pt x="1996297" y="1253602"/>
                    <a:pt x="1963948" y="1241381"/>
                    <a:pt x="1935911" y="1228442"/>
                  </a:cubicBezTo>
                  <a:cubicBezTo>
                    <a:pt x="1925128" y="1223410"/>
                    <a:pt x="1922253" y="1209751"/>
                    <a:pt x="1923691" y="1198968"/>
                  </a:cubicBezTo>
                  <a:cubicBezTo>
                    <a:pt x="1925847" y="1186747"/>
                    <a:pt x="1934474" y="1177402"/>
                    <a:pt x="1940944" y="1166619"/>
                  </a:cubicBezTo>
                  <a:cubicBezTo>
                    <a:pt x="1941663" y="1133551"/>
                    <a:pt x="1942381" y="1100483"/>
                    <a:pt x="1943100" y="1067415"/>
                  </a:cubicBezTo>
                  <a:cubicBezTo>
                    <a:pt x="1943819" y="1053038"/>
                    <a:pt x="1944538" y="1038661"/>
                    <a:pt x="1945257" y="1024283"/>
                  </a:cubicBezTo>
                  <a:cubicBezTo>
                    <a:pt x="2001329" y="1030753"/>
                    <a:pt x="2066746" y="981870"/>
                    <a:pt x="2102689" y="946645"/>
                  </a:cubicBezTo>
                  <a:cubicBezTo>
                    <a:pt x="2117785" y="932268"/>
                    <a:pt x="2098376" y="906389"/>
                    <a:pt x="2081123" y="917172"/>
                  </a:cubicBezTo>
                  <a:cubicBezTo>
                    <a:pt x="2052368" y="935862"/>
                    <a:pt x="2022176" y="949521"/>
                    <a:pt x="1989827" y="959585"/>
                  </a:cubicBezTo>
                  <a:cubicBezTo>
                    <a:pt x="1997734" y="952396"/>
                    <a:pt x="2005642" y="945208"/>
                    <a:pt x="2014268" y="939457"/>
                  </a:cubicBezTo>
                  <a:cubicBezTo>
                    <a:pt x="2039429" y="921485"/>
                    <a:pt x="2068183" y="909983"/>
                    <a:pt x="2095500" y="896325"/>
                  </a:cubicBezTo>
                  <a:cubicBezTo>
                    <a:pt x="2096219" y="896325"/>
                    <a:pt x="2096219" y="895606"/>
                    <a:pt x="2096938" y="895606"/>
                  </a:cubicBezTo>
                  <a:cubicBezTo>
                    <a:pt x="2025770" y="892011"/>
                    <a:pt x="1928004" y="851755"/>
                    <a:pt x="1933036" y="787057"/>
                  </a:cubicBezTo>
                  <a:cubicBezTo>
                    <a:pt x="1932317" y="787057"/>
                    <a:pt x="1931598" y="787057"/>
                    <a:pt x="1930880" y="787057"/>
                  </a:cubicBezTo>
                  <a:cubicBezTo>
                    <a:pt x="1928004" y="783462"/>
                    <a:pt x="1925847" y="780587"/>
                    <a:pt x="1922972" y="777711"/>
                  </a:cubicBezTo>
                  <a:cubicBezTo>
                    <a:pt x="1923691" y="776993"/>
                    <a:pt x="1924410" y="776274"/>
                    <a:pt x="1924410" y="775555"/>
                  </a:cubicBezTo>
                  <a:cubicBezTo>
                    <a:pt x="1925847" y="772679"/>
                    <a:pt x="1926566" y="769804"/>
                    <a:pt x="1927285" y="766928"/>
                  </a:cubicBezTo>
                  <a:cubicBezTo>
                    <a:pt x="1926566" y="762615"/>
                    <a:pt x="1925847" y="758302"/>
                    <a:pt x="1925128" y="753270"/>
                  </a:cubicBezTo>
                  <a:cubicBezTo>
                    <a:pt x="1922253" y="747519"/>
                    <a:pt x="1917221" y="742487"/>
                    <a:pt x="1910751" y="740330"/>
                  </a:cubicBezTo>
                  <a:cubicBezTo>
                    <a:pt x="1894936" y="736017"/>
                    <a:pt x="1875527" y="741049"/>
                    <a:pt x="1857555" y="746800"/>
                  </a:cubicBezTo>
                  <a:cubicBezTo>
                    <a:pt x="1856836" y="746081"/>
                    <a:pt x="1856117" y="746081"/>
                    <a:pt x="1854680" y="745362"/>
                  </a:cubicBezTo>
                  <a:cubicBezTo>
                    <a:pt x="1843178" y="741768"/>
                    <a:pt x="1830957" y="740330"/>
                    <a:pt x="1819455" y="739611"/>
                  </a:cubicBezTo>
                  <a:cubicBezTo>
                    <a:pt x="1780636" y="650472"/>
                    <a:pt x="1743255" y="561332"/>
                    <a:pt x="1708749" y="470036"/>
                  </a:cubicBezTo>
                  <a:cubicBezTo>
                    <a:pt x="1665617" y="357893"/>
                    <a:pt x="1627517" y="244311"/>
                    <a:pt x="1591574" y="130011"/>
                  </a:cubicBezTo>
                  <a:lnTo>
                    <a:pt x="1591574" y="111321"/>
                  </a:lnTo>
                  <a:cubicBezTo>
                    <a:pt x="1590136" y="101976"/>
                    <a:pt x="1587979" y="93349"/>
                    <a:pt x="1585823" y="84723"/>
                  </a:cubicBezTo>
                  <a:cubicBezTo>
                    <a:pt x="1585104" y="73940"/>
                    <a:pt x="1584385" y="62438"/>
                    <a:pt x="1584385" y="51655"/>
                  </a:cubicBezTo>
                  <a:cubicBezTo>
                    <a:pt x="1584385" y="50217"/>
                    <a:pt x="1582229" y="50217"/>
                    <a:pt x="1582229" y="51655"/>
                  </a:cubicBezTo>
                  <a:cubicBezTo>
                    <a:pt x="1582229" y="58125"/>
                    <a:pt x="1582947" y="64594"/>
                    <a:pt x="1582947" y="71064"/>
                  </a:cubicBezTo>
                  <a:cubicBezTo>
                    <a:pt x="1582229" y="66751"/>
                    <a:pt x="1580791" y="62438"/>
                    <a:pt x="1580072" y="58843"/>
                  </a:cubicBezTo>
                  <a:cubicBezTo>
                    <a:pt x="1575759" y="40153"/>
                    <a:pt x="1588698" y="27932"/>
                    <a:pt x="1603076" y="27213"/>
                  </a:cubicBezTo>
                  <a:cubicBezTo>
                    <a:pt x="1603076" y="24338"/>
                    <a:pt x="1603076" y="21462"/>
                    <a:pt x="1603076" y="17868"/>
                  </a:cubicBezTo>
                  <a:cubicBezTo>
                    <a:pt x="1587979" y="8523"/>
                    <a:pt x="1561381" y="18587"/>
                    <a:pt x="1561381" y="41591"/>
                  </a:cubicBezTo>
                  <a:cubicBezTo>
                    <a:pt x="1561381" y="53093"/>
                    <a:pt x="1561381" y="63876"/>
                    <a:pt x="1561381" y="75377"/>
                  </a:cubicBezTo>
                  <a:cubicBezTo>
                    <a:pt x="1560663" y="214838"/>
                    <a:pt x="1555630" y="355017"/>
                    <a:pt x="1550598" y="494477"/>
                  </a:cubicBezTo>
                  <a:cubicBezTo>
                    <a:pt x="1539096" y="516762"/>
                    <a:pt x="1533346" y="540485"/>
                    <a:pt x="1532627" y="564927"/>
                  </a:cubicBezTo>
                  <a:cubicBezTo>
                    <a:pt x="1531908" y="565645"/>
                    <a:pt x="1531908" y="565645"/>
                    <a:pt x="1531189" y="566364"/>
                  </a:cubicBezTo>
                  <a:cubicBezTo>
                    <a:pt x="1501715" y="597994"/>
                    <a:pt x="1485181" y="645440"/>
                    <a:pt x="1459302" y="681383"/>
                  </a:cubicBezTo>
                  <a:cubicBezTo>
                    <a:pt x="1452113" y="691447"/>
                    <a:pt x="1444925" y="700793"/>
                    <a:pt x="1437017" y="709419"/>
                  </a:cubicBezTo>
                  <a:cubicBezTo>
                    <a:pt x="1454270" y="637532"/>
                    <a:pt x="1470085" y="564927"/>
                    <a:pt x="1485181" y="492321"/>
                  </a:cubicBezTo>
                  <a:cubicBezTo>
                    <a:pt x="1511779" y="367238"/>
                    <a:pt x="1536940" y="241436"/>
                    <a:pt x="1554193" y="114196"/>
                  </a:cubicBezTo>
                  <a:cubicBezTo>
                    <a:pt x="1554193" y="112759"/>
                    <a:pt x="1552036" y="112759"/>
                    <a:pt x="1552036" y="114196"/>
                  </a:cubicBezTo>
                  <a:cubicBezTo>
                    <a:pt x="1528313" y="239998"/>
                    <a:pt x="1506747" y="365800"/>
                    <a:pt x="1480868" y="490883"/>
                  </a:cubicBezTo>
                  <a:cubicBezTo>
                    <a:pt x="1465053" y="567083"/>
                    <a:pt x="1446362" y="643283"/>
                    <a:pt x="1428391" y="719483"/>
                  </a:cubicBezTo>
                  <a:cubicBezTo>
                    <a:pt x="1421921" y="727391"/>
                    <a:pt x="1414732" y="734579"/>
                    <a:pt x="1407544" y="741768"/>
                  </a:cubicBezTo>
                  <a:cubicBezTo>
                    <a:pt x="1402512" y="743925"/>
                    <a:pt x="1398198" y="745362"/>
                    <a:pt x="1393166" y="746800"/>
                  </a:cubicBezTo>
                  <a:cubicBezTo>
                    <a:pt x="1369444" y="753989"/>
                    <a:pt x="1345721" y="757583"/>
                    <a:pt x="1321998" y="758302"/>
                  </a:cubicBezTo>
                  <a:cubicBezTo>
                    <a:pt x="1302589" y="754708"/>
                    <a:pt x="1283898" y="747519"/>
                    <a:pt x="1265927" y="738893"/>
                  </a:cubicBezTo>
                  <a:cubicBezTo>
                    <a:pt x="1277428" y="720202"/>
                    <a:pt x="1288930" y="702230"/>
                    <a:pt x="1300432" y="683540"/>
                  </a:cubicBezTo>
                  <a:cubicBezTo>
                    <a:pt x="1343564" y="613091"/>
                    <a:pt x="1382383" y="539766"/>
                    <a:pt x="1416889" y="465004"/>
                  </a:cubicBezTo>
                  <a:cubicBezTo>
                    <a:pt x="1468647" y="352860"/>
                    <a:pt x="1511779" y="234966"/>
                    <a:pt x="1542691" y="114196"/>
                  </a:cubicBezTo>
                  <a:lnTo>
                    <a:pt x="1544847" y="112040"/>
                  </a:lnTo>
                  <a:cubicBezTo>
                    <a:pt x="1544847" y="112040"/>
                    <a:pt x="1544847" y="112040"/>
                    <a:pt x="1544847" y="112040"/>
                  </a:cubicBezTo>
                  <a:lnTo>
                    <a:pt x="1542691" y="114196"/>
                  </a:lnTo>
                  <a:cubicBezTo>
                    <a:pt x="1552036" y="76815"/>
                    <a:pt x="1560663" y="38715"/>
                    <a:pt x="1567132" y="1334"/>
                  </a:cubicBezTo>
                  <a:cubicBezTo>
                    <a:pt x="1567132" y="615"/>
                    <a:pt x="1565695" y="-823"/>
                    <a:pt x="1564976" y="615"/>
                  </a:cubicBezTo>
                  <a:cubicBezTo>
                    <a:pt x="1553474" y="25057"/>
                    <a:pt x="1541253" y="49498"/>
                    <a:pt x="1529032" y="73940"/>
                  </a:cubicBezTo>
                  <a:cubicBezTo>
                    <a:pt x="1529032" y="74659"/>
                    <a:pt x="1529751" y="74659"/>
                    <a:pt x="1529751" y="73940"/>
                  </a:cubicBezTo>
                  <a:cubicBezTo>
                    <a:pt x="1540534" y="52374"/>
                    <a:pt x="1551317" y="30089"/>
                    <a:pt x="1562819" y="8523"/>
                  </a:cubicBezTo>
                  <a:cubicBezTo>
                    <a:pt x="1562819" y="9242"/>
                    <a:pt x="1559225" y="23619"/>
                    <a:pt x="1558506" y="27932"/>
                  </a:cubicBezTo>
                  <a:cubicBezTo>
                    <a:pt x="1555630" y="39434"/>
                    <a:pt x="1553474" y="50936"/>
                    <a:pt x="1550598" y="62438"/>
                  </a:cubicBezTo>
                  <a:cubicBezTo>
                    <a:pt x="1546285" y="81847"/>
                    <a:pt x="1541253" y="101257"/>
                    <a:pt x="1536221" y="120666"/>
                  </a:cubicBezTo>
                  <a:lnTo>
                    <a:pt x="1532627" y="124260"/>
                  </a:lnTo>
                  <a:cubicBezTo>
                    <a:pt x="1532627" y="124260"/>
                    <a:pt x="1532627" y="124260"/>
                    <a:pt x="1532627" y="124260"/>
                  </a:cubicBezTo>
                  <a:lnTo>
                    <a:pt x="1536221" y="120666"/>
                  </a:lnTo>
                  <a:cubicBezTo>
                    <a:pt x="1530470" y="142232"/>
                    <a:pt x="1524000" y="163798"/>
                    <a:pt x="1518249" y="185364"/>
                  </a:cubicBezTo>
                  <a:cubicBezTo>
                    <a:pt x="1493089" y="268753"/>
                    <a:pt x="1462896" y="350704"/>
                    <a:pt x="1427672" y="429779"/>
                  </a:cubicBezTo>
                  <a:cubicBezTo>
                    <a:pt x="1393166" y="507417"/>
                    <a:pt x="1354347" y="582898"/>
                    <a:pt x="1311215" y="656223"/>
                  </a:cubicBezTo>
                  <a:cubicBezTo>
                    <a:pt x="1295400" y="683540"/>
                    <a:pt x="1278147" y="710138"/>
                    <a:pt x="1260894" y="736017"/>
                  </a:cubicBezTo>
                  <a:cubicBezTo>
                    <a:pt x="1257300" y="734579"/>
                    <a:pt x="1254425" y="733142"/>
                    <a:pt x="1250830" y="731704"/>
                  </a:cubicBezTo>
                  <a:cubicBezTo>
                    <a:pt x="1247955" y="730266"/>
                    <a:pt x="1245079" y="730985"/>
                    <a:pt x="1242923" y="732423"/>
                  </a:cubicBezTo>
                  <a:cubicBezTo>
                    <a:pt x="1235015" y="724515"/>
                    <a:pt x="1220638" y="725234"/>
                    <a:pt x="1216325" y="739611"/>
                  </a:cubicBezTo>
                  <a:cubicBezTo>
                    <a:pt x="1213449" y="748238"/>
                    <a:pt x="1211293" y="758302"/>
                    <a:pt x="1208417" y="769085"/>
                  </a:cubicBezTo>
                  <a:cubicBezTo>
                    <a:pt x="1203385" y="775555"/>
                    <a:pt x="1198353" y="783462"/>
                    <a:pt x="1194759" y="790651"/>
                  </a:cubicBezTo>
                  <a:cubicBezTo>
                    <a:pt x="1186132" y="805747"/>
                    <a:pt x="1178225" y="827313"/>
                    <a:pt x="1179662" y="846004"/>
                  </a:cubicBezTo>
                  <a:cubicBezTo>
                    <a:pt x="1178944" y="846723"/>
                    <a:pt x="1178944" y="847442"/>
                    <a:pt x="1178944" y="848161"/>
                  </a:cubicBezTo>
                  <a:cubicBezTo>
                    <a:pt x="1176068" y="846723"/>
                    <a:pt x="1173193" y="846004"/>
                    <a:pt x="1169598" y="847442"/>
                  </a:cubicBezTo>
                  <a:cubicBezTo>
                    <a:pt x="1147313" y="853911"/>
                    <a:pt x="1127904" y="873321"/>
                    <a:pt x="1108494" y="885542"/>
                  </a:cubicBezTo>
                  <a:cubicBezTo>
                    <a:pt x="1084053" y="901357"/>
                    <a:pt x="1056017" y="906389"/>
                    <a:pt x="1029419" y="918610"/>
                  </a:cubicBezTo>
                  <a:cubicBezTo>
                    <a:pt x="1013604" y="925798"/>
                    <a:pt x="1021512" y="946645"/>
                    <a:pt x="1035170" y="950959"/>
                  </a:cubicBezTo>
                  <a:cubicBezTo>
                    <a:pt x="1035889" y="955991"/>
                    <a:pt x="1038764" y="960304"/>
                    <a:pt x="1045234" y="962460"/>
                  </a:cubicBezTo>
                  <a:cubicBezTo>
                    <a:pt x="1059611" y="967493"/>
                    <a:pt x="1073989" y="969649"/>
                    <a:pt x="1088366" y="970368"/>
                  </a:cubicBezTo>
                  <a:cubicBezTo>
                    <a:pt x="1086210" y="972525"/>
                    <a:pt x="1084053" y="974681"/>
                    <a:pt x="1081896" y="976838"/>
                  </a:cubicBezTo>
                  <a:cubicBezTo>
                    <a:pt x="1090523" y="991215"/>
                    <a:pt x="1102744" y="1004155"/>
                    <a:pt x="1117121" y="1014219"/>
                  </a:cubicBezTo>
                  <a:cubicBezTo>
                    <a:pt x="1133655" y="1026440"/>
                    <a:pt x="1166723" y="1040098"/>
                    <a:pt x="1189727" y="1032910"/>
                  </a:cubicBezTo>
                  <a:cubicBezTo>
                    <a:pt x="1189008" y="1058789"/>
                    <a:pt x="1188289" y="1085387"/>
                    <a:pt x="1187570" y="1111266"/>
                  </a:cubicBezTo>
                  <a:cubicBezTo>
                    <a:pt x="1192602" y="1116298"/>
                    <a:pt x="1196196" y="1123487"/>
                    <a:pt x="1196915" y="1132113"/>
                  </a:cubicBezTo>
                  <a:cubicBezTo>
                    <a:pt x="1198353" y="1145772"/>
                    <a:pt x="1198353" y="1159430"/>
                    <a:pt x="1196915" y="1173089"/>
                  </a:cubicBezTo>
                  <a:cubicBezTo>
                    <a:pt x="1198353" y="1183872"/>
                    <a:pt x="1198353" y="1194655"/>
                    <a:pt x="1197634" y="1204719"/>
                  </a:cubicBezTo>
                  <a:cubicBezTo>
                    <a:pt x="1194759" y="1206157"/>
                    <a:pt x="1192602" y="1206876"/>
                    <a:pt x="1189727" y="1208313"/>
                  </a:cubicBezTo>
                  <a:cubicBezTo>
                    <a:pt x="1186851" y="1217659"/>
                    <a:pt x="1182538" y="1226285"/>
                    <a:pt x="1177506" y="1234912"/>
                  </a:cubicBezTo>
                  <a:cubicBezTo>
                    <a:pt x="1176787" y="1237068"/>
                    <a:pt x="1176068" y="1239944"/>
                    <a:pt x="1175349" y="1242100"/>
                  </a:cubicBezTo>
                  <a:cubicBezTo>
                    <a:pt x="1176787" y="1242819"/>
                    <a:pt x="1178944" y="1242819"/>
                    <a:pt x="1180381" y="1242100"/>
                  </a:cubicBezTo>
                  <a:cubicBezTo>
                    <a:pt x="1183257" y="1241381"/>
                    <a:pt x="1186132" y="1240662"/>
                    <a:pt x="1189008" y="1239944"/>
                  </a:cubicBezTo>
                  <a:cubicBezTo>
                    <a:pt x="1187570" y="1243538"/>
                    <a:pt x="1186851" y="1247132"/>
                    <a:pt x="1184695" y="1250727"/>
                  </a:cubicBezTo>
                  <a:cubicBezTo>
                    <a:pt x="1182538" y="1251445"/>
                    <a:pt x="1180381" y="1251445"/>
                    <a:pt x="1178944" y="1252164"/>
                  </a:cubicBezTo>
                  <a:cubicBezTo>
                    <a:pt x="1178225" y="1252164"/>
                    <a:pt x="1178225" y="1252164"/>
                    <a:pt x="1177506" y="1252164"/>
                  </a:cubicBezTo>
                  <a:cubicBezTo>
                    <a:pt x="1177506" y="1252164"/>
                    <a:pt x="1177506" y="1251445"/>
                    <a:pt x="1177506" y="1251445"/>
                  </a:cubicBezTo>
                  <a:cubicBezTo>
                    <a:pt x="1178944" y="1250008"/>
                    <a:pt x="1178944" y="1247132"/>
                    <a:pt x="1176787" y="1244976"/>
                  </a:cubicBezTo>
                  <a:cubicBezTo>
                    <a:pt x="1176068" y="1244257"/>
                    <a:pt x="1175349" y="1243538"/>
                    <a:pt x="1174630" y="1242100"/>
                  </a:cubicBezTo>
                  <a:cubicBezTo>
                    <a:pt x="1173912" y="1244257"/>
                    <a:pt x="1172474" y="1246413"/>
                    <a:pt x="1171036" y="1248570"/>
                  </a:cubicBezTo>
                  <a:cubicBezTo>
                    <a:pt x="1170317" y="1249289"/>
                    <a:pt x="1169598" y="1250008"/>
                    <a:pt x="1168879" y="1250727"/>
                  </a:cubicBezTo>
                  <a:lnTo>
                    <a:pt x="1168879" y="1250727"/>
                  </a:lnTo>
                  <a:cubicBezTo>
                    <a:pt x="1168879" y="1250727"/>
                    <a:pt x="1168879" y="1250727"/>
                    <a:pt x="1168879" y="1250727"/>
                  </a:cubicBezTo>
                  <a:cubicBezTo>
                    <a:pt x="1162410" y="1258634"/>
                    <a:pt x="1155221" y="1265823"/>
                    <a:pt x="1147313" y="1271574"/>
                  </a:cubicBezTo>
                  <a:cubicBezTo>
                    <a:pt x="1145157" y="1270136"/>
                    <a:pt x="1143000" y="1269417"/>
                    <a:pt x="1140844" y="1268698"/>
                  </a:cubicBezTo>
                  <a:cubicBezTo>
                    <a:pt x="1122872" y="1266542"/>
                    <a:pt x="1103462" y="1274449"/>
                    <a:pt x="1084772" y="1274449"/>
                  </a:cubicBezTo>
                  <a:cubicBezTo>
                    <a:pt x="1062487" y="1274449"/>
                    <a:pt x="1040202" y="1262947"/>
                    <a:pt x="1023668" y="1249289"/>
                  </a:cubicBezTo>
                  <a:cubicBezTo>
                    <a:pt x="1017198" y="1243538"/>
                    <a:pt x="1007134" y="1250727"/>
                    <a:pt x="1011447" y="1258634"/>
                  </a:cubicBezTo>
                  <a:cubicBezTo>
                    <a:pt x="1025106" y="1283794"/>
                    <a:pt x="1046672" y="1298172"/>
                    <a:pt x="1073989" y="1305360"/>
                  </a:cubicBezTo>
                  <a:cubicBezTo>
                    <a:pt x="1073989" y="1305360"/>
                    <a:pt x="1074708" y="1305360"/>
                    <a:pt x="1074708" y="1305360"/>
                  </a:cubicBezTo>
                  <a:cubicBezTo>
                    <a:pt x="1070394" y="1306798"/>
                    <a:pt x="1065362" y="1308236"/>
                    <a:pt x="1061049" y="1309674"/>
                  </a:cubicBezTo>
                  <a:cubicBezTo>
                    <a:pt x="1061049" y="1309674"/>
                    <a:pt x="1061049" y="1309674"/>
                    <a:pt x="1061049" y="1309674"/>
                  </a:cubicBezTo>
                  <a:cubicBezTo>
                    <a:pt x="1056017" y="1306079"/>
                    <a:pt x="1051704" y="1303204"/>
                    <a:pt x="1046672" y="1299610"/>
                  </a:cubicBezTo>
                  <a:cubicBezTo>
                    <a:pt x="1040202" y="1295296"/>
                    <a:pt x="1032295" y="1292421"/>
                    <a:pt x="1027262" y="1289545"/>
                  </a:cubicBezTo>
                  <a:cubicBezTo>
                    <a:pt x="1012166" y="1280919"/>
                    <a:pt x="991319" y="1298891"/>
                    <a:pt x="1002102" y="1314706"/>
                  </a:cubicBezTo>
                  <a:cubicBezTo>
                    <a:pt x="1007853" y="1322613"/>
                    <a:pt x="1015042" y="1329802"/>
                    <a:pt x="1022949" y="1334834"/>
                  </a:cubicBezTo>
                  <a:cubicBezTo>
                    <a:pt x="1029419" y="1339147"/>
                    <a:pt x="1036608" y="1343460"/>
                    <a:pt x="1043078" y="1348493"/>
                  </a:cubicBezTo>
                  <a:cubicBezTo>
                    <a:pt x="1046672" y="1350649"/>
                    <a:pt x="1049547" y="1352806"/>
                    <a:pt x="1053142" y="1354962"/>
                  </a:cubicBezTo>
                  <a:cubicBezTo>
                    <a:pt x="1066800" y="1388749"/>
                    <a:pt x="1085491" y="1422536"/>
                    <a:pt x="1111370" y="1445540"/>
                  </a:cubicBezTo>
                  <a:cubicBezTo>
                    <a:pt x="1110651" y="1447696"/>
                    <a:pt x="1110651" y="1449853"/>
                    <a:pt x="1112089" y="1451291"/>
                  </a:cubicBezTo>
                  <a:cubicBezTo>
                    <a:pt x="1104900" y="1454885"/>
                    <a:pt x="1107776" y="1469262"/>
                    <a:pt x="1116402" y="1467825"/>
                  </a:cubicBezTo>
                  <a:cubicBezTo>
                    <a:pt x="1118559" y="1467825"/>
                    <a:pt x="1120715" y="1467106"/>
                    <a:pt x="1122872" y="1467106"/>
                  </a:cubicBezTo>
                  <a:cubicBezTo>
                    <a:pt x="1123591" y="1467825"/>
                    <a:pt x="1124310" y="1468544"/>
                    <a:pt x="1125747" y="1469262"/>
                  </a:cubicBezTo>
                  <a:cubicBezTo>
                    <a:pt x="1131498" y="1470700"/>
                    <a:pt x="1137249" y="1472138"/>
                    <a:pt x="1142281" y="1473576"/>
                  </a:cubicBezTo>
                  <a:cubicBezTo>
                    <a:pt x="1149470" y="1485077"/>
                    <a:pt x="1155940" y="1495860"/>
                    <a:pt x="1163129" y="1507362"/>
                  </a:cubicBezTo>
                  <a:cubicBezTo>
                    <a:pt x="1166004" y="1512394"/>
                    <a:pt x="1170317" y="1515989"/>
                    <a:pt x="1173912" y="1517427"/>
                  </a:cubicBezTo>
                  <a:cubicBezTo>
                    <a:pt x="1171755" y="1603691"/>
                    <a:pt x="1168879" y="1689236"/>
                    <a:pt x="1166004" y="1774781"/>
                  </a:cubicBezTo>
                  <a:cubicBezTo>
                    <a:pt x="1163847" y="1777657"/>
                    <a:pt x="1163129" y="1781251"/>
                    <a:pt x="1164566" y="1784127"/>
                  </a:cubicBezTo>
                  <a:cubicBezTo>
                    <a:pt x="1160253" y="1784845"/>
                    <a:pt x="1155221" y="1787002"/>
                    <a:pt x="1151627" y="1791315"/>
                  </a:cubicBezTo>
                  <a:cubicBezTo>
                    <a:pt x="1150189" y="1792753"/>
                    <a:pt x="1148751" y="1794191"/>
                    <a:pt x="1147313" y="1796347"/>
                  </a:cubicBezTo>
                  <a:cubicBezTo>
                    <a:pt x="1146595" y="1792753"/>
                    <a:pt x="1145876" y="1789159"/>
                    <a:pt x="1144438" y="1786283"/>
                  </a:cubicBezTo>
                  <a:cubicBezTo>
                    <a:pt x="1144438" y="1790596"/>
                    <a:pt x="1143000" y="1794191"/>
                    <a:pt x="1141562" y="1798504"/>
                  </a:cubicBezTo>
                  <a:cubicBezTo>
                    <a:pt x="1140125" y="1802098"/>
                    <a:pt x="1137968" y="1804974"/>
                    <a:pt x="1136530" y="1808568"/>
                  </a:cubicBezTo>
                  <a:cubicBezTo>
                    <a:pt x="1136530" y="1809287"/>
                    <a:pt x="1136530" y="1810006"/>
                    <a:pt x="1137249" y="1810006"/>
                  </a:cubicBezTo>
                  <a:cubicBezTo>
                    <a:pt x="1120715" y="1833010"/>
                    <a:pt x="1109213" y="1854576"/>
                    <a:pt x="1080459" y="1870391"/>
                  </a:cubicBezTo>
                  <a:cubicBezTo>
                    <a:pt x="1042359" y="1891238"/>
                    <a:pt x="994913" y="1889081"/>
                    <a:pt x="958970" y="1866077"/>
                  </a:cubicBezTo>
                  <a:cubicBezTo>
                    <a:pt x="936685" y="1851700"/>
                    <a:pt x="905774" y="1880455"/>
                    <a:pt x="921589" y="1903459"/>
                  </a:cubicBezTo>
                  <a:cubicBezTo>
                    <a:pt x="934528" y="1921430"/>
                    <a:pt x="946749" y="1939402"/>
                    <a:pt x="959689" y="1957374"/>
                  </a:cubicBezTo>
                  <a:cubicBezTo>
                    <a:pt x="948187" y="1958093"/>
                    <a:pt x="937404" y="1958093"/>
                    <a:pt x="926621" y="1957374"/>
                  </a:cubicBezTo>
                  <a:cubicBezTo>
                    <a:pt x="930934" y="1971751"/>
                    <a:pt x="938123" y="1985410"/>
                    <a:pt x="948187" y="1997630"/>
                  </a:cubicBezTo>
                  <a:cubicBezTo>
                    <a:pt x="958970" y="2011289"/>
                    <a:pt x="979817" y="2027823"/>
                    <a:pt x="999227" y="2030698"/>
                  </a:cubicBezTo>
                  <a:cubicBezTo>
                    <a:pt x="1015042" y="2050108"/>
                    <a:pt x="1031576" y="2072393"/>
                    <a:pt x="1053861" y="2083176"/>
                  </a:cubicBezTo>
                  <a:cubicBezTo>
                    <a:pt x="1063925" y="2093959"/>
                    <a:pt x="1073989" y="2104023"/>
                    <a:pt x="1086210" y="2112649"/>
                  </a:cubicBezTo>
                  <a:cubicBezTo>
                    <a:pt x="1087647" y="2114087"/>
                    <a:pt x="1089804" y="2114087"/>
                    <a:pt x="1091242" y="2114087"/>
                  </a:cubicBezTo>
                  <a:cubicBezTo>
                    <a:pt x="1100587" y="2124870"/>
                    <a:pt x="1110651" y="2134934"/>
                    <a:pt x="1120715" y="2144279"/>
                  </a:cubicBezTo>
                  <a:cubicBezTo>
                    <a:pt x="1127904" y="2146436"/>
                    <a:pt x="1135093" y="2150749"/>
                    <a:pt x="1139406" y="2156500"/>
                  </a:cubicBezTo>
                  <a:cubicBezTo>
                    <a:pt x="1155940" y="2158657"/>
                    <a:pt x="1171755" y="2141404"/>
                    <a:pt x="1161691" y="2123432"/>
                  </a:cubicBezTo>
                  <a:cubicBezTo>
                    <a:pt x="1156659" y="2114087"/>
                    <a:pt x="1150908" y="2104023"/>
                    <a:pt x="1144438" y="2093240"/>
                  </a:cubicBezTo>
                  <a:cubicBezTo>
                    <a:pt x="1146595" y="2092521"/>
                    <a:pt x="1148032" y="2092521"/>
                    <a:pt x="1150189" y="2091802"/>
                  </a:cubicBezTo>
                  <a:cubicBezTo>
                    <a:pt x="1151627" y="2091083"/>
                    <a:pt x="1152345" y="2090364"/>
                    <a:pt x="1153064" y="2089645"/>
                  </a:cubicBezTo>
                  <a:cubicBezTo>
                    <a:pt x="1186132" y="2083895"/>
                    <a:pt x="1219200" y="2078143"/>
                    <a:pt x="1252268" y="2072393"/>
                  </a:cubicBezTo>
                  <a:cubicBezTo>
                    <a:pt x="1284617" y="2066642"/>
                    <a:pt x="1320561" y="2064485"/>
                    <a:pt x="1352191" y="2054421"/>
                  </a:cubicBezTo>
                  <a:cubicBezTo>
                    <a:pt x="1345721" y="2201070"/>
                    <a:pt x="1339251" y="2348438"/>
                    <a:pt x="1332062" y="2495087"/>
                  </a:cubicBezTo>
                  <a:cubicBezTo>
                    <a:pt x="1301870" y="2502995"/>
                    <a:pt x="1272396" y="2517372"/>
                    <a:pt x="1243642" y="2525279"/>
                  </a:cubicBezTo>
                  <a:cubicBezTo>
                    <a:pt x="1215606" y="2533187"/>
                    <a:pt x="1186132" y="2538219"/>
                    <a:pt x="1157378" y="2543251"/>
                  </a:cubicBezTo>
                  <a:cubicBezTo>
                    <a:pt x="1173912" y="2533906"/>
                    <a:pt x="1189008" y="2521685"/>
                    <a:pt x="1202666" y="2506589"/>
                  </a:cubicBezTo>
                  <a:cubicBezTo>
                    <a:pt x="1204104" y="2505151"/>
                    <a:pt x="1202666" y="2502276"/>
                    <a:pt x="1200510" y="2502995"/>
                  </a:cubicBezTo>
                  <a:cubicBezTo>
                    <a:pt x="1172474" y="2513059"/>
                    <a:pt x="1150908" y="2526717"/>
                    <a:pt x="1130061" y="2546846"/>
                  </a:cubicBezTo>
                  <a:cubicBezTo>
                    <a:pt x="1136530" y="2467770"/>
                    <a:pt x="1144438" y="2387976"/>
                    <a:pt x="1149470" y="2308900"/>
                  </a:cubicBezTo>
                  <a:cubicBezTo>
                    <a:pt x="1150189" y="2303149"/>
                    <a:pt x="1150189" y="2297398"/>
                    <a:pt x="1150908" y="2291647"/>
                  </a:cubicBezTo>
                  <a:cubicBezTo>
                    <a:pt x="1153783" y="2291647"/>
                    <a:pt x="1156659" y="2290210"/>
                    <a:pt x="1158815" y="2287334"/>
                  </a:cubicBezTo>
                  <a:cubicBezTo>
                    <a:pt x="1167442" y="2272957"/>
                    <a:pt x="1163847" y="2260017"/>
                    <a:pt x="1153064" y="2252110"/>
                  </a:cubicBezTo>
                  <a:cubicBezTo>
                    <a:pt x="1153064" y="2232700"/>
                    <a:pt x="1152345" y="2212572"/>
                    <a:pt x="1149470" y="2193881"/>
                  </a:cubicBezTo>
                  <a:cubicBezTo>
                    <a:pt x="1148751" y="2191006"/>
                    <a:pt x="1147313" y="2189568"/>
                    <a:pt x="1144438" y="2188849"/>
                  </a:cubicBezTo>
                  <a:cubicBezTo>
                    <a:pt x="1139406" y="2216885"/>
                    <a:pt x="1137249" y="2244202"/>
                    <a:pt x="1135812" y="2272238"/>
                  </a:cubicBezTo>
                  <a:cubicBezTo>
                    <a:pt x="1142281" y="2277270"/>
                    <a:pt x="1146595" y="2285178"/>
                    <a:pt x="1146595" y="2295961"/>
                  </a:cubicBezTo>
                  <a:cubicBezTo>
                    <a:pt x="1146595" y="2318964"/>
                    <a:pt x="1143719" y="2341968"/>
                    <a:pt x="1130061" y="2360659"/>
                  </a:cubicBezTo>
                  <a:cubicBezTo>
                    <a:pt x="1127904" y="2363534"/>
                    <a:pt x="1125028" y="2366410"/>
                    <a:pt x="1122153" y="2368566"/>
                  </a:cubicBezTo>
                  <a:cubicBezTo>
                    <a:pt x="1121434" y="2371442"/>
                    <a:pt x="1121434" y="2375036"/>
                    <a:pt x="1120715" y="2377912"/>
                  </a:cubicBezTo>
                  <a:cubicBezTo>
                    <a:pt x="1118559" y="2391570"/>
                    <a:pt x="1108494" y="2398759"/>
                    <a:pt x="1096993" y="2400197"/>
                  </a:cubicBezTo>
                  <a:cubicBezTo>
                    <a:pt x="1093398" y="2430389"/>
                    <a:pt x="1089085" y="2462019"/>
                    <a:pt x="1089804" y="2492930"/>
                  </a:cubicBezTo>
                  <a:cubicBezTo>
                    <a:pt x="1103462" y="2500119"/>
                    <a:pt x="1107776" y="2522404"/>
                    <a:pt x="1096993" y="2535344"/>
                  </a:cubicBezTo>
                  <a:cubicBezTo>
                    <a:pt x="1095555" y="2536781"/>
                    <a:pt x="1094117" y="2538219"/>
                    <a:pt x="1092679" y="2539657"/>
                  </a:cubicBezTo>
                  <a:cubicBezTo>
                    <a:pt x="1094117" y="2539657"/>
                    <a:pt x="1095555" y="2539657"/>
                    <a:pt x="1096993" y="2539657"/>
                  </a:cubicBezTo>
                  <a:cubicBezTo>
                    <a:pt x="1096274" y="2546127"/>
                    <a:pt x="1096274" y="2552596"/>
                    <a:pt x="1095555" y="2559066"/>
                  </a:cubicBezTo>
                  <a:cubicBezTo>
                    <a:pt x="1094836" y="2560504"/>
                    <a:pt x="1094836" y="2561223"/>
                    <a:pt x="1095555" y="2562660"/>
                  </a:cubicBezTo>
                  <a:cubicBezTo>
                    <a:pt x="1094836" y="2572725"/>
                    <a:pt x="1094117" y="2582789"/>
                    <a:pt x="1094117" y="2592134"/>
                  </a:cubicBezTo>
                  <a:cubicBezTo>
                    <a:pt x="1085491" y="2595728"/>
                    <a:pt x="1076864" y="2598604"/>
                    <a:pt x="1068238" y="2602198"/>
                  </a:cubicBezTo>
                  <a:cubicBezTo>
                    <a:pt x="1066800" y="2595728"/>
                    <a:pt x="1065362" y="2589259"/>
                    <a:pt x="1065362" y="2581351"/>
                  </a:cubicBezTo>
                  <a:cubicBezTo>
                    <a:pt x="1065362" y="2577757"/>
                    <a:pt x="1065362" y="2574162"/>
                    <a:pt x="1066800" y="2571287"/>
                  </a:cubicBezTo>
                  <a:cubicBezTo>
                    <a:pt x="1066800" y="2568412"/>
                    <a:pt x="1067519" y="2565536"/>
                    <a:pt x="1068238" y="2562660"/>
                  </a:cubicBezTo>
                  <a:cubicBezTo>
                    <a:pt x="1066800" y="2564098"/>
                    <a:pt x="1065362" y="2564817"/>
                    <a:pt x="1063925" y="2566255"/>
                  </a:cubicBezTo>
                  <a:cubicBezTo>
                    <a:pt x="1061768" y="2570568"/>
                    <a:pt x="1058174" y="2573444"/>
                    <a:pt x="1053861" y="2576319"/>
                  </a:cubicBezTo>
                  <a:cubicBezTo>
                    <a:pt x="1051704" y="2581351"/>
                    <a:pt x="1049547" y="2585664"/>
                    <a:pt x="1047391" y="2590697"/>
                  </a:cubicBezTo>
                  <a:cubicBezTo>
                    <a:pt x="1046672" y="2589978"/>
                    <a:pt x="1045953" y="2589978"/>
                    <a:pt x="1045953" y="2589978"/>
                  </a:cubicBezTo>
                  <a:cubicBezTo>
                    <a:pt x="1043078" y="2595728"/>
                    <a:pt x="1039483" y="2600761"/>
                    <a:pt x="1035170" y="2605793"/>
                  </a:cubicBezTo>
                  <a:cubicBezTo>
                    <a:pt x="1025825" y="2601480"/>
                    <a:pt x="1015761" y="2597166"/>
                    <a:pt x="1005696" y="2593572"/>
                  </a:cubicBezTo>
                  <a:cubicBezTo>
                    <a:pt x="988444" y="2597885"/>
                    <a:pt x="971191" y="2599323"/>
                    <a:pt x="953219" y="2597885"/>
                  </a:cubicBezTo>
                  <a:cubicBezTo>
                    <a:pt x="943155" y="2600761"/>
                    <a:pt x="933091" y="2602198"/>
                    <a:pt x="923026" y="2602917"/>
                  </a:cubicBezTo>
                  <a:cubicBezTo>
                    <a:pt x="905774" y="2607230"/>
                    <a:pt x="888521" y="2612263"/>
                    <a:pt x="871268" y="2616576"/>
                  </a:cubicBezTo>
                  <a:cubicBezTo>
                    <a:pt x="883489" y="2633110"/>
                    <a:pt x="895710" y="2650362"/>
                    <a:pt x="907211" y="2666896"/>
                  </a:cubicBezTo>
                  <a:cubicBezTo>
                    <a:pt x="893553" y="2674085"/>
                    <a:pt x="885645" y="2692776"/>
                    <a:pt x="900023" y="2708591"/>
                  </a:cubicBezTo>
                  <a:cubicBezTo>
                    <a:pt x="940998" y="2755317"/>
                    <a:pt x="982693" y="2802763"/>
                    <a:pt x="1023668" y="2849489"/>
                  </a:cubicBezTo>
                  <a:cubicBezTo>
                    <a:pt x="1035170" y="2868898"/>
                    <a:pt x="1045953" y="2889745"/>
                    <a:pt x="1055298" y="2910593"/>
                  </a:cubicBezTo>
                  <a:cubicBezTo>
                    <a:pt x="1060330" y="2922094"/>
                    <a:pt x="1069676" y="2925689"/>
                    <a:pt x="1078302" y="2924251"/>
                  </a:cubicBezTo>
                  <a:cubicBezTo>
                    <a:pt x="1078302" y="2924970"/>
                    <a:pt x="1079021" y="2926408"/>
                    <a:pt x="1079021" y="2927127"/>
                  </a:cubicBezTo>
                  <a:cubicBezTo>
                    <a:pt x="1080459" y="2931440"/>
                    <a:pt x="1080459" y="2935753"/>
                    <a:pt x="1079740" y="2939347"/>
                  </a:cubicBezTo>
                  <a:cubicBezTo>
                    <a:pt x="1083334" y="2944379"/>
                    <a:pt x="1085491" y="2950130"/>
                    <a:pt x="1085491" y="2958757"/>
                  </a:cubicBezTo>
                  <a:cubicBezTo>
                    <a:pt x="1085491" y="2965227"/>
                    <a:pt x="1085491" y="2970978"/>
                    <a:pt x="1084772" y="2977447"/>
                  </a:cubicBezTo>
                  <a:cubicBezTo>
                    <a:pt x="1086210" y="2979604"/>
                    <a:pt x="1087647" y="2981042"/>
                    <a:pt x="1089085" y="2982480"/>
                  </a:cubicBezTo>
                  <a:cubicBezTo>
                    <a:pt x="1088366" y="2989668"/>
                    <a:pt x="1087647" y="2997576"/>
                    <a:pt x="1086928" y="3004764"/>
                  </a:cubicBezTo>
                  <a:cubicBezTo>
                    <a:pt x="1085491" y="3020579"/>
                    <a:pt x="1084053" y="3035676"/>
                    <a:pt x="1083334" y="3051491"/>
                  </a:cubicBezTo>
                  <a:cubicBezTo>
                    <a:pt x="1099149" y="3048615"/>
                    <a:pt x="1117121" y="3055804"/>
                    <a:pt x="1120715" y="3073057"/>
                  </a:cubicBezTo>
                  <a:cubicBezTo>
                    <a:pt x="1131498" y="3131285"/>
                    <a:pt x="1111370" y="3181606"/>
                    <a:pt x="1096274" y="3236959"/>
                  </a:cubicBezTo>
                  <a:lnTo>
                    <a:pt x="1084053" y="3310283"/>
                  </a:lnTo>
                  <a:cubicBezTo>
                    <a:pt x="1081177" y="3325379"/>
                    <a:pt x="1071113" y="3332568"/>
                    <a:pt x="1059611" y="3332568"/>
                  </a:cubicBezTo>
                  <a:cubicBezTo>
                    <a:pt x="1058174" y="3351978"/>
                    <a:pt x="1056017" y="3371387"/>
                    <a:pt x="1054579" y="3391515"/>
                  </a:cubicBezTo>
                  <a:cubicBezTo>
                    <a:pt x="1052423" y="3387202"/>
                    <a:pt x="1049547" y="3382889"/>
                    <a:pt x="1043796" y="3379295"/>
                  </a:cubicBezTo>
                  <a:cubicBezTo>
                    <a:pt x="1038764" y="3376419"/>
                    <a:pt x="1027981" y="3375700"/>
                    <a:pt x="1019355" y="3377857"/>
                  </a:cubicBezTo>
                  <a:cubicBezTo>
                    <a:pt x="1017917" y="3377138"/>
                    <a:pt x="1015761" y="3375700"/>
                    <a:pt x="1014323" y="3374981"/>
                  </a:cubicBezTo>
                  <a:cubicBezTo>
                    <a:pt x="1014323" y="3379295"/>
                    <a:pt x="1013604" y="3382889"/>
                    <a:pt x="1013604" y="3386483"/>
                  </a:cubicBezTo>
                  <a:cubicBezTo>
                    <a:pt x="1013604" y="3386483"/>
                    <a:pt x="1013604" y="3387202"/>
                    <a:pt x="1013604" y="3387202"/>
                  </a:cubicBezTo>
                  <a:cubicBezTo>
                    <a:pt x="1013604" y="3388640"/>
                    <a:pt x="1013604" y="3390078"/>
                    <a:pt x="1012885" y="3391515"/>
                  </a:cubicBezTo>
                  <a:cubicBezTo>
                    <a:pt x="1012166" y="3395110"/>
                    <a:pt x="1012166" y="3398704"/>
                    <a:pt x="1010728" y="3401579"/>
                  </a:cubicBezTo>
                  <a:cubicBezTo>
                    <a:pt x="1012885" y="3400142"/>
                    <a:pt x="1015761" y="3399423"/>
                    <a:pt x="1018636" y="3400142"/>
                  </a:cubicBezTo>
                  <a:cubicBezTo>
                    <a:pt x="1019355" y="3403736"/>
                    <a:pt x="1018636" y="3406612"/>
                    <a:pt x="1014323" y="3405893"/>
                  </a:cubicBezTo>
                  <a:cubicBezTo>
                    <a:pt x="1013604" y="3405893"/>
                    <a:pt x="1012885" y="3405893"/>
                    <a:pt x="1011447" y="3405893"/>
                  </a:cubicBezTo>
                  <a:cubicBezTo>
                    <a:pt x="1010728" y="3405174"/>
                    <a:pt x="1010728" y="3403736"/>
                    <a:pt x="1010010" y="3403017"/>
                  </a:cubicBezTo>
                  <a:cubicBezTo>
                    <a:pt x="1010010" y="3403736"/>
                    <a:pt x="1010010" y="3403736"/>
                    <a:pt x="1009291" y="3404455"/>
                  </a:cubicBezTo>
                  <a:cubicBezTo>
                    <a:pt x="1013604" y="3408049"/>
                    <a:pt x="1014323" y="3415957"/>
                    <a:pt x="1008572" y="3419551"/>
                  </a:cubicBezTo>
                  <a:cubicBezTo>
                    <a:pt x="1007134" y="3420270"/>
                    <a:pt x="1005696" y="3420989"/>
                    <a:pt x="1003540" y="3421708"/>
                  </a:cubicBezTo>
                  <a:cubicBezTo>
                    <a:pt x="1001383" y="3426021"/>
                    <a:pt x="999227" y="3431053"/>
                    <a:pt x="997070" y="3434647"/>
                  </a:cubicBezTo>
                  <a:cubicBezTo>
                    <a:pt x="997789" y="3436804"/>
                    <a:pt x="997070" y="3439679"/>
                    <a:pt x="994913" y="3441117"/>
                  </a:cubicBezTo>
                  <a:cubicBezTo>
                    <a:pt x="993476" y="3441836"/>
                    <a:pt x="992757" y="3442555"/>
                    <a:pt x="991319" y="3443993"/>
                  </a:cubicBezTo>
                  <a:cubicBezTo>
                    <a:pt x="965440" y="3480655"/>
                    <a:pt x="920870" y="3504377"/>
                    <a:pt x="869830" y="3513723"/>
                  </a:cubicBezTo>
                  <a:cubicBezTo>
                    <a:pt x="869111" y="3515879"/>
                    <a:pt x="869111" y="3518755"/>
                    <a:pt x="870549" y="3521630"/>
                  </a:cubicBezTo>
                  <a:cubicBezTo>
                    <a:pt x="871268" y="3523068"/>
                    <a:pt x="871987" y="3524506"/>
                    <a:pt x="872706" y="3525944"/>
                  </a:cubicBezTo>
                  <a:cubicBezTo>
                    <a:pt x="870549" y="3525225"/>
                    <a:pt x="869111" y="3524506"/>
                    <a:pt x="866955" y="3523787"/>
                  </a:cubicBezTo>
                  <a:cubicBezTo>
                    <a:pt x="874862" y="3533132"/>
                    <a:pt x="881332" y="3542478"/>
                    <a:pt x="887802" y="3551104"/>
                  </a:cubicBezTo>
                  <a:cubicBezTo>
                    <a:pt x="941717" y="3606457"/>
                    <a:pt x="981255" y="3672593"/>
                    <a:pt x="1004259" y="3748074"/>
                  </a:cubicBezTo>
                  <a:cubicBezTo>
                    <a:pt x="1004978" y="3749512"/>
                    <a:pt x="1004978" y="3750949"/>
                    <a:pt x="1004978" y="3751668"/>
                  </a:cubicBezTo>
                  <a:cubicBezTo>
                    <a:pt x="1007134" y="3755263"/>
                    <a:pt x="1010010" y="3759576"/>
                    <a:pt x="1012166" y="3763170"/>
                  </a:cubicBezTo>
                  <a:cubicBezTo>
                    <a:pt x="1015761" y="3760295"/>
                    <a:pt x="1017917" y="3755263"/>
                    <a:pt x="1017198" y="3750230"/>
                  </a:cubicBezTo>
                  <a:cubicBezTo>
                    <a:pt x="1016479" y="3745917"/>
                    <a:pt x="1015042" y="3741604"/>
                    <a:pt x="1013604" y="3737291"/>
                  </a:cubicBezTo>
                  <a:cubicBezTo>
                    <a:pt x="1017198" y="3735134"/>
                    <a:pt x="1023668" y="3736572"/>
                    <a:pt x="1022949" y="3742323"/>
                  </a:cubicBezTo>
                  <a:cubicBezTo>
                    <a:pt x="1020793" y="3757419"/>
                    <a:pt x="1019355" y="3773234"/>
                    <a:pt x="1017917" y="3788330"/>
                  </a:cubicBezTo>
                  <a:cubicBezTo>
                    <a:pt x="1026544" y="3794081"/>
                    <a:pt x="1033732" y="3804864"/>
                    <a:pt x="1034451" y="3815647"/>
                  </a:cubicBezTo>
                  <a:cubicBezTo>
                    <a:pt x="1042359" y="3820679"/>
                    <a:pt x="1047391" y="3829306"/>
                    <a:pt x="1047391" y="3840089"/>
                  </a:cubicBezTo>
                  <a:cubicBezTo>
                    <a:pt x="1046672" y="3866687"/>
                    <a:pt x="1043796" y="3892566"/>
                    <a:pt x="1039483" y="3918446"/>
                  </a:cubicBezTo>
                  <a:cubicBezTo>
                    <a:pt x="1038764" y="3935698"/>
                    <a:pt x="1038764" y="3952951"/>
                    <a:pt x="1039483" y="3970923"/>
                  </a:cubicBezTo>
                  <a:cubicBezTo>
                    <a:pt x="1046672" y="3920602"/>
                    <a:pt x="1054579" y="3870281"/>
                    <a:pt x="1063925" y="3820679"/>
                  </a:cubicBezTo>
                  <a:cubicBezTo>
                    <a:pt x="1064644" y="3816366"/>
                    <a:pt x="1064644" y="3811334"/>
                    <a:pt x="1065362" y="3807021"/>
                  </a:cubicBezTo>
                  <a:cubicBezTo>
                    <a:pt x="1066081" y="3801989"/>
                    <a:pt x="1066081" y="3796957"/>
                    <a:pt x="1066800" y="3791925"/>
                  </a:cubicBezTo>
                  <a:cubicBezTo>
                    <a:pt x="1067519" y="3781142"/>
                    <a:pt x="1068238" y="3770359"/>
                    <a:pt x="1068238" y="3760295"/>
                  </a:cubicBezTo>
                  <a:cubicBezTo>
                    <a:pt x="1091961" y="3752387"/>
                    <a:pt x="1114245" y="3743042"/>
                    <a:pt x="1137249" y="3733697"/>
                  </a:cubicBezTo>
                  <a:cubicBezTo>
                    <a:pt x="1148032" y="3729383"/>
                    <a:pt x="1158815" y="3725789"/>
                    <a:pt x="1170317" y="3721476"/>
                  </a:cubicBezTo>
                  <a:cubicBezTo>
                    <a:pt x="1179662" y="3720038"/>
                    <a:pt x="1188289" y="3717881"/>
                    <a:pt x="1197634" y="3715006"/>
                  </a:cubicBezTo>
                  <a:cubicBezTo>
                    <a:pt x="1201229" y="3713568"/>
                    <a:pt x="1203385" y="3709974"/>
                    <a:pt x="1204104" y="3706380"/>
                  </a:cubicBezTo>
                  <a:cubicBezTo>
                    <a:pt x="1212012" y="3702066"/>
                    <a:pt x="1219200" y="3697753"/>
                    <a:pt x="1226389" y="3692002"/>
                  </a:cubicBezTo>
                  <a:cubicBezTo>
                    <a:pt x="1227827" y="3692721"/>
                    <a:pt x="1229264" y="3693440"/>
                    <a:pt x="1230702" y="3694159"/>
                  </a:cubicBezTo>
                  <a:cubicBezTo>
                    <a:pt x="1240047" y="3697753"/>
                    <a:pt x="1248674" y="3694877"/>
                    <a:pt x="1252268" y="3688408"/>
                  </a:cubicBezTo>
                  <a:cubicBezTo>
                    <a:pt x="1260894" y="3689845"/>
                    <a:pt x="1268802" y="3692002"/>
                    <a:pt x="1277428" y="3693440"/>
                  </a:cubicBezTo>
                  <a:cubicBezTo>
                    <a:pt x="1271678" y="3817085"/>
                    <a:pt x="1265927" y="3941449"/>
                    <a:pt x="1260176" y="4065094"/>
                  </a:cubicBezTo>
                  <a:cubicBezTo>
                    <a:pt x="1259457" y="4079472"/>
                    <a:pt x="1258738" y="4093849"/>
                    <a:pt x="1258019" y="4108227"/>
                  </a:cubicBezTo>
                  <a:cubicBezTo>
                    <a:pt x="1251549" y="4108227"/>
                    <a:pt x="1245079" y="4108946"/>
                    <a:pt x="1238610" y="4108946"/>
                  </a:cubicBezTo>
                  <a:cubicBezTo>
                    <a:pt x="1222076" y="4106789"/>
                    <a:pt x="1217762" y="4135543"/>
                    <a:pt x="1237891" y="4136263"/>
                  </a:cubicBezTo>
                  <a:cubicBezTo>
                    <a:pt x="1247236" y="4136981"/>
                    <a:pt x="1256581" y="4136981"/>
                    <a:pt x="1266645" y="4137700"/>
                  </a:cubicBezTo>
                  <a:cubicBezTo>
                    <a:pt x="1273834" y="4150640"/>
                    <a:pt x="1272396" y="4167174"/>
                    <a:pt x="1255862" y="4175800"/>
                  </a:cubicBezTo>
                  <a:cubicBezTo>
                    <a:pt x="1244361" y="4181551"/>
                    <a:pt x="1232140" y="4186583"/>
                    <a:pt x="1220638" y="4190178"/>
                  </a:cubicBezTo>
                  <a:cubicBezTo>
                    <a:pt x="1214168" y="4195929"/>
                    <a:pt x="1208417" y="4200961"/>
                    <a:pt x="1201229" y="4205993"/>
                  </a:cubicBezTo>
                  <a:cubicBezTo>
                    <a:pt x="1196915" y="4206712"/>
                    <a:pt x="1192602" y="4209587"/>
                    <a:pt x="1190446" y="4213182"/>
                  </a:cubicBezTo>
                  <a:cubicBezTo>
                    <a:pt x="1189008" y="4213900"/>
                    <a:pt x="1187570" y="4215338"/>
                    <a:pt x="1186132" y="4216057"/>
                  </a:cubicBezTo>
                  <a:cubicBezTo>
                    <a:pt x="1186851" y="4216057"/>
                    <a:pt x="1188289" y="4216057"/>
                    <a:pt x="1189008" y="4216057"/>
                  </a:cubicBezTo>
                  <a:cubicBezTo>
                    <a:pt x="1188289" y="4218213"/>
                    <a:pt x="1187570" y="4221089"/>
                    <a:pt x="1188289" y="4223246"/>
                  </a:cubicBezTo>
                  <a:cubicBezTo>
                    <a:pt x="1188289" y="4225402"/>
                    <a:pt x="1189008" y="4226840"/>
                    <a:pt x="1189008" y="4228996"/>
                  </a:cubicBezTo>
                  <a:cubicBezTo>
                    <a:pt x="1187570" y="4228996"/>
                    <a:pt x="1186851" y="4229716"/>
                    <a:pt x="1185413" y="4229716"/>
                  </a:cubicBezTo>
                  <a:cubicBezTo>
                    <a:pt x="1177506" y="4228996"/>
                    <a:pt x="1170317" y="4228278"/>
                    <a:pt x="1162410" y="4227559"/>
                  </a:cubicBezTo>
                  <a:cubicBezTo>
                    <a:pt x="1161691" y="4228278"/>
                    <a:pt x="1160253" y="4228278"/>
                    <a:pt x="1158815" y="4228996"/>
                  </a:cubicBezTo>
                  <a:cubicBezTo>
                    <a:pt x="1149470" y="4223965"/>
                    <a:pt x="1136530" y="4229716"/>
                    <a:pt x="1132936" y="4238342"/>
                  </a:cubicBezTo>
                  <a:cubicBezTo>
                    <a:pt x="1116402" y="4242655"/>
                    <a:pt x="1098430" y="4245531"/>
                    <a:pt x="1081177" y="4245531"/>
                  </a:cubicBezTo>
                  <a:cubicBezTo>
                    <a:pt x="1073270" y="4236904"/>
                    <a:pt x="1065362" y="4228278"/>
                    <a:pt x="1058174" y="4219651"/>
                  </a:cubicBezTo>
                  <a:cubicBezTo>
                    <a:pt x="1048110" y="4206712"/>
                    <a:pt x="1037327" y="4194491"/>
                    <a:pt x="1025825" y="4182989"/>
                  </a:cubicBezTo>
                  <a:cubicBezTo>
                    <a:pt x="1038045" y="4180832"/>
                    <a:pt x="1050266" y="4177957"/>
                    <a:pt x="1062487" y="4175081"/>
                  </a:cubicBezTo>
                  <a:cubicBezTo>
                    <a:pt x="1061768" y="4177957"/>
                    <a:pt x="1061049" y="4181551"/>
                    <a:pt x="1059611" y="4184427"/>
                  </a:cubicBezTo>
                  <a:cubicBezTo>
                    <a:pt x="1071832" y="4185864"/>
                    <a:pt x="1084772" y="4185864"/>
                    <a:pt x="1096993" y="4184427"/>
                  </a:cubicBezTo>
                  <a:cubicBezTo>
                    <a:pt x="1090523" y="4181551"/>
                    <a:pt x="1084772" y="4178676"/>
                    <a:pt x="1078302" y="4175081"/>
                  </a:cubicBezTo>
                  <a:cubicBezTo>
                    <a:pt x="1076864" y="4174362"/>
                    <a:pt x="1075427" y="4172925"/>
                    <a:pt x="1074708" y="4172206"/>
                  </a:cubicBezTo>
                  <a:cubicBezTo>
                    <a:pt x="1086210" y="4169330"/>
                    <a:pt x="1097711" y="4165736"/>
                    <a:pt x="1109213" y="4162861"/>
                  </a:cubicBezTo>
                  <a:cubicBezTo>
                    <a:pt x="1147313" y="4151359"/>
                    <a:pt x="1189727" y="4143451"/>
                    <a:pt x="1221357" y="4118291"/>
                  </a:cubicBezTo>
                  <a:cubicBezTo>
                    <a:pt x="1229983" y="4111102"/>
                    <a:pt x="1222076" y="4098163"/>
                    <a:pt x="1212730" y="4097444"/>
                  </a:cubicBezTo>
                  <a:cubicBezTo>
                    <a:pt x="1173912" y="4095287"/>
                    <a:pt x="1135093" y="4113259"/>
                    <a:pt x="1099149" y="4125480"/>
                  </a:cubicBezTo>
                  <a:cubicBezTo>
                    <a:pt x="1077583" y="4132668"/>
                    <a:pt x="1056017" y="4140576"/>
                    <a:pt x="1035170" y="4149202"/>
                  </a:cubicBezTo>
                  <a:cubicBezTo>
                    <a:pt x="1025825" y="4152078"/>
                    <a:pt x="1016479" y="4154953"/>
                    <a:pt x="1007853" y="4158547"/>
                  </a:cubicBezTo>
                  <a:cubicBezTo>
                    <a:pt x="1007853" y="4157109"/>
                    <a:pt x="1008572" y="4154953"/>
                    <a:pt x="1008572" y="4152796"/>
                  </a:cubicBezTo>
                  <a:cubicBezTo>
                    <a:pt x="1010010" y="4144170"/>
                    <a:pt x="1013604" y="4138419"/>
                    <a:pt x="1018636" y="4134825"/>
                  </a:cubicBezTo>
                  <a:cubicBezTo>
                    <a:pt x="1018636" y="4134106"/>
                    <a:pt x="1018636" y="4133387"/>
                    <a:pt x="1018636" y="4132668"/>
                  </a:cubicBezTo>
                  <a:cubicBezTo>
                    <a:pt x="1020074" y="4118291"/>
                    <a:pt x="1022230" y="4103194"/>
                    <a:pt x="1023668" y="4088817"/>
                  </a:cubicBezTo>
                  <a:cubicBezTo>
                    <a:pt x="1013604" y="4092411"/>
                    <a:pt x="1002102" y="4091693"/>
                    <a:pt x="994913" y="4085223"/>
                  </a:cubicBezTo>
                  <a:cubicBezTo>
                    <a:pt x="992757" y="4108946"/>
                    <a:pt x="990600" y="4132668"/>
                    <a:pt x="989162" y="4157109"/>
                  </a:cubicBezTo>
                  <a:cubicBezTo>
                    <a:pt x="987725" y="4157109"/>
                    <a:pt x="985568" y="4157109"/>
                    <a:pt x="984130" y="4157109"/>
                  </a:cubicBezTo>
                  <a:cubicBezTo>
                    <a:pt x="983411" y="4155672"/>
                    <a:pt x="982693" y="4153515"/>
                    <a:pt x="981974" y="4152078"/>
                  </a:cubicBezTo>
                  <a:cubicBezTo>
                    <a:pt x="981255" y="4149202"/>
                    <a:pt x="978379" y="4148483"/>
                    <a:pt x="976223" y="4148483"/>
                  </a:cubicBezTo>
                  <a:cubicBezTo>
                    <a:pt x="973347" y="4138419"/>
                    <a:pt x="970472" y="4129074"/>
                    <a:pt x="966159" y="4119729"/>
                  </a:cubicBezTo>
                  <a:cubicBezTo>
                    <a:pt x="964002" y="4115415"/>
                    <a:pt x="958251" y="4113259"/>
                    <a:pt x="953938" y="4114697"/>
                  </a:cubicBezTo>
                  <a:cubicBezTo>
                    <a:pt x="964721" y="4125480"/>
                    <a:pt x="967596" y="4145608"/>
                    <a:pt x="956813" y="4157109"/>
                  </a:cubicBezTo>
                  <a:cubicBezTo>
                    <a:pt x="953938" y="4156391"/>
                    <a:pt x="950344" y="4157109"/>
                    <a:pt x="947468" y="4157829"/>
                  </a:cubicBezTo>
                  <a:cubicBezTo>
                    <a:pt x="910806" y="4217495"/>
                    <a:pt x="824542" y="4233310"/>
                    <a:pt x="754811" y="4219651"/>
                  </a:cubicBezTo>
                  <a:cubicBezTo>
                    <a:pt x="774221" y="4262065"/>
                    <a:pt x="793630" y="4303759"/>
                    <a:pt x="813040" y="4346172"/>
                  </a:cubicBezTo>
                  <a:cubicBezTo>
                    <a:pt x="848264" y="4400087"/>
                    <a:pt x="875581" y="4457597"/>
                    <a:pt x="887802" y="4520138"/>
                  </a:cubicBezTo>
                  <a:cubicBezTo>
                    <a:pt x="892115" y="4524451"/>
                    <a:pt x="895710" y="4528764"/>
                    <a:pt x="900023" y="4533078"/>
                  </a:cubicBezTo>
                  <a:cubicBezTo>
                    <a:pt x="912962" y="4546017"/>
                    <a:pt x="906493" y="4565427"/>
                    <a:pt x="894272" y="4574053"/>
                  </a:cubicBezTo>
                  <a:cubicBezTo>
                    <a:pt x="894272" y="4576210"/>
                    <a:pt x="894272" y="4578366"/>
                    <a:pt x="894272" y="4580523"/>
                  </a:cubicBezTo>
                  <a:cubicBezTo>
                    <a:pt x="895710" y="4574772"/>
                    <a:pt x="899304" y="4569740"/>
                    <a:pt x="905055" y="4566146"/>
                  </a:cubicBezTo>
                  <a:cubicBezTo>
                    <a:pt x="952500" y="4532359"/>
                    <a:pt x="1008572" y="4510793"/>
                    <a:pt x="1066800" y="4503604"/>
                  </a:cubicBezTo>
                  <a:cubicBezTo>
                    <a:pt x="1072551" y="4500729"/>
                    <a:pt x="1078302" y="4500729"/>
                    <a:pt x="1083334" y="4502166"/>
                  </a:cubicBezTo>
                  <a:cubicBezTo>
                    <a:pt x="1089804" y="4501448"/>
                    <a:pt x="1095555" y="4501448"/>
                    <a:pt x="1102025" y="4501448"/>
                  </a:cubicBezTo>
                  <a:cubicBezTo>
                    <a:pt x="1105619" y="4501448"/>
                    <a:pt x="1109213" y="4502166"/>
                    <a:pt x="1112089" y="4503604"/>
                  </a:cubicBezTo>
                  <a:cubicBezTo>
                    <a:pt x="1114964" y="4501448"/>
                    <a:pt x="1117840" y="4499291"/>
                    <a:pt x="1119996" y="4497134"/>
                  </a:cubicBezTo>
                  <a:cubicBezTo>
                    <a:pt x="1130061" y="4489227"/>
                    <a:pt x="1145157" y="4489946"/>
                    <a:pt x="1155221" y="4497134"/>
                  </a:cubicBezTo>
                  <a:cubicBezTo>
                    <a:pt x="1155221" y="4484914"/>
                    <a:pt x="1154502" y="4473411"/>
                    <a:pt x="1153064" y="4461191"/>
                  </a:cubicBezTo>
                  <a:cubicBezTo>
                    <a:pt x="1157378" y="4458315"/>
                    <a:pt x="1161691" y="4456159"/>
                    <a:pt x="1166004" y="4453283"/>
                  </a:cubicBezTo>
                  <a:cubicBezTo>
                    <a:pt x="1167442" y="4451845"/>
                    <a:pt x="1168879" y="4451127"/>
                    <a:pt x="1169598" y="4448970"/>
                  </a:cubicBezTo>
                  <a:cubicBezTo>
                    <a:pt x="1178944" y="4459034"/>
                    <a:pt x="1189008" y="4469098"/>
                    <a:pt x="1199072" y="4478444"/>
                  </a:cubicBezTo>
                  <a:cubicBezTo>
                    <a:pt x="1211293" y="4489946"/>
                    <a:pt x="1228545" y="4487789"/>
                    <a:pt x="1239328" y="4479163"/>
                  </a:cubicBezTo>
                  <a:cubicBezTo>
                    <a:pt x="1234296" y="4579804"/>
                    <a:pt x="1229983" y="4680446"/>
                    <a:pt x="1224951" y="4781087"/>
                  </a:cubicBezTo>
                  <a:cubicBezTo>
                    <a:pt x="1222795" y="4826376"/>
                    <a:pt x="1220638" y="4872383"/>
                    <a:pt x="1217762" y="4917672"/>
                  </a:cubicBezTo>
                  <a:cubicBezTo>
                    <a:pt x="1206979" y="4919110"/>
                    <a:pt x="1196196" y="4923423"/>
                    <a:pt x="1185413" y="4927736"/>
                  </a:cubicBezTo>
                  <a:cubicBezTo>
                    <a:pt x="1161691" y="4937800"/>
                    <a:pt x="1137249" y="4944989"/>
                    <a:pt x="1112808" y="4951459"/>
                  </a:cubicBezTo>
                  <a:cubicBezTo>
                    <a:pt x="1107776" y="4952896"/>
                    <a:pt x="1102744" y="4953616"/>
                    <a:pt x="1097711" y="4955053"/>
                  </a:cubicBezTo>
                  <a:cubicBezTo>
                    <a:pt x="1096274" y="4952178"/>
                    <a:pt x="1094836" y="4949302"/>
                    <a:pt x="1093398" y="4946427"/>
                  </a:cubicBezTo>
                  <a:cubicBezTo>
                    <a:pt x="1083334" y="4924142"/>
                    <a:pt x="1048828" y="4939238"/>
                    <a:pt x="1053861" y="4962242"/>
                  </a:cubicBezTo>
                  <a:cubicBezTo>
                    <a:pt x="1040202" y="4963679"/>
                    <a:pt x="1026544" y="4963679"/>
                    <a:pt x="1012166" y="4963679"/>
                  </a:cubicBezTo>
                  <a:cubicBezTo>
                    <a:pt x="1010010" y="4955772"/>
                    <a:pt x="1007853" y="4947864"/>
                    <a:pt x="1005696" y="4939957"/>
                  </a:cubicBezTo>
                  <a:cubicBezTo>
                    <a:pt x="1002102" y="4924142"/>
                    <a:pt x="981255" y="4922704"/>
                    <a:pt x="971910" y="4931330"/>
                  </a:cubicBezTo>
                  <a:cubicBezTo>
                    <a:pt x="969753" y="4931330"/>
                    <a:pt x="967596" y="4931330"/>
                    <a:pt x="965440" y="4931330"/>
                  </a:cubicBezTo>
                  <a:cubicBezTo>
                    <a:pt x="965440" y="4926298"/>
                    <a:pt x="965440" y="4921267"/>
                    <a:pt x="965440" y="4916234"/>
                  </a:cubicBezTo>
                  <a:cubicBezTo>
                    <a:pt x="1022230" y="4937800"/>
                    <a:pt x="1107776" y="4929174"/>
                    <a:pt x="1153783" y="4904014"/>
                  </a:cubicBezTo>
                  <a:cubicBezTo>
                    <a:pt x="1161691" y="4899701"/>
                    <a:pt x="1158096" y="4888198"/>
                    <a:pt x="1149470" y="4887480"/>
                  </a:cubicBezTo>
                  <a:cubicBezTo>
                    <a:pt x="1114245" y="4886042"/>
                    <a:pt x="1079740" y="4892512"/>
                    <a:pt x="1045234" y="4893231"/>
                  </a:cubicBezTo>
                  <a:cubicBezTo>
                    <a:pt x="1017917" y="4893949"/>
                    <a:pt x="991319" y="4887480"/>
                    <a:pt x="964721" y="4886761"/>
                  </a:cubicBezTo>
                  <a:cubicBezTo>
                    <a:pt x="964002" y="4881729"/>
                    <a:pt x="964002" y="4875978"/>
                    <a:pt x="962564" y="4870946"/>
                  </a:cubicBezTo>
                  <a:cubicBezTo>
                    <a:pt x="960408" y="4858006"/>
                    <a:pt x="947468" y="4855131"/>
                    <a:pt x="937404" y="4859444"/>
                  </a:cubicBezTo>
                  <a:cubicBezTo>
                    <a:pt x="937404" y="4856568"/>
                    <a:pt x="937404" y="4853693"/>
                    <a:pt x="938123" y="4850098"/>
                  </a:cubicBezTo>
                  <a:cubicBezTo>
                    <a:pt x="938123" y="4842910"/>
                    <a:pt x="935966" y="4837878"/>
                    <a:pt x="932372" y="4833565"/>
                  </a:cubicBezTo>
                  <a:cubicBezTo>
                    <a:pt x="936685" y="4769585"/>
                    <a:pt x="945311" y="4706325"/>
                    <a:pt x="962564" y="4644502"/>
                  </a:cubicBezTo>
                  <a:cubicBezTo>
                    <a:pt x="960408" y="4643065"/>
                    <a:pt x="958970" y="4640908"/>
                    <a:pt x="957532" y="4638751"/>
                  </a:cubicBezTo>
                  <a:cubicBezTo>
                    <a:pt x="953938" y="4639470"/>
                    <a:pt x="950344" y="4639470"/>
                    <a:pt x="946749" y="4639470"/>
                  </a:cubicBezTo>
                  <a:cubicBezTo>
                    <a:pt x="945311" y="4657442"/>
                    <a:pt x="943874" y="4676132"/>
                    <a:pt x="941717" y="4694104"/>
                  </a:cubicBezTo>
                  <a:cubicBezTo>
                    <a:pt x="940998" y="4701293"/>
                    <a:pt x="939560" y="4709201"/>
                    <a:pt x="938842" y="4716389"/>
                  </a:cubicBezTo>
                  <a:cubicBezTo>
                    <a:pt x="933810" y="4753770"/>
                    <a:pt x="929496" y="4791151"/>
                    <a:pt x="924464" y="4827814"/>
                  </a:cubicBezTo>
                  <a:cubicBezTo>
                    <a:pt x="912962" y="4822782"/>
                    <a:pt x="897866" y="4826376"/>
                    <a:pt x="891396" y="4838597"/>
                  </a:cubicBezTo>
                  <a:cubicBezTo>
                    <a:pt x="880613" y="4837878"/>
                    <a:pt x="869111" y="4843628"/>
                    <a:pt x="864798" y="4855849"/>
                  </a:cubicBezTo>
                  <a:cubicBezTo>
                    <a:pt x="859047" y="4871664"/>
                    <a:pt x="854015" y="4890355"/>
                    <a:pt x="851140" y="4910484"/>
                  </a:cubicBezTo>
                  <a:cubicBezTo>
                    <a:pt x="851140" y="4911202"/>
                    <a:pt x="850421" y="4911202"/>
                    <a:pt x="850421" y="4911921"/>
                  </a:cubicBezTo>
                  <a:cubicBezTo>
                    <a:pt x="846827" y="4921267"/>
                    <a:pt x="842513" y="4930612"/>
                    <a:pt x="838200" y="4939957"/>
                  </a:cubicBezTo>
                  <a:cubicBezTo>
                    <a:pt x="823104" y="4953616"/>
                    <a:pt x="807289" y="4967993"/>
                    <a:pt x="788598" y="4978057"/>
                  </a:cubicBezTo>
                  <a:cubicBezTo>
                    <a:pt x="753374" y="4996748"/>
                    <a:pt x="715274" y="4995310"/>
                    <a:pt x="680049" y="5008968"/>
                  </a:cubicBezTo>
                  <a:cubicBezTo>
                    <a:pt x="675736" y="4991716"/>
                    <a:pt x="653451" y="4992434"/>
                    <a:pt x="644825" y="5004655"/>
                  </a:cubicBezTo>
                  <a:cubicBezTo>
                    <a:pt x="643387" y="5002499"/>
                    <a:pt x="641230" y="4999623"/>
                    <a:pt x="639793" y="4997466"/>
                  </a:cubicBezTo>
                  <a:cubicBezTo>
                    <a:pt x="632604" y="4987402"/>
                    <a:pt x="615351" y="4990278"/>
                    <a:pt x="613913" y="5001061"/>
                  </a:cubicBezTo>
                  <a:cubicBezTo>
                    <a:pt x="620383" y="5004655"/>
                    <a:pt x="626853" y="5008968"/>
                    <a:pt x="632604" y="5013282"/>
                  </a:cubicBezTo>
                  <a:cubicBezTo>
                    <a:pt x="631166" y="5015438"/>
                    <a:pt x="630447" y="5017595"/>
                    <a:pt x="630447" y="5020470"/>
                  </a:cubicBezTo>
                  <a:cubicBezTo>
                    <a:pt x="630447" y="5020470"/>
                    <a:pt x="630447" y="5020470"/>
                    <a:pt x="629728" y="5020470"/>
                  </a:cubicBezTo>
                  <a:cubicBezTo>
                    <a:pt x="623259" y="5070791"/>
                    <a:pt x="663515" y="5136927"/>
                    <a:pt x="684362" y="5182216"/>
                  </a:cubicBezTo>
                  <a:cubicBezTo>
                    <a:pt x="711679" y="5241163"/>
                    <a:pt x="743310" y="5298672"/>
                    <a:pt x="777815" y="5353306"/>
                  </a:cubicBezTo>
                  <a:cubicBezTo>
                    <a:pt x="795068" y="5345399"/>
                    <a:pt x="815196" y="5345399"/>
                    <a:pt x="833168" y="5351868"/>
                  </a:cubicBezTo>
                  <a:cubicBezTo>
                    <a:pt x="833168" y="5351149"/>
                    <a:pt x="833168" y="5350430"/>
                    <a:pt x="833168" y="5348993"/>
                  </a:cubicBezTo>
                  <a:cubicBezTo>
                    <a:pt x="835325" y="5298672"/>
                    <a:pt x="815196" y="5251946"/>
                    <a:pt x="775659" y="5220315"/>
                  </a:cubicBezTo>
                  <a:cubicBezTo>
                    <a:pt x="769908" y="5216002"/>
                    <a:pt x="763438" y="5213845"/>
                    <a:pt x="756968" y="5214565"/>
                  </a:cubicBezTo>
                  <a:cubicBezTo>
                    <a:pt x="749060" y="5200187"/>
                    <a:pt x="741153" y="5185091"/>
                    <a:pt x="733245" y="5169995"/>
                  </a:cubicBezTo>
                  <a:cubicBezTo>
                    <a:pt x="721025" y="5146272"/>
                    <a:pt x="709523" y="5121830"/>
                    <a:pt x="698740" y="5096670"/>
                  </a:cubicBezTo>
                  <a:cubicBezTo>
                    <a:pt x="707366" y="5112485"/>
                    <a:pt x="715274" y="5129019"/>
                    <a:pt x="722462" y="5145553"/>
                  </a:cubicBezTo>
                  <a:cubicBezTo>
                    <a:pt x="789317" y="5203782"/>
                    <a:pt x="843232" y="5277106"/>
                    <a:pt x="855453" y="5365527"/>
                  </a:cubicBezTo>
                  <a:cubicBezTo>
                    <a:pt x="855453" y="5365527"/>
                    <a:pt x="855453" y="5365527"/>
                    <a:pt x="855453" y="5366246"/>
                  </a:cubicBezTo>
                  <a:cubicBezTo>
                    <a:pt x="864798" y="5376310"/>
                    <a:pt x="871268" y="5391406"/>
                    <a:pt x="871268" y="5409378"/>
                  </a:cubicBezTo>
                  <a:lnTo>
                    <a:pt x="871268" y="5435976"/>
                  </a:lnTo>
                  <a:cubicBezTo>
                    <a:pt x="884927" y="5447478"/>
                    <a:pt x="894272" y="5464731"/>
                    <a:pt x="894272" y="5485578"/>
                  </a:cubicBezTo>
                  <a:cubicBezTo>
                    <a:pt x="902179" y="5469044"/>
                    <a:pt x="910806" y="5452510"/>
                    <a:pt x="920870" y="5437414"/>
                  </a:cubicBezTo>
                  <a:cubicBezTo>
                    <a:pt x="922308" y="5435257"/>
                    <a:pt x="924464" y="5433100"/>
                    <a:pt x="925902" y="5430944"/>
                  </a:cubicBezTo>
                  <a:cubicBezTo>
                    <a:pt x="925183" y="5424474"/>
                    <a:pt x="921589" y="5418723"/>
                    <a:pt x="916557" y="5415128"/>
                  </a:cubicBezTo>
                  <a:cubicBezTo>
                    <a:pt x="917994" y="5400032"/>
                    <a:pt x="919432" y="5384936"/>
                    <a:pt x="921589" y="5369840"/>
                  </a:cubicBezTo>
                  <a:cubicBezTo>
                    <a:pt x="946749" y="5360495"/>
                    <a:pt x="972628" y="5351149"/>
                    <a:pt x="997789" y="5341085"/>
                  </a:cubicBezTo>
                  <a:cubicBezTo>
                    <a:pt x="992757" y="5353306"/>
                    <a:pt x="1006415" y="5366246"/>
                    <a:pt x="1018636" y="5363370"/>
                  </a:cubicBezTo>
                  <a:cubicBezTo>
                    <a:pt x="1053142" y="5354025"/>
                    <a:pt x="1083334" y="5332459"/>
                    <a:pt x="1112808" y="5311612"/>
                  </a:cubicBezTo>
                  <a:cubicBezTo>
                    <a:pt x="1136530" y="5295078"/>
                    <a:pt x="1162410" y="5278544"/>
                    <a:pt x="1183976" y="5258415"/>
                  </a:cubicBezTo>
                  <a:cubicBezTo>
                    <a:pt x="1263770" y="5253383"/>
                    <a:pt x="1348596" y="5250508"/>
                    <a:pt x="1424078" y="5227504"/>
                  </a:cubicBezTo>
                  <a:cubicBezTo>
                    <a:pt x="1437736" y="5238287"/>
                    <a:pt x="1452113" y="5246914"/>
                    <a:pt x="1467928" y="5251227"/>
                  </a:cubicBezTo>
                  <a:cubicBezTo>
                    <a:pt x="1480868" y="5254102"/>
                    <a:pt x="1493808" y="5242600"/>
                    <a:pt x="1490213" y="5228942"/>
                  </a:cubicBezTo>
                  <a:cubicBezTo>
                    <a:pt x="1477274" y="5181496"/>
                    <a:pt x="1429110" y="5144116"/>
                    <a:pt x="1399636" y="5105297"/>
                  </a:cubicBezTo>
                  <a:cubicBezTo>
                    <a:pt x="1389572" y="5092357"/>
                    <a:pt x="1380227" y="5078698"/>
                    <a:pt x="1370881" y="5065040"/>
                  </a:cubicBezTo>
                  <a:cubicBezTo>
                    <a:pt x="1385259" y="5067197"/>
                    <a:pt x="1399636" y="5068634"/>
                    <a:pt x="1413295" y="5069353"/>
                  </a:cubicBezTo>
                  <a:cubicBezTo>
                    <a:pt x="1437736" y="5111047"/>
                    <a:pt x="1467928" y="5149147"/>
                    <a:pt x="1495246" y="5188685"/>
                  </a:cubicBezTo>
                  <a:cubicBezTo>
                    <a:pt x="1516093" y="5218159"/>
                    <a:pt x="1537659" y="5258415"/>
                    <a:pt x="1567851" y="5281419"/>
                  </a:cubicBezTo>
                  <a:cubicBezTo>
                    <a:pt x="1426953" y="5281419"/>
                    <a:pt x="1283898" y="5274949"/>
                    <a:pt x="1145157" y="5297234"/>
                  </a:cubicBezTo>
                  <a:cubicBezTo>
                    <a:pt x="1136530" y="5298672"/>
                    <a:pt x="1136530" y="5314487"/>
                    <a:pt x="1145157" y="5315925"/>
                  </a:cubicBezTo>
                  <a:cubicBezTo>
                    <a:pt x="1155940" y="5317363"/>
                    <a:pt x="1167442" y="5319519"/>
                    <a:pt x="1178225" y="5320957"/>
                  </a:cubicBezTo>
                  <a:cubicBezTo>
                    <a:pt x="1173193" y="5359776"/>
                    <a:pt x="1170317" y="5399314"/>
                    <a:pt x="1168161" y="5438851"/>
                  </a:cubicBezTo>
                  <a:cubicBezTo>
                    <a:pt x="1168161" y="5438132"/>
                    <a:pt x="1167442" y="5437414"/>
                    <a:pt x="1166723" y="5437414"/>
                  </a:cubicBezTo>
                  <a:cubicBezTo>
                    <a:pt x="1153064" y="5425193"/>
                    <a:pt x="1133655" y="5419442"/>
                    <a:pt x="1117121" y="5412253"/>
                  </a:cubicBezTo>
                  <a:cubicBezTo>
                    <a:pt x="1112808" y="5410097"/>
                    <a:pt x="1108494" y="5416566"/>
                    <a:pt x="1112808" y="5419442"/>
                  </a:cubicBezTo>
                  <a:cubicBezTo>
                    <a:pt x="1128623" y="5428068"/>
                    <a:pt x="1144438" y="5441008"/>
                    <a:pt x="1163129" y="5444602"/>
                  </a:cubicBezTo>
                  <a:cubicBezTo>
                    <a:pt x="1165285" y="5445321"/>
                    <a:pt x="1167442" y="5443883"/>
                    <a:pt x="1168161" y="5441727"/>
                  </a:cubicBezTo>
                  <a:cubicBezTo>
                    <a:pt x="1167442" y="5457542"/>
                    <a:pt x="1166723" y="5473357"/>
                    <a:pt x="1166004" y="5489172"/>
                  </a:cubicBezTo>
                  <a:cubicBezTo>
                    <a:pt x="1164566" y="5521521"/>
                    <a:pt x="1163129" y="5553870"/>
                    <a:pt x="1161691" y="5586219"/>
                  </a:cubicBezTo>
                  <a:cubicBezTo>
                    <a:pt x="1160253" y="5616411"/>
                    <a:pt x="1153064" y="5645885"/>
                    <a:pt x="1168879" y="5673202"/>
                  </a:cubicBezTo>
                  <a:cubicBezTo>
                    <a:pt x="1173193" y="5681110"/>
                    <a:pt x="1183976" y="5680391"/>
                    <a:pt x="1188289" y="5673202"/>
                  </a:cubicBezTo>
                  <a:cubicBezTo>
                    <a:pt x="1203385" y="5650917"/>
                    <a:pt x="1200510" y="5628632"/>
                    <a:pt x="1201229" y="5602753"/>
                  </a:cubicBezTo>
                  <a:cubicBezTo>
                    <a:pt x="1201947" y="5592689"/>
                    <a:pt x="1201947" y="5581906"/>
                    <a:pt x="1202666" y="5571842"/>
                  </a:cubicBezTo>
                  <a:cubicBezTo>
                    <a:pt x="1263770" y="5587657"/>
                    <a:pt x="1330625" y="5581906"/>
                    <a:pt x="1393166" y="5581906"/>
                  </a:cubicBezTo>
                  <a:cubicBezTo>
                    <a:pt x="1435579" y="5581906"/>
                    <a:pt x="1477993" y="5581906"/>
                    <a:pt x="1520406" y="5581906"/>
                  </a:cubicBezTo>
                  <a:cubicBezTo>
                    <a:pt x="1520406" y="5594845"/>
                    <a:pt x="1521125" y="5608504"/>
                    <a:pt x="1524000" y="5620006"/>
                  </a:cubicBezTo>
                  <a:cubicBezTo>
                    <a:pt x="1524000" y="5634383"/>
                    <a:pt x="1524719" y="5648761"/>
                    <a:pt x="1525438" y="5663138"/>
                  </a:cubicBezTo>
                  <a:cubicBezTo>
                    <a:pt x="1526157" y="5675359"/>
                    <a:pt x="1531908" y="5689017"/>
                    <a:pt x="1543410" y="5694768"/>
                  </a:cubicBezTo>
                  <a:cubicBezTo>
                    <a:pt x="1557787" y="5701957"/>
                    <a:pt x="1565695" y="5702676"/>
                    <a:pt x="1580072" y="5694768"/>
                  </a:cubicBezTo>
                  <a:cubicBezTo>
                    <a:pt x="1591574" y="5689017"/>
                    <a:pt x="1598044" y="5675359"/>
                    <a:pt x="1598044" y="5663138"/>
                  </a:cubicBezTo>
                  <a:cubicBezTo>
                    <a:pt x="1598762" y="5636540"/>
                    <a:pt x="1598762" y="5609223"/>
                    <a:pt x="1598044" y="5581906"/>
                  </a:cubicBezTo>
                  <a:lnTo>
                    <a:pt x="1603076" y="5581906"/>
                  </a:lnTo>
                  <a:cubicBezTo>
                    <a:pt x="1673525" y="5581906"/>
                    <a:pt x="1743255" y="5581906"/>
                    <a:pt x="1813704" y="5582625"/>
                  </a:cubicBezTo>
                  <a:cubicBezTo>
                    <a:pt x="1844615" y="5582625"/>
                    <a:pt x="1876246" y="5584062"/>
                    <a:pt x="1907876" y="5584782"/>
                  </a:cubicBezTo>
                  <a:cubicBezTo>
                    <a:pt x="1917221" y="5594845"/>
                    <a:pt x="1927285" y="5604191"/>
                    <a:pt x="1938787" y="5613536"/>
                  </a:cubicBezTo>
                  <a:cubicBezTo>
                    <a:pt x="1928723" y="5614974"/>
                    <a:pt x="1920097" y="5622163"/>
                    <a:pt x="1920815" y="5635102"/>
                  </a:cubicBezTo>
                  <a:cubicBezTo>
                    <a:pt x="1921534" y="5660263"/>
                    <a:pt x="1922253" y="5684704"/>
                    <a:pt x="1922972" y="5709864"/>
                  </a:cubicBezTo>
                  <a:cubicBezTo>
                    <a:pt x="1922972" y="5709864"/>
                    <a:pt x="1922253" y="5709864"/>
                    <a:pt x="1922253" y="5709864"/>
                  </a:cubicBezTo>
                  <a:cubicBezTo>
                    <a:pt x="1920815" y="5704833"/>
                    <a:pt x="1918659" y="5700519"/>
                    <a:pt x="1915783" y="5696206"/>
                  </a:cubicBezTo>
                  <a:cubicBezTo>
                    <a:pt x="1910751" y="5687580"/>
                    <a:pt x="1897812" y="5685423"/>
                    <a:pt x="1890623" y="5693330"/>
                  </a:cubicBezTo>
                  <a:cubicBezTo>
                    <a:pt x="1886310" y="5698363"/>
                    <a:pt x="1882715" y="5704113"/>
                    <a:pt x="1879840" y="5709864"/>
                  </a:cubicBezTo>
                  <a:cubicBezTo>
                    <a:pt x="1846772" y="5709864"/>
                    <a:pt x="1814423" y="5709864"/>
                    <a:pt x="1781355" y="5709864"/>
                  </a:cubicBezTo>
                  <a:cubicBezTo>
                    <a:pt x="1779198" y="5705551"/>
                    <a:pt x="1777042" y="5701238"/>
                    <a:pt x="1774166" y="5697644"/>
                  </a:cubicBezTo>
                  <a:cubicBezTo>
                    <a:pt x="1768415" y="5690455"/>
                    <a:pt x="1755476" y="5687580"/>
                    <a:pt x="1751163" y="5697644"/>
                  </a:cubicBezTo>
                  <a:cubicBezTo>
                    <a:pt x="1749006" y="5701957"/>
                    <a:pt x="1747568" y="5705551"/>
                    <a:pt x="1746130" y="5709864"/>
                  </a:cubicBezTo>
                  <a:cubicBezTo>
                    <a:pt x="1731034" y="5709864"/>
                    <a:pt x="1716657" y="5709864"/>
                    <a:pt x="1701561" y="5709864"/>
                  </a:cubicBezTo>
                  <a:cubicBezTo>
                    <a:pt x="1697247" y="5702676"/>
                    <a:pt x="1687183" y="5701238"/>
                    <a:pt x="1679995" y="5706989"/>
                  </a:cubicBezTo>
                  <a:cubicBezTo>
                    <a:pt x="1678557" y="5707708"/>
                    <a:pt x="1677838" y="5709146"/>
                    <a:pt x="1676400" y="5709864"/>
                  </a:cubicBezTo>
                  <a:cubicBezTo>
                    <a:pt x="1662742" y="5709864"/>
                    <a:pt x="1649083" y="5709864"/>
                    <a:pt x="1635425" y="5709864"/>
                  </a:cubicBezTo>
                  <a:cubicBezTo>
                    <a:pt x="1636862" y="5698363"/>
                    <a:pt x="1636144" y="5686861"/>
                    <a:pt x="1632549" y="5675359"/>
                  </a:cubicBezTo>
                  <a:cubicBezTo>
                    <a:pt x="1628955" y="5663857"/>
                    <a:pt x="1615296" y="5660263"/>
                    <a:pt x="1605951" y="5668170"/>
                  </a:cubicBezTo>
                  <a:cubicBezTo>
                    <a:pt x="1594449" y="5678953"/>
                    <a:pt x="1586542" y="5693330"/>
                    <a:pt x="1580072" y="5709864"/>
                  </a:cubicBezTo>
                  <a:cubicBezTo>
                    <a:pt x="1572164" y="5709864"/>
                    <a:pt x="1564257" y="5709864"/>
                    <a:pt x="1556349" y="5709864"/>
                  </a:cubicBezTo>
                  <a:cubicBezTo>
                    <a:pt x="1552755" y="5709864"/>
                    <a:pt x="1549161" y="5709864"/>
                    <a:pt x="1545566" y="5709864"/>
                  </a:cubicBezTo>
                  <a:cubicBezTo>
                    <a:pt x="1545566" y="5706989"/>
                    <a:pt x="1544847" y="5704113"/>
                    <a:pt x="1544129" y="5700519"/>
                  </a:cubicBezTo>
                  <a:cubicBezTo>
                    <a:pt x="1542691" y="5691893"/>
                    <a:pt x="1529751" y="5689017"/>
                    <a:pt x="1524000" y="5695487"/>
                  </a:cubicBezTo>
                  <a:cubicBezTo>
                    <a:pt x="1519687" y="5699800"/>
                    <a:pt x="1516093" y="5704833"/>
                    <a:pt x="1513217" y="5709864"/>
                  </a:cubicBezTo>
                  <a:cubicBezTo>
                    <a:pt x="1499559" y="5709864"/>
                    <a:pt x="1486619" y="5709864"/>
                    <a:pt x="1473679" y="5709864"/>
                  </a:cubicBezTo>
                  <a:cubicBezTo>
                    <a:pt x="1472961" y="5702676"/>
                    <a:pt x="1472242" y="5694768"/>
                    <a:pt x="1469366" y="5687580"/>
                  </a:cubicBezTo>
                  <a:cubicBezTo>
                    <a:pt x="1466491" y="5679672"/>
                    <a:pt x="1456427" y="5676078"/>
                    <a:pt x="1449957" y="5682547"/>
                  </a:cubicBezTo>
                  <a:cubicBezTo>
                    <a:pt x="1442049" y="5690455"/>
                    <a:pt x="1435579" y="5699800"/>
                    <a:pt x="1430547" y="5710583"/>
                  </a:cubicBezTo>
                  <a:cubicBezTo>
                    <a:pt x="1342127" y="5711302"/>
                    <a:pt x="1253706" y="5712021"/>
                    <a:pt x="1166004" y="5712740"/>
                  </a:cubicBezTo>
                  <a:cubicBezTo>
                    <a:pt x="1169598" y="5706989"/>
                    <a:pt x="1172474" y="5700519"/>
                    <a:pt x="1172474" y="5692612"/>
                  </a:cubicBezTo>
                  <a:cubicBezTo>
                    <a:pt x="1173193" y="5670327"/>
                    <a:pt x="1150189" y="5671764"/>
                    <a:pt x="1130061" y="5676797"/>
                  </a:cubicBezTo>
                  <a:cubicBezTo>
                    <a:pt x="1109932" y="5676797"/>
                    <a:pt x="1089804" y="5686861"/>
                    <a:pt x="1069676" y="5693330"/>
                  </a:cubicBezTo>
                  <a:cubicBezTo>
                    <a:pt x="1050985" y="5699800"/>
                    <a:pt x="1031576" y="5706989"/>
                    <a:pt x="1012885" y="5713459"/>
                  </a:cubicBezTo>
                  <a:cubicBezTo>
                    <a:pt x="998508" y="5713459"/>
                    <a:pt x="984130" y="5713459"/>
                    <a:pt x="969753" y="5714178"/>
                  </a:cubicBezTo>
                  <a:cubicBezTo>
                    <a:pt x="969034" y="5714178"/>
                    <a:pt x="968315" y="5714178"/>
                    <a:pt x="967596" y="5714178"/>
                  </a:cubicBezTo>
                  <a:cubicBezTo>
                    <a:pt x="945311" y="5714178"/>
                    <a:pt x="922308" y="5714896"/>
                    <a:pt x="900023" y="5714896"/>
                  </a:cubicBezTo>
                  <a:cubicBezTo>
                    <a:pt x="892115" y="5719210"/>
                    <a:pt x="883489" y="5723523"/>
                    <a:pt x="874862" y="5727836"/>
                  </a:cubicBezTo>
                  <a:cubicBezTo>
                    <a:pt x="875581" y="5719929"/>
                    <a:pt x="876300" y="5712740"/>
                    <a:pt x="877019" y="5704833"/>
                  </a:cubicBezTo>
                  <a:cubicBezTo>
                    <a:pt x="879176" y="5693330"/>
                    <a:pt x="882051" y="5681829"/>
                    <a:pt x="884208" y="5670327"/>
                  </a:cubicBezTo>
                  <a:cubicBezTo>
                    <a:pt x="883489" y="5670327"/>
                    <a:pt x="883489" y="5669608"/>
                    <a:pt x="882770" y="5669608"/>
                  </a:cubicBezTo>
                  <a:cubicBezTo>
                    <a:pt x="873425" y="5709864"/>
                    <a:pt x="829574" y="5724242"/>
                    <a:pt x="795787" y="5712740"/>
                  </a:cubicBezTo>
                  <a:cubicBezTo>
                    <a:pt x="795787" y="5714896"/>
                    <a:pt x="795068" y="5717772"/>
                    <a:pt x="795068" y="5719929"/>
                  </a:cubicBezTo>
                  <a:lnTo>
                    <a:pt x="795068" y="5719929"/>
                  </a:lnTo>
                  <a:lnTo>
                    <a:pt x="795068" y="5719929"/>
                  </a:lnTo>
                  <a:cubicBezTo>
                    <a:pt x="795068" y="5722085"/>
                    <a:pt x="794349" y="5724242"/>
                    <a:pt x="794349" y="5726399"/>
                  </a:cubicBezTo>
                  <a:cubicBezTo>
                    <a:pt x="792193" y="5742213"/>
                    <a:pt x="805132" y="5750121"/>
                    <a:pt x="818072" y="5750121"/>
                  </a:cubicBezTo>
                  <a:cubicBezTo>
                    <a:pt x="818072" y="5752278"/>
                    <a:pt x="817353" y="5753716"/>
                    <a:pt x="817353" y="5755872"/>
                  </a:cubicBezTo>
                  <a:cubicBezTo>
                    <a:pt x="815915" y="5763061"/>
                    <a:pt x="817353" y="5769531"/>
                    <a:pt x="820947" y="5774562"/>
                  </a:cubicBezTo>
                  <a:cubicBezTo>
                    <a:pt x="818072" y="5775282"/>
                    <a:pt x="815915" y="5776719"/>
                    <a:pt x="813040" y="5777438"/>
                  </a:cubicBezTo>
                  <a:cubicBezTo>
                    <a:pt x="808727" y="5778157"/>
                    <a:pt x="804413" y="5779595"/>
                    <a:pt x="800100" y="5781032"/>
                  </a:cubicBezTo>
                  <a:cubicBezTo>
                    <a:pt x="757687" y="5783189"/>
                    <a:pt x="716711" y="5799723"/>
                    <a:pt x="676455" y="5810506"/>
                  </a:cubicBezTo>
                  <a:cubicBezTo>
                    <a:pt x="626134" y="5824164"/>
                    <a:pt x="575813" y="5837104"/>
                    <a:pt x="524774" y="5849325"/>
                  </a:cubicBezTo>
                  <a:cubicBezTo>
                    <a:pt x="473734" y="5861546"/>
                    <a:pt x="422694" y="5871610"/>
                    <a:pt x="371655" y="5882393"/>
                  </a:cubicBezTo>
                  <a:cubicBezTo>
                    <a:pt x="370936" y="5882393"/>
                    <a:pt x="370217" y="5882393"/>
                    <a:pt x="369498" y="5883112"/>
                  </a:cubicBezTo>
                  <a:cubicBezTo>
                    <a:pt x="336430" y="5885987"/>
                    <a:pt x="304081" y="5885987"/>
                    <a:pt x="271013" y="5885268"/>
                  </a:cubicBezTo>
                  <a:cubicBezTo>
                    <a:pt x="238664" y="5883830"/>
                    <a:pt x="199126" y="5872329"/>
                    <a:pt x="168934" y="5883830"/>
                  </a:cubicBezTo>
                  <a:cubicBezTo>
                    <a:pt x="166777" y="5884550"/>
                    <a:pt x="165340" y="5887425"/>
                    <a:pt x="167496" y="5888863"/>
                  </a:cubicBezTo>
                  <a:cubicBezTo>
                    <a:pt x="183311" y="5903959"/>
                    <a:pt x="204877" y="5908272"/>
                    <a:pt x="227162" y="5911866"/>
                  </a:cubicBezTo>
                  <a:cubicBezTo>
                    <a:pt x="219255" y="5914023"/>
                    <a:pt x="212066" y="5916899"/>
                    <a:pt x="204877" y="5919774"/>
                  </a:cubicBezTo>
                  <a:cubicBezTo>
                    <a:pt x="199845" y="5921930"/>
                    <a:pt x="197689" y="5925525"/>
                    <a:pt x="197689" y="5929838"/>
                  </a:cubicBezTo>
                  <a:cubicBezTo>
                    <a:pt x="181155" y="5926963"/>
                    <a:pt x="165340" y="5921930"/>
                    <a:pt x="150962" y="5915461"/>
                  </a:cubicBezTo>
                  <a:cubicBezTo>
                    <a:pt x="148806" y="5922649"/>
                    <a:pt x="150962" y="5930557"/>
                    <a:pt x="159589" y="5931995"/>
                  </a:cubicBezTo>
                  <a:cubicBezTo>
                    <a:pt x="163183" y="5932713"/>
                    <a:pt x="167496" y="5933432"/>
                    <a:pt x="171091" y="5934151"/>
                  </a:cubicBezTo>
                  <a:cubicBezTo>
                    <a:pt x="171809" y="5935589"/>
                    <a:pt x="173247" y="5937027"/>
                    <a:pt x="173966" y="5938465"/>
                  </a:cubicBezTo>
                  <a:cubicBezTo>
                    <a:pt x="177560" y="5941340"/>
                    <a:pt x="180436" y="5943496"/>
                    <a:pt x="184030" y="5946372"/>
                  </a:cubicBezTo>
                  <a:cubicBezTo>
                    <a:pt x="178998" y="5947091"/>
                    <a:pt x="173966" y="5948529"/>
                    <a:pt x="168934" y="5947810"/>
                  </a:cubicBezTo>
                  <a:cubicBezTo>
                    <a:pt x="167496" y="5947810"/>
                    <a:pt x="166059" y="5947810"/>
                    <a:pt x="164621" y="5948529"/>
                  </a:cubicBezTo>
                  <a:cubicBezTo>
                    <a:pt x="158870" y="5947810"/>
                    <a:pt x="152400" y="5947091"/>
                    <a:pt x="146649" y="5946372"/>
                  </a:cubicBezTo>
                  <a:cubicBezTo>
                    <a:pt x="146649" y="5937746"/>
                    <a:pt x="136585" y="5931276"/>
                    <a:pt x="128677" y="5938465"/>
                  </a:cubicBezTo>
                  <a:cubicBezTo>
                    <a:pt x="126521" y="5939902"/>
                    <a:pt x="125083" y="5942059"/>
                    <a:pt x="122926" y="5943496"/>
                  </a:cubicBezTo>
                  <a:cubicBezTo>
                    <a:pt x="122208" y="5943496"/>
                    <a:pt x="120770" y="5943496"/>
                    <a:pt x="120051" y="5942778"/>
                  </a:cubicBezTo>
                  <a:cubicBezTo>
                    <a:pt x="107830" y="5941340"/>
                    <a:pt x="102798" y="5952123"/>
                    <a:pt x="104236" y="5962187"/>
                  </a:cubicBezTo>
                  <a:cubicBezTo>
                    <a:pt x="102798" y="5968657"/>
                    <a:pt x="107111" y="5976565"/>
                    <a:pt x="113581" y="5978721"/>
                  </a:cubicBezTo>
                  <a:cubicBezTo>
                    <a:pt x="115019" y="5979440"/>
                    <a:pt x="117175" y="5980159"/>
                    <a:pt x="118613" y="5980878"/>
                  </a:cubicBezTo>
                  <a:cubicBezTo>
                    <a:pt x="168215" y="6014664"/>
                    <a:pt x="226443" y="6035512"/>
                    <a:pt x="286828" y="6047014"/>
                  </a:cubicBezTo>
                  <a:cubicBezTo>
                    <a:pt x="291142" y="6048451"/>
                    <a:pt x="295455" y="6049889"/>
                    <a:pt x="299768" y="6051327"/>
                  </a:cubicBezTo>
                  <a:cubicBezTo>
                    <a:pt x="299049" y="6050608"/>
                    <a:pt x="299049" y="6049889"/>
                    <a:pt x="299049" y="6049170"/>
                  </a:cubicBezTo>
                  <a:cubicBezTo>
                    <a:pt x="334274" y="6055640"/>
                    <a:pt x="370217" y="6059234"/>
                    <a:pt x="404723" y="6060672"/>
                  </a:cubicBezTo>
                  <a:cubicBezTo>
                    <a:pt x="424132" y="6061391"/>
                    <a:pt x="444260" y="6061391"/>
                    <a:pt x="465108" y="6060672"/>
                  </a:cubicBezTo>
                  <a:cubicBezTo>
                    <a:pt x="474453" y="6062110"/>
                    <a:pt x="483798" y="6063547"/>
                    <a:pt x="493143" y="6064985"/>
                  </a:cubicBezTo>
                  <a:cubicBezTo>
                    <a:pt x="494581" y="6158438"/>
                    <a:pt x="499613" y="6252610"/>
                    <a:pt x="504645" y="6346062"/>
                  </a:cubicBezTo>
                  <a:cubicBezTo>
                    <a:pt x="503926" y="6356127"/>
                    <a:pt x="503208" y="6365472"/>
                    <a:pt x="502489" y="6375536"/>
                  </a:cubicBezTo>
                  <a:cubicBezTo>
                    <a:pt x="493143" y="6487679"/>
                    <a:pt x="479485" y="6600542"/>
                    <a:pt x="477328" y="6712685"/>
                  </a:cubicBezTo>
                  <a:cubicBezTo>
                    <a:pt x="477328" y="6728500"/>
                    <a:pt x="485236" y="6737127"/>
                    <a:pt x="495300" y="6741440"/>
                  </a:cubicBezTo>
                  <a:cubicBezTo>
                    <a:pt x="495300" y="6745753"/>
                    <a:pt x="495300" y="6750785"/>
                    <a:pt x="495300" y="6755098"/>
                  </a:cubicBezTo>
                  <a:cubicBezTo>
                    <a:pt x="396815" y="6757255"/>
                    <a:pt x="297611" y="6758693"/>
                    <a:pt x="199126" y="6759411"/>
                  </a:cubicBezTo>
                  <a:cubicBezTo>
                    <a:pt x="194813" y="6759411"/>
                    <a:pt x="190500" y="6760131"/>
                    <a:pt x="186906" y="6761568"/>
                  </a:cubicBezTo>
                  <a:cubicBezTo>
                    <a:pt x="126521" y="6763725"/>
                    <a:pt x="66855" y="6770194"/>
                    <a:pt x="8626" y="6784572"/>
                  </a:cubicBezTo>
                  <a:cubicBezTo>
                    <a:pt x="-2875" y="6787448"/>
                    <a:pt x="-2875" y="6804701"/>
                    <a:pt x="8626" y="6807576"/>
                  </a:cubicBezTo>
                  <a:cubicBezTo>
                    <a:pt x="34506" y="6814046"/>
                    <a:pt x="60385" y="6818359"/>
                    <a:pt x="86983" y="6821953"/>
                  </a:cubicBezTo>
                  <a:cubicBezTo>
                    <a:pt x="81951" y="6826985"/>
                    <a:pt x="81232" y="6835612"/>
                    <a:pt x="85545" y="6841363"/>
                  </a:cubicBezTo>
                  <a:lnTo>
                    <a:pt x="1347159" y="6841363"/>
                  </a:lnTo>
                  <a:cubicBezTo>
                    <a:pt x="1370163" y="6853583"/>
                    <a:pt x="1394604" y="6860772"/>
                    <a:pt x="1416170" y="6854302"/>
                  </a:cubicBezTo>
                  <a:cubicBezTo>
                    <a:pt x="1421921" y="6852864"/>
                    <a:pt x="1424078" y="6845676"/>
                    <a:pt x="1421202" y="6841363"/>
                  </a:cubicBezTo>
                  <a:lnTo>
                    <a:pt x="3050876" y="6841363"/>
                  </a:lnTo>
                  <a:close/>
                  <a:moveTo>
                    <a:pt x="2761891" y="5997411"/>
                  </a:moveTo>
                  <a:cubicBezTo>
                    <a:pt x="2774831" y="6005319"/>
                    <a:pt x="2787770" y="6011789"/>
                    <a:pt x="2802866" y="6013946"/>
                  </a:cubicBezTo>
                  <a:cubicBezTo>
                    <a:pt x="2812212" y="6015383"/>
                    <a:pt x="2822276" y="6006757"/>
                    <a:pt x="2815806" y="5996693"/>
                  </a:cubicBezTo>
                  <a:cubicBezTo>
                    <a:pt x="2811493" y="5989504"/>
                    <a:pt x="2806461" y="5983753"/>
                    <a:pt x="2800710" y="5978721"/>
                  </a:cubicBezTo>
                  <a:cubicBezTo>
                    <a:pt x="2817244" y="5975127"/>
                    <a:pt x="2833059" y="5972251"/>
                    <a:pt x="2848874" y="5969376"/>
                  </a:cubicBezTo>
                  <a:cubicBezTo>
                    <a:pt x="2876910" y="5964344"/>
                    <a:pt x="2888412" y="6006757"/>
                    <a:pt x="2860376" y="6011789"/>
                  </a:cubicBezTo>
                  <a:cubicBezTo>
                    <a:pt x="2825870" y="6018259"/>
                    <a:pt x="2792083" y="6025448"/>
                    <a:pt x="2756859" y="6031917"/>
                  </a:cubicBezTo>
                  <a:cubicBezTo>
                    <a:pt x="2759015" y="6021134"/>
                    <a:pt x="2760453" y="6008914"/>
                    <a:pt x="2761891" y="5997411"/>
                  </a:cubicBezTo>
                  <a:close/>
                  <a:moveTo>
                    <a:pt x="2725229" y="5994536"/>
                  </a:moveTo>
                  <a:cubicBezTo>
                    <a:pt x="2723791" y="6005319"/>
                    <a:pt x="2722353" y="6016102"/>
                    <a:pt x="2720916" y="6026885"/>
                  </a:cubicBezTo>
                  <a:cubicBezTo>
                    <a:pt x="2713727" y="6018259"/>
                    <a:pt x="2707257" y="6008914"/>
                    <a:pt x="2701506" y="5998849"/>
                  </a:cubicBezTo>
                  <a:cubicBezTo>
                    <a:pt x="2709414" y="5997411"/>
                    <a:pt x="2717321" y="5995974"/>
                    <a:pt x="2725229" y="5994536"/>
                  </a:cubicBezTo>
                  <a:close/>
                  <a:moveTo>
                    <a:pt x="2589363" y="6047732"/>
                  </a:moveTo>
                  <a:cubicBezTo>
                    <a:pt x="2589363" y="6045576"/>
                    <a:pt x="2588644" y="6044138"/>
                    <a:pt x="2588644" y="6041981"/>
                  </a:cubicBezTo>
                  <a:cubicBezTo>
                    <a:pt x="2592957" y="6041263"/>
                    <a:pt x="2597270" y="6039106"/>
                    <a:pt x="2600146" y="6034074"/>
                  </a:cubicBezTo>
                  <a:cubicBezTo>
                    <a:pt x="2603740" y="6026885"/>
                    <a:pt x="2606616" y="6020415"/>
                    <a:pt x="2608772" y="6013227"/>
                  </a:cubicBezTo>
                  <a:cubicBezTo>
                    <a:pt x="2611647" y="6013227"/>
                    <a:pt x="2613804" y="6012508"/>
                    <a:pt x="2616680" y="6012508"/>
                  </a:cubicBezTo>
                  <a:cubicBezTo>
                    <a:pt x="2626744" y="6023291"/>
                    <a:pt x="2638246" y="6032636"/>
                    <a:pt x="2651185" y="6041263"/>
                  </a:cubicBezTo>
                  <a:cubicBezTo>
                    <a:pt x="2663406" y="6049170"/>
                    <a:pt x="2677783" y="6036231"/>
                    <a:pt x="2674908" y="6023291"/>
                  </a:cubicBezTo>
                  <a:cubicBezTo>
                    <a:pt x="2674908" y="6022572"/>
                    <a:pt x="2674908" y="6021853"/>
                    <a:pt x="2674908" y="6021853"/>
                  </a:cubicBezTo>
                  <a:cubicBezTo>
                    <a:pt x="2679221" y="6030480"/>
                    <a:pt x="2684253" y="6038387"/>
                    <a:pt x="2690004" y="6045576"/>
                  </a:cubicBezTo>
                  <a:cubicBezTo>
                    <a:pt x="2656217" y="6051327"/>
                    <a:pt x="2622431" y="6056359"/>
                    <a:pt x="2587925" y="6059953"/>
                  </a:cubicBezTo>
                  <a:cubicBezTo>
                    <a:pt x="2588644" y="6055640"/>
                    <a:pt x="2590081" y="6052046"/>
                    <a:pt x="2589363" y="6047732"/>
                  </a:cubicBezTo>
                  <a:close/>
                  <a:moveTo>
                    <a:pt x="2582893" y="5985191"/>
                  </a:moveTo>
                  <a:cubicBezTo>
                    <a:pt x="2582893" y="5988066"/>
                    <a:pt x="2582174" y="5990942"/>
                    <a:pt x="2581455" y="5993817"/>
                  </a:cubicBezTo>
                  <a:cubicBezTo>
                    <a:pt x="2581455" y="5993098"/>
                    <a:pt x="2580736" y="5992380"/>
                    <a:pt x="2580736" y="5991661"/>
                  </a:cubicBezTo>
                  <a:lnTo>
                    <a:pt x="2579298" y="5983753"/>
                  </a:lnTo>
                  <a:cubicBezTo>
                    <a:pt x="2580017" y="5984472"/>
                    <a:pt x="2581455" y="5984472"/>
                    <a:pt x="2582893" y="5985191"/>
                  </a:cubicBezTo>
                  <a:close/>
                  <a:moveTo>
                    <a:pt x="2222021" y="4363425"/>
                  </a:moveTo>
                  <a:cubicBezTo>
                    <a:pt x="2219146" y="4366300"/>
                    <a:pt x="2216270" y="4368457"/>
                    <a:pt x="2214114" y="4371333"/>
                  </a:cubicBezTo>
                  <a:cubicBezTo>
                    <a:pt x="2206925" y="4368457"/>
                    <a:pt x="2199736" y="4365581"/>
                    <a:pt x="2193266" y="4362706"/>
                  </a:cubicBezTo>
                  <a:cubicBezTo>
                    <a:pt x="2202612" y="4364144"/>
                    <a:pt x="2212676" y="4364863"/>
                    <a:pt x="2222021" y="4363425"/>
                  </a:cubicBezTo>
                  <a:close/>
                  <a:moveTo>
                    <a:pt x="2191829" y="4474131"/>
                  </a:moveTo>
                  <a:cubicBezTo>
                    <a:pt x="2191829" y="4474849"/>
                    <a:pt x="2191829" y="4475568"/>
                    <a:pt x="2192548" y="4476287"/>
                  </a:cubicBezTo>
                  <a:cubicBezTo>
                    <a:pt x="2186797" y="4482038"/>
                    <a:pt x="2181046" y="4487789"/>
                    <a:pt x="2176014" y="4493540"/>
                  </a:cubicBezTo>
                  <a:cubicBezTo>
                    <a:pt x="2176014" y="4493540"/>
                    <a:pt x="2176014" y="4492821"/>
                    <a:pt x="2176014" y="4492821"/>
                  </a:cubicBezTo>
                  <a:cubicBezTo>
                    <a:pt x="2181046" y="4486351"/>
                    <a:pt x="2186797" y="4480600"/>
                    <a:pt x="2191829" y="4474131"/>
                  </a:cubicBezTo>
                  <a:close/>
                  <a:moveTo>
                    <a:pt x="992038" y="2641017"/>
                  </a:moveTo>
                  <a:cubicBezTo>
                    <a:pt x="989881" y="2638861"/>
                    <a:pt x="987725" y="2636704"/>
                    <a:pt x="984849" y="2634547"/>
                  </a:cubicBezTo>
                  <a:cubicBezTo>
                    <a:pt x="989162" y="2635266"/>
                    <a:pt x="993476" y="2635985"/>
                    <a:pt x="998508" y="2635985"/>
                  </a:cubicBezTo>
                  <a:cubicBezTo>
                    <a:pt x="996351" y="2638142"/>
                    <a:pt x="994194" y="2639579"/>
                    <a:pt x="992038" y="2641017"/>
                  </a:cubicBezTo>
                  <a:close/>
                  <a:moveTo>
                    <a:pt x="1084772" y="2746691"/>
                  </a:moveTo>
                  <a:cubicBezTo>
                    <a:pt x="1072551" y="2750285"/>
                    <a:pt x="1060330" y="2753879"/>
                    <a:pt x="1048110" y="2756036"/>
                  </a:cubicBezTo>
                  <a:cubicBezTo>
                    <a:pt x="1061049" y="2751723"/>
                    <a:pt x="1073270" y="2745972"/>
                    <a:pt x="1085491" y="2739502"/>
                  </a:cubicBezTo>
                  <a:cubicBezTo>
                    <a:pt x="1084772" y="2741659"/>
                    <a:pt x="1084772" y="2743815"/>
                    <a:pt x="1084772" y="2746691"/>
                  </a:cubicBezTo>
                  <a:close/>
                  <a:moveTo>
                    <a:pt x="891396" y="3520193"/>
                  </a:moveTo>
                  <a:cubicBezTo>
                    <a:pt x="892115" y="3520193"/>
                    <a:pt x="892834" y="3520193"/>
                    <a:pt x="893553" y="3520193"/>
                  </a:cubicBezTo>
                  <a:cubicBezTo>
                    <a:pt x="901461" y="3523068"/>
                    <a:pt x="909368" y="3525944"/>
                    <a:pt x="917994" y="3527381"/>
                  </a:cubicBezTo>
                  <a:cubicBezTo>
                    <a:pt x="917994" y="3533132"/>
                    <a:pt x="917994" y="3538883"/>
                    <a:pt x="917994" y="3544634"/>
                  </a:cubicBezTo>
                  <a:cubicBezTo>
                    <a:pt x="912244" y="3541040"/>
                    <a:pt x="906493" y="3537445"/>
                    <a:pt x="901461" y="3533851"/>
                  </a:cubicBezTo>
                  <a:cubicBezTo>
                    <a:pt x="897866" y="3528819"/>
                    <a:pt x="894991" y="3524506"/>
                    <a:pt x="891396" y="3520193"/>
                  </a:cubicBezTo>
                  <a:close/>
                  <a:moveTo>
                    <a:pt x="907930" y="3541040"/>
                  </a:moveTo>
                  <a:cubicBezTo>
                    <a:pt x="911525" y="3543197"/>
                    <a:pt x="915119" y="3546072"/>
                    <a:pt x="917994" y="3548228"/>
                  </a:cubicBezTo>
                  <a:cubicBezTo>
                    <a:pt x="917994" y="3550385"/>
                    <a:pt x="917994" y="3553261"/>
                    <a:pt x="918713" y="3555417"/>
                  </a:cubicBezTo>
                  <a:cubicBezTo>
                    <a:pt x="915119" y="3551104"/>
                    <a:pt x="911525" y="3546072"/>
                    <a:pt x="907930" y="3541040"/>
                  </a:cubicBezTo>
                  <a:close/>
                  <a:moveTo>
                    <a:pt x="1022230" y="3740885"/>
                  </a:moveTo>
                  <a:cubicBezTo>
                    <a:pt x="1020793" y="3735853"/>
                    <a:pt x="1019355" y="3730821"/>
                    <a:pt x="1017198" y="3725070"/>
                  </a:cubicBezTo>
                  <a:cubicBezTo>
                    <a:pt x="1013604" y="3715006"/>
                    <a:pt x="1009291" y="3705660"/>
                    <a:pt x="1005696" y="3696315"/>
                  </a:cubicBezTo>
                  <a:cubicBezTo>
                    <a:pt x="1009291" y="3694159"/>
                    <a:pt x="1011447" y="3689127"/>
                    <a:pt x="1010728" y="3684094"/>
                  </a:cubicBezTo>
                  <a:cubicBezTo>
                    <a:pt x="1007134" y="3668279"/>
                    <a:pt x="997789" y="3653902"/>
                    <a:pt x="987006" y="3640962"/>
                  </a:cubicBezTo>
                  <a:cubicBezTo>
                    <a:pt x="992038" y="3645995"/>
                    <a:pt x="997070" y="3651027"/>
                    <a:pt x="1002821" y="3655340"/>
                  </a:cubicBezTo>
                  <a:cubicBezTo>
                    <a:pt x="1012166" y="3662528"/>
                    <a:pt x="1022230" y="3658934"/>
                    <a:pt x="1028700" y="3651745"/>
                  </a:cubicBezTo>
                  <a:cubicBezTo>
                    <a:pt x="1028700" y="3652464"/>
                    <a:pt x="1029419" y="3653183"/>
                    <a:pt x="1029419" y="3653902"/>
                  </a:cubicBezTo>
                  <a:cubicBezTo>
                    <a:pt x="1029419" y="3653902"/>
                    <a:pt x="1029419" y="3653902"/>
                    <a:pt x="1029419" y="3653902"/>
                  </a:cubicBezTo>
                  <a:cubicBezTo>
                    <a:pt x="1027262" y="3682657"/>
                    <a:pt x="1025106" y="3711411"/>
                    <a:pt x="1022230" y="3740885"/>
                  </a:cubicBezTo>
                  <a:close/>
                  <a:moveTo>
                    <a:pt x="849702" y="4281474"/>
                  </a:moveTo>
                  <a:cubicBezTo>
                    <a:pt x="845389" y="4285787"/>
                    <a:pt x="841794" y="4289381"/>
                    <a:pt x="836762" y="4292976"/>
                  </a:cubicBezTo>
                  <a:cubicBezTo>
                    <a:pt x="834606" y="4287944"/>
                    <a:pt x="831730" y="4282911"/>
                    <a:pt x="829574" y="4277880"/>
                  </a:cubicBezTo>
                  <a:cubicBezTo>
                    <a:pt x="835325" y="4277880"/>
                    <a:pt x="841794" y="4277161"/>
                    <a:pt x="847545" y="4276442"/>
                  </a:cubicBezTo>
                  <a:cubicBezTo>
                    <a:pt x="849702" y="4276442"/>
                    <a:pt x="851859" y="4277161"/>
                    <a:pt x="854015" y="4277161"/>
                  </a:cubicBezTo>
                  <a:cubicBezTo>
                    <a:pt x="852577" y="4278598"/>
                    <a:pt x="851140" y="4280036"/>
                    <a:pt x="849702" y="4281474"/>
                  </a:cubicBezTo>
                  <a:close/>
                  <a:moveTo>
                    <a:pt x="970472" y="4352642"/>
                  </a:moveTo>
                  <a:cubicBezTo>
                    <a:pt x="965440" y="4338264"/>
                    <a:pt x="960408" y="4323887"/>
                    <a:pt x="955376" y="4310229"/>
                  </a:cubicBezTo>
                  <a:cubicBezTo>
                    <a:pt x="956094" y="4308072"/>
                    <a:pt x="956813" y="4305915"/>
                    <a:pt x="957532" y="4303759"/>
                  </a:cubicBezTo>
                  <a:cubicBezTo>
                    <a:pt x="961127" y="4318136"/>
                    <a:pt x="965440" y="4331795"/>
                    <a:pt x="971191" y="4345453"/>
                  </a:cubicBezTo>
                  <a:cubicBezTo>
                    <a:pt x="971191" y="4347610"/>
                    <a:pt x="970472" y="4350485"/>
                    <a:pt x="970472" y="4352642"/>
                  </a:cubicBezTo>
                  <a:close/>
                  <a:moveTo>
                    <a:pt x="979098" y="4247687"/>
                  </a:moveTo>
                  <a:cubicBezTo>
                    <a:pt x="977661" y="4247687"/>
                    <a:pt x="976223" y="4247687"/>
                    <a:pt x="974785" y="4247687"/>
                  </a:cubicBezTo>
                  <a:cubicBezTo>
                    <a:pt x="976223" y="4241936"/>
                    <a:pt x="976942" y="4236904"/>
                    <a:pt x="977661" y="4231153"/>
                  </a:cubicBezTo>
                  <a:cubicBezTo>
                    <a:pt x="978379" y="4232591"/>
                    <a:pt x="979817" y="4233310"/>
                    <a:pt x="980536" y="4234748"/>
                  </a:cubicBezTo>
                  <a:cubicBezTo>
                    <a:pt x="979817" y="4239061"/>
                    <a:pt x="979817" y="4243374"/>
                    <a:pt x="979098" y="4247687"/>
                  </a:cubicBezTo>
                  <a:close/>
                  <a:moveTo>
                    <a:pt x="1012885" y="4475568"/>
                  </a:moveTo>
                  <a:cubicBezTo>
                    <a:pt x="1009291" y="4458315"/>
                    <a:pt x="1003540" y="4440344"/>
                    <a:pt x="997070" y="4422372"/>
                  </a:cubicBezTo>
                  <a:cubicBezTo>
                    <a:pt x="997070" y="4415183"/>
                    <a:pt x="997789" y="4408713"/>
                    <a:pt x="997789" y="4401525"/>
                  </a:cubicBezTo>
                  <a:cubicBezTo>
                    <a:pt x="1010010" y="4423091"/>
                    <a:pt x="1023668" y="4443219"/>
                    <a:pt x="1038764" y="4462628"/>
                  </a:cubicBezTo>
                  <a:cubicBezTo>
                    <a:pt x="1030138" y="4466942"/>
                    <a:pt x="1021512" y="4471255"/>
                    <a:pt x="1012885" y="4475568"/>
                  </a:cubicBezTo>
                  <a:close/>
                  <a:moveTo>
                    <a:pt x="1001383" y="4260627"/>
                  </a:moveTo>
                  <a:cubicBezTo>
                    <a:pt x="1001383" y="4259908"/>
                    <a:pt x="1001383" y="4259189"/>
                    <a:pt x="1001383" y="4258470"/>
                  </a:cubicBezTo>
                  <a:cubicBezTo>
                    <a:pt x="1007134" y="4265659"/>
                    <a:pt x="1012885" y="4272128"/>
                    <a:pt x="1018636" y="4279317"/>
                  </a:cubicBezTo>
                  <a:cubicBezTo>
                    <a:pt x="1032295" y="4298727"/>
                    <a:pt x="1044515" y="4318855"/>
                    <a:pt x="1054579" y="4340421"/>
                  </a:cubicBezTo>
                  <a:cubicBezTo>
                    <a:pt x="1038764" y="4313104"/>
                    <a:pt x="1020074" y="4286506"/>
                    <a:pt x="1001383" y="4260627"/>
                  </a:cubicBezTo>
                  <a:close/>
                  <a:moveTo>
                    <a:pt x="754811" y="5106734"/>
                  </a:moveTo>
                  <a:cubicBezTo>
                    <a:pt x="754811" y="5106734"/>
                    <a:pt x="755530" y="5106734"/>
                    <a:pt x="755530" y="5106734"/>
                  </a:cubicBezTo>
                  <a:cubicBezTo>
                    <a:pt x="772783" y="5101702"/>
                    <a:pt x="788598" y="5094514"/>
                    <a:pt x="802976" y="5084449"/>
                  </a:cubicBezTo>
                  <a:cubicBezTo>
                    <a:pt x="802976" y="5085887"/>
                    <a:pt x="803694" y="5087325"/>
                    <a:pt x="803694" y="5089481"/>
                  </a:cubicBezTo>
                  <a:cubicBezTo>
                    <a:pt x="792193" y="5097389"/>
                    <a:pt x="779253" y="5103859"/>
                    <a:pt x="762000" y="5106734"/>
                  </a:cubicBezTo>
                  <a:cubicBezTo>
                    <a:pt x="759843" y="5106015"/>
                    <a:pt x="756968" y="5106015"/>
                    <a:pt x="754811" y="5106734"/>
                  </a:cubicBezTo>
                  <a:close/>
                  <a:moveTo>
                    <a:pt x="830293" y="5234693"/>
                  </a:moveTo>
                  <a:cubicBezTo>
                    <a:pt x="826698" y="5227504"/>
                    <a:pt x="822385" y="5221034"/>
                    <a:pt x="817353" y="5214565"/>
                  </a:cubicBezTo>
                  <a:cubicBezTo>
                    <a:pt x="817353" y="5214565"/>
                    <a:pt x="817353" y="5213845"/>
                    <a:pt x="816634" y="5213845"/>
                  </a:cubicBezTo>
                  <a:cubicBezTo>
                    <a:pt x="815915" y="5213127"/>
                    <a:pt x="815196" y="5212408"/>
                    <a:pt x="814477" y="5211689"/>
                  </a:cubicBezTo>
                  <a:cubicBezTo>
                    <a:pt x="802976" y="5195155"/>
                    <a:pt x="790036" y="5180059"/>
                    <a:pt x="779253" y="5164244"/>
                  </a:cubicBezTo>
                  <a:cubicBezTo>
                    <a:pt x="778534" y="5162806"/>
                    <a:pt x="777815" y="5162087"/>
                    <a:pt x="776377" y="5160649"/>
                  </a:cubicBezTo>
                  <a:cubicBezTo>
                    <a:pt x="792193" y="5157774"/>
                    <a:pt x="807289" y="5152742"/>
                    <a:pt x="821666" y="5145553"/>
                  </a:cubicBezTo>
                  <a:cubicBezTo>
                    <a:pt x="825261" y="5153461"/>
                    <a:pt x="828855" y="5162087"/>
                    <a:pt x="832449" y="5169995"/>
                  </a:cubicBezTo>
                  <a:cubicBezTo>
                    <a:pt x="833168" y="5191561"/>
                    <a:pt x="831730" y="5213127"/>
                    <a:pt x="830293" y="5234693"/>
                  </a:cubicBezTo>
                  <a:close/>
                  <a:moveTo>
                    <a:pt x="1123591" y="5241881"/>
                  </a:moveTo>
                  <a:cubicBezTo>
                    <a:pt x="1122872" y="5241881"/>
                    <a:pt x="1121434" y="5241881"/>
                    <a:pt x="1119996" y="5241881"/>
                  </a:cubicBezTo>
                  <a:cubicBezTo>
                    <a:pt x="1107057" y="5245476"/>
                    <a:pt x="1094117" y="5249070"/>
                    <a:pt x="1081177" y="5253383"/>
                  </a:cubicBezTo>
                  <a:cubicBezTo>
                    <a:pt x="1079740" y="5248351"/>
                    <a:pt x="1075427" y="5244038"/>
                    <a:pt x="1068957" y="5243319"/>
                  </a:cubicBezTo>
                  <a:cubicBezTo>
                    <a:pt x="1036608" y="5241881"/>
                    <a:pt x="1005696" y="5260572"/>
                    <a:pt x="976223" y="5274231"/>
                  </a:cubicBezTo>
                  <a:cubicBezTo>
                    <a:pt x="975504" y="5274949"/>
                    <a:pt x="974066" y="5274949"/>
                    <a:pt x="973347" y="5275668"/>
                  </a:cubicBezTo>
                  <a:cubicBezTo>
                    <a:pt x="966877" y="5265604"/>
                    <a:pt x="959689" y="5255540"/>
                    <a:pt x="952500" y="5245476"/>
                  </a:cubicBezTo>
                  <a:cubicBezTo>
                    <a:pt x="956094" y="5224628"/>
                    <a:pt x="960408" y="5203782"/>
                    <a:pt x="966159" y="5184372"/>
                  </a:cubicBezTo>
                  <a:cubicBezTo>
                    <a:pt x="967596" y="5179340"/>
                    <a:pt x="968315" y="5175027"/>
                    <a:pt x="968315" y="5170713"/>
                  </a:cubicBezTo>
                  <a:cubicBezTo>
                    <a:pt x="992038" y="5205219"/>
                    <a:pt x="1025106" y="5245476"/>
                    <a:pt x="1066081" y="5242600"/>
                  </a:cubicBezTo>
                  <a:cubicBezTo>
                    <a:pt x="1076145" y="5241881"/>
                    <a:pt x="1081177" y="5233974"/>
                    <a:pt x="1079740" y="5224628"/>
                  </a:cubicBezTo>
                  <a:cubicBezTo>
                    <a:pt x="1073989" y="5183653"/>
                    <a:pt x="1027262" y="5153461"/>
                    <a:pt x="1003540" y="5121112"/>
                  </a:cubicBezTo>
                  <a:cubicBezTo>
                    <a:pt x="987006" y="5098827"/>
                    <a:pt x="974066" y="5075104"/>
                    <a:pt x="962564" y="5049944"/>
                  </a:cubicBezTo>
                  <a:cubicBezTo>
                    <a:pt x="963283" y="5049944"/>
                    <a:pt x="963283" y="5049944"/>
                    <a:pt x="964002" y="5049944"/>
                  </a:cubicBezTo>
                  <a:cubicBezTo>
                    <a:pt x="974785" y="5060008"/>
                    <a:pt x="987006" y="5068634"/>
                    <a:pt x="999945" y="5075104"/>
                  </a:cubicBezTo>
                  <a:cubicBezTo>
                    <a:pt x="1027262" y="5141240"/>
                    <a:pt x="1069676" y="5202344"/>
                    <a:pt x="1126466" y="5238287"/>
                  </a:cubicBezTo>
                  <a:cubicBezTo>
                    <a:pt x="1125747" y="5240444"/>
                    <a:pt x="1125028" y="5241163"/>
                    <a:pt x="1123591" y="5241881"/>
                  </a:cubicBezTo>
                  <a:close/>
                  <a:moveTo>
                    <a:pt x="1200510" y="5221753"/>
                  </a:moveTo>
                  <a:cubicBezTo>
                    <a:pt x="1195478" y="5215283"/>
                    <a:pt x="1186851" y="5211689"/>
                    <a:pt x="1178225" y="5213127"/>
                  </a:cubicBezTo>
                  <a:cubicBezTo>
                    <a:pt x="1178225" y="5213127"/>
                    <a:pt x="1178225" y="5212408"/>
                    <a:pt x="1178225" y="5212408"/>
                  </a:cubicBezTo>
                  <a:cubicBezTo>
                    <a:pt x="1177506" y="5212408"/>
                    <a:pt x="1176787" y="5213127"/>
                    <a:pt x="1176068" y="5213127"/>
                  </a:cubicBezTo>
                  <a:cubicBezTo>
                    <a:pt x="1175349" y="5210970"/>
                    <a:pt x="1174630" y="5208095"/>
                    <a:pt x="1172474" y="5205938"/>
                  </a:cubicBezTo>
                  <a:cubicBezTo>
                    <a:pt x="1166004" y="5196593"/>
                    <a:pt x="1156659" y="5185091"/>
                    <a:pt x="1151627" y="5175746"/>
                  </a:cubicBezTo>
                  <a:cubicBezTo>
                    <a:pt x="1149470" y="5171432"/>
                    <a:pt x="1145157" y="5170713"/>
                    <a:pt x="1140844" y="5172151"/>
                  </a:cubicBezTo>
                  <a:cubicBezTo>
                    <a:pt x="1117121" y="5148429"/>
                    <a:pt x="1093398" y="5125425"/>
                    <a:pt x="1073270" y="5096670"/>
                  </a:cubicBezTo>
                  <a:cubicBezTo>
                    <a:pt x="1084772" y="5097389"/>
                    <a:pt x="1096274" y="5096670"/>
                    <a:pt x="1107776" y="5094514"/>
                  </a:cubicBezTo>
                  <a:cubicBezTo>
                    <a:pt x="1112089" y="5102421"/>
                    <a:pt x="1117121" y="5110329"/>
                    <a:pt x="1122153" y="5118236"/>
                  </a:cubicBezTo>
                  <a:cubicBezTo>
                    <a:pt x="1140844" y="5148429"/>
                    <a:pt x="1167442" y="5189404"/>
                    <a:pt x="1201229" y="5210251"/>
                  </a:cubicBezTo>
                  <a:cubicBezTo>
                    <a:pt x="1201229" y="5214565"/>
                    <a:pt x="1200510" y="5218159"/>
                    <a:pt x="1200510" y="5221753"/>
                  </a:cubicBezTo>
                  <a:close/>
                  <a:moveTo>
                    <a:pt x="1205542" y="5125425"/>
                  </a:moveTo>
                  <a:cubicBezTo>
                    <a:pt x="1194040" y="5112485"/>
                    <a:pt x="1181819" y="5100264"/>
                    <a:pt x="1173193" y="5088763"/>
                  </a:cubicBezTo>
                  <a:cubicBezTo>
                    <a:pt x="1169598" y="5084449"/>
                    <a:pt x="1166004" y="5079417"/>
                    <a:pt x="1163129" y="5074385"/>
                  </a:cubicBezTo>
                  <a:cubicBezTo>
                    <a:pt x="1177506" y="5065759"/>
                    <a:pt x="1190446" y="5055694"/>
                    <a:pt x="1201229" y="5043474"/>
                  </a:cubicBezTo>
                  <a:cubicBezTo>
                    <a:pt x="1201947" y="5043474"/>
                    <a:pt x="1203385" y="5043474"/>
                    <a:pt x="1204104" y="5043474"/>
                  </a:cubicBezTo>
                  <a:cubicBezTo>
                    <a:pt x="1205542" y="5047787"/>
                    <a:pt x="1207698" y="5052100"/>
                    <a:pt x="1209136" y="5056414"/>
                  </a:cubicBezTo>
                  <a:cubicBezTo>
                    <a:pt x="1208417" y="5079417"/>
                    <a:pt x="1206979" y="5102421"/>
                    <a:pt x="1205542" y="5125425"/>
                  </a:cubicBezTo>
                  <a:close/>
                  <a:moveTo>
                    <a:pt x="1229983" y="4220370"/>
                  </a:moveTo>
                  <a:cubicBezTo>
                    <a:pt x="1225670" y="4222527"/>
                    <a:pt x="1222076" y="4224683"/>
                    <a:pt x="1217762" y="4226840"/>
                  </a:cubicBezTo>
                  <a:cubicBezTo>
                    <a:pt x="1217044" y="4226840"/>
                    <a:pt x="1217044" y="4226840"/>
                    <a:pt x="1216325" y="4226840"/>
                  </a:cubicBezTo>
                  <a:cubicBezTo>
                    <a:pt x="1214887" y="4224683"/>
                    <a:pt x="1214168" y="4222527"/>
                    <a:pt x="1212730" y="4219651"/>
                  </a:cubicBezTo>
                  <a:cubicBezTo>
                    <a:pt x="1218481" y="4220370"/>
                    <a:pt x="1224232" y="4220370"/>
                    <a:pt x="1229983" y="4220370"/>
                  </a:cubicBezTo>
                  <a:close/>
                  <a:moveTo>
                    <a:pt x="1205542" y="4295851"/>
                  </a:moveTo>
                  <a:cubicBezTo>
                    <a:pt x="1208417" y="4303040"/>
                    <a:pt x="1212012" y="4310229"/>
                    <a:pt x="1215606" y="4317417"/>
                  </a:cubicBezTo>
                  <a:cubicBezTo>
                    <a:pt x="1211293" y="4310948"/>
                    <a:pt x="1206261" y="4303759"/>
                    <a:pt x="1201947" y="4297289"/>
                  </a:cubicBezTo>
                  <a:cubicBezTo>
                    <a:pt x="1202666" y="4297289"/>
                    <a:pt x="1204104" y="4296570"/>
                    <a:pt x="1205542" y="4295851"/>
                  </a:cubicBezTo>
                  <a:close/>
                  <a:moveTo>
                    <a:pt x="1240047" y="4440344"/>
                  </a:moveTo>
                  <a:cubicBezTo>
                    <a:pt x="1206261" y="4394336"/>
                    <a:pt x="1168879" y="4350485"/>
                    <a:pt x="1130779" y="4307353"/>
                  </a:cubicBezTo>
                  <a:cubicBezTo>
                    <a:pt x="1136530" y="4307353"/>
                    <a:pt x="1143000" y="4307353"/>
                    <a:pt x="1149470" y="4307353"/>
                  </a:cubicBezTo>
                  <a:cubicBezTo>
                    <a:pt x="1149470" y="4309510"/>
                    <a:pt x="1150189" y="4310948"/>
                    <a:pt x="1150189" y="4313104"/>
                  </a:cubicBezTo>
                  <a:cubicBezTo>
                    <a:pt x="1150908" y="4315980"/>
                    <a:pt x="1153064" y="4317417"/>
                    <a:pt x="1155221" y="4318136"/>
                  </a:cubicBezTo>
                  <a:cubicBezTo>
                    <a:pt x="1166723" y="4341140"/>
                    <a:pt x="1181100" y="4363425"/>
                    <a:pt x="1196915" y="4382834"/>
                  </a:cubicBezTo>
                  <a:cubicBezTo>
                    <a:pt x="1209136" y="4398649"/>
                    <a:pt x="1223513" y="4418778"/>
                    <a:pt x="1240766" y="4436749"/>
                  </a:cubicBezTo>
                  <a:cubicBezTo>
                    <a:pt x="1240047" y="4436749"/>
                    <a:pt x="1240047" y="4438906"/>
                    <a:pt x="1240047" y="4440344"/>
                  </a:cubicBezTo>
                  <a:close/>
                  <a:moveTo>
                    <a:pt x="293298" y="5982315"/>
                  </a:moveTo>
                  <a:cubicBezTo>
                    <a:pt x="284672" y="5990942"/>
                    <a:pt x="271013" y="5990942"/>
                    <a:pt x="261668" y="5982315"/>
                  </a:cubicBezTo>
                  <a:cubicBezTo>
                    <a:pt x="259511" y="5980878"/>
                    <a:pt x="258792" y="5979440"/>
                    <a:pt x="256636" y="5978721"/>
                  </a:cubicBezTo>
                  <a:cubicBezTo>
                    <a:pt x="257355" y="5979440"/>
                    <a:pt x="253760" y="5978002"/>
                    <a:pt x="252323" y="5977283"/>
                  </a:cubicBezTo>
                  <a:cubicBezTo>
                    <a:pt x="250885" y="5977283"/>
                    <a:pt x="247291" y="5976565"/>
                    <a:pt x="247291" y="5976565"/>
                  </a:cubicBezTo>
                  <a:cubicBezTo>
                    <a:pt x="245134" y="5976565"/>
                    <a:pt x="242977" y="5976565"/>
                    <a:pt x="240821" y="5976565"/>
                  </a:cubicBezTo>
                  <a:cubicBezTo>
                    <a:pt x="223568" y="5976565"/>
                    <a:pt x="217098" y="5960031"/>
                    <a:pt x="220692" y="5947810"/>
                  </a:cubicBezTo>
                  <a:cubicBezTo>
                    <a:pt x="241540" y="5948529"/>
                    <a:pt x="263106" y="5947091"/>
                    <a:pt x="283953" y="5944216"/>
                  </a:cubicBezTo>
                  <a:cubicBezTo>
                    <a:pt x="286828" y="5946372"/>
                    <a:pt x="290423" y="5948529"/>
                    <a:pt x="293298" y="5951404"/>
                  </a:cubicBezTo>
                  <a:cubicBezTo>
                    <a:pt x="302643" y="5959312"/>
                    <a:pt x="301925" y="5973689"/>
                    <a:pt x="293298" y="5982315"/>
                  </a:cubicBezTo>
                  <a:close/>
                  <a:moveTo>
                    <a:pt x="391064" y="5939183"/>
                  </a:moveTo>
                  <a:cubicBezTo>
                    <a:pt x="375249" y="5939902"/>
                    <a:pt x="359434" y="5940621"/>
                    <a:pt x="342900" y="5940621"/>
                  </a:cubicBezTo>
                  <a:cubicBezTo>
                    <a:pt x="338587" y="5939902"/>
                    <a:pt x="334274" y="5939902"/>
                    <a:pt x="329960" y="5939183"/>
                  </a:cubicBezTo>
                  <a:cubicBezTo>
                    <a:pt x="330679" y="5937746"/>
                    <a:pt x="330679" y="5937027"/>
                    <a:pt x="331398" y="5935589"/>
                  </a:cubicBezTo>
                  <a:cubicBezTo>
                    <a:pt x="337149" y="5934870"/>
                    <a:pt x="342900" y="5933432"/>
                    <a:pt x="347932" y="5932713"/>
                  </a:cubicBezTo>
                  <a:cubicBezTo>
                    <a:pt x="362309" y="5932713"/>
                    <a:pt x="376687" y="5931995"/>
                    <a:pt x="391783" y="5930557"/>
                  </a:cubicBezTo>
                  <a:cubicBezTo>
                    <a:pt x="391064" y="5933432"/>
                    <a:pt x="390345" y="5937027"/>
                    <a:pt x="391064" y="5939183"/>
                  </a:cubicBezTo>
                  <a:close/>
                  <a:moveTo>
                    <a:pt x="510396" y="6104523"/>
                  </a:moveTo>
                  <a:cubicBezTo>
                    <a:pt x="509677" y="6093740"/>
                    <a:pt x="508240" y="6083676"/>
                    <a:pt x="507521" y="6072893"/>
                  </a:cubicBezTo>
                  <a:cubicBezTo>
                    <a:pt x="508959" y="6072893"/>
                    <a:pt x="510396" y="6073612"/>
                    <a:pt x="511834" y="6073612"/>
                  </a:cubicBezTo>
                  <a:cubicBezTo>
                    <a:pt x="511834" y="6083676"/>
                    <a:pt x="511115" y="6093740"/>
                    <a:pt x="510396" y="6104523"/>
                  </a:cubicBezTo>
                  <a:close/>
                  <a:moveTo>
                    <a:pt x="761281" y="6591915"/>
                  </a:moveTo>
                  <a:cubicBezTo>
                    <a:pt x="762719" y="6612044"/>
                    <a:pt x="752655" y="6624264"/>
                    <a:pt x="738277" y="6629297"/>
                  </a:cubicBezTo>
                  <a:cubicBezTo>
                    <a:pt x="737559" y="6633610"/>
                    <a:pt x="737559" y="6637204"/>
                    <a:pt x="736840" y="6641517"/>
                  </a:cubicBezTo>
                  <a:lnTo>
                    <a:pt x="736840" y="6702621"/>
                  </a:lnTo>
                  <a:cubicBezTo>
                    <a:pt x="736840" y="6722749"/>
                    <a:pt x="724619" y="6735689"/>
                    <a:pt x="710242" y="6740721"/>
                  </a:cubicBezTo>
                  <a:cubicBezTo>
                    <a:pt x="710242" y="6745753"/>
                    <a:pt x="710242" y="6750785"/>
                    <a:pt x="710242" y="6755817"/>
                  </a:cubicBezTo>
                  <a:cubicBezTo>
                    <a:pt x="706647" y="6755817"/>
                    <a:pt x="702334" y="6755817"/>
                    <a:pt x="698740" y="6755817"/>
                  </a:cubicBezTo>
                  <a:cubicBezTo>
                    <a:pt x="692989" y="6760849"/>
                    <a:pt x="685800" y="6763725"/>
                    <a:pt x="678611" y="6765881"/>
                  </a:cubicBezTo>
                  <a:cubicBezTo>
                    <a:pt x="671423" y="6765881"/>
                    <a:pt x="664953" y="6765881"/>
                    <a:pt x="657764" y="6765881"/>
                  </a:cubicBezTo>
                  <a:cubicBezTo>
                    <a:pt x="651294" y="6764444"/>
                    <a:pt x="645544" y="6761568"/>
                    <a:pt x="640511" y="6757255"/>
                  </a:cubicBezTo>
                  <a:cubicBezTo>
                    <a:pt x="608162" y="6757974"/>
                    <a:pt x="576532" y="6758693"/>
                    <a:pt x="544183" y="6759411"/>
                  </a:cubicBezTo>
                  <a:cubicBezTo>
                    <a:pt x="544183" y="6754380"/>
                    <a:pt x="544183" y="6750066"/>
                    <a:pt x="544183" y="6745034"/>
                  </a:cubicBezTo>
                  <a:cubicBezTo>
                    <a:pt x="552810" y="6744315"/>
                    <a:pt x="560717" y="6738565"/>
                    <a:pt x="562155" y="6727782"/>
                  </a:cubicBezTo>
                  <a:cubicBezTo>
                    <a:pt x="564311" y="6709810"/>
                    <a:pt x="565749" y="6692557"/>
                    <a:pt x="567187" y="6674585"/>
                  </a:cubicBezTo>
                  <a:cubicBezTo>
                    <a:pt x="570781" y="6672429"/>
                    <a:pt x="573657" y="6668834"/>
                    <a:pt x="574376" y="6664521"/>
                  </a:cubicBezTo>
                  <a:cubicBezTo>
                    <a:pt x="574376" y="6664521"/>
                    <a:pt x="574376" y="6664521"/>
                    <a:pt x="574376" y="6664521"/>
                  </a:cubicBezTo>
                  <a:lnTo>
                    <a:pt x="574376" y="6637923"/>
                  </a:lnTo>
                  <a:cubicBezTo>
                    <a:pt x="567906" y="6634329"/>
                    <a:pt x="562155" y="6627859"/>
                    <a:pt x="558560" y="6619951"/>
                  </a:cubicBezTo>
                  <a:cubicBezTo>
                    <a:pt x="570781" y="6467551"/>
                    <a:pt x="572938" y="6315151"/>
                    <a:pt x="562874" y="6163470"/>
                  </a:cubicBezTo>
                  <a:cubicBezTo>
                    <a:pt x="565749" y="6159876"/>
                    <a:pt x="569343" y="6156282"/>
                    <a:pt x="573657" y="6154125"/>
                  </a:cubicBezTo>
                  <a:cubicBezTo>
                    <a:pt x="572219" y="6128965"/>
                    <a:pt x="570062" y="6103085"/>
                    <a:pt x="567906" y="6077925"/>
                  </a:cubicBezTo>
                  <a:cubicBezTo>
                    <a:pt x="583721" y="6078644"/>
                    <a:pt x="599536" y="6077925"/>
                    <a:pt x="615351" y="6077206"/>
                  </a:cubicBezTo>
                  <a:lnTo>
                    <a:pt x="615351" y="6077206"/>
                  </a:lnTo>
                  <a:cubicBezTo>
                    <a:pt x="615351" y="6026166"/>
                    <a:pt x="690113" y="6024010"/>
                    <a:pt x="698021" y="6069298"/>
                  </a:cubicBezTo>
                  <a:cubicBezTo>
                    <a:pt x="708085" y="6067861"/>
                    <a:pt x="718149" y="6066423"/>
                    <a:pt x="728213" y="6064267"/>
                  </a:cubicBezTo>
                  <a:cubicBezTo>
                    <a:pt x="726057" y="6075768"/>
                    <a:pt x="723900" y="6086551"/>
                    <a:pt x="722462" y="6098053"/>
                  </a:cubicBezTo>
                  <a:cubicBezTo>
                    <a:pt x="721025" y="6104523"/>
                    <a:pt x="719587" y="6110993"/>
                    <a:pt x="718149" y="6117463"/>
                  </a:cubicBezTo>
                  <a:cubicBezTo>
                    <a:pt x="720306" y="6118900"/>
                    <a:pt x="723181" y="6121057"/>
                    <a:pt x="725338" y="6123213"/>
                  </a:cubicBezTo>
                  <a:cubicBezTo>
                    <a:pt x="744747" y="6126808"/>
                    <a:pt x="762000" y="6141185"/>
                    <a:pt x="760562" y="6163470"/>
                  </a:cubicBezTo>
                  <a:cubicBezTo>
                    <a:pt x="756249" y="6231044"/>
                    <a:pt x="749779" y="6299336"/>
                    <a:pt x="743310" y="6366910"/>
                  </a:cubicBezTo>
                  <a:cubicBezTo>
                    <a:pt x="749060" y="6441672"/>
                    <a:pt x="754811" y="6517153"/>
                    <a:pt x="761281" y="6591915"/>
                  </a:cubicBezTo>
                  <a:close/>
                  <a:moveTo>
                    <a:pt x="777096" y="5947810"/>
                  </a:moveTo>
                  <a:cubicBezTo>
                    <a:pt x="776377" y="5956436"/>
                    <a:pt x="774940" y="5964344"/>
                    <a:pt x="774221" y="5972970"/>
                  </a:cubicBezTo>
                  <a:cubicBezTo>
                    <a:pt x="764157" y="5971532"/>
                    <a:pt x="753374" y="5975127"/>
                    <a:pt x="747623" y="5984472"/>
                  </a:cubicBezTo>
                  <a:cubicBezTo>
                    <a:pt x="738996" y="5985910"/>
                    <a:pt x="731089" y="5986628"/>
                    <a:pt x="723181" y="5988066"/>
                  </a:cubicBezTo>
                  <a:cubicBezTo>
                    <a:pt x="713836" y="5988785"/>
                    <a:pt x="704491" y="5989504"/>
                    <a:pt x="695145" y="5990223"/>
                  </a:cubicBezTo>
                  <a:cubicBezTo>
                    <a:pt x="695145" y="5990223"/>
                    <a:pt x="695864" y="5989504"/>
                    <a:pt x="695864" y="5989504"/>
                  </a:cubicBezTo>
                  <a:cubicBezTo>
                    <a:pt x="702334" y="5983753"/>
                    <a:pt x="697302" y="5970814"/>
                    <a:pt x="688676" y="5971532"/>
                  </a:cubicBezTo>
                  <a:cubicBezTo>
                    <a:pt x="664953" y="5973689"/>
                    <a:pt x="641949" y="5978002"/>
                    <a:pt x="618227" y="5983034"/>
                  </a:cubicBezTo>
                  <a:cubicBezTo>
                    <a:pt x="559998" y="5972970"/>
                    <a:pt x="501051" y="5962187"/>
                    <a:pt x="442104" y="5953561"/>
                  </a:cubicBezTo>
                  <a:cubicBezTo>
                    <a:pt x="514709" y="5952123"/>
                    <a:pt x="587315" y="5951404"/>
                    <a:pt x="660640" y="5950685"/>
                  </a:cubicBezTo>
                  <a:cubicBezTo>
                    <a:pt x="669266" y="5949966"/>
                    <a:pt x="678611" y="5949966"/>
                    <a:pt x="687238" y="5949248"/>
                  </a:cubicBezTo>
                  <a:cubicBezTo>
                    <a:pt x="718868" y="5935589"/>
                    <a:pt x="751217" y="5917617"/>
                    <a:pt x="779972" y="5896051"/>
                  </a:cubicBezTo>
                  <a:cubicBezTo>
                    <a:pt x="778534" y="5898208"/>
                    <a:pt x="777096" y="5900364"/>
                    <a:pt x="776377" y="5903240"/>
                  </a:cubicBezTo>
                  <a:cubicBezTo>
                    <a:pt x="760562" y="5916899"/>
                    <a:pt x="744028" y="5931276"/>
                    <a:pt x="728213" y="5944934"/>
                  </a:cubicBezTo>
                  <a:cubicBezTo>
                    <a:pt x="726776" y="5946372"/>
                    <a:pt x="726057" y="5947091"/>
                    <a:pt x="724619" y="5948529"/>
                  </a:cubicBezTo>
                  <a:cubicBezTo>
                    <a:pt x="741872" y="5947810"/>
                    <a:pt x="759125" y="5947810"/>
                    <a:pt x="777096" y="5947810"/>
                  </a:cubicBezTo>
                  <a:close/>
                  <a:moveTo>
                    <a:pt x="1624642" y="6211634"/>
                  </a:moveTo>
                  <a:cubicBezTo>
                    <a:pt x="1585104" y="6189349"/>
                    <a:pt x="1541972" y="6172097"/>
                    <a:pt x="1496683" y="6162032"/>
                  </a:cubicBezTo>
                  <a:lnTo>
                    <a:pt x="1623923" y="6162032"/>
                  </a:lnTo>
                  <a:cubicBezTo>
                    <a:pt x="1630393" y="6179285"/>
                    <a:pt x="1638300" y="6195819"/>
                    <a:pt x="1646208" y="6211634"/>
                  </a:cubicBezTo>
                  <a:lnTo>
                    <a:pt x="1624642" y="6211634"/>
                  </a:lnTo>
                  <a:close/>
                  <a:moveTo>
                    <a:pt x="1692934" y="6783853"/>
                  </a:moveTo>
                  <a:lnTo>
                    <a:pt x="1692934" y="6783134"/>
                  </a:lnTo>
                  <a:cubicBezTo>
                    <a:pt x="1705874" y="6791042"/>
                    <a:pt x="1719532" y="6797512"/>
                    <a:pt x="1734629" y="6802544"/>
                  </a:cubicBezTo>
                  <a:cubicBezTo>
                    <a:pt x="1720251" y="6814046"/>
                    <a:pt x="1692934" y="6808295"/>
                    <a:pt x="1692934" y="6783853"/>
                  </a:cubicBezTo>
                  <a:close/>
                  <a:moveTo>
                    <a:pt x="1742536" y="6700465"/>
                  </a:moveTo>
                  <a:cubicBezTo>
                    <a:pt x="1727440" y="6687525"/>
                    <a:pt x="1710906" y="6676023"/>
                    <a:pt x="1692934" y="6667396"/>
                  </a:cubicBezTo>
                  <a:lnTo>
                    <a:pt x="1692934" y="6650144"/>
                  </a:lnTo>
                  <a:cubicBezTo>
                    <a:pt x="1703717" y="6658770"/>
                    <a:pt x="1714500" y="6668116"/>
                    <a:pt x="1724564" y="6678179"/>
                  </a:cubicBezTo>
                  <a:cubicBezTo>
                    <a:pt x="1730315" y="6684649"/>
                    <a:pt x="1736066" y="6690400"/>
                    <a:pt x="1741817" y="6696151"/>
                  </a:cubicBezTo>
                  <a:cubicBezTo>
                    <a:pt x="1741817" y="6696151"/>
                    <a:pt x="1742536" y="6696870"/>
                    <a:pt x="1742536" y="6696870"/>
                  </a:cubicBezTo>
                  <a:lnTo>
                    <a:pt x="1742536" y="6700465"/>
                  </a:lnTo>
                  <a:close/>
                  <a:moveTo>
                    <a:pt x="1742536" y="6619232"/>
                  </a:moveTo>
                  <a:cubicBezTo>
                    <a:pt x="1721689" y="6592634"/>
                    <a:pt x="1705155" y="6563880"/>
                    <a:pt x="1692934" y="6532968"/>
                  </a:cubicBezTo>
                  <a:lnTo>
                    <a:pt x="1692934" y="6519310"/>
                  </a:lnTo>
                  <a:cubicBezTo>
                    <a:pt x="1708749" y="6533687"/>
                    <a:pt x="1723846" y="6548065"/>
                    <a:pt x="1742536" y="6557410"/>
                  </a:cubicBezTo>
                  <a:lnTo>
                    <a:pt x="1742536" y="6619232"/>
                  </a:lnTo>
                  <a:close/>
                  <a:moveTo>
                    <a:pt x="1742536" y="6504213"/>
                  </a:moveTo>
                  <a:cubicBezTo>
                    <a:pt x="1725283" y="6491274"/>
                    <a:pt x="1709468" y="6473302"/>
                    <a:pt x="1692934" y="6457487"/>
                  </a:cubicBezTo>
                  <a:lnTo>
                    <a:pt x="1692934" y="6304368"/>
                  </a:lnTo>
                  <a:cubicBezTo>
                    <a:pt x="1708749" y="6318027"/>
                    <a:pt x="1724564" y="6333123"/>
                    <a:pt x="1738942" y="6349657"/>
                  </a:cubicBezTo>
                  <a:cubicBezTo>
                    <a:pt x="1740380" y="6351095"/>
                    <a:pt x="1741098" y="6351814"/>
                    <a:pt x="1742536" y="6352532"/>
                  </a:cubicBezTo>
                  <a:lnTo>
                    <a:pt x="1742536" y="6504213"/>
                  </a:lnTo>
                  <a:close/>
                  <a:moveTo>
                    <a:pt x="1742536" y="6231763"/>
                  </a:moveTo>
                  <a:cubicBezTo>
                    <a:pt x="1726002" y="6208040"/>
                    <a:pt x="1708030" y="6185036"/>
                    <a:pt x="1690059" y="6162032"/>
                  </a:cubicBezTo>
                  <a:lnTo>
                    <a:pt x="1692934" y="6162032"/>
                  </a:lnTo>
                  <a:cubicBezTo>
                    <a:pt x="1696529" y="6133996"/>
                    <a:pt x="1742536" y="6134716"/>
                    <a:pt x="1742536" y="6165627"/>
                  </a:cubicBezTo>
                  <a:lnTo>
                    <a:pt x="1742536" y="6231763"/>
                  </a:lnTo>
                  <a:close/>
                  <a:moveTo>
                    <a:pt x="1926566" y="6766600"/>
                  </a:moveTo>
                  <a:cubicBezTo>
                    <a:pt x="1919378" y="6762287"/>
                    <a:pt x="1912189" y="6758693"/>
                    <a:pt x="1905000" y="6754380"/>
                  </a:cubicBezTo>
                  <a:lnTo>
                    <a:pt x="1905000" y="6718436"/>
                  </a:lnTo>
                  <a:cubicBezTo>
                    <a:pt x="1920815" y="6734970"/>
                    <a:pt x="1936630" y="6750785"/>
                    <a:pt x="1953883" y="6766600"/>
                  </a:cubicBezTo>
                  <a:cubicBezTo>
                    <a:pt x="1944538" y="6766600"/>
                    <a:pt x="1935193" y="6766600"/>
                    <a:pt x="1926566" y="6766600"/>
                  </a:cubicBezTo>
                  <a:close/>
                  <a:moveTo>
                    <a:pt x="1988389" y="6766600"/>
                  </a:moveTo>
                  <a:cubicBezTo>
                    <a:pt x="1986232" y="6766600"/>
                    <a:pt x="1984076" y="6766600"/>
                    <a:pt x="1981919" y="6766600"/>
                  </a:cubicBezTo>
                  <a:cubicBezTo>
                    <a:pt x="1981200" y="6765881"/>
                    <a:pt x="1980481" y="6765881"/>
                    <a:pt x="1979762" y="6765163"/>
                  </a:cubicBezTo>
                  <a:cubicBezTo>
                    <a:pt x="1953165" y="6745034"/>
                    <a:pt x="1928004" y="6722749"/>
                    <a:pt x="1904281" y="6699027"/>
                  </a:cubicBezTo>
                  <a:lnTo>
                    <a:pt x="1904281" y="6670272"/>
                  </a:lnTo>
                  <a:cubicBezTo>
                    <a:pt x="1922253" y="6683212"/>
                    <a:pt x="1940225" y="6695432"/>
                    <a:pt x="1958196" y="6707653"/>
                  </a:cubicBezTo>
                  <a:cubicBezTo>
                    <a:pt x="1967542" y="6714123"/>
                    <a:pt x="1977606" y="6721312"/>
                    <a:pt x="1986951" y="6728500"/>
                  </a:cubicBezTo>
                  <a:lnTo>
                    <a:pt x="1986951" y="6766600"/>
                  </a:lnTo>
                  <a:close/>
                  <a:moveTo>
                    <a:pt x="1905000" y="6647268"/>
                  </a:moveTo>
                  <a:lnTo>
                    <a:pt x="1905000" y="6629297"/>
                  </a:lnTo>
                  <a:cubicBezTo>
                    <a:pt x="1925847" y="6649425"/>
                    <a:pt x="1947413" y="6668834"/>
                    <a:pt x="1969698" y="6688244"/>
                  </a:cubicBezTo>
                  <a:cubicBezTo>
                    <a:pt x="1948132" y="6673866"/>
                    <a:pt x="1927285" y="6660208"/>
                    <a:pt x="1905000" y="6647268"/>
                  </a:cubicBezTo>
                  <a:close/>
                  <a:moveTo>
                    <a:pt x="1988389" y="6670272"/>
                  </a:moveTo>
                  <a:cubicBezTo>
                    <a:pt x="1961072" y="6648706"/>
                    <a:pt x="1933036" y="6628578"/>
                    <a:pt x="1905000" y="6609168"/>
                  </a:cubicBezTo>
                  <a:lnTo>
                    <a:pt x="1905000" y="6468989"/>
                  </a:lnTo>
                  <a:cubicBezTo>
                    <a:pt x="1932317" y="6494149"/>
                    <a:pt x="1959634" y="6519310"/>
                    <a:pt x="1988389" y="6543032"/>
                  </a:cubicBezTo>
                  <a:lnTo>
                    <a:pt x="1988389" y="6670272"/>
                  </a:lnTo>
                  <a:close/>
                  <a:moveTo>
                    <a:pt x="2140789" y="6696870"/>
                  </a:moveTo>
                  <a:cubicBezTo>
                    <a:pt x="2140789" y="6679617"/>
                    <a:pt x="2140070" y="6661646"/>
                    <a:pt x="2140070" y="6644393"/>
                  </a:cubicBezTo>
                  <a:cubicBezTo>
                    <a:pt x="2140789" y="6643674"/>
                    <a:pt x="2141508" y="6642236"/>
                    <a:pt x="2142946" y="6641517"/>
                  </a:cubicBezTo>
                  <a:cubicBezTo>
                    <a:pt x="2144383" y="6660208"/>
                    <a:pt x="2146540" y="6678179"/>
                    <a:pt x="2147978" y="6696870"/>
                  </a:cubicBezTo>
                  <a:cubicBezTo>
                    <a:pt x="2145821" y="6696870"/>
                    <a:pt x="2143665" y="6696870"/>
                    <a:pt x="2140789" y="6696870"/>
                  </a:cubicBezTo>
                  <a:close/>
                  <a:moveTo>
                    <a:pt x="2132882" y="6025448"/>
                  </a:moveTo>
                  <a:cubicBezTo>
                    <a:pt x="2139351" y="6025448"/>
                    <a:pt x="2145102" y="6025448"/>
                    <a:pt x="2151572" y="6025448"/>
                  </a:cubicBezTo>
                  <a:cubicBezTo>
                    <a:pt x="2161636" y="6028323"/>
                    <a:pt x="2171700" y="6030480"/>
                    <a:pt x="2181765" y="6031917"/>
                  </a:cubicBezTo>
                  <a:lnTo>
                    <a:pt x="2181765" y="6036231"/>
                  </a:lnTo>
                  <a:cubicBezTo>
                    <a:pt x="2165949" y="6033355"/>
                    <a:pt x="2149415" y="6029761"/>
                    <a:pt x="2132882" y="6025448"/>
                  </a:cubicBezTo>
                  <a:close/>
                  <a:moveTo>
                    <a:pt x="2274498" y="6048451"/>
                  </a:moveTo>
                  <a:cubicBezTo>
                    <a:pt x="2276655" y="6049170"/>
                    <a:pt x="2278812" y="6049170"/>
                    <a:pt x="2280968" y="6049889"/>
                  </a:cubicBezTo>
                  <a:cubicBezTo>
                    <a:pt x="2284563" y="6051327"/>
                    <a:pt x="2288876" y="6052046"/>
                    <a:pt x="2292470" y="6053484"/>
                  </a:cubicBezTo>
                  <a:lnTo>
                    <a:pt x="2292470" y="6055640"/>
                  </a:lnTo>
                  <a:cubicBezTo>
                    <a:pt x="2286719" y="6054921"/>
                    <a:pt x="2280250" y="6054202"/>
                    <a:pt x="2274498" y="6053484"/>
                  </a:cubicBezTo>
                  <a:cubicBezTo>
                    <a:pt x="2275217" y="6051327"/>
                    <a:pt x="2275217" y="6049889"/>
                    <a:pt x="2274498" y="6048451"/>
                  </a:cubicBezTo>
                  <a:close/>
                  <a:moveTo>
                    <a:pt x="2276655" y="6062829"/>
                  </a:moveTo>
                  <a:cubicBezTo>
                    <a:pt x="2282406" y="6063547"/>
                    <a:pt x="2288157" y="6064267"/>
                    <a:pt x="2294627" y="6064985"/>
                  </a:cubicBezTo>
                  <a:cubicBezTo>
                    <a:pt x="2296783" y="6085113"/>
                    <a:pt x="2298221" y="6105961"/>
                    <a:pt x="2300378" y="6126089"/>
                  </a:cubicBezTo>
                  <a:cubicBezTo>
                    <a:pt x="2295346" y="6126089"/>
                    <a:pt x="2290314" y="6126089"/>
                    <a:pt x="2285281" y="6126089"/>
                  </a:cubicBezTo>
                  <a:cubicBezTo>
                    <a:pt x="2281687" y="6105242"/>
                    <a:pt x="2279531" y="6083676"/>
                    <a:pt x="2276655" y="6062829"/>
                  </a:cubicBezTo>
                  <a:close/>
                  <a:moveTo>
                    <a:pt x="2475063" y="6642236"/>
                  </a:moveTo>
                  <a:cubicBezTo>
                    <a:pt x="2475063" y="6650144"/>
                    <a:pt x="2475063" y="6658770"/>
                    <a:pt x="2474344" y="6666678"/>
                  </a:cubicBezTo>
                  <a:cubicBezTo>
                    <a:pt x="2474344" y="6670272"/>
                    <a:pt x="2474344" y="6673866"/>
                    <a:pt x="2473625" y="6678179"/>
                  </a:cubicBezTo>
                  <a:cubicBezTo>
                    <a:pt x="2483689" y="6699027"/>
                    <a:pt x="2480814" y="6724906"/>
                    <a:pt x="2463561" y="6742159"/>
                  </a:cubicBezTo>
                  <a:cubicBezTo>
                    <a:pt x="2454934" y="6750785"/>
                    <a:pt x="2446308" y="6759411"/>
                    <a:pt x="2436244" y="6766600"/>
                  </a:cubicBezTo>
                  <a:lnTo>
                    <a:pt x="2355731" y="6766600"/>
                  </a:lnTo>
                  <a:cubicBezTo>
                    <a:pt x="2351417" y="6763006"/>
                    <a:pt x="2347823" y="6759411"/>
                    <a:pt x="2343510" y="6752942"/>
                  </a:cubicBezTo>
                  <a:cubicBezTo>
                    <a:pt x="2333446" y="6748628"/>
                    <a:pt x="2324819" y="6740002"/>
                    <a:pt x="2322663" y="6726344"/>
                  </a:cubicBezTo>
                  <a:cubicBezTo>
                    <a:pt x="2319787" y="6709091"/>
                    <a:pt x="2316912" y="6691119"/>
                    <a:pt x="2314755" y="6673866"/>
                  </a:cubicBezTo>
                  <a:cubicBezTo>
                    <a:pt x="2311161" y="6668116"/>
                    <a:pt x="2309004" y="6661646"/>
                    <a:pt x="2309004" y="6653738"/>
                  </a:cubicBezTo>
                  <a:cubicBezTo>
                    <a:pt x="2309004" y="6641517"/>
                    <a:pt x="2309004" y="6629297"/>
                    <a:pt x="2308285" y="6617076"/>
                  </a:cubicBezTo>
                  <a:cubicBezTo>
                    <a:pt x="2304691" y="6575381"/>
                    <a:pt x="2302534" y="6532968"/>
                    <a:pt x="2302534" y="6491274"/>
                  </a:cubicBezTo>
                  <a:cubicBezTo>
                    <a:pt x="2302534" y="6486961"/>
                    <a:pt x="2301816" y="6482647"/>
                    <a:pt x="2301816" y="6478334"/>
                  </a:cubicBezTo>
                  <a:cubicBezTo>
                    <a:pt x="2298221" y="6472583"/>
                    <a:pt x="2296064" y="6465395"/>
                    <a:pt x="2296064" y="6457487"/>
                  </a:cubicBezTo>
                  <a:cubicBezTo>
                    <a:pt x="2296064" y="6436640"/>
                    <a:pt x="2296064" y="6415074"/>
                    <a:pt x="2298221" y="6394227"/>
                  </a:cubicBezTo>
                  <a:cubicBezTo>
                    <a:pt x="2297502" y="6351095"/>
                    <a:pt x="2298221" y="6307963"/>
                    <a:pt x="2302534" y="6264830"/>
                  </a:cubicBezTo>
                  <a:cubicBezTo>
                    <a:pt x="2301097" y="6256923"/>
                    <a:pt x="2300378" y="6249734"/>
                    <a:pt x="2298940" y="6241827"/>
                  </a:cubicBezTo>
                  <a:lnTo>
                    <a:pt x="2304691" y="6241827"/>
                  </a:lnTo>
                  <a:cubicBezTo>
                    <a:pt x="2306129" y="6232481"/>
                    <a:pt x="2307566" y="6222417"/>
                    <a:pt x="2309004" y="6213072"/>
                  </a:cubicBezTo>
                  <a:cubicBezTo>
                    <a:pt x="2316193" y="6172097"/>
                    <a:pt x="2380172" y="6174972"/>
                    <a:pt x="2389517" y="6213072"/>
                  </a:cubicBezTo>
                  <a:cubicBezTo>
                    <a:pt x="2390955" y="6220261"/>
                    <a:pt x="2392393" y="6226731"/>
                    <a:pt x="2393831" y="6233919"/>
                  </a:cubicBezTo>
                  <a:cubicBezTo>
                    <a:pt x="2401019" y="6235357"/>
                    <a:pt x="2407489" y="6238951"/>
                    <a:pt x="2412521" y="6243264"/>
                  </a:cubicBezTo>
                  <a:cubicBezTo>
                    <a:pt x="2431930" y="6243264"/>
                    <a:pt x="2450621" y="6243984"/>
                    <a:pt x="2470031" y="6243264"/>
                  </a:cubicBezTo>
                  <a:cubicBezTo>
                    <a:pt x="2467874" y="6268425"/>
                    <a:pt x="2470031" y="6295023"/>
                    <a:pt x="2470031" y="6318746"/>
                  </a:cubicBezTo>
                  <a:cubicBezTo>
                    <a:pt x="2470031" y="6369066"/>
                    <a:pt x="2470750" y="6418668"/>
                    <a:pt x="2472906" y="6468989"/>
                  </a:cubicBezTo>
                  <a:cubicBezTo>
                    <a:pt x="2474344" y="6471864"/>
                    <a:pt x="2476500" y="6474740"/>
                    <a:pt x="2477938" y="6477616"/>
                  </a:cubicBezTo>
                  <a:cubicBezTo>
                    <a:pt x="2477938" y="6496306"/>
                    <a:pt x="2477219" y="6514996"/>
                    <a:pt x="2477219" y="6533687"/>
                  </a:cubicBezTo>
                  <a:cubicBezTo>
                    <a:pt x="2476500" y="6534406"/>
                    <a:pt x="2475063" y="6535125"/>
                    <a:pt x="2473625" y="6536562"/>
                  </a:cubicBezTo>
                  <a:cubicBezTo>
                    <a:pt x="2473625" y="6539438"/>
                    <a:pt x="2473625" y="6543032"/>
                    <a:pt x="2473625" y="6545908"/>
                  </a:cubicBezTo>
                  <a:cubicBezTo>
                    <a:pt x="2469312" y="6548065"/>
                    <a:pt x="2465717" y="6552378"/>
                    <a:pt x="2466436" y="6558848"/>
                  </a:cubicBezTo>
                  <a:cubicBezTo>
                    <a:pt x="2472187" y="6585446"/>
                    <a:pt x="2473625" y="6613481"/>
                    <a:pt x="2475063" y="6642236"/>
                  </a:cubicBezTo>
                  <a:close/>
                  <a:moveTo>
                    <a:pt x="2564921" y="6108117"/>
                  </a:moveTo>
                  <a:cubicBezTo>
                    <a:pt x="2559889" y="6108117"/>
                    <a:pt x="2555576" y="6110993"/>
                    <a:pt x="2552700" y="6116025"/>
                  </a:cubicBezTo>
                  <a:cubicBezTo>
                    <a:pt x="2541199" y="6116744"/>
                    <a:pt x="2529697" y="6123932"/>
                    <a:pt x="2526821" y="6136872"/>
                  </a:cubicBezTo>
                  <a:cubicBezTo>
                    <a:pt x="2495910" y="6138310"/>
                    <a:pt x="2464998" y="6133996"/>
                    <a:pt x="2433368" y="6125370"/>
                  </a:cubicBezTo>
                  <a:cubicBezTo>
                    <a:pt x="2411083" y="6125370"/>
                    <a:pt x="2389517" y="6126089"/>
                    <a:pt x="2367951" y="6126089"/>
                  </a:cubicBezTo>
                  <a:lnTo>
                    <a:pt x="2362919" y="6126089"/>
                  </a:lnTo>
                  <a:cubicBezTo>
                    <a:pt x="2362200" y="6116744"/>
                    <a:pt x="2360763" y="6107399"/>
                    <a:pt x="2360044" y="6097334"/>
                  </a:cubicBezTo>
                  <a:cubicBezTo>
                    <a:pt x="2357168" y="6095896"/>
                    <a:pt x="2355012" y="6095178"/>
                    <a:pt x="2352136" y="6093740"/>
                  </a:cubicBezTo>
                  <a:cubicBezTo>
                    <a:pt x="2339915" y="6087989"/>
                    <a:pt x="2329132" y="6078644"/>
                    <a:pt x="2320506" y="6068580"/>
                  </a:cubicBezTo>
                  <a:cubicBezTo>
                    <a:pt x="2326257" y="6069298"/>
                    <a:pt x="2331289" y="6070017"/>
                    <a:pt x="2337040" y="6070736"/>
                  </a:cubicBezTo>
                  <a:cubicBezTo>
                    <a:pt x="2346385" y="6071455"/>
                    <a:pt x="2356449" y="6072893"/>
                    <a:pt x="2366514" y="6073612"/>
                  </a:cubicBezTo>
                  <a:cubicBezTo>
                    <a:pt x="2379453" y="6078644"/>
                    <a:pt x="2393112" y="6082238"/>
                    <a:pt x="2407489" y="6085833"/>
                  </a:cubicBezTo>
                  <a:cubicBezTo>
                    <a:pt x="2454215" y="6096616"/>
                    <a:pt x="2502380" y="6102366"/>
                    <a:pt x="2549825" y="6105242"/>
                  </a:cubicBezTo>
                  <a:cubicBezTo>
                    <a:pt x="2554857" y="6105242"/>
                    <a:pt x="2559889" y="6105961"/>
                    <a:pt x="2564921" y="6105961"/>
                  </a:cubicBezTo>
                  <a:cubicBezTo>
                    <a:pt x="2564921" y="6105961"/>
                    <a:pt x="2564921" y="6107399"/>
                    <a:pt x="2564921" y="6108117"/>
                  </a:cubicBezTo>
                  <a:close/>
                  <a:moveTo>
                    <a:pt x="2467155" y="6062829"/>
                  </a:moveTo>
                  <a:cubicBezTo>
                    <a:pt x="2467155" y="6062829"/>
                    <a:pt x="2467155" y="6062110"/>
                    <a:pt x="2467155" y="6062110"/>
                  </a:cubicBezTo>
                  <a:cubicBezTo>
                    <a:pt x="2458529" y="6047014"/>
                    <a:pt x="2447746" y="6033355"/>
                    <a:pt x="2436963" y="6019697"/>
                  </a:cubicBezTo>
                  <a:cubicBezTo>
                    <a:pt x="2443432" y="6020415"/>
                    <a:pt x="2450621" y="6021134"/>
                    <a:pt x="2457091" y="6021134"/>
                  </a:cubicBezTo>
                  <a:cubicBezTo>
                    <a:pt x="2476500" y="6040544"/>
                    <a:pt x="2498785" y="6055640"/>
                    <a:pt x="2521789" y="6059234"/>
                  </a:cubicBezTo>
                  <a:cubicBezTo>
                    <a:pt x="2527540" y="6059953"/>
                    <a:pt x="2531853" y="6054921"/>
                    <a:pt x="2528978" y="6049889"/>
                  </a:cubicBezTo>
                  <a:cubicBezTo>
                    <a:pt x="2523946" y="6040544"/>
                    <a:pt x="2517476" y="6031198"/>
                    <a:pt x="2509568" y="6022572"/>
                  </a:cubicBezTo>
                  <a:cubicBezTo>
                    <a:pt x="2511006" y="6022572"/>
                    <a:pt x="2511725" y="6022572"/>
                    <a:pt x="2513163" y="6022572"/>
                  </a:cubicBezTo>
                  <a:cubicBezTo>
                    <a:pt x="2527540" y="6037668"/>
                    <a:pt x="2543355" y="6050608"/>
                    <a:pt x="2559889" y="6062829"/>
                  </a:cubicBezTo>
                  <a:cubicBezTo>
                    <a:pt x="2528978" y="6063547"/>
                    <a:pt x="2498066" y="6064267"/>
                    <a:pt x="2467155" y="6062829"/>
                  </a:cubicBezTo>
                  <a:close/>
                  <a:moveTo>
                    <a:pt x="2549106" y="5999568"/>
                  </a:moveTo>
                  <a:cubicBezTo>
                    <a:pt x="2549106" y="6000287"/>
                    <a:pt x="2549106" y="6000287"/>
                    <a:pt x="2549825" y="6001006"/>
                  </a:cubicBezTo>
                  <a:cubicBezTo>
                    <a:pt x="2550544" y="6006038"/>
                    <a:pt x="2551263" y="6011070"/>
                    <a:pt x="2551982" y="6016102"/>
                  </a:cubicBezTo>
                  <a:cubicBezTo>
                    <a:pt x="2545512" y="6010351"/>
                    <a:pt x="2539761" y="6005319"/>
                    <a:pt x="2534010" y="5998849"/>
                  </a:cubicBezTo>
                  <a:cubicBezTo>
                    <a:pt x="2539042" y="5998131"/>
                    <a:pt x="2544074" y="5998849"/>
                    <a:pt x="2549106" y="5999568"/>
                  </a:cubicBezTo>
                  <a:close/>
                  <a:moveTo>
                    <a:pt x="2532572" y="5974408"/>
                  </a:moveTo>
                  <a:cubicBezTo>
                    <a:pt x="2536885" y="5975127"/>
                    <a:pt x="2540480" y="5975845"/>
                    <a:pt x="2544793" y="5977283"/>
                  </a:cubicBezTo>
                  <a:cubicBezTo>
                    <a:pt x="2544793" y="5980878"/>
                    <a:pt x="2545512" y="5983753"/>
                    <a:pt x="2546231" y="5987348"/>
                  </a:cubicBezTo>
                  <a:cubicBezTo>
                    <a:pt x="2538323" y="5986628"/>
                    <a:pt x="2531134" y="5986628"/>
                    <a:pt x="2523227" y="5986628"/>
                  </a:cubicBezTo>
                  <a:cubicBezTo>
                    <a:pt x="2518195" y="5980878"/>
                    <a:pt x="2513882" y="5975127"/>
                    <a:pt x="2508849" y="5969376"/>
                  </a:cubicBezTo>
                  <a:cubicBezTo>
                    <a:pt x="2516757" y="5971532"/>
                    <a:pt x="2524665" y="5972970"/>
                    <a:pt x="2532572" y="5974408"/>
                  </a:cubicBezTo>
                  <a:close/>
                  <a:moveTo>
                    <a:pt x="2494472" y="6001725"/>
                  </a:moveTo>
                  <a:cubicBezTo>
                    <a:pt x="2497348" y="6005319"/>
                    <a:pt x="2500223" y="6008194"/>
                    <a:pt x="2503099" y="6011789"/>
                  </a:cubicBezTo>
                  <a:cubicBezTo>
                    <a:pt x="2501661" y="6011070"/>
                    <a:pt x="2499504" y="6010351"/>
                    <a:pt x="2497348" y="6010351"/>
                  </a:cubicBezTo>
                  <a:cubicBezTo>
                    <a:pt x="2494472" y="6007476"/>
                    <a:pt x="2491597" y="6005319"/>
                    <a:pt x="2489440" y="6002444"/>
                  </a:cubicBezTo>
                  <a:cubicBezTo>
                    <a:pt x="2491597" y="6001725"/>
                    <a:pt x="2493034" y="6001725"/>
                    <a:pt x="2494472" y="6001725"/>
                  </a:cubicBezTo>
                  <a:close/>
                  <a:moveTo>
                    <a:pt x="2465717" y="5960031"/>
                  </a:moveTo>
                  <a:cubicBezTo>
                    <a:pt x="2471468" y="5970814"/>
                    <a:pt x="2478657" y="5980878"/>
                    <a:pt x="2485846" y="5990942"/>
                  </a:cubicBezTo>
                  <a:cubicBezTo>
                    <a:pt x="2482970" y="5991661"/>
                    <a:pt x="2480814" y="5991661"/>
                    <a:pt x="2477938" y="5992380"/>
                  </a:cubicBezTo>
                  <a:cubicBezTo>
                    <a:pt x="2470750" y="5985910"/>
                    <a:pt x="2462842" y="5979440"/>
                    <a:pt x="2456372" y="5972970"/>
                  </a:cubicBezTo>
                  <a:cubicBezTo>
                    <a:pt x="2453497" y="5967219"/>
                    <a:pt x="2449902" y="5961468"/>
                    <a:pt x="2447027" y="5955717"/>
                  </a:cubicBezTo>
                  <a:cubicBezTo>
                    <a:pt x="2452778" y="5957155"/>
                    <a:pt x="2459248" y="5958593"/>
                    <a:pt x="2465717" y="5960031"/>
                  </a:cubicBezTo>
                  <a:close/>
                  <a:moveTo>
                    <a:pt x="2393112" y="5940621"/>
                  </a:moveTo>
                  <a:cubicBezTo>
                    <a:pt x="2398144" y="5947810"/>
                    <a:pt x="2403895" y="5954999"/>
                    <a:pt x="2408208" y="5961468"/>
                  </a:cubicBezTo>
                  <a:cubicBezTo>
                    <a:pt x="2416834" y="5972970"/>
                    <a:pt x="2427617" y="5987348"/>
                    <a:pt x="2439838" y="6001006"/>
                  </a:cubicBezTo>
                  <a:cubicBezTo>
                    <a:pt x="2435525" y="6002444"/>
                    <a:pt x="2430493" y="6003881"/>
                    <a:pt x="2426180" y="6005319"/>
                  </a:cubicBezTo>
                  <a:cubicBezTo>
                    <a:pt x="2416116" y="5993098"/>
                    <a:pt x="2405332" y="5980878"/>
                    <a:pt x="2395987" y="5967938"/>
                  </a:cubicBezTo>
                  <a:cubicBezTo>
                    <a:pt x="2388798" y="5957155"/>
                    <a:pt x="2381610" y="5946372"/>
                    <a:pt x="2375140" y="5935589"/>
                  </a:cubicBezTo>
                  <a:cubicBezTo>
                    <a:pt x="2380891" y="5937027"/>
                    <a:pt x="2386642" y="5939183"/>
                    <a:pt x="2393112" y="5940621"/>
                  </a:cubicBezTo>
                  <a:close/>
                  <a:moveTo>
                    <a:pt x="2341353" y="5924806"/>
                  </a:moveTo>
                  <a:cubicBezTo>
                    <a:pt x="2345666" y="5934870"/>
                    <a:pt x="2349980" y="5945653"/>
                    <a:pt x="2355731" y="5955717"/>
                  </a:cubicBezTo>
                  <a:cubicBezTo>
                    <a:pt x="2354293" y="5954279"/>
                    <a:pt x="2352855" y="5952123"/>
                    <a:pt x="2351417" y="5950685"/>
                  </a:cubicBezTo>
                  <a:cubicBezTo>
                    <a:pt x="2344948" y="5941340"/>
                    <a:pt x="2339197" y="5931995"/>
                    <a:pt x="2333446" y="5922649"/>
                  </a:cubicBezTo>
                  <a:cubicBezTo>
                    <a:pt x="2335602" y="5923368"/>
                    <a:pt x="2338478" y="5924087"/>
                    <a:pt x="2341353" y="5924806"/>
                  </a:cubicBezTo>
                  <a:close/>
                  <a:moveTo>
                    <a:pt x="2273061" y="5128300"/>
                  </a:moveTo>
                  <a:cubicBezTo>
                    <a:pt x="2278812" y="5129738"/>
                    <a:pt x="2284563" y="5130457"/>
                    <a:pt x="2290314" y="5131895"/>
                  </a:cubicBezTo>
                  <a:cubicBezTo>
                    <a:pt x="2284563" y="5144834"/>
                    <a:pt x="2278093" y="5157774"/>
                    <a:pt x="2272342" y="5169995"/>
                  </a:cubicBezTo>
                  <a:cubicBezTo>
                    <a:pt x="2270185" y="5174308"/>
                    <a:pt x="2268029" y="5178621"/>
                    <a:pt x="2265872" y="5182934"/>
                  </a:cubicBezTo>
                  <a:cubicBezTo>
                    <a:pt x="2264434" y="5167119"/>
                    <a:pt x="2262278" y="5151304"/>
                    <a:pt x="2260840" y="5135489"/>
                  </a:cubicBezTo>
                  <a:cubicBezTo>
                    <a:pt x="2265153" y="5132613"/>
                    <a:pt x="2269466" y="5130457"/>
                    <a:pt x="2273061" y="5128300"/>
                  </a:cubicBezTo>
                  <a:close/>
                  <a:moveTo>
                    <a:pt x="2270185" y="5811944"/>
                  </a:moveTo>
                  <a:lnTo>
                    <a:pt x="2270904" y="5816976"/>
                  </a:lnTo>
                  <a:cubicBezTo>
                    <a:pt x="2265872" y="5815538"/>
                    <a:pt x="2260840" y="5814100"/>
                    <a:pt x="2255808" y="5811944"/>
                  </a:cubicBezTo>
                  <a:cubicBezTo>
                    <a:pt x="2253651" y="5811225"/>
                    <a:pt x="2250776" y="5810506"/>
                    <a:pt x="2248619" y="5809068"/>
                  </a:cubicBezTo>
                  <a:cubicBezTo>
                    <a:pt x="2248619" y="5806911"/>
                    <a:pt x="2247900" y="5804036"/>
                    <a:pt x="2247900" y="5801880"/>
                  </a:cubicBezTo>
                  <a:cubicBezTo>
                    <a:pt x="2247900" y="5799004"/>
                    <a:pt x="2247182" y="5796128"/>
                    <a:pt x="2247182" y="5793972"/>
                  </a:cubicBezTo>
                  <a:cubicBezTo>
                    <a:pt x="2254370" y="5793972"/>
                    <a:pt x="2262278" y="5793253"/>
                    <a:pt x="2269466" y="5793253"/>
                  </a:cubicBezTo>
                  <a:lnTo>
                    <a:pt x="2270904" y="5807631"/>
                  </a:lnTo>
                  <a:cubicBezTo>
                    <a:pt x="2270904" y="5808349"/>
                    <a:pt x="2270904" y="5808349"/>
                    <a:pt x="2270904" y="5809068"/>
                  </a:cubicBezTo>
                  <a:cubicBezTo>
                    <a:pt x="2269466" y="5809787"/>
                    <a:pt x="2270185" y="5811225"/>
                    <a:pt x="2270185" y="5811944"/>
                  </a:cubicBezTo>
                  <a:close/>
                  <a:moveTo>
                    <a:pt x="2278812" y="5903240"/>
                  </a:moveTo>
                  <a:lnTo>
                    <a:pt x="2281687" y="5935589"/>
                  </a:lnTo>
                  <a:cubicBezTo>
                    <a:pt x="2279531" y="5935589"/>
                    <a:pt x="2276655" y="5935589"/>
                    <a:pt x="2274498" y="5935589"/>
                  </a:cubicBezTo>
                  <a:cubicBezTo>
                    <a:pt x="2273061" y="5934151"/>
                    <a:pt x="2271623" y="5932713"/>
                    <a:pt x="2270904" y="5931276"/>
                  </a:cubicBezTo>
                  <a:cubicBezTo>
                    <a:pt x="2266591" y="5926244"/>
                    <a:pt x="2262997" y="5921930"/>
                    <a:pt x="2258683" y="5916899"/>
                  </a:cubicBezTo>
                  <a:cubicBezTo>
                    <a:pt x="2257965" y="5909710"/>
                    <a:pt x="2257246" y="5902521"/>
                    <a:pt x="2256527" y="5894613"/>
                  </a:cubicBezTo>
                  <a:cubicBezTo>
                    <a:pt x="2263715" y="5897489"/>
                    <a:pt x="2271623" y="5900364"/>
                    <a:pt x="2278812" y="5903240"/>
                  </a:cubicBezTo>
                  <a:close/>
                  <a:moveTo>
                    <a:pt x="2240712" y="5689017"/>
                  </a:moveTo>
                  <a:cubicBezTo>
                    <a:pt x="2242149" y="5640134"/>
                    <a:pt x="2242868" y="5591251"/>
                    <a:pt x="2244306" y="5542368"/>
                  </a:cubicBezTo>
                  <a:cubicBezTo>
                    <a:pt x="2245025" y="5547400"/>
                    <a:pt x="2245025" y="5552432"/>
                    <a:pt x="2245744" y="5556746"/>
                  </a:cubicBezTo>
                  <a:cubicBezTo>
                    <a:pt x="2250776" y="5612098"/>
                    <a:pt x="2256527" y="5666732"/>
                    <a:pt x="2261559" y="5722085"/>
                  </a:cubicBezTo>
                  <a:cubicBezTo>
                    <a:pt x="2254370" y="5722085"/>
                    <a:pt x="2247182" y="5721366"/>
                    <a:pt x="2239993" y="5721366"/>
                  </a:cubicBezTo>
                  <a:cubicBezTo>
                    <a:pt x="2239993" y="5710583"/>
                    <a:pt x="2239993" y="5699800"/>
                    <a:pt x="2240712" y="5689017"/>
                  </a:cubicBezTo>
                  <a:close/>
                  <a:moveTo>
                    <a:pt x="2176732" y="5878080"/>
                  </a:moveTo>
                  <a:cubicBezTo>
                    <a:pt x="2160198" y="5863702"/>
                    <a:pt x="2143665" y="5850044"/>
                    <a:pt x="2127849" y="5836385"/>
                  </a:cubicBezTo>
                  <a:cubicBezTo>
                    <a:pt x="2140789" y="5842855"/>
                    <a:pt x="2154448" y="5849325"/>
                    <a:pt x="2167387" y="5855795"/>
                  </a:cubicBezTo>
                  <a:cubicBezTo>
                    <a:pt x="2170263" y="5857232"/>
                    <a:pt x="2173138" y="5858670"/>
                    <a:pt x="2176014" y="5860108"/>
                  </a:cubicBezTo>
                  <a:lnTo>
                    <a:pt x="2176732" y="5878080"/>
                  </a:lnTo>
                  <a:close/>
                  <a:moveTo>
                    <a:pt x="2154448" y="5371996"/>
                  </a:moveTo>
                  <a:cubicBezTo>
                    <a:pt x="2150853" y="5368402"/>
                    <a:pt x="2147259" y="5365527"/>
                    <a:pt x="2142946" y="5361932"/>
                  </a:cubicBezTo>
                  <a:cubicBezTo>
                    <a:pt x="2146540" y="5363370"/>
                    <a:pt x="2150134" y="5364808"/>
                    <a:pt x="2153729" y="5366246"/>
                  </a:cubicBezTo>
                  <a:cubicBezTo>
                    <a:pt x="2153729" y="5368402"/>
                    <a:pt x="2153729" y="5370559"/>
                    <a:pt x="2154448" y="5371996"/>
                  </a:cubicBezTo>
                  <a:close/>
                  <a:moveTo>
                    <a:pt x="2131444" y="5144834"/>
                  </a:moveTo>
                  <a:cubicBezTo>
                    <a:pt x="2132882" y="5146272"/>
                    <a:pt x="2134319" y="5147710"/>
                    <a:pt x="2135038" y="5148429"/>
                  </a:cubicBezTo>
                  <a:cubicBezTo>
                    <a:pt x="2136476" y="5155617"/>
                    <a:pt x="2137195" y="5162806"/>
                    <a:pt x="2138632" y="5169276"/>
                  </a:cubicBezTo>
                  <a:cubicBezTo>
                    <a:pt x="2135757" y="5166400"/>
                    <a:pt x="2132882" y="5164244"/>
                    <a:pt x="2129287" y="5161368"/>
                  </a:cubicBezTo>
                  <a:cubicBezTo>
                    <a:pt x="2130006" y="5155617"/>
                    <a:pt x="2130725" y="5150585"/>
                    <a:pt x="2131444" y="5144834"/>
                  </a:cubicBezTo>
                  <a:close/>
                  <a:moveTo>
                    <a:pt x="2124255" y="5213845"/>
                  </a:moveTo>
                  <a:cubicBezTo>
                    <a:pt x="2132163" y="5220315"/>
                    <a:pt x="2140789" y="5226785"/>
                    <a:pt x="2149415" y="5232536"/>
                  </a:cubicBezTo>
                  <a:cubicBezTo>
                    <a:pt x="2149415" y="5242600"/>
                    <a:pt x="2150134" y="5252664"/>
                    <a:pt x="2150134" y="5262729"/>
                  </a:cubicBezTo>
                  <a:cubicBezTo>
                    <a:pt x="2138632" y="5251946"/>
                    <a:pt x="2126412" y="5241163"/>
                    <a:pt x="2114910" y="5230380"/>
                  </a:cubicBezTo>
                  <a:cubicBezTo>
                    <a:pt x="2119223" y="5226785"/>
                    <a:pt x="2122099" y="5221034"/>
                    <a:pt x="2124255" y="5213845"/>
                  </a:cubicBezTo>
                  <a:close/>
                  <a:moveTo>
                    <a:pt x="2142946" y="5415128"/>
                  </a:moveTo>
                  <a:cubicBezTo>
                    <a:pt x="2142227" y="5420161"/>
                    <a:pt x="2142227" y="5425193"/>
                    <a:pt x="2142227" y="5430225"/>
                  </a:cubicBezTo>
                  <a:cubicBezTo>
                    <a:pt x="2142946" y="5438851"/>
                    <a:pt x="2149415" y="5445321"/>
                    <a:pt x="2157323" y="5444602"/>
                  </a:cubicBezTo>
                  <a:cubicBezTo>
                    <a:pt x="2158042" y="5451791"/>
                    <a:pt x="2158042" y="5458980"/>
                    <a:pt x="2158761" y="5466168"/>
                  </a:cubicBezTo>
                  <a:cubicBezTo>
                    <a:pt x="2142946" y="5452510"/>
                    <a:pt x="2127130" y="5439570"/>
                    <a:pt x="2112753" y="5426631"/>
                  </a:cubicBezTo>
                  <a:cubicBezTo>
                    <a:pt x="2084717" y="5402189"/>
                    <a:pt x="2056681" y="5371278"/>
                    <a:pt x="2025770" y="5346117"/>
                  </a:cubicBezTo>
                  <a:cubicBezTo>
                    <a:pt x="2037991" y="5348993"/>
                    <a:pt x="2050212" y="5351868"/>
                    <a:pt x="2062432" y="5353306"/>
                  </a:cubicBezTo>
                  <a:cubicBezTo>
                    <a:pt x="2069621" y="5354025"/>
                    <a:pt x="2076810" y="5355463"/>
                    <a:pt x="2084717" y="5356182"/>
                  </a:cubicBezTo>
                  <a:cubicBezTo>
                    <a:pt x="2104127" y="5374872"/>
                    <a:pt x="2122817" y="5395719"/>
                    <a:pt x="2142946" y="5415128"/>
                  </a:cubicBezTo>
                  <a:close/>
                  <a:moveTo>
                    <a:pt x="2022895" y="4951459"/>
                  </a:moveTo>
                  <a:cubicBezTo>
                    <a:pt x="2025051" y="4947146"/>
                    <a:pt x="2027208" y="4942833"/>
                    <a:pt x="2030083" y="4939238"/>
                  </a:cubicBezTo>
                  <a:cubicBezTo>
                    <a:pt x="2037991" y="4944989"/>
                    <a:pt x="2045180" y="4950740"/>
                    <a:pt x="2053087" y="4956491"/>
                  </a:cubicBezTo>
                  <a:cubicBezTo>
                    <a:pt x="2043023" y="4955053"/>
                    <a:pt x="2032959" y="4952896"/>
                    <a:pt x="2022895" y="4951459"/>
                  </a:cubicBezTo>
                  <a:close/>
                  <a:moveTo>
                    <a:pt x="2064589" y="5093076"/>
                  </a:moveTo>
                  <a:cubicBezTo>
                    <a:pt x="2066746" y="5093795"/>
                    <a:pt x="2068183" y="5094514"/>
                    <a:pt x="2070340" y="5095232"/>
                  </a:cubicBezTo>
                  <a:cubicBezTo>
                    <a:pt x="2070340" y="5098108"/>
                    <a:pt x="2069621" y="5100984"/>
                    <a:pt x="2069621" y="5103859"/>
                  </a:cubicBezTo>
                  <a:cubicBezTo>
                    <a:pt x="2067464" y="5099546"/>
                    <a:pt x="2066027" y="5095951"/>
                    <a:pt x="2064589" y="5093076"/>
                  </a:cubicBezTo>
                  <a:close/>
                  <a:moveTo>
                    <a:pt x="2100533" y="4893231"/>
                  </a:moveTo>
                  <a:cubicBezTo>
                    <a:pt x="2102689" y="4911202"/>
                    <a:pt x="2104846" y="4929893"/>
                    <a:pt x="2107002" y="4947864"/>
                  </a:cubicBezTo>
                  <a:cubicBezTo>
                    <a:pt x="2094781" y="4938519"/>
                    <a:pt x="2082561" y="4929174"/>
                    <a:pt x="2070340" y="4919110"/>
                  </a:cubicBezTo>
                  <a:cubicBezTo>
                    <a:pt x="2037272" y="4893949"/>
                    <a:pt x="2001329" y="4857287"/>
                    <a:pt x="1961072" y="4841472"/>
                  </a:cubicBezTo>
                  <a:cubicBezTo>
                    <a:pt x="1960353" y="4823500"/>
                    <a:pt x="1958915" y="4805529"/>
                    <a:pt x="1958196" y="4787557"/>
                  </a:cubicBezTo>
                  <a:cubicBezTo>
                    <a:pt x="1971855" y="4796902"/>
                    <a:pt x="1985514" y="4806248"/>
                    <a:pt x="1997734" y="4815593"/>
                  </a:cubicBezTo>
                  <a:cubicBezTo>
                    <a:pt x="2030083" y="4842191"/>
                    <a:pt x="2063870" y="4870946"/>
                    <a:pt x="2100533" y="4893231"/>
                  </a:cubicBezTo>
                  <a:close/>
                  <a:moveTo>
                    <a:pt x="2007080" y="5134770"/>
                  </a:moveTo>
                  <a:cubicBezTo>
                    <a:pt x="1997015" y="5126144"/>
                    <a:pt x="1986951" y="5118236"/>
                    <a:pt x="1976887" y="5111047"/>
                  </a:cubicBezTo>
                  <a:cubicBezTo>
                    <a:pt x="1976168" y="5100264"/>
                    <a:pt x="1975449" y="5088763"/>
                    <a:pt x="1974731" y="5077980"/>
                  </a:cubicBezTo>
                  <a:cubicBezTo>
                    <a:pt x="1981200" y="5084449"/>
                    <a:pt x="1987670" y="5090919"/>
                    <a:pt x="1994859" y="5097389"/>
                  </a:cubicBezTo>
                  <a:cubicBezTo>
                    <a:pt x="1997015" y="5102421"/>
                    <a:pt x="1999172" y="5107453"/>
                    <a:pt x="2001329" y="5112485"/>
                  </a:cubicBezTo>
                  <a:cubicBezTo>
                    <a:pt x="2002766" y="5119674"/>
                    <a:pt x="2004923" y="5126863"/>
                    <a:pt x="2007080" y="5134770"/>
                  </a:cubicBezTo>
                  <a:close/>
                  <a:moveTo>
                    <a:pt x="2096219" y="4857287"/>
                  </a:moveTo>
                  <a:cubicBezTo>
                    <a:pt x="2071778" y="4837878"/>
                    <a:pt x="2045898" y="4819906"/>
                    <a:pt x="2021457" y="4802653"/>
                  </a:cubicBezTo>
                  <a:cubicBezTo>
                    <a:pt x="2000610" y="4787557"/>
                    <a:pt x="1978325" y="4768147"/>
                    <a:pt x="1955321" y="4751613"/>
                  </a:cubicBezTo>
                  <a:cubicBezTo>
                    <a:pt x="1955321" y="4749457"/>
                    <a:pt x="1955321" y="4747300"/>
                    <a:pt x="1955321" y="4745144"/>
                  </a:cubicBezTo>
                  <a:lnTo>
                    <a:pt x="1952446" y="4696980"/>
                  </a:lnTo>
                  <a:cubicBezTo>
                    <a:pt x="1977606" y="4716389"/>
                    <a:pt x="2003485" y="4735080"/>
                    <a:pt x="2027927" y="4753770"/>
                  </a:cubicBezTo>
                  <a:cubicBezTo>
                    <a:pt x="2048774" y="4769585"/>
                    <a:pt x="2069621" y="4787557"/>
                    <a:pt x="2090468" y="4804810"/>
                  </a:cubicBezTo>
                  <a:cubicBezTo>
                    <a:pt x="2092625" y="4822782"/>
                    <a:pt x="2094781" y="4840034"/>
                    <a:pt x="2096219" y="4857287"/>
                  </a:cubicBezTo>
                  <a:close/>
                  <a:moveTo>
                    <a:pt x="2083279" y="4721421"/>
                  </a:moveTo>
                  <a:cubicBezTo>
                    <a:pt x="2084717" y="4733642"/>
                    <a:pt x="2085436" y="4746581"/>
                    <a:pt x="2086874" y="4758802"/>
                  </a:cubicBezTo>
                  <a:cubicBezTo>
                    <a:pt x="2076091" y="4750895"/>
                    <a:pt x="2065308" y="4743706"/>
                    <a:pt x="2055244" y="4735798"/>
                  </a:cubicBezTo>
                  <a:cubicBezTo>
                    <a:pt x="2021457" y="4709919"/>
                    <a:pt x="1986951" y="4681164"/>
                    <a:pt x="1950289" y="4656004"/>
                  </a:cubicBezTo>
                  <a:lnTo>
                    <a:pt x="1945976" y="4576929"/>
                  </a:lnTo>
                  <a:cubicBezTo>
                    <a:pt x="1974012" y="4604246"/>
                    <a:pt x="2006361" y="4628687"/>
                    <a:pt x="2034397" y="4652410"/>
                  </a:cubicBezTo>
                  <a:cubicBezTo>
                    <a:pt x="2049493" y="4665349"/>
                    <a:pt x="2064589" y="4679008"/>
                    <a:pt x="2080404" y="4691948"/>
                  </a:cubicBezTo>
                  <a:cubicBezTo>
                    <a:pt x="2081123" y="4702012"/>
                    <a:pt x="2081842" y="4712076"/>
                    <a:pt x="2083279" y="4721421"/>
                  </a:cubicBezTo>
                  <a:close/>
                  <a:moveTo>
                    <a:pt x="2073215" y="4607840"/>
                  </a:moveTo>
                  <a:cubicBezTo>
                    <a:pt x="2074653" y="4622217"/>
                    <a:pt x="2075372" y="4637314"/>
                    <a:pt x="2076810" y="4651691"/>
                  </a:cubicBezTo>
                  <a:cubicBezTo>
                    <a:pt x="2069621" y="4645221"/>
                    <a:pt x="2061713" y="4638751"/>
                    <a:pt x="2054525" y="4633000"/>
                  </a:cubicBezTo>
                  <a:cubicBezTo>
                    <a:pt x="2020738" y="4603527"/>
                    <a:pt x="1983357" y="4567583"/>
                    <a:pt x="1944538" y="4542423"/>
                  </a:cubicBezTo>
                  <a:lnTo>
                    <a:pt x="1943819" y="4528764"/>
                  </a:lnTo>
                  <a:cubicBezTo>
                    <a:pt x="1946695" y="4530202"/>
                    <a:pt x="1949570" y="4530921"/>
                    <a:pt x="1952446" y="4532359"/>
                  </a:cubicBezTo>
                  <a:cubicBezTo>
                    <a:pt x="1971136" y="4539547"/>
                    <a:pt x="1991983" y="4551050"/>
                    <a:pt x="2012830" y="4556800"/>
                  </a:cubicBezTo>
                  <a:cubicBezTo>
                    <a:pt x="2015706" y="4558957"/>
                    <a:pt x="2018581" y="4561113"/>
                    <a:pt x="2020738" y="4563270"/>
                  </a:cubicBezTo>
                  <a:cubicBezTo>
                    <a:pt x="2038710" y="4577647"/>
                    <a:pt x="2055963" y="4592744"/>
                    <a:pt x="2073215" y="4607840"/>
                  </a:cubicBezTo>
                  <a:close/>
                  <a:moveTo>
                    <a:pt x="1769853" y="5117517"/>
                  </a:moveTo>
                  <a:cubicBezTo>
                    <a:pt x="1779198" y="5153461"/>
                    <a:pt x="1795732" y="5189404"/>
                    <a:pt x="1812266" y="5222472"/>
                  </a:cubicBezTo>
                  <a:cubicBezTo>
                    <a:pt x="1819455" y="5237568"/>
                    <a:pt x="1830957" y="5259853"/>
                    <a:pt x="1844615" y="5282857"/>
                  </a:cubicBezTo>
                  <a:cubicBezTo>
                    <a:pt x="1843178" y="5282857"/>
                    <a:pt x="1841740" y="5282857"/>
                    <a:pt x="1840302" y="5282857"/>
                  </a:cubicBezTo>
                  <a:cubicBezTo>
                    <a:pt x="1823768" y="5254102"/>
                    <a:pt x="1796451" y="5226066"/>
                    <a:pt x="1782074" y="5203062"/>
                  </a:cubicBezTo>
                  <a:cubicBezTo>
                    <a:pt x="1757632" y="5163525"/>
                    <a:pt x="1739661" y="5120393"/>
                    <a:pt x="1715938" y="5080855"/>
                  </a:cubicBezTo>
                  <a:cubicBezTo>
                    <a:pt x="1731034" y="5076542"/>
                    <a:pt x="1745412" y="5072229"/>
                    <a:pt x="1760508" y="5066478"/>
                  </a:cubicBezTo>
                  <a:cubicBezTo>
                    <a:pt x="1760508" y="5068634"/>
                    <a:pt x="1760508" y="5070072"/>
                    <a:pt x="1760508" y="5072229"/>
                  </a:cubicBezTo>
                  <a:cubicBezTo>
                    <a:pt x="1761946" y="5088044"/>
                    <a:pt x="1766259" y="5103140"/>
                    <a:pt x="1769853" y="5117517"/>
                  </a:cubicBezTo>
                  <a:close/>
                  <a:moveTo>
                    <a:pt x="1825206" y="5108172"/>
                  </a:moveTo>
                  <a:cubicBezTo>
                    <a:pt x="1818017" y="5092357"/>
                    <a:pt x="1811547" y="5076542"/>
                    <a:pt x="1803640" y="5060727"/>
                  </a:cubicBezTo>
                  <a:cubicBezTo>
                    <a:pt x="1802202" y="5057132"/>
                    <a:pt x="1800045" y="5054257"/>
                    <a:pt x="1797170" y="5051381"/>
                  </a:cubicBezTo>
                  <a:cubicBezTo>
                    <a:pt x="1809391" y="5045631"/>
                    <a:pt x="1820893" y="5039880"/>
                    <a:pt x="1833113" y="5033410"/>
                  </a:cubicBezTo>
                  <a:cubicBezTo>
                    <a:pt x="1835989" y="5031972"/>
                    <a:pt x="1839583" y="5029815"/>
                    <a:pt x="1842459" y="5028378"/>
                  </a:cubicBezTo>
                  <a:cubicBezTo>
                    <a:pt x="1843178" y="5039161"/>
                    <a:pt x="1843896" y="5049225"/>
                    <a:pt x="1846053" y="5060727"/>
                  </a:cubicBezTo>
                  <a:cubicBezTo>
                    <a:pt x="1851085" y="5093076"/>
                    <a:pt x="1860430" y="5123987"/>
                    <a:pt x="1871932" y="5154899"/>
                  </a:cubicBezTo>
                  <a:cubicBezTo>
                    <a:pt x="1884153" y="5187966"/>
                    <a:pt x="1902125" y="5239006"/>
                    <a:pt x="1930880" y="5268480"/>
                  </a:cubicBezTo>
                  <a:cubicBezTo>
                    <a:pt x="1931598" y="5273512"/>
                    <a:pt x="1932317" y="5278544"/>
                    <a:pt x="1932317" y="5284295"/>
                  </a:cubicBezTo>
                  <a:cubicBezTo>
                    <a:pt x="1932317" y="5285014"/>
                    <a:pt x="1931598" y="5285732"/>
                    <a:pt x="1931598" y="5285732"/>
                  </a:cubicBezTo>
                  <a:cubicBezTo>
                    <a:pt x="1931598" y="5285732"/>
                    <a:pt x="1931598" y="5285732"/>
                    <a:pt x="1931598" y="5285732"/>
                  </a:cubicBezTo>
                  <a:cubicBezTo>
                    <a:pt x="1911470" y="5259134"/>
                    <a:pt x="1891342" y="5231098"/>
                    <a:pt x="1874089" y="5202344"/>
                  </a:cubicBezTo>
                  <a:cubicBezTo>
                    <a:pt x="1855398" y="5172151"/>
                    <a:pt x="1839583" y="5140521"/>
                    <a:pt x="1825206" y="5108172"/>
                  </a:cubicBezTo>
                  <a:close/>
                  <a:moveTo>
                    <a:pt x="1930880" y="4293694"/>
                  </a:moveTo>
                  <a:cubicBezTo>
                    <a:pt x="1943100" y="4305197"/>
                    <a:pt x="1956040" y="4316698"/>
                    <a:pt x="1968979" y="4327481"/>
                  </a:cubicBezTo>
                  <a:cubicBezTo>
                    <a:pt x="1970417" y="4331076"/>
                    <a:pt x="1971136" y="4333951"/>
                    <a:pt x="1972574" y="4337546"/>
                  </a:cubicBezTo>
                  <a:cubicBezTo>
                    <a:pt x="1970417" y="4352642"/>
                    <a:pt x="1965385" y="4367019"/>
                    <a:pt x="1958196" y="4379959"/>
                  </a:cubicBezTo>
                  <a:cubicBezTo>
                    <a:pt x="1950289" y="4369176"/>
                    <a:pt x="1941663" y="4358393"/>
                    <a:pt x="1933755" y="4346891"/>
                  </a:cubicBezTo>
                  <a:lnTo>
                    <a:pt x="1930880" y="4293694"/>
                  </a:lnTo>
                  <a:close/>
                  <a:moveTo>
                    <a:pt x="1939506" y="4123323"/>
                  </a:moveTo>
                  <a:cubicBezTo>
                    <a:pt x="1935193" y="4122604"/>
                    <a:pt x="1928004" y="4121166"/>
                    <a:pt x="1921534" y="4120447"/>
                  </a:cubicBezTo>
                  <a:cubicBezTo>
                    <a:pt x="1920815" y="4106070"/>
                    <a:pt x="1920097" y="4092411"/>
                    <a:pt x="1919378" y="4078034"/>
                  </a:cubicBezTo>
                  <a:cubicBezTo>
                    <a:pt x="1930161" y="4088098"/>
                    <a:pt x="1940944" y="4098163"/>
                    <a:pt x="1951008" y="4107508"/>
                  </a:cubicBezTo>
                  <a:cubicBezTo>
                    <a:pt x="1957478" y="4113977"/>
                    <a:pt x="1964666" y="4121166"/>
                    <a:pt x="1971136" y="4129074"/>
                  </a:cubicBezTo>
                  <a:cubicBezTo>
                    <a:pt x="1971136" y="4129074"/>
                    <a:pt x="1971136" y="4129074"/>
                    <a:pt x="1971136" y="4129074"/>
                  </a:cubicBezTo>
                  <a:cubicBezTo>
                    <a:pt x="1960353" y="4127636"/>
                    <a:pt x="1950289" y="4125480"/>
                    <a:pt x="1939506" y="4123323"/>
                  </a:cubicBezTo>
                  <a:close/>
                  <a:moveTo>
                    <a:pt x="1954602" y="4276442"/>
                  </a:moveTo>
                  <a:cubicBezTo>
                    <a:pt x="1948851" y="4270691"/>
                    <a:pt x="1943100" y="4264940"/>
                    <a:pt x="1937349" y="4259189"/>
                  </a:cubicBezTo>
                  <a:cubicBezTo>
                    <a:pt x="1942381" y="4262783"/>
                    <a:pt x="1948132" y="4266378"/>
                    <a:pt x="1953883" y="4269972"/>
                  </a:cubicBezTo>
                  <a:cubicBezTo>
                    <a:pt x="1953165" y="4272128"/>
                    <a:pt x="1953883" y="4274285"/>
                    <a:pt x="1954602" y="4276442"/>
                  </a:cubicBezTo>
                  <a:close/>
                  <a:moveTo>
                    <a:pt x="1998453" y="4461910"/>
                  </a:moveTo>
                  <a:cubicBezTo>
                    <a:pt x="1989827" y="4456878"/>
                    <a:pt x="1981200" y="4451845"/>
                    <a:pt x="1972574" y="4446814"/>
                  </a:cubicBezTo>
                  <a:cubicBezTo>
                    <a:pt x="1974012" y="4445376"/>
                    <a:pt x="1975449" y="4443938"/>
                    <a:pt x="1976887" y="4442500"/>
                  </a:cubicBezTo>
                  <a:cubicBezTo>
                    <a:pt x="1984076" y="4448970"/>
                    <a:pt x="1990546" y="4455440"/>
                    <a:pt x="1998453" y="4461910"/>
                  </a:cubicBezTo>
                  <a:close/>
                  <a:moveTo>
                    <a:pt x="1989108" y="4410870"/>
                  </a:moveTo>
                  <a:cubicBezTo>
                    <a:pt x="1991264" y="4403682"/>
                    <a:pt x="1992702" y="4396493"/>
                    <a:pt x="1994140" y="4389304"/>
                  </a:cubicBezTo>
                  <a:cubicBezTo>
                    <a:pt x="1999891" y="4403682"/>
                    <a:pt x="2006361" y="4417340"/>
                    <a:pt x="2012112" y="4431717"/>
                  </a:cubicBezTo>
                  <a:cubicBezTo>
                    <a:pt x="2007798" y="4428123"/>
                    <a:pt x="2003485" y="4423810"/>
                    <a:pt x="1998453" y="4420216"/>
                  </a:cubicBezTo>
                  <a:cubicBezTo>
                    <a:pt x="1994859" y="4417340"/>
                    <a:pt x="1991983" y="4413746"/>
                    <a:pt x="1989108" y="4410870"/>
                  </a:cubicBezTo>
                  <a:close/>
                  <a:moveTo>
                    <a:pt x="2054525" y="4334670"/>
                  </a:moveTo>
                  <a:cubicBezTo>
                    <a:pt x="2055244" y="4349767"/>
                    <a:pt x="2056681" y="4364863"/>
                    <a:pt x="2057400" y="4380678"/>
                  </a:cubicBezTo>
                  <a:cubicBezTo>
                    <a:pt x="2048055" y="4358393"/>
                    <a:pt x="2038710" y="4336108"/>
                    <a:pt x="2028646" y="4314542"/>
                  </a:cubicBezTo>
                  <a:cubicBezTo>
                    <a:pt x="2037272" y="4321012"/>
                    <a:pt x="2045898" y="4327481"/>
                    <a:pt x="2054525" y="4334670"/>
                  </a:cubicBezTo>
                  <a:close/>
                  <a:moveTo>
                    <a:pt x="2035115" y="4031308"/>
                  </a:moveTo>
                  <a:cubicBezTo>
                    <a:pt x="2035115" y="4034902"/>
                    <a:pt x="2035834" y="4039215"/>
                    <a:pt x="2035834" y="4042810"/>
                  </a:cubicBezTo>
                  <a:cubicBezTo>
                    <a:pt x="2037991" y="4077315"/>
                    <a:pt x="2040147" y="4111102"/>
                    <a:pt x="2042304" y="4145608"/>
                  </a:cubicBezTo>
                  <a:cubicBezTo>
                    <a:pt x="2020738" y="4123323"/>
                    <a:pt x="1996297" y="4102476"/>
                    <a:pt x="1975449" y="4082347"/>
                  </a:cubicBezTo>
                  <a:cubicBezTo>
                    <a:pt x="1956759" y="4063657"/>
                    <a:pt x="1936630" y="4040653"/>
                    <a:pt x="1915783" y="4019806"/>
                  </a:cubicBezTo>
                  <a:lnTo>
                    <a:pt x="1912908" y="3968766"/>
                  </a:lnTo>
                  <a:cubicBezTo>
                    <a:pt x="1912189" y="3960140"/>
                    <a:pt x="1912189" y="3951513"/>
                    <a:pt x="1911470" y="3943606"/>
                  </a:cubicBezTo>
                  <a:cubicBezTo>
                    <a:pt x="1917221" y="3947919"/>
                    <a:pt x="1922253" y="3951513"/>
                    <a:pt x="1928004" y="3955826"/>
                  </a:cubicBezTo>
                  <a:cubicBezTo>
                    <a:pt x="1963229" y="3981706"/>
                    <a:pt x="1998453" y="4007585"/>
                    <a:pt x="2035115" y="4031308"/>
                  </a:cubicBezTo>
                  <a:close/>
                  <a:moveTo>
                    <a:pt x="2033678" y="4006147"/>
                  </a:moveTo>
                  <a:cubicBezTo>
                    <a:pt x="2007798" y="3983144"/>
                    <a:pt x="1981200" y="3962296"/>
                    <a:pt x="1953165" y="3941449"/>
                  </a:cubicBezTo>
                  <a:cubicBezTo>
                    <a:pt x="1938787" y="3930666"/>
                    <a:pt x="1924410" y="3919164"/>
                    <a:pt x="1910032" y="3907663"/>
                  </a:cubicBezTo>
                  <a:cubicBezTo>
                    <a:pt x="1908595" y="3881064"/>
                    <a:pt x="1907157" y="3854466"/>
                    <a:pt x="1905719" y="3827868"/>
                  </a:cubicBezTo>
                  <a:cubicBezTo>
                    <a:pt x="1944538" y="3863811"/>
                    <a:pt x="1985514" y="3896880"/>
                    <a:pt x="2028646" y="3927791"/>
                  </a:cubicBezTo>
                  <a:cubicBezTo>
                    <a:pt x="2030083" y="3953670"/>
                    <a:pt x="2032240" y="3979549"/>
                    <a:pt x="2033678" y="4006147"/>
                  </a:cubicBezTo>
                  <a:close/>
                  <a:moveTo>
                    <a:pt x="2027208" y="3900474"/>
                  </a:moveTo>
                  <a:cubicBezTo>
                    <a:pt x="1984795" y="3865968"/>
                    <a:pt x="1943819" y="3830025"/>
                    <a:pt x="1904281" y="3792644"/>
                  </a:cubicBezTo>
                  <a:cubicBezTo>
                    <a:pt x="1903562" y="3773234"/>
                    <a:pt x="1902125" y="3753825"/>
                    <a:pt x="1901406" y="3735134"/>
                  </a:cubicBezTo>
                  <a:cubicBezTo>
                    <a:pt x="1917221" y="3744480"/>
                    <a:pt x="1934474" y="3750949"/>
                    <a:pt x="1953165" y="3755263"/>
                  </a:cubicBezTo>
                  <a:cubicBezTo>
                    <a:pt x="1975449" y="3777547"/>
                    <a:pt x="1998453" y="3799832"/>
                    <a:pt x="2022176" y="3820679"/>
                  </a:cubicBezTo>
                  <a:cubicBezTo>
                    <a:pt x="2023613" y="3847278"/>
                    <a:pt x="2025051" y="3873876"/>
                    <a:pt x="2027208" y="3900474"/>
                  </a:cubicBezTo>
                  <a:close/>
                  <a:moveTo>
                    <a:pt x="1856836" y="4156391"/>
                  </a:moveTo>
                  <a:cubicBezTo>
                    <a:pt x="1849647" y="4157829"/>
                    <a:pt x="1842459" y="4160704"/>
                    <a:pt x="1835989" y="4163579"/>
                  </a:cubicBezTo>
                  <a:cubicBezTo>
                    <a:pt x="1715938" y="4281474"/>
                    <a:pt x="1470804" y="4298008"/>
                    <a:pt x="1342846" y="4185864"/>
                  </a:cubicBezTo>
                  <a:cubicBezTo>
                    <a:pt x="1332062" y="4176519"/>
                    <a:pt x="1331344" y="4165017"/>
                    <a:pt x="1335657" y="4154953"/>
                  </a:cubicBezTo>
                  <a:cubicBezTo>
                    <a:pt x="1334938" y="4154953"/>
                    <a:pt x="1334219" y="4154953"/>
                    <a:pt x="1333500" y="4154953"/>
                  </a:cubicBezTo>
                  <a:cubicBezTo>
                    <a:pt x="1332062" y="4151359"/>
                    <a:pt x="1330625" y="4147046"/>
                    <a:pt x="1329187" y="4142732"/>
                  </a:cubicBezTo>
                  <a:cubicBezTo>
                    <a:pt x="1400355" y="4144889"/>
                    <a:pt x="1471523" y="4145608"/>
                    <a:pt x="1542691" y="4147764"/>
                  </a:cubicBezTo>
                  <a:cubicBezTo>
                    <a:pt x="1555630" y="4148483"/>
                    <a:pt x="1568570" y="4148483"/>
                    <a:pt x="1582229" y="4149202"/>
                  </a:cubicBezTo>
                  <a:cubicBezTo>
                    <a:pt x="1582947" y="4149921"/>
                    <a:pt x="1584385" y="4150640"/>
                    <a:pt x="1585104" y="4151359"/>
                  </a:cubicBezTo>
                  <a:cubicBezTo>
                    <a:pt x="1590855" y="4154953"/>
                    <a:pt x="1598044" y="4154234"/>
                    <a:pt x="1603076" y="4149921"/>
                  </a:cubicBezTo>
                  <a:cubicBezTo>
                    <a:pt x="1686464" y="4152796"/>
                    <a:pt x="1772010" y="4154234"/>
                    <a:pt x="1853242" y="4139138"/>
                  </a:cubicBezTo>
                  <a:cubicBezTo>
                    <a:pt x="1866900" y="4136981"/>
                    <a:pt x="1866900" y="4113977"/>
                    <a:pt x="1853242" y="4111821"/>
                  </a:cubicBezTo>
                  <a:cubicBezTo>
                    <a:pt x="1775604" y="4097444"/>
                    <a:pt x="1695091" y="4099600"/>
                    <a:pt x="1616015" y="4101757"/>
                  </a:cubicBezTo>
                  <a:cubicBezTo>
                    <a:pt x="1614578" y="4067970"/>
                    <a:pt x="1601638" y="4029870"/>
                    <a:pt x="1599481" y="4001834"/>
                  </a:cubicBezTo>
                  <a:cubicBezTo>
                    <a:pt x="1598044" y="3985300"/>
                    <a:pt x="1597325" y="3968047"/>
                    <a:pt x="1596606" y="3951513"/>
                  </a:cubicBezTo>
                  <a:cubicBezTo>
                    <a:pt x="1600919" y="3919883"/>
                    <a:pt x="1605951" y="3887534"/>
                    <a:pt x="1608827" y="3855904"/>
                  </a:cubicBezTo>
                  <a:cubicBezTo>
                    <a:pt x="1609545" y="3846559"/>
                    <a:pt x="1605232" y="3839370"/>
                    <a:pt x="1598762" y="3834338"/>
                  </a:cubicBezTo>
                  <a:cubicBezTo>
                    <a:pt x="1598762" y="3829306"/>
                    <a:pt x="1599481" y="3824274"/>
                    <a:pt x="1599481" y="3818523"/>
                  </a:cubicBezTo>
                  <a:cubicBezTo>
                    <a:pt x="1600919" y="3793362"/>
                    <a:pt x="1562819" y="3789049"/>
                    <a:pt x="1555630" y="3812772"/>
                  </a:cubicBezTo>
                  <a:cubicBezTo>
                    <a:pt x="1553474" y="3821398"/>
                    <a:pt x="1551317" y="3830025"/>
                    <a:pt x="1549161" y="3838651"/>
                  </a:cubicBezTo>
                  <a:cubicBezTo>
                    <a:pt x="1546285" y="3833619"/>
                    <a:pt x="1537659" y="3834338"/>
                    <a:pt x="1535502" y="3839370"/>
                  </a:cubicBezTo>
                  <a:cubicBezTo>
                    <a:pt x="1521125" y="3867406"/>
                    <a:pt x="1521844" y="3904068"/>
                    <a:pt x="1523281" y="3938574"/>
                  </a:cubicBezTo>
                  <a:cubicBezTo>
                    <a:pt x="1519687" y="3955826"/>
                    <a:pt x="1517530" y="3973798"/>
                    <a:pt x="1515374" y="3991051"/>
                  </a:cubicBezTo>
                  <a:cubicBezTo>
                    <a:pt x="1511779" y="4023400"/>
                    <a:pt x="1504591" y="4069408"/>
                    <a:pt x="1516812" y="4103194"/>
                  </a:cubicBezTo>
                  <a:cubicBezTo>
                    <a:pt x="1449957" y="4103914"/>
                    <a:pt x="1383102" y="4105351"/>
                    <a:pt x="1316247" y="4108227"/>
                  </a:cubicBezTo>
                  <a:cubicBezTo>
                    <a:pt x="1314810" y="4105351"/>
                    <a:pt x="1313372" y="4103194"/>
                    <a:pt x="1311215" y="4101757"/>
                  </a:cubicBezTo>
                  <a:cubicBezTo>
                    <a:pt x="1313372" y="4049279"/>
                    <a:pt x="1314810" y="3996802"/>
                    <a:pt x="1316966" y="3943606"/>
                  </a:cubicBezTo>
                  <a:cubicBezTo>
                    <a:pt x="1319842" y="3870281"/>
                    <a:pt x="1322717" y="3796957"/>
                    <a:pt x="1324874" y="3724351"/>
                  </a:cubicBezTo>
                  <a:cubicBezTo>
                    <a:pt x="1373757" y="3731540"/>
                    <a:pt x="1422640" y="3731540"/>
                    <a:pt x="1471523" y="3728664"/>
                  </a:cubicBezTo>
                  <a:cubicBezTo>
                    <a:pt x="1484462" y="3731540"/>
                    <a:pt x="1498121" y="3732977"/>
                    <a:pt x="1511779" y="3735134"/>
                  </a:cubicBezTo>
                  <a:cubicBezTo>
                    <a:pt x="1566413" y="3740885"/>
                    <a:pt x="1627517" y="3745198"/>
                    <a:pt x="1683589" y="3732977"/>
                  </a:cubicBezTo>
                  <a:cubicBezTo>
                    <a:pt x="1728159" y="3732977"/>
                    <a:pt x="1772010" y="3731540"/>
                    <a:pt x="1815861" y="3728664"/>
                  </a:cubicBezTo>
                  <a:cubicBezTo>
                    <a:pt x="1828800" y="3740885"/>
                    <a:pt x="1846053" y="3735853"/>
                    <a:pt x="1854680" y="3720038"/>
                  </a:cubicBezTo>
                  <a:cubicBezTo>
                    <a:pt x="1861868" y="3867406"/>
                    <a:pt x="1869057" y="4014055"/>
                    <a:pt x="1875527" y="4161423"/>
                  </a:cubicBezTo>
                  <a:cubicBezTo>
                    <a:pt x="1870495" y="4157109"/>
                    <a:pt x="1863306" y="4154953"/>
                    <a:pt x="1856836" y="4156391"/>
                  </a:cubicBezTo>
                  <a:close/>
                  <a:moveTo>
                    <a:pt x="1868338" y="4377802"/>
                  </a:moveTo>
                  <a:cubicBezTo>
                    <a:pt x="1866181" y="4378521"/>
                    <a:pt x="1864744" y="4379240"/>
                    <a:pt x="1862587" y="4379959"/>
                  </a:cubicBezTo>
                  <a:cubicBezTo>
                    <a:pt x="1858274" y="4373489"/>
                    <a:pt x="1853961" y="4367019"/>
                    <a:pt x="1850366" y="4360550"/>
                  </a:cubicBezTo>
                  <a:cubicBezTo>
                    <a:pt x="1838864" y="4339702"/>
                    <a:pt x="1830238" y="4315980"/>
                    <a:pt x="1824487" y="4292257"/>
                  </a:cubicBezTo>
                  <a:cubicBezTo>
                    <a:pt x="1830238" y="4289381"/>
                    <a:pt x="1835989" y="4286506"/>
                    <a:pt x="1841740" y="4283631"/>
                  </a:cubicBezTo>
                  <a:cubicBezTo>
                    <a:pt x="1848210" y="4308072"/>
                    <a:pt x="1856836" y="4331795"/>
                    <a:pt x="1867619" y="4354798"/>
                  </a:cubicBezTo>
                  <a:cubicBezTo>
                    <a:pt x="1867619" y="4363425"/>
                    <a:pt x="1868338" y="4370613"/>
                    <a:pt x="1868338" y="4377802"/>
                  </a:cubicBezTo>
                  <a:close/>
                  <a:moveTo>
                    <a:pt x="1668493" y="4331795"/>
                  </a:moveTo>
                  <a:cubicBezTo>
                    <a:pt x="1679276" y="4331076"/>
                    <a:pt x="1689340" y="4329638"/>
                    <a:pt x="1700123" y="4328201"/>
                  </a:cubicBezTo>
                  <a:cubicBezTo>
                    <a:pt x="1715938" y="4354080"/>
                    <a:pt x="1731753" y="4380678"/>
                    <a:pt x="1749006" y="4405838"/>
                  </a:cubicBezTo>
                  <a:cubicBezTo>
                    <a:pt x="1754757" y="4414465"/>
                    <a:pt x="1760508" y="4423091"/>
                    <a:pt x="1766259" y="4431717"/>
                  </a:cubicBezTo>
                  <a:cubicBezTo>
                    <a:pt x="1764102" y="4432436"/>
                    <a:pt x="1761227" y="4432436"/>
                    <a:pt x="1758351" y="4433155"/>
                  </a:cubicBezTo>
                  <a:cubicBezTo>
                    <a:pt x="1751163" y="4415183"/>
                    <a:pt x="1735347" y="4400087"/>
                    <a:pt x="1722408" y="4384991"/>
                  </a:cubicBezTo>
                  <a:cubicBezTo>
                    <a:pt x="1705155" y="4366300"/>
                    <a:pt x="1687902" y="4346891"/>
                    <a:pt x="1668493" y="4331795"/>
                  </a:cubicBezTo>
                  <a:close/>
                  <a:moveTo>
                    <a:pt x="1697966" y="4438906"/>
                  </a:moveTo>
                  <a:cubicBezTo>
                    <a:pt x="1687902" y="4439625"/>
                    <a:pt x="1677838" y="4441062"/>
                    <a:pt x="1668493" y="4441782"/>
                  </a:cubicBezTo>
                  <a:cubicBezTo>
                    <a:pt x="1659147" y="4441782"/>
                    <a:pt x="1649802" y="4441782"/>
                    <a:pt x="1641176" y="4441782"/>
                  </a:cubicBezTo>
                  <a:cubicBezTo>
                    <a:pt x="1628955" y="4431717"/>
                    <a:pt x="1617453" y="4421653"/>
                    <a:pt x="1607389" y="4410870"/>
                  </a:cubicBezTo>
                  <a:cubicBezTo>
                    <a:pt x="1585104" y="4386429"/>
                    <a:pt x="1574321" y="4356236"/>
                    <a:pt x="1561381" y="4328201"/>
                  </a:cubicBezTo>
                  <a:cubicBezTo>
                    <a:pt x="1585104" y="4331795"/>
                    <a:pt x="1608108" y="4333951"/>
                    <a:pt x="1631830" y="4333951"/>
                  </a:cubicBezTo>
                  <a:cubicBezTo>
                    <a:pt x="1641176" y="4365581"/>
                    <a:pt x="1662742" y="4390742"/>
                    <a:pt x="1681432" y="4416621"/>
                  </a:cubicBezTo>
                  <a:cubicBezTo>
                    <a:pt x="1686464" y="4423810"/>
                    <a:pt x="1691496" y="4431717"/>
                    <a:pt x="1697966" y="4438906"/>
                  </a:cubicBezTo>
                  <a:close/>
                  <a:moveTo>
                    <a:pt x="1757632" y="4315980"/>
                  </a:moveTo>
                  <a:cubicBezTo>
                    <a:pt x="1762664" y="4314542"/>
                    <a:pt x="1768415" y="4313104"/>
                    <a:pt x="1774166" y="4311666"/>
                  </a:cubicBezTo>
                  <a:cubicBezTo>
                    <a:pt x="1775604" y="4324606"/>
                    <a:pt x="1778479" y="4337546"/>
                    <a:pt x="1782074" y="4350485"/>
                  </a:cubicBezTo>
                  <a:cubicBezTo>
                    <a:pt x="1774166" y="4338984"/>
                    <a:pt x="1765540" y="4327481"/>
                    <a:pt x="1757632" y="4315980"/>
                  </a:cubicBezTo>
                  <a:close/>
                  <a:moveTo>
                    <a:pt x="1396761" y="4407276"/>
                  </a:moveTo>
                  <a:cubicBezTo>
                    <a:pt x="1397479" y="4407276"/>
                    <a:pt x="1397479" y="4407276"/>
                    <a:pt x="1398198" y="4407276"/>
                  </a:cubicBezTo>
                  <a:cubicBezTo>
                    <a:pt x="1400355" y="4410151"/>
                    <a:pt x="1403230" y="4413746"/>
                    <a:pt x="1405387" y="4416621"/>
                  </a:cubicBezTo>
                  <a:cubicBezTo>
                    <a:pt x="1393166" y="4413746"/>
                    <a:pt x="1380946" y="4410870"/>
                    <a:pt x="1368725" y="4407276"/>
                  </a:cubicBezTo>
                  <a:lnTo>
                    <a:pt x="1396761" y="4407276"/>
                  </a:lnTo>
                  <a:close/>
                  <a:moveTo>
                    <a:pt x="1339970" y="4390023"/>
                  </a:moveTo>
                  <a:cubicBezTo>
                    <a:pt x="1327030" y="4378521"/>
                    <a:pt x="1313372" y="4367019"/>
                    <a:pt x="1301151" y="4354798"/>
                  </a:cubicBezTo>
                  <a:cubicBezTo>
                    <a:pt x="1301870" y="4328201"/>
                    <a:pt x="1303308" y="4300883"/>
                    <a:pt x="1304027" y="4274285"/>
                  </a:cubicBezTo>
                  <a:cubicBezTo>
                    <a:pt x="1321998" y="4301602"/>
                    <a:pt x="1339970" y="4328201"/>
                    <a:pt x="1359379" y="4354080"/>
                  </a:cubicBezTo>
                  <a:cubicBezTo>
                    <a:pt x="1368725" y="4366300"/>
                    <a:pt x="1377351" y="4378521"/>
                    <a:pt x="1385978" y="4391461"/>
                  </a:cubicBezTo>
                  <a:lnTo>
                    <a:pt x="1339970" y="4390023"/>
                  </a:lnTo>
                  <a:close/>
                  <a:moveTo>
                    <a:pt x="1404668" y="4338984"/>
                  </a:moveTo>
                  <a:cubicBezTo>
                    <a:pt x="1397479" y="4329638"/>
                    <a:pt x="1390291" y="4321012"/>
                    <a:pt x="1382383" y="4312385"/>
                  </a:cubicBezTo>
                  <a:cubicBezTo>
                    <a:pt x="1383102" y="4312385"/>
                    <a:pt x="1383821" y="4313104"/>
                    <a:pt x="1383821" y="4313104"/>
                  </a:cubicBezTo>
                  <a:cubicBezTo>
                    <a:pt x="1387415" y="4315261"/>
                    <a:pt x="1391729" y="4317417"/>
                    <a:pt x="1395323" y="4318855"/>
                  </a:cubicBezTo>
                  <a:cubicBezTo>
                    <a:pt x="1413295" y="4340421"/>
                    <a:pt x="1433423" y="4361268"/>
                    <a:pt x="1452832" y="4381396"/>
                  </a:cubicBezTo>
                  <a:cubicBezTo>
                    <a:pt x="1466491" y="4395774"/>
                    <a:pt x="1480868" y="4416621"/>
                    <a:pt x="1498121" y="4432436"/>
                  </a:cubicBezTo>
                  <a:cubicBezTo>
                    <a:pt x="1488057" y="4430999"/>
                    <a:pt x="1477274" y="4429561"/>
                    <a:pt x="1467210" y="4427404"/>
                  </a:cubicBezTo>
                  <a:cubicBezTo>
                    <a:pt x="1452113" y="4395774"/>
                    <a:pt x="1427672" y="4368457"/>
                    <a:pt x="1404668" y="4338984"/>
                  </a:cubicBezTo>
                  <a:close/>
                  <a:moveTo>
                    <a:pt x="1488057" y="4347610"/>
                  </a:moveTo>
                  <a:cubicBezTo>
                    <a:pt x="1484462" y="4344015"/>
                    <a:pt x="1481587" y="4341140"/>
                    <a:pt x="1477993" y="4337546"/>
                  </a:cubicBezTo>
                  <a:cubicBezTo>
                    <a:pt x="1490213" y="4337546"/>
                    <a:pt x="1502434" y="4336827"/>
                    <a:pt x="1513936" y="4334670"/>
                  </a:cubicBezTo>
                  <a:cubicBezTo>
                    <a:pt x="1515374" y="4349047"/>
                    <a:pt x="1519687" y="4364863"/>
                    <a:pt x="1525438" y="4381396"/>
                  </a:cubicBezTo>
                  <a:cubicBezTo>
                    <a:pt x="1512498" y="4368457"/>
                    <a:pt x="1498840" y="4357674"/>
                    <a:pt x="1488057" y="4347610"/>
                  </a:cubicBezTo>
                  <a:close/>
                  <a:moveTo>
                    <a:pt x="1288211" y="2696370"/>
                  </a:moveTo>
                  <a:cubicBezTo>
                    <a:pt x="1280304" y="2694213"/>
                    <a:pt x="1270959" y="2692057"/>
                    <a:pt x="1262332" y="2689181"/>
                  </a:cubicBezTo>
                  <a:cubicBezTo>
                    <a:pt x="1257300" y="2692057"/>
                    <a:pt x="1252268" y="2694213"/>
                    <a:pt x="1247236" y="2696370"/>
                  </a:cubicBezTo>
                  <a:cubicBezTo>
                    <a:pt x="1241485" y="2689181"/>
                    <a:pt x="1235015" y="2681993"/>
                    <a:pt x="1228545" y="2675523"/>
                  </a:cubicBezTo>
                  <a:cubicBezTo>
                    <a:pt x="1247236" y="2667615"/>
                    <a:pt x="1266645" y="2658989"/>
                    <a:pt x="1283898" y="2648206"/>
                  </a:cubicBezTo>
                  <a:cubicBezTo>
                    <a:pt x="1293962" y="2652519"/>
                    <a:pt x="1305464" y="2653238"/>
                    <a:pt x="1316247" y="2654676"/>
                  </a:cubicBezTo>
                  <a:cubicBezTo>
                    <a:pt x="1319123" y="2655395"/>
                    <a:pt x="1322717" y="2655395"/>
                    <a:pt x="1325593" y="2656113"/>
                  </a:cubicBezTo>
                  <a:cubicBezTo>
                    <a:pt x="1327749" y="2665459"/>
                    <a:pt x="1326312" y="2675523"/>
                    <a:pt x="1321279" y="2683430"/>
                  </a:cubicBezTo>
                  <a:cubicBezTo>
                    <a:pt x="1320561" y="2694213"/>
                    <a:pt x="1320561" y="2704996"/>
                    <a:pt x="1319842" y="2715779"/>
                  </a:cubicBezTo>
                  <a:cubicBezTo>
                    <a:pt x="1316247" y="2708591"/>
                    <a:pt x="1312653" y="2701402"/>
                    <a:pt x="1309059" y="2694213"/>
                  </a:cubicBezTo>
                  <a:cubicBezTo>
                    <a:pt x="1303308" y="2697089"/>
                    <a:pt x="1296119" y="2698527"/>
                    <a:pt x="1288211" y="2696370"/>
                  </a:cubicBezTo>
                  <a:close/>
                  <a:moveTo>
                    <a:pt x="1290368" y="2756036"/>
                  </a:moveTo>
                  <a:cubicBezTo>
                    <a:pt x="1279585" y="2740940"/>
                    <a:pt x="1268802" y="2725125"/>
                    <a:pt x="1258019" y="2710028"/>
                  </a:cubicBezTo>
                  <a:cubicBezTo>
                    <a:pt x="1261613" y="2708591"/>
                    <a:pt x="1264489" y="2707153"/>
                    <a:pt x="1268083" y="2705715"/>
                  </a:cubicBezTo>
                  <a:cubicBezTo>
                    <a:pt x="1274553" y="2723687"/>
                    <a:pt x="1282461" y="2740221"/>
                    <a:pt x="1290368" y="2756036"/>
                  </a:cubicBezTo>
                  <a:close/>
                  <a:moveTo>
                    <a:pt x="1790700" y="2627359"/>
                  </a:moveTo>
                  <a:cubicBezTo>
                    <a:pt x="1797170" y="2624483"/>
                    <a:pt x="1802921" y="2620889"/>
                    <a:pt x="1808672" y="2617295"/>
                  </a:cubicBezTo>
                  <a:cubicBezTo>
                    <a:pt x="1808672" y="2619451"/>
                    <a:pt x="1808672" y="2621608"/>
                    <a:pt x="1808672" y="2623764"/>
                  </a:cubicBezTo>
                  <a:cubicBezTo>
                    <a:pt x="1805078" y="2623764"/>
                    <a:pt x="1800764" y="2625921"/>
                    <a:pt x="1800764" y="2630953"/>
                  </a:cubicBezTo>
                  <a:cubicBezTo>
                    <a:pt x="1802202" y="2651081"/>
                    <a:pt x="1805078" y="2669772"/>
                    <a:pt x="1810110" y="2687025"/>
                  </a:cubicBezTo>
                  <a:cubicBezTo>
                    <a:pt x="1810110" y="2698527"/>
                    <a:pt x="1810829" y="2710028"/>
                    <a:pt x="1810829" y="2721530"/>
                  </a:cubicBezTo>
                  <a:cubicBezTo>
                    <a:pt x="1810829" y="2721530"/>
                    <a:pt x="1810829" y="2720811"/>
                    <a:pt x="1810829" y="2720811"/>
                  </a:cubicBezTo>
                  <a:cubicBezTo>
                    <a:pt x="1802202" y="2708591"/>
                    <a:pt x="1792857" y="2697089"/>
                    <a:pt x="1784230" y="2684868"/>
                  </a:cubicBezTo>
                  <a:cubicBezTo>
                    <a:pt x="1777761" y="2676242"/>
                    <a:pt x="1772010" y="2666896"/>
                    <a:pt x="1765540" y="2657551"/>
                  </a:cubicBezTo>
                  <a:cubicBezTo>
                    <a:pt x="1764102" y="2655395"/>
                    <a:pt x="1761946" y="2653238"/>
                    <a:pt x="1759789" y="2652519"/>
                  </a:cubicBezTo>
                  <a:cubicBezTo>
                    <a:pt x="1754757" y="2657551"/>
                    <a:pt x="1747568" y="2661145"/>
                    <a:pt x="1738223" y="2661145"/>
                  </a:cubicBezTo>
                  <a:lnTo>
                    <a:pt x="1733191" y="2661145"/>
                  </a:lnTo>
                  <a:cubicBezTo>
                    <a:pt x="1732472" y="2662583"/>
                    <a:pt x="1732472" y="2664740"/>
                    <a:pt x="1732472" y="2666178"/>
                  </a:cubicBezTo>
                  <a:cubicBezTo>
                    <a:pt x="1732472" y="2669053"/>
                    <a:pt x="1733191" y="2671929"/>
                    <a:pt x="1733910" y="2674804"/>
                  </a:cubicBezTo>
                  <a:cubicBezTo>
                    <a:pt x="1731034" y="2671210"/>
                    <a:pt x="1728878" y="2666896"/>
                    <a:pt x="1726002" y="2663302"/>
                  </a:cubicBezTo>
                  <a:cubicBezTo>
                    <a:pt x="1728159" y="2662583"/>
                    <a:pt x="1730315" y="2661864"/>
                    <a:pt x="1733191" y="2660427"/>
                  </a:cubicBezTo>
                  <a:lnTo>
                    <a:pt x="1708749" y="2660427"/>
                  </a:lnTo>
                  <a:cubicBezTo>
                    <a:pt x="1699404" y="2667615"/>
                    <a:pt x="1688621" y="2673366"/>
                    <a:pt x="1677838" y="2677679"/>
                  </a:cubicBezTo>
                  <a:cubicBezTo>
                    <a:pt x="1678557" y="2677679"/>
                    <a:pt x="1679995" y="2676961"/>
                    <a:pt x="1680713" y="2676961"/>
                  </a:cubicBezTo>
                  <a:cubicBezTo>
                    <a:pt x="1695091" y="2703559"/>
                    <a:pt x="1708749" y="2729438"/>
                    <a:pt x="1723127" y="2756036"/>
                  </a:cubicBezTo>
                  <a:cubicBezTo>
                    <a:pt x="1704436" y="2731594"/>
                    <a:pt x="1686464" y="2705715"/>
                    <a:pt x="1667055" y="2681993"/>
                  </a:cubicBezTo>
                  <a:cubicBezTo>
                    <a:pt x="1650521" y="2687744"/>
                    <a:pt x="1633268" y="2691338"/>
                    <a:pt x="1614578" y="2692776"/>
                  </a:cubicBezTo>
                  <a:cubicBezTo>
                    <a:pt x="1635425" y="2728719"/>
                    <a:pt x="1660585" y="2762506"/>
                    <a:pt x="1684308" y="2797011"/>
                  </a:cubicBezTo>
                  <a:cubicBezTo>
                    <a:pt x="1698685" y="2817140"/>
                    <a:pt x="1712344" y="2840144"/>
                    <a:pt x="1728878" y="2858834"/>
                  </a:cubicBezTo>
                  <a:cubicBezTo>
                    <a:pt x="1726721" y="2858834"/>
                    <a:pt x="1724564" y="2858834"/>
                    <a:pt x="1722408" y="2858834"/>
                  </a:cubicBezTo>
                  <a:cubicBezTo>
                    <a:pt x="1721689" y="2858834"/>
                    <a:pt x="1720970" y="2858834"/>
                    <a:pt x="1720251" y="2858834"/>
                  </a:cubicBezTo>
                  <a:cubicBezTo>
                    <a:pt x="1707312" y="2825047"/>
                    <a:pt x="1678557" y="2797011"/>
                    <a:pt x="1657710" y="2767538"/>
                  </a:cubicBezTo>
                  <a:cubicBezTo>
                    <a:pt x="1640457" y="2743096"/>
                    <a:pt x="1623923" y="2717936"/>
                    <a:pt x="1608108" y="2692776"/>
                  </a:cubicBezTo>
                  <a:cubicBezTo>
                    <a:pt x="1588698" y="2694213"/>
                    <a:pt x="1569289" y="2692776"/>
                    <a:pt x="1549161" y="2690619"/>
                  </a:cubicBezTo>
                  <a:cubicBezTo>
                    <a:pt x="1564257" y="2722968"/>
                    <a:pt x="1580791" y="2753879"/>
                    <a:pt x="1600200" y="2784072"/>
                  </a:cubicBezTo>
                  <a:cubicBezTo>
                    <a:pt x="1615296" y="2807795"/>
                    <a:pt x="1632549" y="2837987"/>
                    <a:pt x="1654115" y="2860991"/>
                  </a:cubicBezTo>
                  <a:cubicBezTo>
                    <a:pt x="1646927" y="2860991"/>
                    <a:pt x="1639738" y="2861710"/>
                    <a:pt x="1633268" y="2861710"/>
                  </a:cubicBezTo>
                  <a:cubicBezTo>
                    <a:pt x="1621766" y="2830798"/>
                    <a:pt x="1593730" y="2803481"/>
                    <a:pt x="1574321" y="2779040"/>
                  </a:cubicBezTo>
                  <a:cubicBezTo>
                    <a:pt x="1547723" y="2745253"/>
                    <a:pt x="1521125" y="2710028"/>
                    <a:pt x="1491651" y="2678398"/>
                  </a:cubicBezTo>
                  <a:cubicBezTo>
                    <a:pt x="1496683" y="2679836"/>
                    <a:pt x="1501715" y="2680555"/>
                    <a:pt x="1506747" y="2681274"/>
                  </a:cubicBezTo>
                  <a:cubicBezTo>
                    <a:pt x="1500278" y="2679836"/>
                    <a:pt x="1494527" y="2677679"/>
                    <a:pt x="1488057" y="2676242"/>
                  </a:cubicBezTo>
                  <a:cubicBezTo>
                    <a:pt x="1473679" y="2677679"/>
                    <a:pt x="1458583" y="2677679"/>
                    <a:pt x="1444925" y="2677679"/>
                  </a:cubicBezTo>
                  <a:cubicBezTo>
                    <a:pt x="1466491" y="2720811"/>
                    <a:pt x="1495964" y="2758912"/>
                    <a:pt x="1523281" y="2798449"/>
                  </a:cubicBezTo>
                  <a:cubicBezTo>
                    <a:pt x="1536940" y="2817859"/>
                    <a:pt x="1551317" y="2843738"/>
                    <a:pt x="1569289" y="2865304"/>
                  </a:cubicBezTo>
                  <a:cubicBezTo>
                    <a:pt x="1551317" y="2866023"/>
                    <a:pt x="1533346" y="2866742"/>
                    <a:pt x="1514655" y="2868179"/>
                  </a:cubicBezTo>
                  <a:cubicBezTo>
                    <a:pt x="1493808" y="2840862"/>
                    <a:pt x="1467928" y="2814983"/>
                    <a:pt x="1451395" y="2787666"/>
                  </a:cubicBezTo>
                  <a:cubicBezTo>
                    <a:pt x="1427672" y="2750285"/>
                    <a:pt x="1408262" y="2710747"/>
                    <a:pt x="1391010" y="2669772"/>
                  </a:cubicBezTo>
                  <a:cubicBezTo>
                    <a:pt x="1380227" y="2666178"/>
                    <a:pt x="1370163" y="2661145"/>
                    <a:pt x="1361536" y="2655395"/>
                  </a:cubicBezTo>
                  <a:cubicBezTo>
                    <a:pt x="1362255" y="2653238"/>
                    <a:pt x="1360817" y="2650362"/>
                    <a:pt x="1357942" y="2649644"/>
                  </a:cubicBezTo>
                  <a:cubicBezTo>
                    <a:pt x="1356504" y="2649644"/>
                    <a:pt x="1355066" y="2649644"/>
                    <a:pt x="1354347" y="2648925"/>
                  </a:cubicBezTo>
                  <a:cubicBezTo>
                    <a:pt x="1347878" y="2643174"/>
                    <a:pt x="1342127" y="2635985"/>
                    <a:pt x="1337095" y="2628078"/>
                  </a:cubicBezTo>
                  <a:cubicBezTo>
                    <a:pt x="1335657" y="2629515"/>
                    <a:pt x="1333500" y="2630953"/>
                    <a:pt x="1331344" y="2632391"/>
                  </a:cubicBezTo>
                  <a:cubicBezTo>
                    <a:pt x="1329187" y="2633829"/>
                    <a:pt x="1326312" y="2635266"/>
                    <a:pt x="1324155" y="2635985"/>
                  </a:cubicBezTo>
                  <a:cubicBezTo>
                    <a:pt x="1323436" y="2638861"/>
                    <a:pt x="1322717" y="2641736"/>
                    <a:pt x="1320561" y="2643893"/>
                  </a:cubicBezTo>
                  <a:cubicBezTo>
                    <a:pt x="1319842" y="2643893"/>
                    <a:pt x="1319123" y="2643893"/>
                    <a:pt x="1318404" y="2643893"/>
                  </a:cubicBezTo>
                  <a:cubicBezTo>
                    <a:pt x="1310496" y="2642455"/>
                    <a:pt x="1301870" y="2641017"/>
                    <a:pt x="1293244" y="2640298"/>
                  </a:cubicBezTo>
                  <a:cubicBezTo>
                    <a:pt x="1303308" y="2633110"/>
                    <a:pt x="1312653" y="2625921"/>
                    <a:pt x="1319842" y="2617295"/>
                  </a:cubicBezTo>
                  <a:cubicBezTo>
                    <a:pt x="1367287" y="2623764"/>
                    <a:pt x="1415451" y="2626640"/>
                    <a:pt x="1463615" y="2627359"/>
                  </a:cubicBezTo>
                  <a:cubicBezTo>
                    <a:pt x="1466491" y="2631672"/>
                    <a:pt x="1472242" y="2634547"/>
                    <a:pt x="1479430" y="2634547"/>
                  </a:cubicBezTo>
                  <a:cubicBezTo>
                    <a:pt x="1553474" y="2629515"/>
                    <a:pt x="1627517" y="2625202"/>
                    <a:pt x="1702280" y="2620170"/>
                  </a:cubicBezTo>
                  <a:cubicBezTo>
                    <a:pt x="1723127" y="2618732"/>
                    <a:pt x="1744693" y="2618013"/>
                    <a:pt x="1765540" y="2616576"/>
                  </a:cubicBezTo>
                  <a:cubicBezTo>
                    <a:pt x="1769134" y="2625921"/>
                    <a:pt x="1768415" y="2636704"/>
                    <a:pt x="1763383" y="2645330"/>
                  </a:cubicBezTo>
                  <a:cubicBezTo>
                    <a:pt x="1773447" y="2641017"/>
                    <a:pt x="1782793" y="2634547"/>
                    <a:pt x="1790700" y="2627359"/>
                  </a:cubicBezTo>
                  <a:close/>
                  <a:moveTo>
                    <a:pt x="1393885" y="2903404"/>
                  </a:moveTo>
                  <a:cubicBezTo>
                    <a:pt x="1402512" y="2906279"/>
                    <a:pt x="1411138" y="2908436"/>
                    <a:pt x="1419764" y="2911311"/>
                  </a:cubicBezTo>
                  <a:cubicBezTo>
                    <a:pt x="1398917" y="2912030"/>
                    <a:pt x="1377351" y="2913468"/>
                    <a:pt x="1356504" y="2914187"/>
                  </a:cubicBezTo>
                  <a:cubicBezTo>
                    <a:pt x="1356504" y="2909874"/>
                    <a:pt x="1356504" y="2906279"/>
                    <a:pt x="1357223" y="2901966"/>
                  </a:cubicBezTo>
                  <a:cubicBezTo>
                    <a:pt x="1368725" y="2902685"/>
                    <a:pt x="1380946" y="2903404"/>
                    <a:pt x="1393885" y="2903404"/>
                  </a:cubicBezTo>
                  <a:close/>
                  <a:moveTo>
                    <a:pt x="1357942" y="2866023"/>
                  </a:moveTo>
                  <a:cubicBezTo>
                    <a:pt x="1357942" y="2863147"/>
                    <a:pt x="1357942" y="2860991"/>
                    <a:pt x="1357942" y="2858115"/>
                  </a:cubicBezTo>
                  <a:cubicBezTo>
                    <a:pt x="1360817" y="2860991"/>
                    <a:pt x="1363693" y="2863866"/>
                    <a:pt x="1366568" y="2867461"/>
                  </a:cubicBezTo>
                  <a:cubicBezTo>
                    <a:pt x="1363693" y="2866742"/>
                    <a:pt x="1360817" y="2866023"/>
                    <a:pt x="1357942" y="2866023"/>
                  </a:cubicBezTo>
                  <a:close/>
                  <a:moveTo>
                    <a:pt x="1360817" y="2780478"/>
                  </a:moveTo>
                  <a:cubicBezTo>
                    <a:pt x="1361536" y="2757474"/>
                    <a:pt x="1362255" y="2734470"/>
                    <a:pt x="1363693" y="2711466"/>
                  </a:cubicBezTo>
                  <a:cubicBezTo>
                    <a:pt x="1375913" y="2745972"/>
                    <a:pt x="1391729" y="2779759"/>
                    <a:pt x="1411138" y="2812108"/>
                  </a:cubicBezTo>
                  <a:cubicBezTo>
                    <a:pt x="1421921" y="2830079"/>
                    <a:pt x="1435579" y="2852364"/>
                    <a:pt x="1450676" y="2872493"/>
                  </a:cubicBezTo>
                  <a:cubicBezTo>
                    <a:pt x="1447800" y="2872493"/>
                    <a:pt x="1444925" y="2872493"/>
                    <a:pt x="1442049" y="2873212"/>
                  </a:cubicBezTo>
                  <a:cubicBezTo>
                    <a:pt x="1420483" y="2839425"/>
                    <a:pt x="1385259" y="2812108"/>
                    <a:pt x="1360817" y="2780478"/>
                  </a:cubicBezTo>
                  <a:close/>
                  <a:moveTo>
                    <a:pt x="1339970" y="3327536"/>
                  </a:moveTo>
                  <a:cubicBezTo>
                    <a:pt x="1339970" y="3325379"/>
                    <a:pt x="1339970" y="3323223"/>
                    <a:pt x="1339970" y="3320347"/>
                  </a:cubicBezTo>
                  <a:cubicBezTo>
                    <a:pt x="1340689" y="3321066"/>
                    <a:pt x="1342127" y="3322504"/>
                    <a:pt x="1343564" y="3322504"/>
                  </a:cubicBezTo>
                  <a:cubicBezTo>
                    <a:pt x="1418327" y="3336162"/>
                    <a:pt x="1494527" y="3336162"/>
                    <a:pt x="1570727" y="3336881"/>
                  </a:cubicBezTo>
                  <a:cubicBezTo>
                    <a:pt x="1649083" y="3337600"/>
                    <a:pt x="1738942" y="3350540"/>
                    <a:pt x="1815142" y="3327536"/>
                  </a:cubicBezTo>
                  <a:cubicBezTo>
                    <a:pt x="1826644" y="3323942"/>
                    <a:pt x="1826644" y="3307408"/>
                    <a:pt x="1815142" y="3303813"/>
                  </a:cubicBezTo>
                  <a:cubicBezTo>
                    <a:pt x="1746849" y="3282966"/>
                    <a:pt x="1668493" y="3293030"/>
                    <a:pt x="1596606" y="3294468"/>
                  </a:cubicBezTo>
                  <a:cubicBezTo>
                    <a:pt x="1617453" y="3259244"/>
                    <a:pt x="1609545" y="3204610"/>
                    <a:pt x="1610983" y="3165791"/>
                  </a:cubicBezTo>
                  <a:cubicBezTo>
                    <a:pt x="1612421" y="3124096"/>
                    <a:pt x="1613859" y="3080964"/>
                    <a:pt x="1610264" y="3039270"/>
                  </a:cubicBezTo>
                  <a:cubicBezTo>
                    <a:pt x="1615296" y="3042864"/>
                    <a:pt x="1620328" y="3047178"/>
                    <a:pt x="1625361" y="3050772"/>
                  </a:cubicBezTo>
                  <a:cubicBezTo>
                    <a:pt x="1630393" y="3054366"/>
                    <a:pt x="1635425" y="3046459"/>
                    <a:pt x="1631830" y="3042864"/>
                  </a:cubicBezTo>
                  <a:cubicBezTo>
                    <a:pt x="1621766" y="3033519"/>
                    <a:pt x="1613140" y="3022017"/>
                    <a:pt x="1606670" y="3009796"/>
                  </a:cubicBezTo>
                  <a:cubicBezTo>
                    <a:pt x="1606670" y="3007640"/>
                    <a:pt x="1605951" y="3006202"/>
                    <a:pt x="1605951" y="3004046"/>
                  </a:cubicBezTo>
                  <a:lnTo>
                    <a:pt x="1605951" y="3004046"/>
                  </a:lnTo>
                  <a:cubicBezTo>
                    <a:pt x="1600200" y="2985355"/>
                    <a:pt x="1570727" y="2981761"/>
                    <a:pt x="1564976" y="3004046"/>
                  </a:cubicBezTo>
                  <a:cubicBezTo>
                    <a:pt x="1559225" y="3025612"/>
                    <a:pt x="1556349" y="3048615"/>
                    <a:pt x="1554193" y="3070900"/>
                  </a:cubicBezTo>
                  <a:cubicBezTo>
                    <a:pt x="1545566" y="3074495"/>
                    <a:pt x="1538378" y="3083121"/>
                    <a:pt x="1538378" y="3095342"/>
                  </a:cubicBezTo>
                  <a:cubicBezTo>
                    <a:pt x="1538378" y="3144225"/>
                    <a:pt x="1528313" y="3209642"/>
                    <a:pt x="1545566" y="3258525"/>
                  </a:cubicBezTo>
                  <a:cubicBezTo>
                    <a:pt x="1547004" y="3271464"/>
                    <a:pt x="1550598" y="3284404"/>
                    <a:pt x="1556349" y="3295187"/>
                  </a:cubicBezTo>
                  <a:cubicBezTo>
                    <a:pt x="1485181" y="3295906"/>
                    <a:pt x="1414013" y="3296625"/>
                    <a:pt x="1343564" y="3309564"/>
                  </a:cubicBezTo>
                  <a:cubicBezTo>
                    <a:pt x="1342127" y="3309564"/>
                    <a:pt x="1341408" y="3310283"/>
                    <a:pt x="1340689" y="3311002"/>
                  </a:cubicBezTo>
                  <a:cubicBezTo>
                    <a:pt x="1345721" y="3182325"/>
                    <a:pt x="1350753" y="3053647"/>
                    <a:pt x="1355785" y="2925689"/>
                  </a:cubicBezTo>
                  <a:cubicBezTo>
                    <a:pt x="1411138" y="2930721"/>
                    <a:pt x="1466491" y="2936472"/>
                    <a:pt x="1521844" y="2940066"/>
                  </a:cubicBezTo>
                  <a:cubicBezTo>
                    <a:pt x="1585104" y="2943660"/>
                    <a:pt x="1654115" y="2952287"/>
                    <a:pt x="1716657" y="2937910"/>
                  </a:cubicBezTo>
                  <a:cubicBezTo>
                    <a:pt x="1725283" y="2935753"/>
                    <a:pt x="1724564" y="2922813"/>
                    <a:pt x="1716657" y="2920657"/>
                  </a:cubicBezTo>
                  <a:cubicBezTo>
                    <a:pt x="1711625" y="2919219"/>
                    <a:pt x="1705874" y="2917781"/>
                    <a:pt x="1700842" y="2916344"/>
                  </a:cubicBezTo>
                  <a:cubicBezTo>
                    <a:pt x="1720251" y="2910593"/>
                    <a:pt x="1738223" y="2901966"/>
                    <a:pt x="1754757" y="2891183"/>
                  </a:cubicBezTo>
                  <a:cubicBezTo>
                    <a:pt x="1756195" y="2890464"/>
                    <a:pt x="1756913" y="2889027"/>
                    <a:pt x="1757632" y="2887589"/>
                  </a:cubicBezTo>
                  <a:cubicBezTo>
                    <a:pt x="1760508" y="2887589"/>
                    <a:pt x="1762664" y="2887589"/>
                    <a:pt x="1765540" y="2887589"/>
                  </a:cubicBezTo>
                  <a:cubicBezTo>
                    <a:pt x="1767696" y="2888308"/>
                    <a:pt x="1769134" y="2889027"/>
                    <a:pt x="1771291" y="2890464"/>
                  </a:cubicBezTo>
                  <a:cubicBezTo>
                    <a:pt x="1776323" y="2892621"/>
                    <a:pt x="1782074" y="2890464"/>
                    <a:pt x="1785668" y="2886870"/>
                  </a:cubicBezTo>
                  <a:cubicBezTo>
                    <a:pt x="1790700" y="2886151"/>
                    <a:pt x="1795013" y="2886151"/>
                    <a:pt x="1800045" y="2885432"/>
                  </a:cubicBezTo>
                  <a:cubicBezTo>
                    <a:pt x="1805796" y="2891183"/>
                    <a:pt x="1811547" y="2895496"/>
                    <a:pt x="1817298" y="2899091"/>
                  </a:cubicBezTo>
                  <a:cubicBezTo>
                    <a:pt x="1822330" y="3042864"/>
                    <a:pt x="1828800" y="3186638"/>
                    <a:pt x="1835270" y="3329693"/>
                  </a:cubicBezTo>
                  <a:cubicBezTo>
                    <a:pt x="1859712" y="3327536"/>
                    <a:pt x="1882715" y="3359166"/>
                    <a:pt x="1859712" y="3378576"/>
                  </a:cubicBezTo>
                  <a:cubicBezTo>
                    <a:pt x="1845334" y="3380013"/>
                    <a:pt x="1831676" y="3392953"/>
                    <a:pt x="1836708" y="3409487"/>
                  </a:cubicBezTo>
                  <a:cubicBezTo>
                    <a:pt x="1836708" y="3409487"/>
                    <a:pt x="1836708" y="3409487"/>
                    <a:pt x="1836708" y="3409487"/>
                  </a:cubicBezTo>
                  <a:cubicBezTo>
                    <a:pt x="1836708" y="3409487"/>
                    <a:pt x="1836708" y="3409487"/>
                    <a:pt x="1836708" y="3409487"/>
                  </a:cubicBezTo>
                  <a:cubicBezTo>
                    <a:pt x="1836708" y="3410206"/>
                    <a:pt x="1836708" y="3410206"/>
                    <a:pt x="1837427" y="3410925"/>
                  </a:cubicBezTo>
                  <a:cubicBezTo>
                    <a:pt x="1838146" y="3413081"/>
                    <a:pt x="1838864" y="3414519"/>
                    <a:pt x="1839583" y="3416676"/>
                  </a:cubicBezTo>
                  <a:cubicBezTo>
                    <a:pt x="1839583" y="3420270"/>
                    <a:pt x="1839583" y="3423864"/>
                    <a:pt x="1840302" y="3427459"/>
                  </a:cubicBezTo>
                  <a:cubicBezTo>
                    <a:pt x="1838146" y="3428896"/>
                    <a:pt x="1836708" y="3431053"/>
                    <a:pt x="1835989" y="3433210"/>
                  </a:cubicBezTo>
                  <a:cubicBezTo>
                    <a:pt x="1832395" y="3420989"/>
                    <a:pt x="1829519" y="3408049"/>
                    <a:pt x="1826644" y="3395110"/>
                  </a:cubicBezTo>
                  <a:cubicBezTo>
                    <a:pt x="1822330" y="3373544"/>
                    <a:pt x="1801483" y="3371387"/>
                    <a:pt x="1787106" y="3381451"/>
                  </a:cubicBezTo>
                  <a:cubicBezTo>
                    <a:pt x="1787106" y="3381451"/>
                    <a:pt x="1787106" y="3381451"/>
                    <a:pt x="1786387" y="3381451"/>
                  </a:cubicBezTo>
                  <a:cubicBezTo>
                    <a:pt x="1775604" y="3386483"/>
                    <a:pt x="1765540" y="3392953"/>
                    <a:pt x="1755476" y="3400142"/>
                  </a:cubicBezTo>
                  <a:cubicBezTo>
                    <a:pt x="1754038" y="3399423"/>
                    <a:pt x="1751881" y="3399423"/>
                    <a:pt x="1750444" y="3399423"/>
                  </a:cubicBezTo>
                  <a:cubicBezTo>
                    <a:pt x="1738942" y="3401579"/>
                    <a:pt x="1728159" y="3405174"/>
                    <a:pt x="1717376" y="3410206"/>
                  </a:cubicBezTo>
                  <a:cubicBezTo>
                    <a:pt x="1709468" y="3400142"/>
                    <a:pt x="1698685" y="3399423"/>
                    <a:pt x="1688621" y="3403736"/>
                  </a:cubicBezTo>
                  <a:cubicBezTo>
                    <a:pt x="1688621" y="3400142"/>
                    <a:pt x="1688621" y="3397266"/>
                    <a:pt x="1687902" y="3393672"/>
                  </a:cubicBezTo>
                  <a:cubicBezTo>
                    <a:pt x="1682870" y="3393672"/>
                    <a:pt x="1677119" y="3393672"/>
                    <a:pt x="1672087" y="3393672"/>
                  </a:cubicBezTo>
                  <a:cubicBezTo>
                    <a:pt x="1633987" y="3410925"/>
                    <a:pt x="1593012" y="3423145"/>
                    <a:pt x="1553474" y="3431772"/>
                  </a:cubicBezTo>
                  <a:cubicBezTo>
                    <a:pt x="1591574" y="3438961"/>
                    <a:pt x="1632549" y="3433929"/>
                    <a:pt x="1672087" y="3420270"/>
                  </a:cubicBezTo>
                  <a:cubicBezTo>
                    <a:pt x="1670649" y="3424583"/>
                    <a:pt x="1669930" y="3429615"/>
                    <a:pt x="1670649" y="3433929"/>
                  </a:cubicBezTo>
                  <a:cubicBezTo>
                    <a:pt x="1668493" y="3434647"/>
                    <a:pt x="1666336" y="3436085"/>
                    <a:pt x="1664179" y="3436804"/>
                  </a:cubicBezTo>
                  <a:cubicBezTo>
                    <a:pt x="1658429" y="3439679"/>
                    <a:pt x="1653396" y="3441836"/>
                    <a:pt x="1647645" y="3443993"/>
                  </a:cubicBezTo>
                  <a:cubicBezTo>
                    <a:pt x="1618891" y="3446149"/>
                    <a:pt x="1590136" y="3446149"/>
                    <a:pt x="1560663" y="3443993"/>
                  </a:cubicBezTo>
                  <a:cubicBezTo>
                    <a:pt x="1549161" y="3443274"/>
                    <a:pt x="1538378" y="3441836"/>
                    <a:pt x="1526876" y="3441117"/>
                  </a:cubicBezTo>
                  <a:cubicBezTo>
                    <a:pt x="1513936" y="3435366"/>
                    <a:pt x="1500996" y="3428178"/>
                    <a:pt x="1488776" y="3420270"/>
                  </a:cubicBezTo>
                  <a:cubicBezTo>
                    <a:pt x="1480868" y="3415238"/>
                    <a:pt x="1472961" y="3426021"/>
                    <a:pt x="1477993" y="3432491"/>
                  </a:cubicBezTo>
                  <a:cubicBezTo>
                    <a:pt x="1470804" y="3431053"/>
                    <a:pt x="1463615" y="3429615"/>
                    <a:pt x="1457145" y="3428178"/>
                  </a:cubicBezTo>
                  <a:cubicBezTo>
                    <a:pt x="1443487" y="3425302"/>
                    <a:pt x="1430547" y="3420989"/>
                    <a:pt x="1417608" y="3417395"/>
                  </a:cubicBezTo>
                  <a:cubicBezTo>
                    <a:pt x="1410419" y="3415238"/>
                    <a:pt x="1379508" y="3410925"/>
                    <a:pt x="1375913" y="3405893"/>
                  </a:cubicBezTo>
                  <a:cubicBezTo>
                    <a:pt x="1378070" y="3408768"/>
                    <a:pt x="1383102" y="3405893"/>
                    <a:pt x="1382383" y="3402298"/>
                  </a:cubicBezTo>
                  <a:cubicBezTo>
                    <a:pt x="1377351" y="3387202"/>
                    <a:pt x="1362974" y="3392234"/>
                    <a:pt x="1352910" y="3400142"/>
                  </a:cubicBezTo>
                  <a:cubicBezTo>
                    <a:pt x="1347878" y="3403736"/>
                    <a:pt x="1346440" y="3408049"/>
                    <a:pt x="1347159" y="3412362"/>
                  </a:cubicBezTo>
                  <a:cubicBezTo>
                    <a:pt x="1343564" y="3415238"/>
                    <a:pt x="1342127" y="3420270"/>
                    <a:pt x="1345002" y="3425302"/>
                  </a:cubicBezTo>
                  <a:cubicBezTo>
                    <a:pt x="1324874" y="3411644"/>
                    <a:pt x="1311215" y="3390078"/>
                    <a:pt x="1309778" y="3357010"/>
                  </a:cubicBezTo>
                  <a:cubicBezTo>
                    <a:pt x="1310496" y="3336881"/>
                    <a:pt x="1324874" y="3327536"/>
                    <a:pt x="1339970" y="3327536"/>
                  </a:cubicBezTo>
                  <a:close/>
                  <a:moveTo>
                    <a:pt x="1931598" y="2486461"/>
                  </a:moveTo>
                  <a:cubicBezTo>
                    <a:pt x="1920097" y="2478553"/>
                    <a:pt x="1909314" y="2469927"/>
                    <a:pt x="1898530" y="2462019"/>
                  </a:cubicBezTo>
                  <a:cubicBezTo>
                    <a:pt x="1866181" y="2437578"/>
                    <a:pt x="1833832" y="2411698"/>
                    <a:pt x="1798608" y="2392289"/>
                  </a:cubicBezTo>
                  <a:cubicBezTo>
                    <a:pt x="1795013" y="2347000"/>
                    <a:pt x="1792138" y="2302430"/>
                    <a:pt x="1789262" y="2257142"/>
                  </a:cubicBezTo>
                  <a:cubicBezTo>
                    <a:pt x="1824487" y="2288772"/>
                    <a:pt x="1859712" y="2319683"/>
                    <a:pt x="1895655" y="2350594"/>
                  </a:cubicBezTo>
                  <a:cubicBezTo>
                    <a:pt x="1910032" y="2362815"/>
                    <a:pt x="1924410" y="2376474"/>
                    <a:pt x="1939506" y="2390132"/>
                  </a:cubicBezTo>
                  <a:cubicBezTo>
                    <a:pt x="1940944" y="2399478"/>
                    <a:pt x="1942381" y="2408823"/>
                    <a:pt x="1943819" y="2418168"/>
                  </a:cubicBezTo>
                  <a:cubicBezTo>
                    <a:pt x="1946695" y="2434702"/>
                    <a:pt x="1940944" y="2451236"/>
                    <a:pt x="1930880" y="2463457"/>
                  </a:cubicBezTo>
                  <a:cubicBezTo>
                    <a:pt x="1930880" y="2471364"/>
                    <a:pt x="1930880" y="2478553"/>
                    <a:pt x="1931598" y="2486461"/>
                  </a:cubicBezTo>
                  <a:close/>
                  <a:moveTo>
                    <a:pt x="1870495" y="2480710"/>
                  </a:moveTo>
                  <a:cubicBezTo>
                    <a:pt x="1891342" y="2496525"/>
                    <a:pt x="1912189" y="2515215"/>
                    <a:pt x="1934474" y="2531030"/>
                  </a:cubicBezTo>
                  <a:cubicBezTo>
                    <a:pt x="1935911" y="2553315"/>
                    <a:pt x="1937349" y="2576319"/>
                    <a:pt x="1939506" y="2598604"/>
                  </a:cubicBezTo>
                  <a:lnTo>
                    <a:pt x="1939506" y="2598604"/>
                  </a:lnTo>
                  <a:cubicBezTo>
                    <a:pt x="1932317" y="2596447"/>
                    <a:pt x="1925847" y="2593572"/>
                    <a:pt x="1919378" y="2589978"/>
                  </a:cubicBezTo>
                  <a:cubicBezTo>
                    <a:pt x="1918659" y="2589259"/>
                    <a:pt x="1917940" y="2588540"/>
                    <a:pt x="1917221" y="2588540"/>
                  </a:cubicBezTo>
                  <a:cubicBezTo>
                    <a:pt x="1917221" y="2584945"/>
                    <a:pt x="1915783" y="2582070"/>
                    <a:pt x="1911470" y="2581351"/>
                  </a:cubicBezTo>
                  <a:cubicBezTo>
                    <a:pt x="1910751" y="2581351"/>
                    <a:pt x="1909314" y="2581351"/>
                    <a:pt x="1908595" y="2580632"/>
                  </a:cubicBezTo>
                  <a:cubicBezTo>
                    <a:pt x="1888466" y="2562660"/>
                    <a:pt x="1869057" y="2543970"/>
                    <a:pt x="1848210" y="2526717"/>
                  </a:cubicBezTo>
                  <a:cubicBezTo>
                    <a:pt x="1847491" y="2525998"/>
                    <a:pt x="1847491" y="2525998"/>
                    <a:pt x="1846772" y="2525279"/>
                  </a:cubicBezTo>
                  <a:cubicBezTo>
                    <a:pt x="1846053" y="2523842"/>
                    <a:pt x="1845334" y="2523123"/>
                    <a:pt x="1844615" y="2521685"/>
                  </a:cubicBezTo>
                  <a:cubicBezTo>
                    <a:pt x="1838864" y="2513778"/>
                    <a:pt x="1833113" y="2505870"/>
                    <a:pt x="1828081" y="2497244"/>
                  </a:cubicBezTo>
                  <a:cubicBezTo>
                    <a:pt x="1822330" y="2487898"/>
                    <a:pt x="1812985" y="2487179"/>
                    <a:pt x="1806515" y="2491493"/>
                  </a:cubicBezTo>
                  <a:cubicBezTo>
                    <a:pt x="1806515" y="2491493"/>
                    <a:pt x="1805796" y="2490774"/>
                    <a:pt x="1805796" y="2490774"/>
                  </a:cubicBezTo>
                  <a:cubicBezTo>
                    <a:pt x="1803640" y="2468489"/>
                    <a:pt x="1801483" y="2446923"/>
                    <a:pt x="1800045" y="2424638"/>
                  </a:cubicBezTo>
                  <a:cubicBezTo>
                    <a:pt x="1823049" y="2444766"/>
                    <a:pt x="1846772" y="2462738"/>
                    <a:pt x="1870495" y="2480710"/>
                  </a:cubicBezTo>
                  <a:close/>
                  <a:moveTo>
                    <a:pt x="1790700" y="3551823"/>
                  </a:moveTo>
                  <a:cubicBezTo>
                    <a:pt x="1778479" y="3527381"/>
                    <a:pt x="1766259" y="3502940"/>
                    <a:pt x="1754038" y="3478498"/>
                  </a:cubicBezTo>
                  <a:cubicBezTo>
                    <a:pt x="1764821" y="3472747"/>
                    <a:pt x="1774885" y="3465559"/>
                    <a:pt x="1783512" y="3457651"/>
                  </a:cubicBezTo>
                  <a:cubicBezTo>
                    <a:pt x="1792138" y="3504377"/>
                    <a:pt x="1805078" y="3551823"/>
                    <a:pt x="1825206" y="3594236"/>
                  </a:cubicBezTo>
                  <a:cubicBezTo>
                    <a:pt x="1825206" y="3599268"/>
                    <a:pt x="1825206" y="3604300"/>
                    <a:pt x="1824487" y="3610051"/>
                  </a:cubicBezTo>
                  <a:cubicBezTo>
                    <a:pt x="1823768" y="3629461"/>
                    <a:pt x="1835989" y="3639525"/>
                    <a:pt x="1850366" y="3640962"/>
                  </a:cubicBezTo>
                  <a:cubicBezTo>
                    <a:pt x="1851085" y="3658215"/>
                    <a:pt x="1851804" y="3675468"/>
                    <a:pt x="1853242" y="3692721"/>
                  </a:cubicBezTo>
                  <a:cubicBezTo>
                    <a:pt x="1849647" y="3688408"/>
                    <a:pt x="1844615" y="3685532"/>
                    <a:pt x="1838864" y="3686251"/>
                  </a:cubicBezTo>
                  <a:cubicBezTo>
                    <a:pt x="1801483" y="3688408"/>
                    <a:pt x="1764821" y="3689127"/>
                    <a:pt x="1727440" y="3689845"/>
                  </a:cubicBezTo>
                  <a:cubicBezTo>
                    <a:pt x="1751163" y="3684094"/>
                    <a:pt x="1775604" y="3676906"/>
                    <a:pt x="1795732" y="3663966"/>
                  </a:cubicBezTo>
                  <a:cubicBezTo>
                    <a:pt x="1797170" y="3664685"/>
                    <a:pt x="1798608" y="3665404"/>
                    <a:pt x="1800764" y="3666123"/>
                  </a:cubicBezTo>
                  <a:cubicBezTo>
                    <a:pt x="1809391" y="3669717"/>
                    <a:pt x="1818736" y="3662528"/>
                    <a:pt x="1820893" y="3654621"/>
                  </a:cubicBezTo>
                  <a:cubicBezTo>
                    <a:pt x="1831676" y="3619396"/>
                    <a:pt x="1805796" y="3583453"/>
                    <a:pt x="1790700" y="3551823"/>
                  </a:cubicBezTo>
                  <a:close/>
                  <a:moveTo>
                    <a:pt x="1600919" y="3539602"/>
                  </a:moveTo>
                  <a:cubicBezTo>
                    <a:pt x="1615296" y="3536727"/>
                    <a:pt x="1630393" y="3532414"/>
                    <a:pt x="1646208" y="3527381"/>
                  </a:cubicBezTo>
                  <a:cubicBezTo>
                    <a:pt x="1656991" y="3546791"/>
                    <a:pt x="1669212" y="3565481"/>
                    <a:pt x="1679276" y="3583453"/>
                  </a:cubicBezTo>
                  <a:cubicBezTo>
                    <a:pt x="1692215" y="3605738"/>
                    <a:pt x="1704436" y="3634493"/>
                    <a:pt x="1723127" y="3654621"/>
                  </a:cubicBezTo>
                  <a:cubicBezTo>
                    <a:pt x="1711625" y="3657496"/>
                    <a:pt x="1699404" y="3660372"/>
                    <a:pt x="1687902" y="3662528"/>
                  </a:cubicBezTo>
                  <a:cubicBezTo>
                    <a:pt x="1685027" y="3663247"/>
                    <a:pt x="1682151" y="3663966"/>
                    <a:pt x="1679276" y="3663966"/>
                  </a:cubicBezTo>
                  <a:cubicBezTo>
                    <a:pt x="1669212" y="3637368"/>
                    <a:pt x="1648364" y="3612927"/>
                    <a:pt x="1633268" y="3589923"/>
                  </a:cubicBezTo>
                  <a:cubicBezTo>
                    <a:pt x="1623204" y="3573389"/>
                    <a:pt x="1611702" y="3556136"/>
                    <a:pt x="1600919" y="3539602"/>
                  </a:cubicBezTo>
                  <a:close/>
                  <a:moveTo>
                    <a:pt x="1623923" y="3674749"/>
                  </a:moveTo>
                  <a:cubicBezTo>
                    <a:pt x="1617453" y="3676187"/>
                    <a:pt x="1610983" y="3676906"/>
                    <a:pt x="1603795" y="3678344"/>
                  </a:cubicBezTo>
                  <a:cubicBezTo>
                    <a:pt x="1593730" y="3646713"/>
                    <a:pt x="1566413" y="3620115"/>
                    <a:pt x="1549880" y="3592079"/>
                  </a:cubicBezTo>
                  <a:cubicBezTo>
                    <a:pt x="1540534" y="3576983"/>
                    <a:pt x="1532627" y="3561887"/>
                    <a:pt x="1524719" y="3546072"/>
                  </a:cubicBezTo>
                  <a:cubicBezTo>
                    <a:pt x="1532627" y="3546072"/>
                    <a:pt x="1541253" y="3546072"/>
                    <a:pt x="1549161" y="3545353"/>
                  </a:cubicBezTo>
                  <a:cubicBezTo>
                    <a:pt x="1562819" y="3569076"/>
                    <a:pt x="1576478" y="3592079"/>
                    <a:pt x="1590136" y="3615083"/>
                  </a:cubicBezTo>
                  <a:cubicBezTo>
                    <a:pt x="1600919" y="3633774"/>
                    <a:pt x="1610983" y="3656059"/>
                    <a:pt x="1623923" y="3674749"/>
                  </a:cubicBezTo>
                  <a:close/>
                  <a:moveTo>
                    <a:pt x="1698685" y="3505815"/>
                  </a:moveTo>
                  <a:cubicBezTo>
                    <a:pt x="1699404" y="3505096"/>
                    <a:pt x="1700842" y="3504377"/>
                    <a:pt x="1701561" y="3504377"/>
                  </a:cubicBezTo>
                  <a:cubicBezTo>
                    <a:pt x="1705874" y="3513723"/>
                    <a:pt x="1710187" y="3523068"/>
                    <a:pt x="1714500" y="3532414"/>
                  </a:cubicBezTo>
                  <a:cubicBezTo>
                    <a:pt x="1710187" y="3523068"/>
                    <a:pt x="1704436" y="3514442"/>
                    <a:pt x="1698685" y="3505815"/>
                  </a:cubicBezTo>
                  <a:close/>
                  <a:moveTo>
                    <a:pt x="1395323" y="3580578"/>
                  </a:moveTo>
                  <a:cubicBezTo>
                    <a:pt x="1377351" y="3553261"/>
                    <a:pt x="1359379" y="3525944"/>
                    <a:pt x="1342127" y="3497908"/>
                  </a:cubicBezTo>
                  <a:cubicBezTo>
                    <a:pt x="1353629" y="3504377"/>
                    <a:pt x="1365849" y="3510847"/>
                    <a:pt x="1377351" y="3515879"/>
                  </a:cubicBezTo>
                  <a:cubicBezTo>
                    <a:pt x="1396761" y="3548947"/>
                    <a:pt x="1419045" y="3579859"/>
                    <a:pt x="1439174" y="3612208"/>
                  </a:cubicBezTo>
                  <a:cubicBezTo>
                    <a:pt x="1453551" y="3634493"/>
                    <a:pt x="1467928" y="3662528"/>
                    <a:pt x="1485181" y="3686251"/>
                  </a:cubicBezTo>
                  <a:cubicBezTo>
                    <a:pt x="1477993" y="3686251"/>
                    <a:pt x="1471523" y="3685532"/>
                    <a:pt x="1464334" y="3685532"/>
                  </a:cubicBezTo>
                  <a:cubicBezTo>
                    <a:pt x="1449957" y="3646713"/>
                    <a:pt x="1416889" y="3612927"/>
                    <a:pt x="1395323" y="3580578"/>
                  </a:cubicBezTo>
                  <a:close/>
                  <a:moveTo>
                    <a:pt x="1397479" y="3681219"/>
                  </a:moveTo>
                  <a:cubicBezTo>
                    <a:pt x="1396042" y="3681219"/>
                    <a:pt x="1393885" y="3681219"/>
                    <a:pt x="1392447" y="3681219"/>
                  </a:cubicBezTo>
                  <a:cubicBezTo>
                    <a:pt x="1389572" y="3680500"/>
                    <a:pt x="1386696" y="3679781"/>
                    <a:pt x="1383821" y="3679063"/>
                  </a:cubicBezTo>
                  <a:cubicBezTo>
                    <a:pt x="1384540" y="3676906"/>
                    <a:pt x="1385978" y="3674749"/>
                    <a:pt x="1385978" y="3672593"/>
                  </a:cubicBezTo>
                  <a:cubicBezTo>
                    <a:pt x="1385978" y="3670436"/>
                    <a:pt x="1385978" y="3668998"/>
                    <a:pt x="1385978" y="3666842"/>
                  </a:cubicBezTo>
                  <a:cubicBezTo>
                    <a:pt x="1389572" y="3671874"/>
                    <a:pt x="1393166" y="3676906"/>
                    <a:pt x="1397479" y="3681219"/>
                  </a:cubicBezTo>
                  <a:close/>
                  <a:moveTo>
                    <a:pt x="1353629" y="3469872"/>
                  </a:moveTo>
                  <a:cubicBezTo>
                    <a:pt x="1347159" y="3466996"/>
                    <a:pt x="1341408" y="3463402"/>
                    <a:pt x="1334938" y="3459808"/>
                  </a:cubicBezTo>
                  <a:cubicBezTo>
                    <a:pt x="1334938" y="3459089"/>
                    <a:pt x="1334938" y="3458370"/>
                    <a:pt x="1334938" y="3458370"/>
                  </a:cubicBezTo>
                  <a:cubicBezTo>
                    <a:pt x="1341408" y="3458370"/>
                    <a:pt x="1347159" y="3458370"/>
                    <a:pt x="1353629" y="3458370"/>
                  </a:cubicBezTo>
                  <a:cubicBezTo>
                    <a:pt x="1352191" y="3461964"/>
                    <a:pt x="1352191" y="3466278"/>
                    <a:pt x="1353629" y="3469872"/>
                  </a:cubicBezTo>
                  <a:close/>
                  <a:moveTo>
                    <a:pt x="1339970" y="3666842"/>
                  </a:moveTo>
                  <a:cubicBezTo>
                    <a:pt x="1337095" y="3666123"/>
                    <a:pt x="1334219" y="3665404"/>
                    <a:pt x="1331344" y="3663966"/>
                  </a:cubicBezTo>
                  <a:cubicBezTo>
                    <a:pt x="1330625" y="3663966"/>
                    <a:pt x="1329906" y="3663966"/>
                    <a:pt x="1329187" y="3663966"/>
                  </a:cubicBezTo>
                  <a:cubicBezTo>
                    <a:pt x="1328468" y="3662528"/>
                    <a:pt x="1328468" y="3661091"/>
                    <a:pt x="1327749" y="3659653"/>
                  </a:cubicBezTo>
                  <a:cubicBezTo>
                    <a:pt x="1327749" y="3656778"/>
                    <a:pt x="1327749" y="3653902"/>
                    <a:pt x="1327749" y="3650308"/>
                  </a:cubicBezTo>
                  <a:cubicBezTo>
                    <a:pt x="1331344" y="3656059"/>
                    <a:pt x="1335657" y="3661810"/>
                    <a:pt x="1339970" y="3666842"/>
                  </a:cubicBezTo>
                  <a:close/>
                  <a:moveTo>
                    <a:pt x="1365130" y="3712130"/>
                  </a:moveTo>
                  <a:cubicBezTo>
                    <a:pt x="1351472" y="3714287"/>
                    <a:pt x="1337813" y="3716444"/>
                    <a:pt x="1324874" y="3719319"/>
                  </a:cubicBezTo>
                  <a:cubicBezTo>
                    <a:pt x="1324874" y="3715006"/>
                    <a:pt x="1324874" y="3710693"/>
                    <a:pt x="1325593" y="3706380"/>
                  </a:cubicBezTo>
                  <a:cubicBezTo>
                    <a:pt x="1338532" y="3707817"/>
                    <a:pt x="1352191" y="3709974"/>
                    <a:pt x="1365130" y="3712130"/>
                  </a:cubicBezTo>
                  <a:close/>
                  <a:moveTo>
                    <a:pt x="1401074" y="3472028"/>
                  </a:moveTo>
                  <a:cubicBezTo>
                    <a:pt x="1418327" y="3482093"/>
                    <a:pt x="1436298" y="3490000"/>
                    <a:pt x="1454989" y="3495751"/>
                  </a:cubicBezTo>
                  <a:cubicBezTo>
                    <a:pt x="1455708" y="3497189"/>
                    <a:pt x="1455708" y="3498627"/>
                    <a:pt x="1456427" y="3500783"/>
                  </a:cubicBezTo>
                  <a:cubicBezTo>
                    <a:pt x="1443487" y="3499346"/>
                    <a:pt x="1429828" y="3496470"/>
                    <a:pt x="1416889" y="3493594"/>
                  </a:cubicBezTo>
                  <a:cubicBezTo>
                    <a:pt x="1411857" y="3486406"/>
                    <a:pt x="1406825" y="3479217"/>
                    <a:pt x="1401074" y="3472028"/>
                  </a:cubicBezTo>
                  <a:close/>
                  <a:moveTo>
                    <a:pt x="1480868" y="3587047"/>
                  </a:moveTo>
                  <a:cubicBezTo>
                    <a:pt x="1470085" y="3571232"/>
                    <a:pt x="1459302" y="3554698"/>
                    <a:pt x="1448519" y="3538883"/>
                  </a:cubicBezTo>
                  <a:cubicBezTo>
                    <a:pt x="1455708" y="3540321"/>
                    <a:pt x="1462178" y="3541759"/>
                    <a:pt x="1469366" y="3542478"/>
                  </a:cubicBezTo>
                  <a:cubicBezTo>
                    <a:pt x="1477274" y="3564044"/>
                    <a:pt x="1486619" y="3585610"/>
                    <a:pt x="1497402" y="3607176"/>
                  </a:cubicBezTo>
                  <a:cubicBezTo>
                    <a:pt x="1498840" y="3610051"/>
                    <a:pt x="1500278" y="3612208"/>
                    <a:pt x="1501715" y="3615083"/>
                  </a:cubicBezTo>
                  <a:cubicBezTo>
                    <a:pt x="1494527" y="3605019"/>
                    <a:pt x="1487338" y="3595674"/>
                    <a:pt x="1480868" y="3587047"/>
                  </a:cubicBezTo>
                  <a:close/>
                  <a:moveTo>
                    <a:pt x="1876246" y="4195210"/>
                  </a:moveTo>
                  <a:cubicBezTo>
                    <a:pt x="1876246" y="4197366"/>
                    <a:pt x="1875527" y="4200242"/>
                    <a:pt x="1874808" y="4202399"/>
                  </a:cubicBezTo>
                  <a:cubicBezTo>
                    <a:pt x="1873370" y="4202399"/>
                    <a:pt x="1871213" y="4202399"/>
                    <a:pt x="1869776" y="4203117"/>
                  </a:cubicBezTo>
                  <a:cubicBezTo>
                    <a:pt x="1872651" y="4200242"/>
                    <a:pt x="1874808" y="4197366"/>
                    <a:pt x="1876246" y="4195210"/>
                  </a:cubicBezTo>
                  <a:close/>
                  <a:moveTo>
                    <a:pt x="1873370" y="3252055"/>
                  </a:moveTo>
                  <a:cubicBezTo>
                    <a:pt x="1872651" y="3234083"/>
                    <a:pt x="1871213" y="3216112"/>
                    <a:pt x="1870495" y="3198140"/>
                  </a:cubicBezTo>
                  <a:cubicBezTo>
                    <a:pt x="1884872" y="3213955"/>
                    <a:pt x="1899249" y="3229770"/>
                    <a:pt x="1913627" y="3244866"/>
                  </a:cubicBezTo>
                  <a:cubicBezTo>
                    <a:pt x="1905719" y="3242710"/>
                    <a:pt x="1897812" y="3251336"/>
                    <a:pt x="1902844" y="3259244"/>
                  </a:cubicBezTo>
                  <a:cubicBezTo>
                    <a:pt x="1907876" y="3266432"/>
                    <a:pt x="1912908" y="3272902"/>
                    <a:pt x="1917940" y="3279372"/>
                  </a:cubicBezTo>
                  <a:cubicBezTo>
                    <a:pt x="1912189" y="3278653"/>
                    <a:pt x="1906438" y="3277934"/>
                    <a:pt x="1900687" y="3277934"/>
                  </a:cubicBezTo>
                  <a:cubicBezTo>
                    <a:pt x="1892061" y="3268589"/>
                    <a:pt x="1882715" y="3259962"/>
                    <a:pt x="1873370" y="3252055"/>
                  </a:cubicBezTo>
                  <a:close/>
                  <a:moveTo>
                    <a:pt x="1892779" y="3329693"/>
                  </a:moveTo>
                  <a:cubicBezTo>
                    <a:pt x="1903562" y="3340476"/>
                    <a:pt x="1914345" y="3351259"/>
                    <a:pt x="1924410" y="3362042"/>
                  </a:cubicBezTo>
                  <a:cubicBezTo>
                    <a:pt x="1935911" y="3374981"/>
                    <a:pt x="1948132" y="3389359"/>
                    <a:pt x="1960353" y="3403736"/>
                  </a:cubicBezTo>
                  <a:cubicBezTo>
                    <a:pt x="1958915" y="3403736"/>
                    <a:pt x="1957478" y="3403736"/>
                    <a:pt x="1956040" y="3403736"/>
                  </a:cubicBezTo>
                  <a:cubicBezTo>
                    <a:pt x="1947413" y="3396547"/>
                    <a:pt x="1935911" y="3393672"/>
                    <a:pt x="1925847" y="3396547"/>
                  </a:cubicBezTo>
                  <a:cubicBezTo>
                    <a:pt x="1910751" y="3380732"/>
                    <a:pt x="1894936" y="3364917"/>
                    <a:pt x="1879840" y="3349102"/>
                  </a:cubicBezTo>
                  <a:cubicBezTo>
                    <a:pt x="1879121" y="3342632"/>
                    <a:pt x="1879121" y="3335444"/>
                    <a:pt x="1878402" y="3328974"/>
                  </a:cubicBezTo>
                  <a:lnTo>
                    <a:pt x="1892779" y="3329693"/>
                  </a:lnTo>
                  <a:close/>
                  <a:moveTo>
                    <a:pt x="1961072" y="3687689"/>
                  </a:moveTo>
                  <a:cubicBezTo>
                    <a:pt x="1962510" y="3686251"/>
                    <a:pt x="1963948" y="3685532"/>
                    <a:pt x="1965385" y="3684094"/>
                  </a:cubicBezTo>
                  <a:lnTo>
                    <a:pt x="1988389" y="3699910"/>
                  </a:lnTo>
                  <a:cubicBezTo>
                    <a:pt x="1989108" y="3700628"/>
                    <a:pt x="1990546" y="3701347"/>
                    <a:pt x="1991264" y="3701347"/>
                  </a:cubicBezTo>
                  <a:cubicBezTo>
                    <a:pt x="1991264" y="3701347"/>
                    <a:pt x="1991983" y="3702066"/>
                    <a:pt x="1991983" y="3702066"/>
                  </a:cubicBezTo>
                  <a:cubicBezTo>
                    <a:pt x="1985514" y="3702785"/>
                    <a:pt x="1978325" y="3703504"/>
                    <a:pt x="1972574" y="3702785"/>
                  </a:cubicBezTo>
                  <a:cubicBezTo>
                    <a:pt x="1961072" y="3702066"/>
                    <a:pt x="1949570" y="3699910"/>
                    <a:pt x="1938068" y="3696315"/>
                  </a:cubicBezTo>
                  <a:cubicBezTo>
                    <a:pt x="1935193" y="3693440"/>
                    <a:pt x="1933036" y="3690564"/>
                    <a:pt x="1930161" y="3687689"/>
                  </a:cubicBezTo>
                  <a:cubicBezTo>
                    <a:pt x="1930161" y="3687689"/>
                    <a:pt x="1930880" y="3687689"/>
                    <a:pt x="1930880" y="3687689"/>
                  </a:cubicBezTo>
                  <a:cubicBezTo>
                    <a:pt x="1940944" y="3694159"/>
                    <a:pt x="1952446" y="3694159"/>
                    <a:pt x="1961072" y="3687689"/>
                  </a:cubicBezTo>
                  <a:close/>
                  <a:moveTo>
                    <a:pt x="2017144" y="3756700"/>
                  </a:moveTo>
                  <a:cubicBezTo>
                    <a:pt x="2017863" y="3768202"/>
                    <a:pt x="2018581" y="3778985"/>
                    <a:pt x="2019300" y="3790487"/>
                  </a:cubicBezTo>
                  <a:cubicBezTo>
                    <a:pt x="2010674" y="3780423"/>
                    <a:pt x="2002766" y="3769640"/>
                    <a:pt x="1994140" y="3759576"/>
                  </a:cubicBezTo>
                  <a:cubicBezTo>
                    <a:pt x="2002047" y="3758857"/>
                    <a:pt x="2009955" y="3758138"/>
                    <a:pt x="2017144" y="3756700"/>
                  </a:cubicBezTo>
                  <a:close/>
                  <a:moveTo>
                    <a:pt x="2007080" y="3648870"/>
                  </a:moveTo>
                  <a:cubicBezTo>
                    <a:pt x="2007798" y="3650308"/>
                    <a:pt x="2009236" y="3651027"/>
                    <a:pt x="2010674" y="3651745"/>
                  </a:cubicBezTo>
                  <a:cubicBezTo>
                    <a:pt x="2011393" y="3659653"/>
                    <a:pt x="2011393" y="3667561"/>
                    <a:pt x="2012112" y="3675468"/>
                  </a:cubicBezTo>
                  <a:cubicBezTo>
                    <a:pt x="2010674" y="3673311"/>
                    <a:pt x="2009236" y="3671155"/>
                    <a:pt x="2006361" y="3668998"/>
                  </a:cubicBezTo>
                  <a:cubicBezTo>
                    <a:pt x="2006361" y="3668998"/>
                    <a:pt x="2005642" y="3668998"/>
                    <a:pt x="2005642" y="3668279"/>
                  </a:cubicBezTo>
                  <a:cubicBezTo>
                    <a:pt x="2002766" y="3664685"/>
                    <a:pt x="1999172" y="3661091"/>
                    <a:pt x="1996297" y="3658215"/>
                  </a:cubicBezTo>
                  <a:cubicBezTo>
                    <a:pt x="1999891" y="3655340"/>
                    <a:pt x="2003485" y="3651745"/>
                    <a:pt x="2007080" y="3648870"/>
                  </a:cubicBezTo>
                  <a:close/>
                  <a:moveTo>
                    <a:pt x="2002766" y="3535289"/>
                  </a:moveTo>
                  <a:cubicBezTo>
                    <a:pt x="2002047" y="3535289"/>
                    <a:pt x="2001329" y="3535289"/>
                    <a:pt x="2000610" y="3534570"/>
                  </a:cubicBezTo>
                  <a:cubicBezTo>
                    <a:pt x="1995578" y="3528819"/>
                    <a:pt x="1990546" y="3523787"/>
                    <a:pt x="1985514" y="3518036"/>
                  </a:cubicBezTo>
                  <a:cubicBezTo>
                    <a:pt x="1985514" y="3518036"/>
                    <a:pt x="1985514" y="3517317"/>
                    <a:pt x="1985514" y="3517317"/>
                  </a:cubicBezTo>
                  <a:cubicBezTo>
                    <a:pt x="1989108" y="3518755"/>
                    <a:pt x="1991983" y="3520193"/>
                    <a:pt x="1995578" y="3521630"/>
                  </a:cubicBezTo>
                  <a:cubicBezTo>
                    <a:pt x="1997734" y="3523787"/>
                    <a:pt x="1999891" y="3525944"/>
                    <a:pt x="2002047" y="3528100"/>
                  </a:cubicBezTo>
                  <a:cubicBezTo>
                    <a:pt x="2002766" y="3530257"/>
                    <a:pt x="2002766" y="3532414"/>
                    <a:pt x="2002766" y="3535289"/>
                  </a:cubicBezTo>
                  <a:close/>
                  <a:moveTo>
                    <a:pt x="1997015" y="3446868"/>
                  </a:moveTo>
                  <a:cubicBezTo>
                    <a:pt x="1997734" y="3455495"/>
                    <a:pt x="1998453" y="3464121"/>
                    <a:pt x="1998453" y="3472747"/>
                  </a:cubicBezTo>
                  <a:cubicBezTo>
                    <a:pt x="1991264" y="3464840"/>
                    <a:pt x="1983357" y="3456213"/>
                    <a:pt x="1975449" y="3448306"/>
                  </a:cubicBezTo>
                  <a:cubicBezTo>
                    <a:pt x="1982638" y="3447587"/>
                    <a:pt x="1989827" y="3447587"/>
                    <a:pt x="1997015" y="3446868"/>
                  </a:cubicBezTo>
                  <a:close/>
                  <a:moveTo>
                    <a:pt x="1989108" y="3331130"/>
                  </a:moveTo>
                  <a:cubicBezTo>
                    <a:pt x="1989827" y="3344070"/>
                    <a:pt x="1990546" y="3357728"/>
                    <a:pt x="1991983" y="3370668"/>
                  </a:cubicBezTo>
                  <a:cubicBezTo>
                    <a:pt x="1979044" y="3358447"/>
                    <a:pt x="1966823" y="3346945"/>
                    <a:pt x="1955321" y="3336162"/>
                  </a:cubicBezTo>
                  <a:cubicBezTo>
                    <a:pt x="1966823" y="3336881"/>
                    <a:pt x="1979044" y="3336881"/>
                    <a:pt x="1988389" y="3331130"/>
                  </a:cubicBezTo>
                  <a:cubicBezTo>
                    <a:pt x="1989108" y="3330412"/>
                    <a:pt x="1989108" y="3330412"/>
                    <a:pt x="1989108" y="3331130"/>
                  </a:cubicBezTo>
                  <a:close/>
                  <a:moveTo>
                    <a:pt x="1984795" y="3267151"/>
                  </a:moveTo>
                  <a:cubicBezTo>
                    <a:pt x="1969698" y="3252055"/>
                    <a:pt x="1954602" y="3236959"/>
                    <a:pt x="1940225" y="3221862"/>
                  </a:cubicBezTo>
                  <a:cubicBezTo>
                    <a:pt x="1916502" y="3196702"/>
                    <a:pt x="1892061" y="3171542"/>
                    <a:pt x="1867619" y="3146381"/>
                  </a:cubicBezTo>
                  <a:cubicBezTo>
                    <a:pt x="1866900" y="3128410"/>
                    <a:pt x="1865463" y="3111157"/>
                    <a:pt x="1864744" y="3093185"/>
                  </a:cubicBezTo>
                  <a:cubicBezTo>
                    <a:pt x="1871213" y="3101093"/>
                    <a:pt x="1878402" y="3108281"/>
                    <a:pt x="1884872" y="3116189"/>
                  </a:cubicBezTo>
                  <a:cubicBezTo>
                    <a:pt x="1915783" y="3150695"/>
                    <a:pt x="1945257" y="3189513"/>
                    <a:pt x="1981919" y="3218268"/>
                  </a:cubicBezTo>
                  <a:cubicBezTo>
                    <a:pt x="1982638" y="3234802"/>
                    <a:pt x="1984076" y="3251336"/>
                    <a:pt x="1984795" y="3267151"/>
                  </a:cubicBezTo>
                  <a:close/>
                  <a:moveTo>
                    <a:pt x="1976168" y="3134879"/>
                  </a:moveTo>
                  <a:cubicBezTo>
                    <a:pt x="1976887" y="3148538"/>
                    <a:pt x="1978325" y="3162915"/>
                    <a:pt x="1979044" y="3176574"/>
                  </a:cubicBezTo>
                  <a:cubicBezTo>
                    <a:pt x="1958915" y="3152132"/>
                    <a:pt x="1935911" y="3129847"/>
                    <a:pt x="1914345" y="3106844"/>
                  </a:cubicBezTo>
                  <a:cubicBezTo>
                    <a:pt x="1897093" y="3088153"/>
                    <a:pt x="1879840" y="3070181"/>
                    <a:pt x="1861868" y="3052210"/>
                  </a:cubicBezTo>
                  <a:cubicBezTo>
                    <a:pt x="1861149" y="3043583"/>
                    <a:pt x="1861149" y="3035676"/>
                    <a:pt x="1860430" y="3027049"/>
                  </a:cubicBezTo>
                  <a:cubicBezTo>
                    <a:pt x="1872651" y="3041427"/>
                    <a:pt x="1885591" y="3055085"/>
                    <a:pt x="1899249" y="3068025"/>
                  </a:cubicBezTo>
                  <a:cubicBezTo>
                    <a:pt x="1921534" y="3090310"/>
                    <a:pt x="1945257" y="3110438"/>
                    <a:pt x="1970417" y="3129847"/>
                  </a:cubicBezTo>
                  <a:cubicBezTo>
                    <a:pt x="1972574" y="3132004"/>
                    <a:pt x="1974012" y="3133442"/>
                    <a:pt x="1976168" y="3134879"/>
                  </a:cubicBezTo>
                  <a:close/>
                  <a:moveTo>
                    <a:pt x="1973293" y="3088153"/>
                  </a:moveTo>
                  <a:cubicBezTo>
                    <a:pt x="1956040" y="3074495"/>
                    <a:pt x="1938787" y="3059398"/>
                    <a:pt x="1921534" y="3045021"/>
                  </a:cubicBezTo>
                  <a:cubicBezTo>
                    <a:pt x="1899968" y="3026330"/>
                    <a:pt x="1878402" y="3006202"/>
                    <a:pt x="1858274" y="2985355"/>
                  </a:cubicBezTo>
                  <a:cubicBezTo>
                    <a:pt x="1856836" y="2958757"/>
                    <a:pt x="1855398" y="2932159"/>
                    <a:pt x="1853961" y="2905561"/>
                  </a:cubicBezTo>
                  <a:cubicBezTo>
                    <a:pt x="1879840" y="2942223"/>
                    <a:pt x="1907876" y="2976010"/>
                    <a:pt x="1939506" y="3007640"/>
                  </a:cubicBezTo>
                  <a:cubicBezTo>
                    <a:pt x="1949570" y="3017704"/>
                    <a:pt x="1959634" y="3027049"/>
                    <a:pt x="1969698" y="3035676"/>
                  </a:cubicBezTo>
                  <a:cubicBezTo>
                    <a:pt x="1970417" y="3053647"/>
                    <a:pt x="1971855" y="3070900"/>
                    <a:pt x="1973293" y="3088153"/>
                  </a:cubicBezTo>
                  <a:close/>
                  <a:moveTo>
                    <a:pt x="1953165" y="2886151"/>
                  </a:moveTo>
                  <a:cubicBezTo>
                    <a:pt x="1947413" y="2901247"/>
                    <a:pt x="1943819" y="2916344"/>
                    <a:pt x="1945976" y="2931440"/>
                  </a:cubicBezTo>
                  <a:cubicBezTo>
                    <a:pt x="1947413" y="2940785"/>
                    <a:pt x="1953883" y="2950130"/>
                    <a:pt x="1963229" y="2950130"/>
                  </a:cubicBezTo>
                  <a:cubicBezTo>
                    <a:pt x="1963948" y="2958757"/>
                    <a:pt x="1964666" y="2968102"/>
                    <a:pt x="1965385" y="2976728"/>
                  </a:cubicBezTo>
                  <a:cubicBezTo>
                    <a:pt x="1930161" y="2944379"/>
                    <a:pt x="1897812" y="2908436"/>
                    <a:pt x="1868338" y="2870336"/>
                  </a:cubicBezTo>
                  <a:cubicBezTo>
                    <a:pt x="1878402" y="2873212"/>
                    <a:pt x="1888466" y="2874649"/>
                    <a:pt x="1898530" y="2875368"/>
                  </a:cubicBezTo>
                  <a:cubicBezTo>
                    <a:pt x="1898530" y="2875368"/>
                    <a:pt x="1898530" y="2875368"/>
                    <a:pt x="1898530" y="2875368"/>
                  </a:cubicBezTo>
                  <a:cubicBezTo>
                    <a:pt x="1913627" y="2878962"/>
                    <a:pt x="1930161" y="2880400"/>
                    <a:pt x="1946695" y="2880400"/>
                  </a:cubicBezTo>
                  <a:cubicBezTo>
                    <a:pt x="1949570" y="2882557"/>
                    <a:pt x="1951008" y="2884713"/>
                    <a:pt x="1953165" y="2886151"/>
                  </a:cubicBezTo>
                  <a:close/>
                  <a:moveTo>
                    <a:pt x="1889904" y="2669772"/>
                  </a:moveTo>
                  <a:cubicBezTo>
                    <a:pt x="1898530" y="2681993"/>
                    <a:pt x="1906438" y="2694213"/>
                    <a:pt x="1915064" y="2706434"/>
                  </a:cubicBezTo>
                  <a:cubicBezTo>
                    <a:pt x="1913627" y="2705715"/>
                    <a:pt x="1912908" y="2705715"/>
                    <a:pt x="1911470" y="2704996"/>
                  </a:cubicBezTo>
                  <a:cubicBezTo>
                    <a:pt x="1906438" y="2700683"/>
                    <a:pt x="1901406" y="2695651"/>
                    <a:pt x="1896374" y="2690619"/>
                  </a:cubicBezTo>
                  <a:cubicBezTo>
                    <a:pt x="1894217" y="2684149"/>
                    <a:pt x="1892061" y="2676961"/>
                    <a:pt x="1889904" y="2669772"/>
                  </a:cubicBezTo>
                  <a:close/>
                  <a:moveTo>
                    <a:pt x="1947413" y="2714342"/>
                  </a:moveTo>
                  <a:cubicBezTo>
                    <a:pt x="1943819" y="2713623"/>
                    <a:pt x="1939506" y="2712904"/>
                    <a:pt x="1935911" y="2712185"/>
                  </a:cubicBezTo>
                  <a:cubicBezTo>
                    <a:pt x="1922253" y="2695651"/>
                    <a:pt x="1908595" y="2679117"/>
                    <a:pt x="1895655" y="2662583"/>
                  </a:cubicBezTo>
                  <a:cubicBezTo>
                    <a:pt x="1896374" y="2662583"/>
                    <a:pt x="1897093" y="2662583"/>
                    <a:pt x="1897093" y="2662583"/>
                  </a:cubicBezTo>
                  <a:cubicBezTo>
                    <a:pt x="1912189" y="2672647"/>
                    <a:pt x="1928723" y="2681274"/>
                    <a:pt x="1945257" y="2689181"/>
                  </a:cubicBezTo>
                  <a:lnTo>
                    <a:pt x="1947413" y="2714342"/>
                  </a:lnTo>
                  <a:close/>
                  <a:moveTo>
                    <a:pt x="1943819" y="2288772"/>
                  </a:moveTo>
                  <a:cubicBezTo>
                    <a:pt x="1944538" y="2305306"/>
                    <a:pt x="1944538" y="2321121"/>
                    <a:pt x="1944538" y="2337655"/>
                  </a:cubicBezTo>
                  <a:cubicBezTo>
                    <a:pt x="1944538" y="2342687"/>
                    <a:pt x="1943819" y="2347000"/>
                    <a:pt x="1943100" y="2351313"/>
                  </a:cubicBezTo>
                  <a:cubicBezTo>
                    <a:pt x="1938068" y="2347000"/>
                    <a:pt x="1933036" y="2342687"/>
                    <a:pt x="1927285" y="2338374"/>
                  </a:cubicBezTo>
                  <a:cubicBezTo>
                    <a:pt x="1880559" y="2298117"/>
                    <a:pt x="1833832" y="2258579"/>
                    <a:pt x="1786387" y="2219761"/>
                  </a:cubicBezTo>
                  <a:cubicBezTo>
                    <a:pt x="1784949" y="2191725"/>
                    <a:pt x="1783512" y="2164408"/>
                    <a:pt x="1782074" y="2136372"/>
                  </a:cubicBezTo>
                  <a:cubicBezTo>
                    <a:pt x="1805078" y="2159376"/>
                    <a:pt x="1828800" y="2182379"/>
                    <a:pt x="1853242" y="2205383"/>
                  </a:cubicBezTo>
                  <a:cubicBezTo>
                    <a:pt x="1882715" y="2232700"/>
                    <a:pt x="1911470" y="2263612"/>
                    <a:pt x="1943819" y="2288772"/>
                  </a:cubicBezTo>
                  <a:close/>
                  <a:moveTo>
                    <a:pt x="1942381" y="2234857"/>
                  </a:moveTo>
                  <a:cubicBezTo>
                    <a:pt x="1922253" y="2215447"/>
                    <a:pt x="1899968" y="2196757"/>
                    <a:pt x="1879840" y="2177347"/>
                  </a:cubicBezTo>
                  <a:cubicBezTo>
                    <a:pt x="1847491" y="2147155"/>
                    <a:pt x="1814423" y="2116962"/>
                    <a:pt x="1779917" y="2088208"/>
                  </a:cubicBezTo>
                  <a:cubicBezTo>
                    <a:pt x="1779917" y="2086770"/>
                    <a:pt x="1779917" y="2085332"/>
                    <a:pt x="1779917" y="2083176"/>
                  </a:cubicBezTo>
                  <a:cubicBezTo>
                    <a:pt x="1787106" y="2087489"/>
                    <a:pt x="1793576" y="2091083"/>
                    <a:pt x="1800764" y="2094678"/>
                  </a:cubicBezTo>
                  <a:cubicBezTo>
                    <a:pt x="1828081" y="2108336"/>
                    <a:pt x="1861868" y="2126308"/>
                    <a:pt x="1893498" y="2129902"/>
                  </a:cubicBezTo>
                  <a:cubicBezTo>
                    <a:pt x="1907876" y="2142842"/>
                    <a:pt x="1922253" y="2155063"/>
                    <a:pt x="1937349" y="2165846"/>
                  </a:cubicBezTo>
                  <a:cubicBezTo>
                    <a:pt x="1939506" y="2188849"/>
                    <a:pt x="1940944" y="2211853"/>
                    <a:pt x="1942381" y="2234857"/>
                  </a:cubicBezTo>
                  <a:close/>
                  <a:moveTo>
                    <a:pt x="1603795" y="2347000"/>
                  </a:moveTo>
                  <a:cubicBezTo>
                    <a:pt x="1603795" y="2332623"/>
                    <a:pt x="1597325" y="2321840"/>
                    <a:pt x="1587261" y="2316089"/>
                  </a:cubicBezTo>
                  <a:cubicBezTo>
                    <a:pt x="1585104" y="2295961"/>
                    <a:pt x="1580791" y="2276551"/>
                    <a:pt x="1570727" y="2260017"/>
                  </a:cubicBezTo>
                  <a:cubicBezTo>
                    <a:pt x="1569289" y="2248515"/>
                    <a:pt x="1565695" y="2237013"/>
                    <a:pt x="1561381" y="2226230"/>
                  </a:cubicBezTo>
                  <a:cubicBezTo>
                    <a:pt x="1554912" y="2210415"/>
                    <a:pt x="1534783" y="2214728"/>
                    <a:pt x="1527595" y="2226230"/>
                  </a:cubicBezTo>
                  <a:cubicBezTo>
                    <a:pt x="1527595" y="2226230"/>
                    <a:pt x="1527595" y="2226230"/>
                    <a:pt x="1526876" y="2226230"/>
                  </a:cubicBezTo>
                  <a:cubicBezTo>
                    <a:pt x="1506029" y="2265768"/>
                    <a:pt x="1511779" y="2318964"/>
                    <a:pt x="1509623" y="2363534"/>
                  </a:cubicBezTo>
                  <a:cubicBezTo>
                    <a:pt x="1507466" y="2413855"/>
                    <a:pt x="1503153" y="2462738"/>
                    <a:pt x="1523281" y="2508745"/>
                  </a:cubicBezTo>
                  <a:cubicBezTo>
                    <a:pt x="1503153" y="2509464"/>
                    <a:pt x="1483025" y="2510183"/>
                    <a:pt x="1462896" y="2510902"/>
                  </a:cubicBezTo>
                  <a:cubicBezTo>
                    <a:pt x="1433423" y="2511621"/>
                    <a:pt x="1401074" y="2511621"/>
                    <a:pt x="1370881" y="2515934"/>
                  </a:cubicBezTo>
                  <a:cubicBezTo>
                    <a:pt x="1370881" y="2515215"/>
                    <a:pt x="1370881" y="2515215"/>
                    <a:pt x="1370881" y="2514496"/>
                  </a:cubicBezTo>
                  <a:cubicBezTo>
                    <a:pt x="1373757" y="2510183"/>
                    <a:pt x="1373757" y="2504432"/>
                    <a:pt x="1371600" y="2499400"/>
                  </a:cubicBezTo>
                  <a:cubicBezTo>
                    <a:pt x="1373038" y="2462019"/>
                    <a:pt x="1374476" y="2424638"/>
                    <a:pt x="1375913" y="2387976"/>
                  </a:cubicBezTo>
                  <a:cubicBezTo>
                    <a:pt x="1379508" y="2277989"/>
                    <a:pt x="1383821" y="2168721"/>
                    <a:pt x="1388134" y="2058734"/>
                  </a:cubicBezTo>
                  <a:cubicBezTo>
                    <a:pt x="1403230" y="2060172"/>
                    <a:pt x="1419045" y="2060891"/>
                    <a:pt x="1434861" y="2061610"/>
                  </a:cubicBezTo>
                  <a:cubicBezTo>
                    <a:pt x="1441330" y="2063047"/>
                    <a:pt x="1447800" y="2064485"/>
                    <a:pt x="1454270" y="2065923"/>
                  </a:cubicBezTo>
                  <a:cubicBezTo>
                    <a:pt x="1483744" y="2071674"/>
                    <a:pt x="1513217" y="2074549"/>
                    <a:pt x="1543410" y="2076706"/>
                  </a:cubicBezTo>
                  <a:cubicBezTo>
                    <a:pt x="1598044" y="2081019"/>
                    <a:pt x="1682870" y="2083895"/>
                    <a:pt x="1731034" y="2052264"/>
                  </a:cubicBezTo>
                  <a:cubicBezTo>
                    <a:pt x="1731753" y="2052264"/>
                    <a:pt x="1731753" y="2051546"/>
                    <a:pt x="1731753" y="2051546"/>
                  </a:cubicBezTo>
                  <a:cubicBezTo>
                    <a:pt x="1739661" y="2058015"/>
                    <a:pt x="1748287" y="2063766"/>
                    <a:pt x="1756913" y="2068798"/>
                  </a:cubicBezTo>
                  <a:cubicBezTo>
                    <a:pt x="1756913" y="2082457"/>
                    <a:pt x="1757632" y="2096115"/>
                    <a:pt x="1757632" y="2109774"/>
                  </a:cubicBezTo>
                  <a:cubicBezTo>
                    <a:pt x="1757632" y="2109774"/>
                    <a:pt x="1758351" y="2110493"/>
                    <a:pt x="1758351" y="2110493"/>
                  </a:cubicBezTo>
                  <a:cubicBezTo>
                    <a:pt x="1759789" y="2139966"/>
                    <a:pt x="1761227" y="2170159"/>
                    <a:pt x="1762664" y="2199632"/>
                  </a:cubicBezTo>
                  <a:cubicBezTo>
                    <a:pt x="1761227" y="2198914"/>
                    <a:pt x="1760508" y="2198914"/>
                    <a:pt x="1759070" y="2198914"/>
                  </a:cubicBezTo>
                  <a:cubicBezTo>
                    <a:pt x="1759070" y="2208978"/>
                    <a:pt x="1759789" y="2219042"/>
                    <a:pt x="1759789" y="2229825"/>
                  </a:cubicBezTo>
                  <a:cubicBezTo>
                    <a:pt x="1761227" y="2231263"/>
                    <a:pt x="1762664" y="2232700"/>
                    <a:pt x="1764102" y="2234138"/>
                  </a:cubicBezTo>
                  <a:cubicBezTo>
                    <a:pt x="1766259" y="2282302"/>
                    <a:pt x="1769134" y="2330466"/>
                    <a:pt x="1771291" y="2378630"/>
                  </a:cubicBezTo>
                  <a:cubicBezTo>
                    <a:pt x="1769134" y="2378630"/>
                    <a:pt x="1768415" y="2379349"/>
                    <a:pt x="1766978" y="2380787"/>
                  </a:cubicBezTo>
                  <a:cubicBezTo>
                    <a:pt x="1766978" y="2382944"/>
                    <a:pt x="1766978" y="2385819"/>
                    <a:pt x="1766978" y="2387976"/>
                  </a:cubicBezTo>
                  <a:cubicBezTo>
                    <a:pt x="1766978" y="2387976"/>
                    <a:pt x="1766978" y="2387976"/>
                    <a:pt x="1766978" y="2388695"/>
                  </a:cubicBezTo>
                  <a:cubicBezTo>
                    <a:pt x="1768415" y="2390132"/>
                    <a:pt x="1769853" y="2392289"/>
                    <a:pt x="1771291" y="2393727"/>
                  </a:cubicBezTo>
                  <a:cubicBezTo>
                    <a:pt x="1772729" y="2421763"/>
                    <a:pt x="1774166" y="2449798"/>
                    <a:pt x="1775604" y="2477115"/>
                  </a:cubicBezTo>
                  <a:cubicBezTo>
                    <a:pt x="1769134" y="2482147"/>
                    <a:pt x="1765540" y="2492212"/>
                    <a:pt x="1772729" y="2499400"/>
                  </a:cubicBezTo>
                  <a:cubicBezTo>
                    <a:pt x="1774166" y="2500838"/>
                    <a:pt x="1774885" y="2501557"/>
                    <a:pt x="1776323" y="2502995"/>
                  </a:cubicBezTo>
                  <a:cubicBezTo>
                    <a:pt x="1776323" y="2503713"/>
                    <a:pt x="1776323" y="2503713"/>
                    <a:pt x="1776323" y="2504432"/>
                  </a:cubicBezTo>
                  <a:cubicBezTo>
                    <a:pt x="1715938" y="2497962"/>
                    <a:pt x="1649802" y="2506589"/>
                    <a:pt x="1592293" y="2507308"/>
                  </a:cubicBezTo>
                  <a:cubicBezTo>
                    <a:pt x="1591574" y="2507308"/>
                    <a:pt x="1591574" y="2507308"/>
                    <a:pt x="1590855" y="2507308"/>
                  </a:cubicBezTo>
                  <a:cubicBezTo>
                    <a:pt x="1600200" y="2487898"/>
                    <a:pt x="1600200" y="2466332"/>
                    <a:pt x="1602357" y="2444766"/>
                  </a:cubicBezTo>
                  <a:cubicBezTo>
                    <a:pt x="1605232" y="2412417"/>
                    <a:pt x="1603795" y="2379349"/>
                    <a:pt x="1603795" y="2347000"/>
                  </a:cubicBezTo>
                  <a:close/>
                  <a:moveTo>
                    <a:pt x="1379508" y="1396657"/>
                  </a:moveTo>
                  <a:cubicBezTo>
                    <a:pt x="1371600" y="1371496"/>
                    <a:pt x="1351472" y="1349930"/>
                    <a:pt x="1337095" y="1327645"/>
                  </a:cubicBezTo>
                  <a:cubicBezTo>
                    <a:pt x="1329187" y="1315425"/>
                    <a:pt x="1321998" y="1303204"/>
                    <a:pt x="1314810" y="1290264"/>
                  </a:cubicBezTo>
                  <a:cubicBezTo>
                    <a:pt x="1321998" y="1287389"/>
                    <a:pt x="1329187" y="1283794"/>
                    <a:pt x="1336376" y="1280200"/>
                  </a:cubicBezTo>
                  <a:cubicBezTo>
                    <a:pt x="1348596" y="1305360"/>
                    <a:pt x="1365849" y="1328364"/>
                    <a:pt x="1380946" y="1351368"/>
                  </a:cubicBezTo>
                  <a:cubicBezTo>
                    <a:pt x="1380946" y="1366464"/>
                    <a:pt x="1380227" y="1381561"/>
                    <a:pt x="1379508" y="1396657"/>
                  </a:cubicBezTo>
                  <a:close/>
                  <a:moveTo>
                    <a:pt x="1634706" y="1933651"/>
                  </a:moveTo>
                  <a:cubicBezTo>
                    <a:pt x="1638300" y="1929338"/>
                    <a:pt x="1641895" y="1925025"/>
                    <a:pt x="1645489" y="1920711"/>
                  </a:cubicBezTo>
                  <a:cubicBezTo>
                    <a:pt x="1658429" y="1949466"/>
                    <a:pt x="1677838" y="1975345"/>
                    <a:pt x="1701561" y="1994755"/>
                  </a:cubicBezTo>
                  <a:cubicBezTo>
                    <a:pt x="1698685" y="1995474"/>
                    <a:pt x="1696529" y="1996193"/>
                    <a:pt x="1694372" y="1998349"/>
                  </a:cubicBezTo>
                  <a:cubicBezTo>
                    <a:pt x="1686464" y="1988285"/>
                    <a:pt x="1677119" y="1979659"/>
                    <a:pt x="1669212" y="1971032"/>
                  </a:cubicBezTo>
                  <a:cubicBezTo>
                    <a:pt x="1658429" y="1958093"/>
                    <a:pt x="1646208" y="1945872"/>
                    <a:pt x="1634706" y="1933651"/>
                  </a:cubicBezTo>
                  <a:close/>
                  <a:moveTo>
                    <a:pt x="1638300" y="2018478"/>
                  </a:moveTo>
                  <a:cubicBezTo>
                    <a:pt x="1635425" y="2018478"/>
                    <a:pt x="1632549" y="2018478"/>
                    <a:pt x="1629674" y="2018478"/>
                  </a:cubicBezTo>
                  <a:cubicBezTo>
                    <a:pt x="1619610" y="2018478"/>
                    <a:pt x="1608827" y="2018478"/>
                    <a:pt x="1598762" y="2018478"/>
                  </a:cubicBezTo>
                  <a:cubicBezTo>
                    <a:pt x="1590136" y="1991160"/>
                    <a:pt x="1566413" y="1968157"/>
                    <a:pt x="1546285" y="1946591"/>
                  </a:cubicBezTo>
                  <a:cubicBezTo>
                    <a:pt x="1554193" y="1945153"/>
                    <a:pt x="1561381" y="1942996"/>
                    <a:pt x="1569289" y="1940121"/>
                  </a:cubicBezTo>
                  <a:cubicBezTo>
                    <a:pt x="1590855" y="1967438"/>
                    <a:pt x="1615296" y="1992598"/>
                    <a:pt x="1638300" y="2018478"/>
                  </a:cubicBezTo>
                  <a:close/>
                  <a:moveTo>
                    <a:pt x="1690059" y="1898427"/>
                  </a:moveTo>
                  <a:cubicBezTo>
                    <a:pt x="1694372" y="1896989"/>
                    <a:pt x="1698685" y="1896270"/>
                    <a:pt x="1702280" y="1894832"/>
                  </a:cubicBezTo>
                  <a:cubicBezTo>
                    <a:pt x="1710906" y="1901302"/>
                    <a:pt x="1720251" y="1906334"/>
                    <a:pt x="1730315" y="1910647"/>
                  </a:cubicBezTo>
                  <a:cubicBezTo>
                    <a:pt x="1735347" y="1927181"/>
                    <a:pt x="1742536" y="1942996"/>
                    <a:pt x="1751881" y="1958093"/>
                  </a:cubicBezTo>
                  <a:cubicBezTo>
                    <a:pt x="1751881" y="1960249"/>
                    <a:pt x="1751881" y="1962406"/>
                    <a:pt x="1751881" y="1964562"/>
                  </a:cubicBezTo>
                  <a:cubicBezTo>
                    <a:pt x="1727440" y="1945872"/>
                    <a:pt x="1705874" y="1925025"/>
                    <a:pt x="1690059" y="1898427"/>
                  </a:cubicBezTo>
                  <a:close/>
                  <a:moveTo>
                    <a:pt x="1720251" y="1828696"/>
                  </a:moveTo>
                  <a:cubicBezTo>
                    <a:pt x="1719532" y="1827978"/>
                    <a:pt x="1718813" y="1827978"/>
                    <a:pt x="1718095" y="1827978"/>
                  </a:cubicBezTo>
                  <a:cubicBezTo>
                    <a:pt x="1723127" y="1815757"/>
                    <a:pt x="1726002" y="1802817"/>
                    <a:pt x="1727440" y="1789159"/>
                  </a:cubicBezTo>
                  <a:cubicBezTo>
                    <a:pt x="1728159" y="1779095"/>
                    <a:pt x="1713781" y="1772625"/>
                    <a:pt x="1707312" y="1780532"/>
                  </a:cubicBezTo>
                  <a:cubicBezTo>
                    <a:pt x="1690778" y="1801379"/>
                    <a:pt x="1674244" y="1823664"/>
                    <a:pt x="1659147" y="1846668"/>
                  </a:cubicBezTo>
                  <a:cubicBezTo>
                    <a:pt x="1649083" y="1844511"/>
                    <a:pt x="1638300" y="1848825"/>
                    <a:pt x="1632549" y="1858170"/>
                  </a:cubicBezTo>
                  <a:cubicBezTo>
                    <a:pt x="1619610" y="1860327"/>
                    <a:pt x="1607389" y="1862483"/>
                    <a:pt x="1594449" y="1863921"/>
                  </a:cubicBezTo>
                  <a:cubicBezTo>
                    <a:pt x="1593730" y="1863921"/>
                    <a:pt x="1593012" y="1863921"/>
                    <a:pt x="1591574" y="1863921"/>
                  </a:cubicBezTo>
                  <a:cubicBezTo>
                    <a:pt x="1590136" y="1862483"/>
                    <a:pt x="1587979" y="1861764"/>
                    <a:pt x="1586542" y="1861046"/>
                  </a:cubicBezTo>
                  <a:cubicBezTo>
                    <a:pt x="1586542" y="1856732"/>
                    <a:pt x="1586542" y="1852419"/>
                    <a:pt x="1586542" y="1848106"/>
                  </a:cubicBezTo>
                  <a:cubicBezTo>
                    <a:pt x="1564257" y="1848106"/>
                    <a:pt x="1541972" y="1848106"/>
                    <a:pt x="1519687" y="1847387"/>
                  </a:cubicBezTo>
                  <a:cubicBezTo>
                    <a:pt x="1499559" y="1847387"/>
                    <a:pt x="1479430" y="1846668"/>
                    <a:pt x="1459302" y="1846668"/>
                  </a:cubicBezTo>
                  <a:cubicBezTo>
                    <a:pt x="1456427" y="1845949"/>
                    <a:pt x="1452832" y="1844511"/>
                    <a:pt x="1449957" y="1843074"/>
                  </a:cubicBezTo>
                  <a:cubicBezTo>
                    <a:pt x="1447081" y="1840198"/>
                    <a:pt x="1443487" y="1837323"/>
                    <a:pt x="1440611" y="1833728"/>
                  </a:cubicBezTo>
                  <a:cubicBezTo>
                    <a:pt x="1434861" y="1827978"/>
                    <a:pt x="1426953" y="1828696"/>
                    <a:pt x="1421202" y="1832291"/>
                  </a:cubicBezTo>
                  <a:cubicBezTo>
                    <a:pt x="1414732" y="1829415"/>
                    <a:pt x="1408262" y="1826540"/>
                    <a:pt x="1401793" y="1823664"/>
                  </a:cubicBezTo>
                  <a:cubicBezTo>
                    <a:pt x="1411857" y="1815038"/>
                    <a:pt x="1418327" y="1804255"/>
                    <a:pt x="1420483" y="1792034"/>
                  </a:cubicBezTo>
                  <a:cubicBezTo>
                    <a:pt x="1421921" y="1784127"/>
                    <a:pt x="1416889" y="1778376"/>
                    <a:pt x="1409700" y="1776938"/>
                  </a:cubicBezTo>
                  <a:cubicBezTo>
                    <a:pt x="1408262" y="1776938"/>
                    <a:pt x="1406825" y="1776938"/>
                    <a:pt x="1406106" y="1776938"/>
                  </a:cubicBezTo>
                  <a:cubicBezTo>
                    <a:pt x="1405387" y="1771187"/>
                    <a:pt x="1402512" y="1766155"/>
                    <a:pt x="1399636" y="1761842"/>
                  </a:cubicBezTo>
                  <a:cubicBezTo>
                    <a:pt x="1399636" y="1761123"/>
                    <a:pt x="1399636" y="1760404"/>
                    <a:pt x="1399636" y="1759685"/>
                  </a:cubicBezTo>
                  <a:cubicBezTo>
                    <a:pt x="1400355" y="1763279"/>
                    <a:pt x="1403230" y="1766155"/>
                    <a:pt x="1407544" y="1766155"/>
                  </a:cubicBezTo>
                  <a:cubicBezTo>
                    <a:pt x="1452113" y="1766874"/>
                    <a:pt x="1495964" y="1768311"/>
                    <a:pt x="1540534" y="1770468"/>
                  </a:cubicBezTo>
                  <a:cubicBezTo>
                    <a:pt x="1545566" y="1773344"/>
                    <a:pt x="1550598" y="1774062"/>
                    <a:pt x="1555630" y="1771187"/>
                  </a:cubicBezTo>
                  <a:cubicBezTo>
                    <a:pt x="1620328" y="1773344"/>
                    <a:pt x="1684308" y="1776219"/>
                    <a:pt x="1748287" y="1775500"/>
                  </a:cubicBezTo>
                  <a:cubicBezTo>
                    <a:pt x="1748287" y="1781970"/>
                    <a:pt x="1749006" y="1787721"/>
                    <a:pt x="1749006" y="1794191"/>
                  </a:cubicBezTo>
                  <a:cubicBezTo>
                    <a:pt x="1754757" y="1799942"/>
                    <a:pt x="1760508" y="1805693"/>
                    <a:pt x="1766259" y="1810725"/>
                  </a:cubicBezTo>
                  <a:cubicBezTo>
                    <a:pt x="1750444" y="1814319"/>
                    <a:pt x="1735347" y="1821508"/>
                    <a:pt x="1720251" y="1828696"/>
                  </a:cubicBezTo>
                  <a:close/>
                  <a:moveTo>
                    <a:pt x="1544129" y="2019196"/>
                  </a:moveTo>
                  <a:cubicBezTo>
                    <a:pt x="1540534" y="2019196"/>
                    <a:pt x="1536221" y="2019196"/>
                    <a:pt x="1532627" y="2019196"/>
                  </a:cubicBezTo>
                  <a:cubicBezTo>
                    <a:pt x="1532627" y="2019196"/>
                    <a:pt x="1532627" y="2018478"/>
                    <a:pt x="1532627" y="2018478"/>
                  </a:cubicBezTo>
                  <a:cubicBezTo>
                    <a:pt x="1524719" y="2002662"/>
                    <a:pt x="1513936" y="1997630"/>
                    <a:pt x="1500278" y="1988285"/>
                  </a:cubicBezTo>
                  <a:cubicBezTo>
                    <a:pt x="1479430" y="1973908"/>
                    <a:pt x="1461459" y="1955936"/>
                    <a:pt x="1444925" y="1937964"/>
                  </a:cubicBezTo>
                  <a:cubicBezTo>
                    <a:pt x="1439174" y="1931494"/>
                    <a:pt x="1433423" y="1924306"/>
                    <a:pt x="1428391" y="1916398"/>
                  </a:cubicBezTo>
                  <a:cubicBezTo>
                    <a:pt x="1439893" y="1926462"/>
                    <a:pt x="1453551" y="1934370"/>
                    <a:pt x="1468647" y="1939402"/>
                  </a:cubicBezTo>
                  <a:cubicBezTo>
                    <a:pt x="1473679" y="1940840"/>
                    <a:pt x="1478712" y="1942278"/>
                    <a:pt x="1483744" y="1943715"/>
                  </a:cubicBezTo>
                  <a:cubicBezTo>
                    <a:pt x="1488057" y="1949466"/>
                    <a:pt x="1492370" y="1954498"/>
                    <a:pt x="1496683" y="1960249"/>
                  </a:cubicBezTo>
                  <a:cubicBezTo>
                    <a:pt x="1511779" y="1978221"/>
                    <a:pt x="1526157" y="2001225"/>
                    <a:pt x="1544129" y="2019196"/>
                  </a:cubicBezTo>
                  <a:close/>
                  <a:moveTo>
                    <a:pt x="1450676" y="2018478"/>
                  </a:moveTo>
                  <a:cubicBezTo>
                    <a:pt x="1440611" y="2018478"/>
                    <a:pt x="1429828" y="2018478"/>
                    <a:pt x="1419764" y="2019196"/>
                  </a:cubicBezTo>
                  <a:cubicBezTo>
                    <a:pt x="1414732" y="2004100"/>
                    <a:pt x="1403230" y="1991160"/>
                    <a:pt x="1391010" y="1979659"/>
                  </a:cubicBezTo>
                  <a:cubicBezTo>
                    <a:pt x="1391010" y="1971032"/>
                    <a:pt x="1391729" y="1962406"/>
                    <a:pt x="1391729" y="1953779"/>
                  </a:cubicBezTo>
                  <a:cubicBezTo>
                    <a:pt x="1393166" y="1955936"/>
                    <a:pt x="1394604" y="1958093"/>
                    <a:pt x="1396042" y="1960249"/>
                  </a:cubicBezTo>
                  <a:cubicBezTo>
                    <a:pt x="1408981" y="1977502"/>
                    <a:pt x="1428391" y="2001225"/>
                    <a:pt x="1450676" y="2018478"/>
                  </a:cubicBezTo>
                  <a:close/>
                  <a:moveTo>
                    <a:pt x="1888466" y="1850262"/>
                  </a:moveTo>
                  <a:cubicBezTo>
                    <a:pt x="1877683" y="1850262"/>
                    <a:pt x="1867619" y="1850262"/>
                    <a:pt x="1856836" y="1849544"/>
                  </a:cubicBezTo>
                  <a:cubicBezTo>
                    <a:pt x="1829519" y="1823664"/>
                    <a:pt x="1800764" y="1799223"/>
                    <a:pt x="1772010" y="1774781"/>
                  </a:cubicBezTo>
                  <a:cubicBezTo>
                    <a:pt x="1785668" y="1774781"/>
                    <a:pt x="1799327" y="1774062"/>
                    <a:pt x="1812266" y="1773344"/>
                  </a:cubicBezTo>
                  <a:cubicBezTo>
                    <a:pt x="1818736" y="1779813"/>
                    <a:pt x="1825206" y="1786283"/>
                    <a:pt x="1831676" y="1792753"/>
                  </a:cubicBezTo>
                  <a:cubicBezTo>
                    <a:pt x="1849647" y="1810725"/>
                    <a:pt x="1868338" y="1832291"/>
                    <a:pt x="1888466" y="1850262"/>
                  </a:cubicBezTo>
                  <a:close/>
                  <a:moveTo>
                    <a:pt x="1851804" y="1771906"/>
                  </a:moveTo>
                  <a:cubicBezTo>
                    <a:pt x="1866900" y="1771187"/>
                    <a:pt x="1881996" y="1769749"/>
                    <a:pt x="1897093" y="1768311"/>
                  </a:cubicBezTo>
                  <a:cubicBezTo>
                    <a:pt x="1900687" y="1785564"/>
                    <a:pt x="1903562" y="1802098"/>
                    <a:pt x="1906438" y="1819351"/>
                  </a:cubicBezTo>
                  <a:cubicBezTo>
                    <a:pt x="1888466" y="1802817"/>
                    <a:pt x="1869057" y="1787721"/>
                    <a:pt x="1851804" y="1771906"/>
                  </a:cubicBezTo>
                  <a:cubicBezTo>
                    <a:pt x="1852523" y="1771906"/>
                    <a:pt x="1851804" y="1771906"/>
                    <a:pt x="1851804" y="1771906"/>
                  </a:cubicBezTo>
                  <a:close/>
                  <a:moveTo>
                    <a:pt x="1791419" y="1835166"/>
                  </a:moveTo>
                  <a:cubicBezTo>
                    <a:pt x="1787106" y="1838761"/>
                    <a:pt x="1783512" y="1843793"/>
                    <a:pt x="1782074" y="1848825"/>
                  </a:cubicBezTo>
                  <a:cubicBezTo>
                    <a:pt x="1780636" y="1848825"/>
                    <a:pt x="1779917" y="1848825"/>
                    <a:pt x="1778479" y="1848825"/>
                  </a:cubicBezTo>
                  <a:cubicBezTo>
                    <a:pt x="1778479" y="1848825"/>
                    <a:pt x="1777761" y="1848825"/>
                    <a:pt x="1777761" y="1848106"/>
                  </a:cubicBezTo>
                  <a:cubicBezTo>
                    <a:pt x="1782074" y="1843074"/>
                    <a:pt x="1785668" y="1837323"/>
                    <a:pt x="1788544" y="1831572"/>
                  </a:cubicBezTo>
                  <a:cubicBezTo>
                    <a:pt x="1789981" y="1833010"/>
                    <a:pt x="1790700" y="1834447"/>
                    <a:pt x="1791419" y="1835166"/>
                  </a:cubicBezTo>
                  <a:close/>
                  <a:moveTo>
                    <a:pt x="1773447" y="2036449"/>
                  </a:moveTo>
                  <a:cubicBezTo>
                    <a:pt x="1772729" y="2033574"/>
                    <a:pt x="1772729" y="2030698"/>
                    <a:pt x="1772010" y="2027823"/>
                  </a:cubicBezTo>
                  <a:cubicBezTo>
                    <a:pt x="1774166" y="2027823"/>
                    <a:pt x="1777042" y="2027823"/>
                    <a:pt x="1779198" y="2027104"/>
                  </a:cubicBezTo>
                  <a:cubicBezTo>
                    <a:pt x="1787825" y="2036449"/>
                    <a:pt x="1797170" y="2045794"/>
                    <a:pt x="1807234" y="2055140"/>
                  </a:cubicBezTo>
                  <a:cubicBezTo>
                    <a:pt x="1796451" y="2049389"/>
                    <a:pt x="1784949" y="2042919"/>
                    <a:pt x="1773447" y="2036449"/>
                  </a:cubicBezTo>
                  <a:close/>
                  <a:moveTo>
                    <a:pt x="1933755" y="2103304"/>
                  </a:moveTo>
                  <a:cubicBezTo>
                    <a:pt x="1933755" y="2107617"/>
                    <a:pt x="1934474" y="2111930"/>
                    <a:pt x="1934474" y="2115525"/>
                  </a:cubicBezTo>
                  <a:cubicBezTo>
                    <a:pt x="1931598" y="2113368"/>
                    <a:pt x="1929442" y="2111212"/>
                    <a:pt x="1926566" y="2108336"/>
                  </a:cubicBezTo>
                  <a:cubicBezTo>
                    <a:pt x="1926566" y="2108336"/>
                    <a:pt x="1926566" y="2107617"/>
                    <a:pt x="1925847" y="2107617"/>
                  </a:cubicBezTo>
                  <a:cubicBezTo>
                    <a:pt x="1925128" y="2107617"/>
                    <a:pt x="1925128" y="2106898"/>
                    <a:pt x="1924410" y="2106898"/>
                  </a:cubicBezTo>
                  <a:cubicBezTo>
                    <a:pt x="1916502" y="2099710"/>
                    <a:pt x="1908595" y="2093240"/>
                    <a:pt x="1900687" y="2086051"/>
                  </a:cubicBezTo>
                  <a:cubicBezTo>
                    <a:pt x="1912189" y="2091802"/>
                    <a:pt x="1922972" y="2098272"/>
                    <a:pt x="1933755" y="2103304"/>
                  </a:cubicBezTo>
                  <a:close/>
                  <a:moveTo>
                    <a:pt x="1920815" y="1998349"/>
                  </a:moveTo>
                  <a:cubicBezTo>
                    <a:pt x="1920097" y="2000506"/>
                    <a:pt x="1919378" y="2002662"/>
                    <a:pt x="1918659" y="2004819"/>
                  </a:cubicBezTo>
                  <a:cubicBezTo>
                    <a:pt x="1915783" y="2001225"/>
                    <a:pt x="1912908" y="1997630"/>
                    <a:pt x="1910032" y="1994755"/>
                  </a:cubicBezTo>
                  <a:cubicBezTo>
                    <a:pt x="1913627" y="1996193"/>
                    <a:pt x="1917221" y="1997630"/>
                    <a:pt x="1920815" y="1998349"/>
                  </a:cubicBezTo>
                  <a:close/>
                  <a:moveTo>
                    <a:pt x="1915064" y="1877579"/>
                  </a:moveTo>
                  <a:cubicBezTo>
                    <a:pt x="1908595" y="1880455"/>
                    <a:pt x="1903562" y="1885487"/>
                    <a:pt x="1900687" y="1891957"/>
                  </a:cubicBezTo>
                  <a:cubicBezTo>
                    <a:pt x="1899968" y="1891957"/>
                    <a:pt x="1899249" y="1891957"/>
                    <a:pt x="1898530" y="1891957"/>
                  </a:cubicBezTo>
                  <a:cubicBezTo>
                    <a:pt x="1892061" y="1884768"/>
                    <a:pt x="1885591" y="1878298"/>
                    <a:pt x="1878402" y="1871110"/>
                  </a:cubicBezTo>
                  <a:cubicBezTo>
                    <a:pt x="1878402" y="1869672"/>
                    <a:pt x="1878402" y="1868234"/>
                    <a:pt x="1878402" y="1866796"/>
                  </a:cubicBezTo>
                  <a:cubicBezTo>
                    <a:pt x="1878402" y="1866077"/>
                    <a:pt x="1878402" y="1865359"/>
                    <a:pt x="1878402" y="1864640"/>
                  </a:cubicBezTo>
                  <a:cubicBezTo>
                    <a:pt x="1887747" y="1864640"/>
                    <a:pt x="1897093" y="1864640"/>
                    <a:pt x="1906438" y="1863921"/>
                  </a:cubicBezTo>
                  <a:cubicBezTo>
                    <a:pt x="1909314" y="1866077"/>
                    <a:pt x="1911470" y="1867515"/>
                    <a:pt x="1914345" y="1868953"/>
                  </a:cubicBezTo>
                  <a:cubicBezTo>
                    <a:pt x="1914345" y="1872547"/>
                    <a:pt x="1915064" y="1874704"/>
                    <a:pt x="1915064" y="1877579"/>
                  </a:cubicBezTo>
                  <a:close/>
                  <a:moveTo>
                    <a:pt x="1911470" y="929393"/>
                  </a:moveTo>
                  <a:cubicBezTo>
                    <a:pt x="1910751" y="932987"/>
                    <a:pt x="1910032" y="937300"/>
                    <a:pt x="1909314" y="940894"/>
                  </a:cubicBezTo>
                  <a:cubicBezTo>
                    <a:pt x="1907876" y="934425"/>
                    <a:pt x="1902844" y="930111"/>
                    <a:pt x="1897812" y="927955"/>
                  </a:cubicBezTo>
                  <a:cubicBezTo>
                    <a:pt x="1897812" y="927236"/>
                    <a:pt x="1897812" y="926517"/>
                    <a:pt x="1897093" y="925798"/>
                  </a:cubicBezTo>
                  <a:cubicBezTo>
                    <a:pt x="1897093" y="925079"/>
                    <a:pt x="1896374" y="923642"/>
                    <a:pt x="1896374" y="922923"/>
                  </a:cubicBezTo>
                  <a:cubicBezTo>
                    <a:pt x="1901406" y="925079"/>
                    <a:pt x="1906438" y="927236"/>
                    <a:pt x="1911470" y="929393"/>
                  </a:cubicBezTo>
                  <a:close/>
                  <a:moveTo>
                    <a:pt x="1892779" y="1747464"/>
                  </a:moveTo>
                  <a:cubicBezTo>
                    <a:pt x="1867619" y="1745308"/>
                    <a:pt x="1843178" y="1743151"/>
                    <a:pt x="1818017" y="1742432"/>
                  </a:cubicBezTo>
                  <a:cubicBezTo>
                    <a:pt x="1793576" y="1721585"/>
                    <a:pt x="1769134" y="1701457"/>
                    <a:pt x="1743974" y="1681328"/>
                  </a:cubicBezTo>
                  <a:cubicBezTo>
                    <a:pt x="1743974" y="1688517"/>
                    <a:pt x="1744693" y="1695706"/>
                    <a:pt x="1744693" y="1702894"/>
                  </a:cubicBezTo>
                  <a:cubicBezTo>
                    <a:pt x="1756195" y="1715834"/>
                    <a:pt x="1768415" y="1728055"/>
                    <a:pt x="1779917" y="1740994"/>
                  </a:cubicBezTo>
                  <a:cubicBezTo>
                    <a:pt x="1710906" y="1739557"/>
                    <a:pt x="1641895" y="1741713"/>
                    <a:pt x="1572883" y="1743870"/>
                  </a:cubicBezTo>
                  <a:cubicBezTo>
                    <a:pt x="1578634" y="1723023"/>
                    <a:pt x="1575040" y="1697862"/>
                    <a:pt x="1574321" y="1678453"/>
                  </a:cubicBezTo>
                  <a:cubicBezTo>
                    <a:pt x="1574321" y="1669108"/>
                    <a:pt x="1573602" y="1660481"/>
                    <a:pt x="1573602" y="1651136"/>
                  </a:cubicBezTo>
                  <a:cubicBezTo>
                    <a:pt x="1578634" y="1634602"/>
                    <a:pt x="1581510" y="1617349"/>
                    <a:pt x="1582947" y="1598659"/>
                  </a:cubicBezTo>
                  <a:cubicBezTo>
                    <a:pt x="1584385" y="1581406"/>
                    <a:pt x="1569289" y="1571342"/>
                    <a:pt x="1554193" y="1571342"/>
                  </a:cubicBezTo>
                  <a:cubicBezTo>
                    <a:pt x="1546285" y="1566310"/>
                    <a:pt x="1533346" y="1572779"/>
                    <a:pt x="1529751" y="1581406"/>
                  </a:cubicBezTo>
                  <a:cubicBezTo>
                    <a:pt x="1516812" y="1611598"/>
                    <a:pt x="1518249" y="1646104"/>
                    <a:pt x="1517530" y="1678453"/>
                  </a:cubicBezTo>
                  <a:cubicBezTo>
                    <a:pt x="1517530" y="1698581"/>
                    <a:pt x="1513936" y="1725179"/>
                    <a:pt x="1520406" y="1746027"/>
                  </a:cubicBezTo>
                  <a:cubicBezTo>
                    <a:pt x="1482306" y="1747464"/>
                    <a:pt x="1444206" y="1748902"/>
                    <a:pt x="1405387" y="1749621"/>
                  </a:cubicBezTo>
                  <a:cubicBezTo>
                    <a:pt x="1401074" y="1749621"/>
                    <a:pt x="1398917" y="1751778"/>
                    <a:pt x="1397479" y="1754653"/>
                  </a:cubicBezTo>
                  <a:cubicBezTo>
                    <a:pt x="1401074" y="1659762"/>
                    <a:pt x="1404668" y="1564153"/>
                    <a:pt x="1408262" y="1469262"/>
                  </a:cubicBezTo>
                  <a:cubicBezTo>
                    <a:pt x="1424078" y="1470700"/>
                    <a:pt x="1439893" y="1471419"/>
                    <a:pt x="1455708" y="1472857"/>
                  </a:cubicBezTo>
                  <a:cubicBezTo>
                    <a:pt x="1498840" y="1475732"/>
                    <a:pt x="1547004" y="1483640"/>
                    <a:pt x="1589417" y="1470700"/>
                  </a:cubicBezTo>
                  <a:cubicBezTo>
                    <a:pt x="1603076" y="1469262"/>
                    <a:pt x="1616015" y="1467106"/>
                    <a:pt x="1628955" y="1463511"/>
                  </a:cubicBezTo>
                  <a:cubicBezTo>
                    <a:pt x="1632549" y="1463511"/>
                    <a:pt x="1636862" y="1464230"/>
                    <a:pt x="1640457" y="1464230"/>
                  </a:cubicBezTo>
                  <a:cubicBezTo>
                    <a:pt x="1669212" y="1467106"/>
                    <a:pt x="1697966" y="1475732"/>
                    <a:pt x="1726721" y="1479327"/>
                  </a:cubicBezTo>
                  <a:cubicBezTo>
                    <a:pt x="1727440" y="1492985"/>
                    <a:pt x="1727440" y="1506643"/>
                    <a:pt x="1728159" y="1519583"/>
                  </a:cubicBezTo>
                  <a:cubicBezTo>
                    <a:pt x="1726002" y="1517427"/>
                    <a:pt x="1723846" y="1514551"/>
                    <a:pt x="1722408" y="1512394"/>
                  </a:cubicBezTo>
                  <a:cubicBezTo>
                    <a:pt x="1723127" y="1522459"/>
                    <a:pt x="1723846" y="1532523"/>
                    <a:pt x="1723846" y="1542587"/>
                  </a:cubicBezTo>
                  <a:cubicBezTo>
                    <a:pt x="1731753" y="1550494"/>
                    <a:pt x="1737504" y="1560559"/>
                    <a:pt x="1738942" y="1573498"/>
                  </a:cubicBezTo>
                  <a:cubicBezTo>
                    <a:pt x="1779917" y="1628851"/>
                    <a:pt x="1827362" y="1679891"/>
                    <a:pt x="1883434" y="1710802"/>
                  </a:cubicBezTo>
                  <a:cubicBezTo>
                    <a:pt x="1887747" y="1723023"/>
                    <a:pt x="1890623" y="1735244"/>
                    <a:pt x="1892779" y="1747464"/>
                  </a:cubicBezTo>
                  <a:close/>
                  <a:moveTo>
                    <a:pt x="1412576" y="1416785"/>
                  </a:moveTo>
                  <a:cubicBezTo>
                    <a:pt x="1412576" y="1410315"/>
                    <a:pt x="1413295" y="1403845"/>
                    <a:pt x="1413295" y="1397376"/>
                  </a:cubicBezTo>
                  <a:cubicBezTo>
                    <a:pt x="1418327" y="1403127"/>
                    <a:pt x="1423359" y="1408878"/>
                    <a:pt x="1429110" y="1413910"/>
                  </a:cubicBezTo>
                  <a:cubicBezTo>
                    <a:pt x="1423359" y="1414628"/>
                    <a:pt x="1417608" y="1416066"/>
                    <a:pt x="1412576" y="1416785"/>
                  </a:cubicBezTo>
                  <a:close/>
                  <a:moveTo>
                    <a:pt x="1458583" y="1279481"/>
                  </a:moveTo>
                  <a:cubicBezTo>
                    <a:pt x="1463615" y="1279481"/>
                    <a:pt x="1469366" y="1279481"/>
                    <a:pt x="1474398" y="1280200"/>
                  </a:cubicBezTo>
                  <a:cubicBezTo>
                    <a:pt x="1474398" y="1285232"/>
                    <a:pt x="1474398" y="1290264"/>
                    <a:pt x="1475836" y="1296734"/>
                  </a:cubicBezTo>
                  <a:cubicBezTo>
                    <a:pt x="1477274" y="1306798"/>
                    <a:pt x="1480149" y="1316862"/>
                    <a:pt x="1483025" y="1326208"/>
                  </a:cubicBezTo>
                  <a:cubicBezTo>
                    <a:pt x="1474398" y="1310393"/>
                    <a:pt x="1466491" y="1294577"/>
                    <a:pt x="1458583" y="1279481"/>
                  </a:cubicBezTo>
                  <a:close/>
                  <a:moveTo>
                    <a:pt x="1517530" y="1280919"/>
                  </a:moveTo>
                  <a:cubicBezTo>
                    <a:pt x="1531908" y="1280919"/>
                    <a:pt x="1546285" y="1281638"/>
                    <a:pt x="1561381" y="1281638"/>
                  </a:cubicBezTo>
                  <a:cubicBezTo>
                    <a:pt x="1561381" y="1281638"/>
                    <a:pt x="1561381" y="1281638"/>
                    <a:pt x="1561381" y="1281638"/>
                  </a:cubicBezTo>
                  <a:cubicBezTo>
                    <a:pt x="1565695" y="1301766"/>
                    <a:pt x="1572883" y="1321894"/>
                    <a:pt x="1581510" y="1339147"/>
                  </a:cubicBezTo>
                  <a:cubicBezTo>
                    <a:pt x="1587979" y="1352806"/>
                    <a:pt x="1596606" y="1370059"/>
                    <a:pt x="1608108" y="1385874"/>
                  </a:cubicBezTo>
                  <a:cubicBezTo>
                    <a:pt x="1601638" y="1386593"/>
                    <a:pt x="1595887" y="1386593"/>
                    <a:pt x="1590136" y="1387311"/>
                  </a:cubicBezTo>
                  <a:cubicBezTo>
                    <a:pt x="1587261" y="1387311"/>
                    <a:pt x="1584385" y="1388030"/>
                    <a:pt x="1581510" y="1388030"/>
                  </a:cubicBezTo>
                  <a:cubicBezTo>
                    <a:pt x="1574321" y="1379404"/>
                    <a:pt x="1566413" y="1371496"/>
                    <a:pt x="1560663" y="1362870"/>
                  </a:cubicBezTo>
                  <a:cubicBezTo>
                    <a:pt x="1543410" y="1338428"/>
                    <a:pt x="1529032" y="1309674"/>
                    <a:pt x="1517530" y="1280919"/>
                  </a:cubicBezTo>
                  <a:close/>
                  <a:moveTo>
                    <a:pt x="1718813" y="1442664"/>
                  </a:moveTo>
                  <a:cubicBezTo>
                    <a:pt x="1708030" y="1437632"/>
                    <a:pt x="1695810" y="1434038"/>
                    <a:pt x="1683589" y="1431162"/>
                  </a:cubicBezTo>
                  <a:cubicBezTo>
                    <a:pt x="1695091" y="1431881"/>
                    <a:pt x="1706593" y="1431162"/>
                    <a:pt x="1718095" y="1429725"/>
                  </a:cubicBezTo>
                  <a:cubicBezTo>
                    <a:pt x="1718095" y="1434038"/>
                    <a:pt x="1718813" y="1438351"/>
                    <a:pt x="1718813" y="1442664"/>
                  </a:cubicBezTo>
                  <a:close/>
                  <a:moveTo>
                    <a:pt x="1718095" y="1429725"/>
                  </a:moveTo>
                  <a:cubicBezTo>
                    <a:pt x="1719532" y="1429725"/>
                    <a:pt x="1720251" y="1429006"/>
                    <a:pt x="1721689" y="1429006"/>
                  </a:cubicBezTo>
                  <a:cubicBezTo>
                    <a:pt x="1723127" y="1429006"/>
                    <a:pt x="1724564" y="1429006"/>
                    <a:pt x="1726002" y="1429006"/>
                  </a:cubicBezTo>
                  <a:cubicBezTo>
                    <a:pt x="1726002" y="1431881"/>
                    <a:pt x="1726002" y="1434757"/>
                    <a:pt x="1726002" y="1437632"/>
                  </a:cubicBezTo>
                  <a:cubicBezTo>
                    <a:pt x="1723846" y="1435476"/>
                    <a:pt x="1720970" y="1432600"/>
                    <a:pt x="1718095" y="1429725"/>
                  </a:cubicBezTo>
                  <a:close/>
                  <a:moveTo>
                    <a:pt x="1876964" y="1669827"/>
                  </a:moveTo>
                  <a:cubicBezTo>
                    <a:pt x="1851804" y="1643947"/>
                    <a:pt x="1823768" y="1620944"/>
                    <a:pt x="1799327" y="1595783"/>
                  </a:cubicBezTo>
                  <a:cubicBezTo>
                    <a:pt x="1776323" y="1572061"/>
                    <a:pt x="1753319" y="1547619"/>
                    <a:pt x="1731753" y="1522459"/>
                  </a:cubicBezTo>
                  <a:cubicBezTo>
                    <a:pt x="1731753" y="1508800"/>
                    <a:pt x="1731034" y="1494423"/>
                    <a:pt x="1731034" y="1480764"/>
                  </a:cubicBezTo>
                  <a:cubicBezTo>
                    <a:pt x="1732472" y="1480764"/>
                    <a:pt x="1733910" y="1481483"/>
                    <a:pt x="1735347" y="1481483"/>
                  </a:cubicBezTo>
                  <a:cubicBezTo>
                    <a:pt x="1779198" y="1528928"/>
                    <a:pt x="1824487" y="1575655"/>
                    <a:pt x="1873370" y="1616630"/>
                  </a:cubicBezTo>
                  <a:cubicBezTo>
                    <a:pt x="1874089" y="1633883"/>
                    <a:pt x="1875527" y="1651855"/>
                    <a:pt x="1876964" y="1669827"/>
                  </a:cubicBezTo>
                  <a:close/>
                  <a:moveTo>
                    <a:pt x="1871213" y="1586438"/>
                  </a:moveTo>
                  <a:cubicBezTo>
                    <a:pt x="1835989" y="1544744"/>
                    <a:pt x="1796451" y="1505206"/>
                    <a:pt x="1756913" y="1467106"/>
                  </a:cubicBezTo>
                  <a:cubicBezTo>
                    <a:pt x="1756195" y="1464949"/>
                    <a:pt x="1754757" y="1463511"/>
                    <a:pt x="1753319" y="1462074"/>
                  </a:cubicBezTo>
                  <a:cubicBezTo>
                    <a:pt x="1751881" y="1460636"/>
                    <a:pt x="1749725" y="1459917"/>
                    <a:pt x="1748287" y="1458479"/>
                  </a:cubicBezTo>
                  <a:cubicBezTo>
                    <a:pt x="1742536" y="1452728"/>
                    <a:pt x="1736785" y="1446978"/>
                    <a:pt x="1730315" y="1441945"/>
                  </a:cubicBezTo>
                  <a:cubicBezTo>
                    <a:pt x="1730315" y="1436913"/>
                    <a:pt x="1730315" y="1432600"/>
                    <a:pt x="1730315" y="1427568"/>
                  </a:cubicBezTo>
                  <a:cubicBezTo>
                    <a:pt x="1733191" y="1426130"/>
                    <a:pt x="1735347" y="1423255"/>
                    <a:pt x="1736785" y="1419661"/>
                  </a:cubicBezTo>
                  <a:cubicBezTo>
                    <a:pt x="1740380" y="1408878"/>
                    <a:pt x="1740380" y="1398813"/>
                    <a:pt x="1738223" y="1388749"/>
                  </a:cubicBezTo>
                  <a:cubicBezTo>
                    <a:pt x="1744693" y="1398095"/>
                    <a:pt x="1752600" y="1406721"/>
                    <a:pt x="1761227" y="1412472"/>
                  </a:cubicBezTo>
                  <a:cubicBezTo>
                    <a:pt x="1753319" y="1418942"/>
                    <a:pt x="1750444" y="1434038"/>
                    <a:pt x="1761227" y="1439789"/>
                  </a:cubicBezTo>
                  <a:cubicBezTo>
                    <a:pt x="1763383" y="1441227"/>
                    <a:pt x="1764821" y="1443383"/>
                    <a:pt x="1766978" y="1444821"/>
                  </a:cubicBezTo>
                  <a:cubicBezTo>
                    <a:pt x="1765540" y="1449853"/>
                    <a:pt x="1766259" y="1455604"/>
                    <a:pt x="1771291" y="1459917"/>
                  </a:cubicBezTo>
                  <a:cubicBezTo>
                    <a:pt x="1792857" y="1479327"/>
                    <a:pt x="1813704" y="1499455"/>
                    <a:pt x="1835270" y="1518145"/>
                  </a:cubicBezTo>
                  <a:cubicBezTo>
                    <a:pt x="1846053" y="1527491"/>
                    <a:pt x="1856836" y="1538274"/>
                    <a:pt x="1869057" y="1546900"/>
                  </a:cubicBezTo>
                  <a:cubicBezTo>
                    <a:pt x="1869776" y="1559840"/>
                    <a:pt x="1870495" y="1573498"/>
                    <a:pt x="1871213" y="1586438"/>
                  </a:cubicBezTo>
                  <a:close/>
                  <a:moveTo>
                    <a:pt x="1751163" y="1188185"/>
                  </a:moveTo>
                  <a:cubicBezTo>
                    <a:pt x="1756195" y="1187466"/>
                    <a:pt x="1761227" y="1186028"/>
                    <a:pt x="1766259" y="1185310"/>
                  </a:cubicBezTo>
                  <a:cubicBezTo>
                    <a:pt x="1772729" y="1194655"/>
                    <a:pt x="1779917" y="1204000"/>
                    <a:pt x="1787825" y="1213345"/>
                  </a:cubicBezTo>
                  <a:cubicBezTo>
                    <a:pt x="1776323" y="1213345"/>
                    <a:pt x="1764821" y="1213345"/>
                    <a:pt x="1752600" y="1214064"/>
                  </a:cubicBezTo>
                  <a:lnTo>
                    <a:pt x="1743974" y="1205438"/>
                  </a:lnTo>
                  <a:cubicBezTo>
                    <a:pt x="1746130" y="1202562"/>
                    <a:pt x="1748287" y="1200406"/>
                    <a:pt x="1751163" y="1198249"/>
                  </a:cubicBezTo>
                  <a:cubicBezTo>
                    <a:pt x="1751163" y="1197530"/>
                    <a:pt x="1751163" y="1196811"/>
                    <a:pt x="1751163" y="1195374"/>
                  </a:cubicBezTo>
                  <a:cubicBezTo>
                    <a:pt x="1751163" y="1192498"/>
                    <a:pt x="1751163" y="1190342"/>
                    <a:pt x="1751163" y="1188185"/>
                  </a:cubicBezTo>
                  <a:close/>
                  <a:moveTo>
                    <a:pt x="1759789" y="1284513"/>
                  </a:moveTo>
                  <a:cubicBezTo>
                    <a:pt x="1759070" y="1291702"/>
                    <a:pt x="1758351" y="1298172"/>
                    <a:pt x="1758351" y="1305360"/>
                  </a:cubicBezTo>
                  <a:cubicBezTo>
                    <a:pt x="1755476" y="1298891"/>
                    <a:pt x="1753319" y="1291702"/>
                    <a:pt x="1751881" y="1284513"/>
                  </a:cubicBezTo>
                  <a:cubicBezTo>
                    <a:pt x="1754038" y="1283794"/>
                    <a:pt x="1756913" y="1284513"/>
                    <a:pt x="1759789" y="1284513"/>
                  </a:cubicBezTo>
                  <a:close/>
                  <a:moveTo>
                    <a:pt x="1806515" y="1306079"/>
                  </a:moveTo>
                  <a:cubicBezTo>
                    <a:pt x="1817298" y="1316862"/>
                    <a:pt x="1828081" y="1326927"/>
                    <a:pt x="1839583" y="1335553"/>
                  </a:cubicBezTo>
                  <a:cubicBezTo>
                    <a:pt x="1841021" y="1343460"/>
                    <a:pt x="1842459" y="1350649"/>
                    <a:pt x="1843178" y="1358557"/>
                  </a:cubicBezTo>
                  <a:cubicBezTo>
                    <a:pt x="1835989" y="1357838"/>
                    <a:pt x="1825925" y="1349930"/>
                    <a:pt x="1823049" y="1347055"/>
                  </a:cubicBezTo>
                  <a:cubicBezTo>
                    <a:pt x="1812266" y="1338428"/>
                    <a:pt x="1808672" y="1321894"/>
                    <a:pt x="1806515" y="1306079"/>
                  </a:cubicBezTo>
                  <a:close/>
                  <a:moveTo>
                    <a:pt x="1861868" y="1438351"/>
                  </a:moveTo>
                  <a:lnTo>
                    <a:pt x="1862587" y="1444821"/>
                  </a:lnTo>
                  <a:cubicBezTo>
                    <a:pt x="1855398" y="1439070"/>
                    <a:pt x="1848929" y="1433319"/>
                    <a:pt x="1843178" y="1426849"/>
                  </a:cubicBezTo>
                  <a:cubicBezTo>
                    <a:pt x="1839583" y="1423255"/>
                    <a:pt x="1836708" y="1419661"/>
                    <a:pt x="1833113" y="1416066"/>
                  </a:cubicBezTo>
                  <a:cubicBezTo>
                    <a:pt x="1836708" y="1416785"/>
                    <a:pt x="1841021" y="1417504"/>
                    <a:pt x="1844615" y="1417504"/>
                  </a:cubicBezTo>
                  <a:cubicBezTo>
                    <a:pt x="1847491" y="1417504"/>
                    <a:pt x="1850366" y="1417504"/>
                    <a:pt x="1852523" y="1417504"/>
                  </a:cubicBezTo>
                  <a:cubicBezTo>
                    <a:pt x="1852523" y="1418942"/>
                    <a:pt x="1853242" y="1421098"/>
                    <a:pt x="1853242" y="1422536"/>
                  </a:cubicBezTo>
                  <a:cubicBezTo>
                    <a:pt x="1853961" y="1429725"/>
                    <a:pt x="1856836" y="1434757"/>
                    <a:pt x="1861868" y="1438351"/>
                  </a:cubicBezTo>
                  <a:close/>
                  <a:moveTo>
                    <a:pt x="1852523" y="1297453"/>
                  </a:moveTo>
                  <a:cubicBezTo>
                    <a:pt x="1850366" y="1298891"/>
                    <a:pt x="1848929" y="1300328"/>
                    <a:pt x="1847491" y="1302485"/>
                  </a:cubicBezTo>
                  <a:cubicBezTo>
                    <a:pt x="1841740" y="1296734"/>
                    <a:pt x="1835989" y="1290983"/>
                    <a:pt x="1830238" y="1285232"/>
                  </a:cubicBezTo>
                  <a:cubicBezTo>
                    <a:pt x="1837427" y="1285232"/>
                    <a:pt x="1844615" y="1285951"/>
                    <a:pt x="1851804" y="1285951"/>
                  </a:cubicBezTo>
                  <a:cubicBezTo>
                    <a:pt x="1851804" y="1290264"/>
                    <a:pt x="1852523" y="1293859"/>
                    <a:pt x="1852523" y="1297453"/>
                  </a:cubicBezTo>
                  <a:close/>
                  <a:moveTo>
                    <a:pt x="1846772" y="1209032"/>
                  </a:moveTo>
                  <a:cubicBezTo>
                    <a:pt x="1841740" y="1205438"/>
                    <a:pt x="1836708" y="1201125"/>
                    <a:pt x="1832395" y="1196811"/>
                  </a:cubicBezTo>
                  <a:cubicBezTo>
                    <a:pt x="1799327" y="1165181"/>
                    <a:pt x="1772729" y="1127800"/>
                    <a:pt x="1752600" y="1086825"/>
                  </a:cubicBezTo>
                  <a:cubicBezTo>
                    <a:pt x="1750444" y="1081793"/>
                    <a:pt x="1746130" y="1079636"/>
                    <a:pt x="1741817" y="1078917"/>
                  </a:cubicBezTo>
                  <a:cubicBezTo>
                    <a:pt x="1740380" y="1062383"/>
                    <a:pt x="1739661" y="1046568"/>
                    <a:pt x="1738223" y="1030034"/>
                  </a:cubicBezTo>
                  <a:cubicBezTo>
                    <a:pt x="1739661" y="1033628"/>
                    <a:pt x="1741098" y="1037223"/>
                    <a:pt x="1743255" y="1040817"/>
                  </a:cubicBezTo>
                  <a:cubicBezTo>
                    <a:pt x="1744693" y="1042974"/>
                    <a:pt x="1746130" y="1043693"/>
                    <a:pt x="1748287" y="1042974"/>
                  </a:cubicBezTo>
                  <a:cubicBezTo>
                    <a:pt x="1774885" y="1087544"/>
                    <a:pt x="1807234" y="1128519"/>
                    <a:pt x="1844615" y="1163744"/>
                  </a:cubicBezTo>
                  <a:cubicBezTo>
                    <a:pt x="1845334" y="1178840"/>
                    <a:pt x="1846053" y="1193936"/>
                    <a:pt x="1846772" y="1209032"/>
                  </a:cubicBezTo>
                  <a:close/>
                  <a:moveTo>
                    <a:pt x="1838864" y="1067415"/>
                  </a:moveTo>
                  <a:cubicBezTo>
                    <a:pt x="1839583" y="1078198"/>
                    <a:pt x="1840302" y="1088981"/>
                    <a:pt x="1841021" y="1099045"/>
                  </a:cubicBezTo>
                  <a:cubicBezTo>
                    <a:pt x="1811547" y="1067415"/>
                    <a:pt x="1783512" y="1033628"/>
                    <a:pt x="1757632" y="996966"/>
                  </a:cubicBezTo>
                  <a:cubicBezTo>
                    <a:pt x="1753319" y="990496"/>
                    <a:pt x="1746130" y="989059"/>
                    <a:pt x="1740380" y="990496"/>
                  </a:cubicBezTo>
                  <a:cubicBezTo>
                    <a:pt x="1738223" y="982589"/>
                    <a:pt x="1735347" y="973962"/>
                    <a:pt x="1733191" y="966055"/>
                  </a:cubicBezTo>
                  <a:cubicBezTo>
                    <a:pt x="1767696" y="1001279"/>
                    <a:pt x="1802202" y="1035066"/>
                    <a:pt x="1838864" y="1067415"/>
                  </a:cubicBezTo>
                  <a:close/>
                  <a:moveTo>
                    <a:pt x="1589417" y="140076"/>
                  </a:moveTo>
                  <a:cubicBezTo>
                    <a:pt x="1600200" y="175300"/>
                    <a:pt x="1611702" y="209806"/>
                    <a:pt x="1623204" y="245030"/>
                  </a:cubicBezTo>
                  <a:cubicBezTo>
                    <a:pt x="1646927" y="316198"/>
                    <a:pt x="1672087" y="386647"/>
                    <a:pt x="1697966" y="457096"/>
                  </a:cubicBezTo>
                  <a:cubicBezTo>
                    <a:pt x="1733191" y="551987"/>
                    <a:pt x="1770572" y="646877"/>
                    <a:pt x="1811547" y="739611"/>
                  </a:cubicBezTo>
                  <a:cubicBezTo>
                    <a:pt x="1793576" y="738893"/>
                    <a:pt x="1775604" y="741049"/>
                    <a:pt x="1757632" y="741049"/>
                  </a:cubicBezTo>
                  <a:cubicBezTo>
                    <a:pt x="1713063" y="648315"/>
                    <a:pt x="1674963" y="553425"/>
                    <a:pt x="1646208" y="454221"/>
                  </a:cubicBezTo>
                  <a:cubicBezTo>
                    <a:pt x="1618172" y="356455"/>
                    <a:pt x="1599481" y="256532"/>
                    <a:pt x="1589417" y="155891"/>
                  </a:cubicBezTo>
                  <a:lnTo>
                    <a:pt x="1589417" y="140076"/>
                  </a:lnTo>
                  <a:close/>
                  <a:moveTo>
                    <a:pt x="1589417" y="181770"/>
                  </a:moveTo>
                  <a:cubicBezTo>
                    <a:pt x="1610264" y="375145"/>
                    <a:pt x="1664179" y="568521"/>
                    <a:pt x="1751881" y="741768"/>
                  </a:cubicBezTo>
                  <a:cubicBezTo>
                    <a:pt x="1738942" y="741768"/>
                    <a:pt x="1726002" y="741768"/>
                    <a:pt x="1713063" y="739611"/>
                  </a:cubicBezTo>
                  <a:cubicBezTo>
                    <a:pt x="1669212" y="697917"/>
                    <a:pt x="1634706" y="646877"/>
                    <a:pt x="1603076" y="595119"/>
                  </a:cubicBezTo>
                  <a:cubicBezTo>
                    <a:pt x="1604513" y="559176"/>
                    <a:pt x="1603795" y="523232"/>
                    <a:pt x="1600200" y="486570"/>
                  </a:cubicBezTo>
                  <a:cubicBezTo>
                    <a:pt x="1599481" y="479381"/>
                    <a:pt x="1596606" y="474349"/>
                    <a:pt x="1592293" y="470036"/>
                  </a:cubicBezTo>
                  <a:cubicBezTo>
                    <a:pt x="1593012" y="459253"/>
                    <a:pt x="1594449" y="448470"/>
                    <a:pt x="1595168" y="437687"/>
                  </a:cubicBezTo>
                  <a:cubicBezTo>
                    <a:pt x="1596606" y="439843"/>
                    <a:pt x="1599481" y="442000"/>
                    <a:pt x="1601638" y="442719"/>
                  </a:cubicBezTo>
                  <a:lnTo>
                    <a:pt x="1601638" y="429779"/>
                  </a:lnTo>
                  <a:cubicBezTo>
                    <a:pt x="1594449" y="426185"/>
                    <a:pt x="1589417" y="418996"/>
                    <a:pt x="1589417" y="408213"/>
                  </a:cubicBezTo>
                  <a:lnTo>
                    <a:pt x="1589417" y="181770"/>
                  </a:lnTo>
                  <a:close/>
                  <a:moveTo>
                    <a:pt x="1467210" y="824438"/>
                  </a:moveTo>
                  <a:cubicBezTo>
                    <a:pt x="1468647" y="826594"/>
                    <a:pt x="1470804" y="828751"/>
                    <a:pt x="1472961" y="830189"/>
                  </a:cubicBezTo>
                  <a:cubicBezTo>
                    <a:pt x="1469366" y="830908"/>
                    <a:pt x="1465772" y="830908"/>
                    <a:pt x="1462896" y="831627"/>
                  </a:cubicBezTo>
                  <a:cubicBezTo>
                    <a:pt x="1457864" y="831627"/>
                    <a:pt x="1452832" y="831627"/>
                    <a:pt x="1448519" y="831627"/>
                  </a:cubicBezTo>
                  <a:cubicBezTo>
                    <a:pt x="1454270" y="830189"/>
                    <a:pt x="1461459" y="827313"/>
                    <a:pt x="1467210" y="824438"/>
                  </a:cubicBezTo>
                  <a:close/>
                  <a:moveTo>
                    <a:pt x="1246517" y="802153"/>
                  </a:moveTo>
                  <a:cubicBezTo>
                    <a:pt x="1252268" y="804310"/>
                    <a:pt x="1258738" y="806466"/>
                    <a:pt x="1264489" y="807904"/>
                  </a:cubicBezTo>
                  <a:cubicBezTo>
                    <a:pt x="1258738" y="807904"/>
                    <a:pt x="1252268" y="807904"/>
                    <a:pt x="1245798" y="807904"/>
                  </a:cubicBezTo>
                  <a:cubicBezTo>
                    <a:pt x="1246517" y="805747"/>
                    <a:pt x="1246517" y="803591"/>
                    <a:pt x="1246517" y="802153"/>
                  </a:cubicBezTo>
                  <a:close/>
                  <a:moveTo>
                    <a:pt x="1221357" y="986183"/>
                  </a:moveTo>
                  <a:cubicBezTo>
                    <a:pt x="1252268" y="976119"/>
                    <a:pt x="1283179" y="966055"/>
                    <a:pt x="1313372" y="954553"/>
                  </a:cubicBezTo>
                  <a:cubicBezTo>
                    <a:pt x="1342846" y="943770"/>
                    <a:pt x="1380227" y="935143"/>
                    <a:pt x="1409700" y="917891"/>
                  </a:cubicBezTo>
                  <a:cubicBezTo>
                    <a:pt x="1414732" y="919328"/>
                    <a:pt x="1420483" y="919328"/>
                    <a:pt x="1426234" y="916453"/>
                  </a:cubicBezTo>
                  <a:cubicBezTo>
                    <a:pt x="1445644" y="907108"/>
                    <a:pt x="1465053" y="899200"/>
                    <a:pt x="1485181" y="892011"/>
                  </a:cubicBezTo>
                  <a:cubicBezTo>
                    <a:pt x="1518968" y="897043"/>
                    <a:pt x="1554193" y="897762"/>
                    <a:pt x="1587261" y="897043"/>
                  </a:cubicBezTo>
                  <a:cubicBezTo>
                    <a:pt x="1612421" y="896325"/>
                    <a:pt x="1642613" y="894887"/>
                    <a:pt x="1671368" y="889136"/>
                  </a:cubicBezTo>
                  <a:cubicBezTo>
                    <a:pt x="1674244" y="891293"/>
                    <a:pt x="1677838" y="893449"/>
                    <a:pt x="1682870" y="894887"/>
                  </a:cubicBezTo>
                  <a:cubicBezTo>
                    <a:pt x="1685027" y="895606"/>
                    <a:pt x="1687183" y="896325"/>
                    <a:pt x="1688621" y="897043"/>
                  </a:cubicBezTo>
                  <a:cubicBezTo>
                    <a:pt x="1695091" y="901357"/>
                    <a:pt x="1702280" y="904951"/>
                    <a:pt x="1709468" y="908545"/>
                  </a:cubicBezTo>
                  <a:cubicBezTo>
                    <a:pt x="1700123" y="915734"/>
                    <a:pt x="1695810" y="929393"/>
                    <a:pt x="1706593" y="940176"/>
                  </a:cubicBezTo>
                  <a:cubicBezTo>
                    <a:pt x="1712344" y="945926"/>
                    <a:pt x="1718813" y="952396"/>
                    <a:pt x="1724564" y="958147"/>
                  </a:cubicBezTo>
                  <a:cubicBezTo>
                    <a:pt x="1718813" y="956710"/>
                    <a:pt x="1712344" y="960304"/>
                    <a:pt x="1712344" y="968211"/>
                  </a:cubicBezTo>
                  <a:cubicBezTo>
                    <a:pt x="1713063" y="1027877"/>
                    <a:pt x="1715219" y="1086825"/>
                    <a:pt x="1716657" y="1146491"/>
                  </a:cubicBezTo>
                  <a:cubicBezTo>
                    <a:pt x="1712344" y="1146491"/>
                    <a:pt x="1708749" y="1146491"/>
                    <a:pt x="1704436" y="1146491"/>
                  </a:cubicBezTo>
                  <a:cubicBezTo>
                    <a:pt x="1708749" y="1159430"/>
                    <a:pt x="1705874" y="1174527"/>
                    <a:pt x="1692215" y="1183872"/>
                  </a:cubicBezTo>
                  <a:cubicBezTo>
                    <a:pt x="1688621" y="1186747"/>
                    <a:pt x="1685027" y="1189623"/>
                    <a:pt x="1681432" y="1191779"/>
                  </a:cubicBezTo>
                  <a:cubicBezTo>
                    <a:pt x="1690059" y="1191779"/>
                    <a:pt x="1698685" y="1191779"/>
                    <a:pt x="1707312" y="1191779"/>
                  </a:cubicBezTo>
                  <a:cubicBezTo>
                    <a:pt x="1707312" y="1196811"/>
                    <a:pt x="1707312" y="1201125"/>
                    <a:pt x="1707312" y="1206157"/>
                  </a:cubicBezTo>
                  <a:cubicBezTo>
                    <a:pt x="1709468" y="1208313"/>
                    <a:pt x="1712344" y="1211189"/>
                    <a:pt x="1714500" y="1213345"/>
                  </a:cubicBezTo>
                  <a:lnTo>
                    <a:pt x="1707312" y="1213345"/>
                  </a:lnTo>
                  <a:cubicBezTo>
                    <a:pt x="1707312" y="1222691"/>
                    <a:pt x="1707312" y="1232036"/>
                    <a:pt x="1708030" y="1241381"/>
                  </a:cubicBezTo>
                  <a:cubicBezTo>
                    <a:pt x="1706593" y="1243538"/>
                    <a:pt x="1705874" y="1245695"/>
                    <a:pt x="1705155" y="1248570"/>
                  </a:cubicBezTo>
                  <a:cubicBezTo>
                    <a:pt x="1702280" y="1268698"/>
                    <a:pt x="1701561" y="1288108"/>
                    <a:pt x="1704436" y="1307517"/>
                  </a:cubicBezTo>
                  <a:cubicBezTo>
                    <a:pt x="1690778" y="1277325"/>
                    <a:pt x="1674963" y="1246413"/>
                    <a:pt x="1655553" y="1220534"/>
                  </a:cubicBezTo>
                  <a:cubicBezTo>
                    <a:pt x="1652678" y="1216940"/>
                    <a:pt x="1649083" y="1214064"/>
                    <a:pt x="1645489" y="1212627"/>
                  </a:cubicBezTo>
                  <a:cubicBezTo>
                    <a:pt x="1637581" y="1216221"/>
                    <a:pt x="1629674" y="1219815"/>
                    <a:pt x="1621766" y="1222691"/>
                  </a:cubicBezTo>
                  <a:cubicBezTo>
                    <a:pt x="1620328" y="1226285"/>
                    <a:pt x="1619610" y="1229879"/>
                    <a:pt x="1621047" y="1234912"/>
                  </a:cubicBezTo>
                  <a:cubicBezTo>
                    <a:pt x="1628236" y="1270136"/>
                    <a:pt x="1644051" y="1303204"/>
                    <a:pt x="1657710" y="1336272"/>
                  </a:cubicBezTo>
                  <a:cubicBezTo>
                    <a:pt x="1664179" y="1352087"/>
                    <a:pt x="1670649" y="1370778"/>
                    <a:pt x="1678557" y="1386593"/>
                  </a:cubicBezTo>
                  <a:cubicBezTo>
                    <a:pt x="1677119" y="1386593"/>
                    <a:pt x="1674963" y="1385874"/>
                    <a:pt x="1672806" y="1385874"/>
                  </a:cubicBezTo>
                  <a:cubicBezTo>
                    <a:pt x="1664898" y="1362870"/>
                    <a:pt x="1643332" y="1340585"/>
                    <a:pt x="1631830" y="1320457"/>
                  </a:cubicBezTo>
                  <a:cubicBezTo>
                    <a:pt x="1615296" y="1291702"/>
                    <a:pt x="1611702" y="1259353"/>
                    <a:pt x="1600200" y="1229161"/>
                  </a:cubicBezTo>
                  <a:lnTo>
                    <a:pt x="1600200" y="1229161"/>
                  </a:lnTo>
                  <a:cubicBezTo>
                    <a:pt x="1598044" y="1229879"/>
                    <a:pt x="1596606" y="1229879"/>
                    <a:pt x="1594449" y="1230598"/>
                  </a:cubicBezTo>
                  <a:cubicBezTo>
                    <a:pt x="1596606" y="1227004"/>
                    <a:pt x="1598044" y="1222691"/>
                    <a:pt x="1598762" y="1217659"/>
                  </a:cubicBezTo>
                  <a:cubicBezTo>
                    <a:pt x="1600200" y="1202562"/>
                    <a:pt x="1600919" y="1186747"/>
                    <a:pt x="1600919" y="1170932"/>
                  </a:cubicBezTo>
                  <a:cubicBezTo>
                    <a:pt x="1608108" y="1149366"/>
                    <a:pt x="1605232" y="1123487"/>
                    <a:pt x="1606670" y="1101202"/>
                  </a:cubicBezTo>
                  <a:cubicBezTo>
                    <a:pt x="1608827" y="1067415"/>
                    <a:pt x="1616734" y="1032191"/>
                    <a:pt x="1603076" y="1000560"/>
                  </a:cubicBezTo>
                  <a:cubicBezTo>
                    <a:pt x="1598044" y="988340"/>
                    <a:pt x="1580791" y="991215"/>
                    <a:pt x="1575040" y="1000560"/>
                  </a:cubicBezTo>
                  <a:cubicBezTo>
                    <a:pt x="1574321" y="1001998"/>
                    <a:pt x="1573602" y="1003436"/>
                    <a:pt x="1572883" y="1004874"/>
                  </a:cubicBezTo>
                  <a:cubicBezTo>
                    <a:pt x="1558506" y="986183"/>
                    <a:pt x="1526876" y="995528"/>
                    <a:pt x="1525438" y="1021408"/>
                  </a:cubicBezTo>
                  <a:cubicBezTo>
                    <a:pt x="1521844" y="1065978"/>
                    <a:pt x="1522563" y="1134989"/>
                    <a:pt x="1545566" y="1175245"/>
                  </a:cubicBezTo>
                  <a:cubicBezTo>
                    <a:pt x="1546285" y="1189623"/>
                    <a:pt x="1547723" y="1204000"/>
                    <a:pt x="1549880" y="1218378"/>
                  </a:cubicBezTo>
                  <a:cubicBezTo>
                    <a:pt x="1550598" y="1225566"/>
                    <a:pt x="1554193" y="1231317"/>
                    <a:pt x="1557787" y="1235630"/>
                  </a:cubicBezTo>
                  <a:cubicBezTo>
                    <a:pt x="1541253" y="1235630"/>
                    <a:pt x="1525438" y="1232036"/>
                    <a:pt x="1511061" y="1224847"/>
                  </a:cubicBezTo>
                  <a:cubicBezTo>
                    <a:pt x="1508904" y="1224847"/>
                    <a:pt x="1506747" y="1224847"/>
                    <a:pt x="1505310" y="1224847"/>
                  </a:cubicBezTo>
                  <a:cubicBezTo>
                    <a:pt x="1498121" y="1224847"/>
                    <a:pt x="1491651" y="1221972"/>
                    <a:pt x="1485900" y="1217659"/>
                  </a:cubicBezTo>
                  <a:cubicBezTo>
                    <a:pt x="1465053" y="1218378"/>
                    <a:pt x="1444206" y="1218378"/>
                    <a:pt x="1424078" y="1219096"/>
                  </a:cubicBezTo>
                  <a:cubicBezTo>
                    <a:pt x="1423359" y="1217659"/>
                    <a:pt x="1421921" y="1216940"/>
                    <a:pt x="1420483" y="1215502"/>
                  </a:cubicBezTo>
                  <a:cubicBezTo>
                    <a:pt x="1421202" y="1204000"/>
                    <a:pt x="1421202" y="1192498"/>
                    <a:pt x="1421921" y="1181715"/>
                  </a:cubicBezTo>
                  <a:cubicBezTo>
                    <a:pt x="1427672" y="1183153"/>
                    <a:pt x="1434142" y="1183872"/>
                    <a:pt x="1439893" y="1184591"/>
                  </a:cubicBezTo>
                  <a:cubicBezTo>
                    <a:pt x="1434142" y="1174527"/>
                    <a:pt x="1436298" y="1162306"/>
                    <a:pt x="1443487" y="1152960"/>
                  </a:cubicBezTo>
                  <a:cubicBezTo>
                    <a:pt x="1437736" y="1153679"/>
                    <a:pt x="1431985" y="1154398"/>
                    <a:pt x="1426234" y="1155117"/>
                  </a:cubicBezTo>
                  <a:cubicBezTo>
                    <a:pt x="1426953" y="1163025"/>
                    <a:pt x="1424796" y="1171651"/>
                    <a:pt x="1416889" y="1178840"/>
                  </a:cubicBezTo>
                  <a:cubicBezTo>
                    <a:pt x="1404668" y="1190342"/>
                    <a:pt x="1391010" y="1202562"/>
                    <a:pt x="1375195" y="1212627"/>
                  </a:cubicBezTo>
                  <a:cubicBezTo>
                    <a:pt x="1378789" y="1227723"/>
                    <a:pt x="1372319" y="1243538"/>
                    <a:pt x="1353629" y="1248570"/>
                  </a:cubicBezTo>
                  <a:cubicBezTo>
                    <a:pt x="1324155" y="1255759"/>
                    <a:pt x="1284617" y="1264385"/>
                    <a:pt x="1255144" y="1254321"/>
                  </a:cubicBezTo>
                  <a:cubicBezTo>
                    <a:pt x="1223513" y="1243538"/>
                    <a:pt x="1214887" y="1213345"/>
                    <a:pt x="1234296" y="1188185"/>
                  </a:cubicBezTo>
                  <a:cubicBezTo>
                    <a:pt x="1230702" y="1178840"/>
                    <a:pt x="1228545" y="1168057"/>
                    <a:pt x="1228545" y="1157274"/>
                  </a:cubicBezTo>
                  <a:cubicBezTo>
                    <a:pt x="1228545" y="1157274"/>
                    <a:pt x="1228545" y="1157274"/>
                    <a:pt x="1228545" y="1157274"/>
                  </a:cubicBezTo>
                  <a:cubicBezTo>
                    <a:pt x="1223513" y="1159430"/>
                    <a:pt x="1219200" y="1162306"/>
                    <a:pt x="1214168" y="1165181"/>
                  </a:cubicBezTo>
                  <a:cubicBezTo>
                    <a:pt x="1213449" y="1165181"/>
                    <a:pt x="1213449" y="1165900"/>
                    <a:pt x="1212730" y="1165900"/>
                  </a:cubicBezTo>
                  <a:cubicBezTo>
                    <a:pt x="1215606" y="1105515"/>
                    <a:pt x="1219200" y="1045849"/>
                    <a:pt x="1221357" y="986183"/>
                  </a:cubicBezTo>
                  <a:close/>
                  <a:moveTo>
                    <a:pt x="1309059" y="1376528"/>
                  </a:moveTo>
                  <a:cubicBezTo>
                    <a:pt x="1305464" y="1372934"/>
                    <a:pt x="1301870" y="1370059"/>
                    <a:pt x="1299713" y="1367902"/>
                  </a:cubicBezTo>
                  <a:cubicBezTo>
                    <a:pt x="1281742" y="1349930"/>
                    <a:pt x="1268802" y="1328364"/>
                    <a:pt x="1258019" y="1305360"/>
                  </a:cubicBezTo>
                  <a:cubicBezTo>
                    <a:pt x="1262332" y="1304642"/>
                    <a:pt x="1266645" y="1303923"/>
                    <a:pt x="1271678" y="1303204"/>
                  </a:cubicBezTo>
                  <a:cubicBezTo>
                    <a:pt x="1276710" y="1316143"/>
                    <a:pt x="1282461" y="1328364"/>
                    <a:pt x="1288930" y="1341304"/>
                  </a:cubicBezTo>
                  <a:cubicBezTo>
                    <a:pt x="1294681" y="1352087"/>
                    <a:pt x="1301151" y="1364308"/>
                    <a:pt x="1309059" y="1376528"/>
                  </a:cubicBezTo>
                  <a:close/>
                  <a:moveTo>
                    <a:pt x="1212012" y="1188904"/>
                  </a:moveTo>
                  <a:cubicBezTo>
                    <a:pt x="1213449" y="1189623"/>
                    <a:pt x="1215606" y="1190342"/>
                    <a:pt x="1217762" y="1191061"/>
                  </a:cubicBezTo>
                  <a:cubicBezTo>
                    <a:pt x="1219919" y="1191779"/>
                    <a:pt x="1222076" y="1191779"/>
                    <a:pt x="1224232" y="1191779"/>
                  </a:cubicBezTo>
                  <a:cubicBezTo>
                    <a:pt x="1219919" y="1193217"/>
                    <a:pt x="1215606" y="1195374"/>
                    <a:pt x="1212012" y="1196811"/>
                  </a:cubicBezTo>
                  <a:cubicBezTo>
                    <a:pt x="1211293" y="1193936"/>
                    <a:pt x="1212012" y="1191779"/>
                    <a:pt x="1212012" y="1188904"/>
                  </a:cubicBezTo>
                  <a:close/>
                  <a:moveTo>
                    <a:pt x="1207698" y="1308955"/>
                  </a:moveTo>
                  <a:cubicBezTo>
                    <a:pt x="1210574" y="1308955"/>
                    <a:pt x="1212730" y="1308955"/>
                    <a:pt x="1214887" y="1308955"/>
                  </a:cubicBezTo>
                  <a:cubicBezTo>
                    <a:pt x="1227827" y="1357119"/>
                    <a:pt x="1258738" y="1399532"/>
                    <a:pt x="1301870" y="1426849"/>
                  </a:cubicBezTo>
                  <a:cubicBezTo>
                    <a:pt x="1307621" y="1430444"/>
                    <a:pt x="1316247" y="1430444"/>
                    <a:pt x="1321998" y="1426849"/>
                  </a:cubicBezTo>
                  <a:cubicBezTo>
                    <a:pt x="1332062" y="1420379"/>
                    <a:pt x="1333500" y="1412472"/>
                    <a:pt x="1330625" y="1404564"/>
                  </a:cubicBezTo>
                  <a:cubicBezTo>
                    <a:pt x="1340689" y="1414628"/>
                    <a:pt x="1352910" y="1422536"/>
                    <a:pt x="1366568" y="1425412"/>
                  </a:cubicBezTo>
                  <a:cubicBezTo>
                    <a:pt x="1370163" y="1426130"/>
                    <a:pt x="1374476" y="1425412"/>
                    <a:pt x="1378070" y="1422536"/>
                  </a:cubicBezTo>
                  <a:cubicBezTo>
                    <a:pt x="1378070" y="1424693"/>
                    <a:pt x="1378070" y="1426849"/>
                    <a:pt x="1378070" y="1428287"/>
                  </a:cubicBezTo>
                  <a:cubicBezTo>
                    <a:pt x="1375195" y="1428287"/>
                    <a:pt x="1372319" y="1428287"/>
                    <a:pt x="1369444" y="1428287"/>
                  </a:cubicBezTo>
                  <a:cubicBezTo>
                    <a:pt x="1368006" y="1426130"/>
                    <a:pt x="1365849" y="1425412"/>
                    <a:pt x="1362974" y="1425412"/>
                  </a:cubicBezTo>
                  <a:cubicBezTo>
                    <a:pt x="1332062" y="1424693"/>
                    <a:pt x="1298995" y="1430444"/>
                    <a:pt x="1267364" y="1438351"/>
                  </a:cubicBezTo>
                  <a:cubicBezTo>
                    <a:pt x="1267364" y="1438351"/>
                    <a:pt x="1267364" y="1437632"/>
                    <a:pt x="1267364" y="1437632"/>
                  </a:cubicBezTo>
                  <a:cubicBezTo>
                    <a:pt x="1267364" y="1436913"/>
                    <a:pt x="1268083" y="1436195"/>
                    <a:pt x="1268083" y="1435476"/>
                  </a:cubicBezTo>
                  <a:cubicBezTo>
                    <a:pt x="1270959" y="1434038"/>
                    <a:pt x="1273834" y="1431881"/>
                    <a:pt x="1275991" y="1430444"/>
                  </a:cubicBezTo>
                  <a:cubicBezTo>
                    <a:pt x="1283179" y="1425412"/>
                    <a:pt x="1278866" y="1415347"/>
                    <a:pt x="1270240" y="1416785"/>
                  </a:cubicBezTo>
                  <a:cubicBezTo>
                    <a:pt x="1265927" y="1417504"/>
                    <a:pt x="1260894" y="1418223"/>
                    <a:pt x="1256581" y="1419661"/>
                  </a:cubicBezTo>
                  <a:cubicBezTo>
                    <a:pt x="1245079" y="1402408"/>
                    <a:pt x="1229983" y="1386593"/>
                    <a:pt x="1218481" y="1370059"/>
                  </a:cubicBezTo>
                  <a:cubicBezTo>
                    <a:pt x="1214887" y="1364308"/>
                    <a:pt x="1211293" y="1359276"/>
                    <a:pt x="1207698" y="1353525"/>
                  </a:cubicBezTo>
                  <a:cubicBezTo>
                    <a:pt x="1207698" y="1339147"/>
                    <a:pt x="1207698" y="1324051"/>
                    <a:pt x="1207698" y="1308955"/>
                  </a:cubicBezTo>
                  <a:close/>
                  <a:moveTo>
                    <a:pt x="1171036" y="1411753"/>
                  </a:moveTo>
                  <a:cubicBezTo>
                    <a:pt x="1172474" y="1407440"/>
                    <a:pt x="1173193" y="1403845"/>
                    <a:pt x="1173912" y="1399532"/>
                  </a:cubicBezTo>
                  <a:cubicBezTo>
                    <a:pt x="1173912" y="1399532"/>
                    <a:pt x="1174630" y="1400251"/>
                    <a:pt x="1174630" y="1400251"/>
                  </a:cubicBezTo>
                  <a:cubicBezTo>
                    <a:pt x="1174630" y="1406721"/>
                    <a:pt x="1173912" y="1412472"/>
                    <a:pt x="1173912" y="1418942"/>
                  </a:cubicBezTo>
                  <a:cubicBezTo>
                    <a:pt x="1173193" y="1416785"/>
                    <a:pt x="1172474" y="1414628"/>
                    <a:pt x="1171036" y="1411753"/>
                  </a:cubicBezTo>
                  <a:close/>
                  <a:moveTo>
                    <a:pt x="1039483" y="1937964"/>
                  </a:moveTo>
                  <a:cubicBezTo>
                    <a:pt x="1044515" y="1937245"/>
                    <a:pt x="1049547" y="1936527"/>
                    <a:pt x="1053861" y="1935808"/>
                  </a:cubicBezTo>
                  <a:cubicBezTo>
                    <a:pt x="1049547" y="1937964"/>
                    <a:pt x="1044515" y="1939402"/>
                    <a:pt x="1040202" y="1940840"/>
                  </a:cubicBezTo>
                  <a:cubicBezTo>
                    <a:pt x="1040202" y="1940121"/>
                    <a:pt x="1039483" y="1939402"/>
                    <a:pt x="1039483" y="1937964"/>
                  </a:cubicBezTo>
                  <a:close/>
                  <a:moveTo>
                    <a:pt x="1122153" y="2064485"/>
                  </a:moveTo>
                  <a:cubicBezTo>
                    <a:pt x="1121434" y="2063766"/>
                    <a:pt x="1120715" y="2063047"/>
                    <a:pt x="1119996" y="2061610"/>
                  </a:cubicBezTo>
                  <a:cubicBezTo>
                    <a:pt x="1108494" y="2040762"/>
                    <a:pt x="1092679" y="2020634"/>
                    <a:pt x="1080459" y="2002662"/>
                  </a:cubicBezTo>
                  <a:cubicBezTo>
                    <a:pt x="1071113" y="1988285"/>
                    <a:pt x="1061768" y="1970313"/>
                    <a:pt x="1050266" y="1954498"/>
                  </a:cubicBezTo>
                  <a:cubicBezTo>
                    <a:pt x="1058893" y="1950185"/>
                    <a:pt x="1067519" y="1945153"/>
                    <a:pt x="1075427" y="1940121"/>
                  </a:cubicBezTo>
                  <a:cubicBezTo>
                    <a:pt x="1085491" y="1960968"/>
                    <a:pt x="1098430" y="1979659"/>
                    <a:pt x="1110651" y="1999787"/>
                  </a:cubicBezTo>
                  <a:cubicBezTo>
                    <a:pt x="1123591" y="2019915"/>
                    <a:pt x="1135093" y="2043638"/>
                    <a:pt x="1154502" y="2058015"/>
                  </a:cubicBezTo>
                  <a:cubicBezTo>
                    <a:pt x="1143719" y="2060172"/>
                    <a:pt x="1132936" y="2062329"/>
                    <a:pt x="1122153" y="2064485"/>
                  </a:cubicBezTo>
                  <a:close/>
                  <a:moveTo>
                    <a:pt x="1208417" y="2048670"/>
                  </a:moveTo>
                  <a:cubicBezTo>
                    <a:pt x="1204104" y="2049389"/>
                    <a:pt x="1200510" y="2050827"/>
                    <a:pt x="1196196" y="2051546"/>
                  </a:cubicBezTo>
                  <a:cubicBezTo>
                    <a:pt x="1193321" y="2051546"/>
                    <a:pt x="1189727" y="2052264"/>
                    <a:pt x="1186851" y="2052983"/>
                  </a:cubicBezTo>
                  <a:cubicBezTo>
                    <a:pt x="1186851" y="2024228"/>
                    <a:pt x="1164566" y="2000506"/>
                    <a:pt x="1148032" y="1978221"/>
                  </a:cubicBezTo>
                  <a:cubicBezTo>
                    <a:pt x="1133655" y="1958093"/>
                    <a:pt x="1119996" y="1937964"/>
                    <a:pt x="1103462" y="1919993"/>
                  </a:cubicBezTo>
                  <a:cubicBezTo>
                    <a:pt x="1108494" y="1917117"/>
                    <a:pt x="1113527" y="1914242"/>
                    <a:pt x="1119278" y="1911366"/>
                  </a:cubicBezTo>
                  <a:cubicBezTo>
                    <a:pt x="1130779" y="1932213"/>
                    <a:pt x="1144438" y="1952342"/>
                    <a:pt x="1157378" y="1971751"/>
                  </a:cubicBezTo>
                  <a:cubicBezTo>
                    <a:pt x="1174630" y="1997630"/>
                    <a:pt x="1194759" y="2026385"/>
                    <a:pt x="1219919" y="2046513"/>
                  </a:cubicBezTo>
                  <a:cubicBezTo>
                    <a:pt x="1216325" y="2046513"/>
                    <a:pt x="1212012" y="2047232"/>
                    <a:pt x="1208417" y="2048670"/>
                  </a:cubicBezTo>
                  <a:close/>
                  <a:moveTo>
                    <a:pt x="1259457" y="2035011"/>
                  </a:moveTo>
                  <a:cubicBezTo>
                    <a:pt x="1244361" y="2006257"/>
                    <a:pt x="1219200" y="1981815"/>
                    <a:pt x="1198353" y="1957374"/>
                  </a:cubicBezTo>
                  <a:cubicBezTo>
                    <a:pt x="1192602" y="1950904"/>
                    <a:pt x="1187570" y="1943715"/>
                    <a:pt x="1181819" y="1936527"/>
                  </a:cubicBezTo>
                  <a:cubicBezTo>
                    <a:pt x="1196196" y="1935089"/>
                    <a:pt x="1209855" y="1930776"/>
                    <a:pt x="1224232" y="1925025"/>
                  </a:cubicBezTo>
                  <a:cubicBezTo>
                    <a:pt x="1229983" y="1932932"/>
                    <a:pt x="1235734" y="1941559"/>
                    <a:pt x="1240766" y="1949466"/>
                  </a:cubicBezTo>
                  <a:cubicBezTo>
                    <a:pt x="1257300" y="1973908"/>
                    <a:pt x="1272396" y="2004819"/>
                    <a:pt x="1293962" y="2027104"/>
                  </a:cubicBezTo>
                  <a:cubicBezTo>
                    <a:pt x="1282461" y="2029261"/>
                    <a:pt x="1270959" y="2032136"/>
                    <a:pt x="1259457" y="2035011"/>
                  </a:cubicBezTo>
                  <a:close/>
                  <a:moveTo>
                    <a:pt x="1288930" y="1812881"/>
                  </a:moveTo>
                  <a:cubicBezTo>
                    <a:pt x="1287493" y="1812162"/>
                    <a:pt x="1286774" y="1811444"/>
                    <a:pt x="1285336" y="1811444"/>
                  </a:cubicBezTo>
                  <a:cubicBezTo>
                    <a:pt x="1285336" y="1812162"/>
                    <a:pt x="1284617" y="1813600"/>
                    <a:pt x="1284617" y="1814319"/>
                  </a:cubicBezTo>
                  <a:cubicBezTo>
                    <a:pt x="1278866" y="1832291"/>
                    <a:pt x="1258738" y="1836604"/>
                    <a:pt x="1245079" y="1828696"/>
                  </a:cubicBezTo>
                  <a:cubicBezTo>
                    <a:pt x="1240766" y="1829415"/>
                    <a:pt x="1237172" y="1829415"/>
                    <a:pt x="1232859" y="1829415"/>
                  </a:cubicBezTo>
                  <a:cubicBezTo>
                    <a:pt x="1216325" y="1835885"/>
                    <a:pt x="1196196" y="1825102"/>
                    <a:pt x="1196196" y="1807849"/>
                  </a:cubicBezTo>
                  <a:cubicBezTo>
                    <a:pt x="1194040" y="1805693"/>
                    <a:pt x="1191164" y="1804974"/>
                    <a:pt x="1188289" y="1804255"/>
                  </a:cubicBezTo>
                  <a:cubicBezTo>
                    <a:pt x="1186851" y="1799942"/>
                    <a:pt x="1184695" y="1795628"/>
                    <a:pt x="1181819" y="1792753"/>
                  </a:cubicBezTo>
                  <a:cubicBezTo>
                    <a:pt x="1189008" y="1791315"/>
                    <a:pt x="1196915" y="1790596"/>
                    <a:pt x="1204104" y="1788440"/>
                  </a:cubicBezTo>
                  <a:cubicBezTo>
                    <a:pt x="1214168" y="1771906"/>
                    <a:pt x="1222076" y="1754653"/>
                    <a:pt x="1229264" y="1737400"/>
                  </a:cubicBezTo>
                  <a:cubicBezTo>
                    <a:pt x="1212730" y="1745308"/>
                    <a:pt x="1196196" y="1753215"/>
                    <a:pt x="1180381" y="1763279"/>
                  </a:cubicBezTo>
                  <a:cubicBezTo>
                    <a:pt x="1191164" y="1669827"/>
                    <a:pt x="1201229" y="1576374"/>
                    <a:pt x="1209136" y="1482202"/>
                  </a:cubicBezTo>
                  <a:cubicBezTo>
                    <a:pt x="1219200" y="1482921"/>
                    <a:pt x="1229264" y="1482921"/>
                    <a:pt x="1239328" y="1482921"/>
                  </a:cubicBezTo>
                  <a:cubicBezTo>
                    <a:pt x="1274553" y="1482202"/>
                    <a:pt x="1317685" y="1480045"/>
                    <a:pt x="1350034" y="1462793"/>
                  </a:cubicBezTo>
                  <a:cubicBezTo>
                    <a:pt x="1359379" y="1464230"/>
                    <a:pt x="1368725" y="1464949"/>
                    <a:pt x="1377351" y="1466387"/>
                  </a:cubicBezTo>
                  <a:cubicBezTo>
                    <a:pt x="1374476" y="1530366"/>
                    <a:pt x="1371600" y="1595064"/>
                    <a:pt x="1368725" y="1659044"/>
                  </a:cubicBezTo>
                  <a:cubicBezTo>
                    <a:pt x="1370881" y="1662638"/>
                    <a:pt x="1372319" y="1666951"/>
                    <a:pt x="1372319" y="1671983"/>
                  </a:cubicBezTo>
                  <a:cubicBezTo>
                    <a:pt x="1372319" y="1707927"/>
                    <a:pt x="1370881" y="1742432"/>
                    <a:pt x="1362255" y="1776938"/>
                  </a:cubicBezTo>
                  <a:cubicBezTo>
                    <a:pt x="1362255" y="1776938"/>
                    <a:pt x="1362974" y="1777657"/>
                    <a:pt x="1362974" y="1777657"/>
                  </a:cubicBezTo>
                  <a:cubicBezTo>
                    <a:pt x="1362974" y="1781251"/>
                    <a:pt x="1362255" y="1785564"/>
                    <a:pt x="1362255" y="1789159"/>
                  </a:cubicBezTo>
                  <a:cubicBezTo>
                    <a:pt x="1360817" y="1789159"/>
                    <a:pt x="1360098" y="1789878"/>
                    <a:pt x="1358661" y="1789878"/>
                  </a:cubicBezTo>
                  <a:cubicBezTo>
                    <a:pt x="1354347" y="1803536"/>
                    <a:pt x="1342127" y="1808568"/>
                    <a:pt x="1330625" y="1807130"/>
                  </a:cubicBezTo>
                  <a:cubicBezTo>
                    <a:pt x="1319842" y="1811444"/>
                    <a:pt x="1309059" y="1815038"/>
                    <a:pt x="1298276" y="1817913"/>
                  </a:cubicBezTo>
                  <a:cubicBezTo>
                    <a:pt x="1294681" y="1816476"/>
                    <a:pt x="1291806" y="1814319"/>
                    <a:pt x="1288930" y="1812881"/>
                  </a:cubicBezTo>
                  <a:close/>
                  <a:moveTo>
                    <a:pt x="1345721" y="1879017"/>
                  </a:moveTo>
                  <a:cubicBezTo>
                    <a:pt x="1347159" y="1877579"/>
                    <a:pt x="1348596" y="1876142"/>
                    <a:pt x="1349315" y="1874704"/>
                  </a:cubicBezTo>
                  <a:lnTo>
                    <a:pt x="1354347" y="1872547"/>
                  </a:lnTo>
                  <a:cubicBezTo>
                    <a:pt x="1355066" y="1876142"/>
                    <a:pt x="1356504" y="1880455"/>
                    <a:pt x="1357942" y="1884049"/>
                  </a:cubicBezTo>
                  <a:cubicBezTo>
                    <a:pt x="1357223" y="1904178"/>
                    <a:pt x="1355785" y="1925025"/>
                    <a:pt x="1355066" y="1945153"/>
                  </a:cubicBezTo>
                  <a:cubicBezTo>
                    <a:pt x="1340689" y="1929338"/>
                    <a:pt x="1329906" y="1912085"/>
                    <a:pt x="1319123" y="1894113"/>
                  </a:cubicBezTo>
                  <a:cubicBezTo>
                    <a:pt x="1328468" y="1890519"/>
                    <a:pt x="1337813" y="1885487"/>
                    <a:pt x="1345721" y="1879017"/>
                  </a:cubicBezTo>
                  <a:close/>
                  <a:moveTo>
                    <a:pt x="1345002" y="2026385"/>
                  </a:moveTo>
                  <a:cubicBezTo>
                    <a:pt x="1344283" y="2022072"/>
                    <a:pt x="1342846" y="2017040"/>
                    <a:pt x="1341408" y="2012726"/>
                  </a:cubicBezTo>
                  <a:cubicBezTo>
                    <a:pt x="1344283" y="2015602"/>
                    <a:pt x="1347878" y="2019196"/>
                    <a:pt x="1351472" y="2022072"/>
                  </a:cubicBezTo>
                  <a:cubicBezTo>
                    <a:pt x="1351472" y="2023509"/>
                    <a:pt x="1351472" y="2024228"/>
                    <a:pt x="1351472" y="2025666"/>
                  </a:cubicBezTo>
                  <a:cubicBezTo>
                    <a:pt x="1351472" y="2025666"/>
                    <a:pt x="1350753" y="2025666"/>
                    <a:pt x="1350753" y="2025666"/>
                  </a:cubicBezTo>
                  <a:cubicBezTo>
                    <a:pt x="1348596" y="2025666"/>
                    <a:pt x="1347159" y="2025666"/>
                    <a:pt x="1345002" y="2026385"/>
                  </a:cubicBezTo>
                  <a:close/>
                  <a:moveTo>
                    <a:pt x="1164566" y="2653238"/>
                  </a:moveTo>
                  <a:cubicBezTo>
                    <a:pt x="1166004" y="2651800"/>
                    <a:pt x="1168161" y="2650362"/>
                    <a:pt x="1169598" y="2648925"/>
                  </a:cubicBezTo>
                  <a:cubicBezTo>
                    <a:pt x="1181819" y="2637423"/>
                    <a:pt x="1180381" y="2620889"/>
                    <a:pt x="1171755" y="2610106"/>
                  </a:cubicBezTo>
                  <a:cubicBezTo>
                    <a:pt x="1186132" y="2604355"/>
                    <a:pt x="1201947" y="2599323"/>
                    <a:pt x="1217762" y="2594291"/>
                  </a:cubicBezTo>
                  <a:cubicBezTo>
                    <a:pt x="1218481" y="2592853"/>
                    <a:pt x="1219919" y="2590697"/>
                    <a:pt x="1220638" y="2589259"/>
                  </a:cubicBezTo>
                  <a:cubicBezTo>
                    <a:pt x="1229264" y="2575600"/>
                    <a:pt x="1245798" y="2569849"/>
                    <a:pt x="1260176" y="2576319"/>
                  </a:cubicBezTo>
                  <a:cubicBezTo>
                    <a:pt x="1269521" y="2571287"/>
                    <a:pt x="1278866" y="2565536"/>
                    <a:pt x="1286774" y="2559066"/>
                  </a:cubicBezTo>
                  <a:cubicBezTo>
                    <a:pt x="1301151" y="2555472"/>
                    <a:pt x="1314810" y="2550440"/>
                    <a:pt x="1328468" y="2544689"/>
                  </a:cubicBezTo>
                  <a:cubicBezTo>
                    <a:pt x="1327749" y="2554753"/>
                    <a:pt x="1327749" y="2564817"/>
                    <a:pt x="1327030" y="2574162"/>
                  </a:cubicBezTo>
                  <a:cubicBezTo>
                    <a:pt x="1325593" y="2575600"/>
                    <a:pt x="1324155" y="2577038"/>
                    <a:pt x="1323436" y="2579195"/>
                  </a:cubicBezTo>
                  <a:cubicBezTo>
                    <a:pt x="1325593" y="2579914"/>
                    <a:pt x="1327749" y="2580632"/>
                    <a:pt x="1329906" y="2582070"/>
                  </a:cubicBezTo>
                  <a:cubicBezTo>
                    <a:pt x="1336376" y="2566974"/>
                    <a:pt x="1355066" y="2559066"/>
                    <a:pt x="1370163" y="2563379"/>
                  </a:cubicBezTo>
                  <a:cubicBezTo>
                    <a:pt x="1370163" y="2557629"/>
                    <a:pt x="1370881" y="2551877"/>
                    <a:pt x="1370881" y="2546846"/>
                  </a:cubicBezTo>
                  <a:cubicBezTo>
                    <a:pt x="1396042" y="2550440"/>
                    <a:pt x="1422640" y="2550440"/>
                    <a:pt x="1447800" y="2551159"/>
                  </a:cubicBezTo>
                  <a:cubicBezTo>
                    <a:pt x="1490932" y="2552596"/>
                    <a:pt x="1534064" y="2554753"/>
                    <a:pt x="1577915" y="2554753"/>
                  </a:cubicBezTo>
                  <a:lnTo>
                    <a:pt x="1708030" y="2556191"/>
                  </a:lnTo>
                  <a:cubicBezTo>
                    <a:pt x="1708749" y="2556191"/>
                    <a:pt x="1710187" y="2556191"/>
                    <a:pt x="1710906" y="2556191"/>
                  </a:cubicBezTo>
                  <a:cubicBezTo>
                    <a:pt x="1718813" y="2539657"/>
                    <a:pt x="1737504" y="2535344"/>
                    <a:pt x="1751881" y="2540376"/>
                  </a:cubicBezTo>
                  <a:cubicBezTo>
                    <a:pt x="1755476" y="2536063"/>
                    <a:pt x="1759070" y="2531749"/>
                    <a:pt x="1761946" y="2528155"/>
                  </a:cubicBezTo>
                  <a:cubicBezTo>
                    <a:pt x="1784230" y="2495087"/>
                    <a:pt x="1837427" y="2525279"/>
                    <a:pt x="1817298" y="2558347"/>
                  </a:cubicBezTo>
                  <a:cubicBezTo>
                    <a:pt x="1818736" y="2560504"/>
                    <a:pt x="1819455" y="2562660"/>
                    <a:pt x="1820893" y="2564098"/>
                  </a:cubicBezTo>
                  <a:cubicBezTo>
                    <a:pt x="1816579" y="2566974"/>
                    <a:pt x="1812266" y="2569130"/>
                    <a:pt x="1807953" y="2572006"/>
                  </a:cubicBezTo>
                  <a:cubicBezTo>
                    <a:pt x="1806515" y="2573444"/>
                    <a:pt x="1805078" y="2574881"/>
                    <a:pt x="1804359" y="2576319"/>
                  </a:cubicBezTo>
                  <a:cubicBezTo>
                    <a:pt x="1771291" y="2577757"/>
                    <a:pt x="1738223" y="2580632"/>
                    <a:pt x="1705874" y="2582070"/>
                  </a:cubicBezTo>
                  <a:cubicBezTo>
                    <a:pt x="1679276" y="2583508"/>
                    <a:pt x="1653396" y="2584945"/>
                    <a:pt x="1626798" y="2586383"/>
                  </a:cubicBezTo>
                  <a:cubicBezTo>
                    <a:pt x="1526876" y="2579914"/>
                    <a:pt x="1425515" y="2577038"/>
                    <a:pt x="1327030" y="2589978"/>
                  </a:cubicBezTo>
                  <a:cubicBezTo>
                    <a:pt x="1324155" y="2588540"/>
                    <a:pt x="1321279" y="2587821"/>
                    <a:pt x="1317685" y="2588540"/>
                  </a:cubicBezTo>
                  <a:cubicBezTo>
                    <a:pt x="1309778" y="2589978"/>
                    <a:pt x="1301151" y="2592134"/>
                    <a:pt x="1293244" y="2595010"/>
                  </a:cubicBezTo>
                  <a:cubicBezTo>
                    <a:pt x="1290368" y="2595728"/>
                    <a:pt x="1287493" y="2595728"/>
                    <a:pt x="1284617" y="2596447"/>
                  </a:cubicBezTo>
                  <a:cubicBezTo>
                    <a:pt x="1282461" y="2597166"/>
                    <a:pt x="1280304" y="2598604"/>
                    <a:pt x="1279585" y="2600761"/>
                  </a:cubicBezTo>
                  <a:cubicBezTo>
                    <a:pt x="1246517" y="2615857"/>
                    <a:pt x="1214887" y="2638861"/>
                    <a:pt x="1183976" y="2653957"/>
                  </a:cubicBezTo>
                  <a:cubicBezTo>
                    <a:pt x="1178225" y="2656832"/>
                    <a:pt x="1172474" y="2658989"/>
                    <a:pt x="1166723" y="2661864"/>
                  </a:cubicBezTo>
                  <a:cubicBezTo>
                    <a:pt x="1164566" y="2658989"/>
                    <a:pt x="1164566" y="2656113"/>
                    <a:pt x="1164566" y="2653238"/>
                  </a:cubicBezTo>
                  <a:close/>
                  <a:moveTo>
                    <a:pt x="1125028" y="2574881"/>
                  </a:moveTo>
                  <a:cubicBezTo>
                    <a:pt x="1128623" y="2575600"/>
                    <a:pt x="1132217" y="2575600"/>
                    <a:pt x="1135812" y="2576319"/>
                  </a:cubicBezTo>
                  <a:cubicBezTo>
                    <a:pt x="1132217" y="2577757"/>
                    <a:pt x="1128623" y="2579195"/>
                    <a:pt x="1125028" y="2580632"/>
                  </a:cubicBezTo>
                  <a:cubicBezTo>
                    <a:pt x="1124310" y="2579195"/>
                    <a:pt x="1125028" y="2577038"/>
                    <a:pt x="1125028" y="2574881"/>
                  </a:cubicBezTo>
                  <a:close/>
                  <a:moveTo>
                    <a:pt x="1117121" y="2734470"/>
                  </a:moveTo>
                  <a:cubicBezTo>
                    <a:pt x="1117121" y="2729438"/>
                    <a:pt x="1117121" y="2725125"/>
                    <a:pt x="1117840" y="2720093"/>
                  </a:cubicBezTo>
                  <a:cubicBezTo>
                    <a:pt x="1142281" y="2711466"/>
                    <a:pt x="1166004" y="2701402"/>
                    <a:pt x="1187570" y="2692057"/>
                  </a:cubicBezTo>
                  <a:cubicBezTo>
                    <a:pt x="1191164" y="2690619"/>
                    <a:pt x="1195478" y="2689181"/>
                    <a:pt x="1199072" y="2687025"/>
                  </a:cubicBezTo>
                  <a:cubicBezTo>
                    <a:pt x="1201947" y="2694213"/>
                    <a:pt x="1204823" y="2701402"/>
                    <a:pt x="1208417" y="2707872"/>
                  </a:cubicBezTo>
                  <a:cubicBezTo>
                    <a:pt x="1196196" y="2710028"/>
                    <a:pt x="1183976" y="2710028"/>
                    <a:pt x="1171036" y="2707872"/>
                  </a:cubicBezTo>
                  <a:cubicBezTo>
                    <a:pt x="1160253" y="2713623"/>
                    <a:pt x="1148751" y="2719374"/>
                    <a:pt x="1137249" y="2725125"/>
                  </a:cubicBezTo>
                  <a:cubicBezTo>
                    <a:pt x="1153064" y="2753160"/>
                    <a:pt x="1172474" y="2779040"/>
                    <a:pt x="1190446" y="2805638"/>
                  </a:cubicBezTo>
                  <a:cubicBezTo>
                    <a:pt x="1205542" y="2827204"/>
                    <a:pt x="1220638" y="2854521"/>
                    <a:pt x="1239328" y="2876087"/>
                  </a:cubicBezTo>
                  <a:cubicBezTo>
                    <a:pt x="1233578" y="2877525"/>
                    <a:pt x="1227827" y="2879681"/>
                    <a:pt x="1222076" y="2882557"/>
                  </a:cubicBezTo>
                  <a:cubicBezTo>
                    <a:pt x="1210574" y="2849489"/>
                    <a:pt x="1186851" y="2819296"/>
                    <a:pt x="1168161" y="2790542"/>
                  </a:cubicBezTo>
                  <a:cubicBezTo>
                    <a:pt x="1154502" y="2770414"/>
                    <a:pt x="1140844" y="2749566"/>
                    <a:pt x="1126466" y="2730157"/>
                  </a:cubicBezTo>
                  <a:cubicBezTo>
                    <a:pt x="1123591" y="2731594"/>
                    <a:pt x="1120715" y="2733032"/>
                    <a:pt x="1117121" y="2734470"/>
                  </a:cubicBezTo>
                  <a:close/>
                  <a:moveTo>
                    <a:pt x="1102025" y="3702785"/>
                  </a:moveTo>
                  <a:cubicBezTo>
                    <a:pt x="1101306" y="3702785"/>
                    <a:pt x="1100587" y="3702785"/>
                    <a:pt x="1099868" y="3703504"/>
                  </a:cubicBezTo>
                  <a:cubicBezTo>
                    <a:pt x="1099149" y="3703504"/>
                    <a:pt x="1099149" y="3704223"/>
                    <a:pt x="1098430" y="3704223"/>
                  </a:cubicBezTo>
                  <a:cubicBezTo>
                    <a:pt x="1087647" y="3707817"/>
                    <a:pt x="1077583" y="3712130"/>
                    <a:pt x="1068238" y="3717881"/>
                  </a:cubicBezTo>
                  <a:cubicBezTo>
                    <a:pt x="1069676" y="3694877"/>
                    <a:pt x="1071113" y="3672593"/>
                    <a:pt x="1072551" y="3649589"/>
                  </a:cubicBezTo>
                  <a:cubicBezTo>
                    <a:pt x="1079021" y="3657496"/>
                    <a:pt x="1085491" y="3664685"/>
                    <a:pt x="1094117" y="3670436"/>
                  </a:cubicBezTo>
                  <a:cubicBezTo>
                    <a:pt x="1099868" y="3674749"/>
                    <a:pt x="1107776" y="3671874"/>
                    <a:pt x="1111370" y="3666123"/>
                  </a:cubicBezTo>
                  <a:cubicBezTo>
                    <a:pt x="1118559" y="3676906"/>
                    <a:pt x="1125747" y="3686970"/>
                    <a:pt x="1135812" y="3695597"/>
                  </a:cubicBezTo>
                  <a:cubicBezTo>
                    <a:pt x="1124310" y="3697034"/>
                    <a:pt x="1112808" y="3699191"/>
                    <a:pt x="1102025" y="3702785"/>
                  </a:cubicBezTo>
                  <a:close/>
                  <a:moveTo>
                    <a:pt x="1107057" y="3450462"/>
                  </a:moveTo>
                  <a:cubicBezTo>
                    <a:pt x="1109932" y="3450462"/>
                    <a:pt x="1112089" y="3450462"/>
                    <a:pt x="1114964" y="3450462"/>
                  </a:cubicBezTo>
                  <a:cubicBezTo>
                    <a:pt x="1116402" y="3465559"/>
                    <a:pt x="1118559" y="3480655"/>
                    <a:pt x="1122153" y="3495032"/>
                  </a:cubicBezTo>
                  <a:cubicBezTo>
                    <a:pt x="1116402" y="3480655"/>
                    <a:pt x="1111370" y="3465559"/>
                    <a:pt x="1107057" y="3450462"/>
                  </a:cubicBezTo>
                  <a:close/>
                  <a:moveTo>
                    <a:pt x="1118559" y="3403017"/>
                  </a:moveTo>
                  <a:cubicBezTo>
                    <a:pt x="1109932" y="3403736"/>
                    <a:pt x="1102025" y="3403736"/>
                    <a:pt x="1093398" y="3404455"/>
                  </a:cubicBezTo>
                  <a:cubicBezTo>
                    <a:pt x="1094836" y="3386483"/>
                    <a:pt x="1096993" y="3369230"/>
                    <a:pt x="1099149" y="3351259"/>
                  </a:cubicBezTo>
                  <a:cubicBezTo>
                    <a:pt x="1126466" y="3351259"/>
                    <a:pt x="1153783" y="3351259"/>
                    <a:pt x="1181819" y="3351978"/>
                  </a:cubicBezTo>
                  <a:cubicBezTo>
                    <a:pt x="1214168" y="3352697"/>
                    <a:pt x="1247236" y="3356291"/>
                    <a:pt x="1276710" y="3341914"/>
                  </a:cubicBezTo>
                  <a:cubicBezTo>
                    <a:pt x="1283898" y="3338319"/>
                    <a:pt x="1281023" y="3328974"/>
                    <a:pt x="1274553" y="3326817"/>
                  </a:cubicBezTo>
                  <a:cubicBezTo>
                    <a:pt x="1245079" y="3315315"/>
                    <a:pt x="1212730" y="3321785"/>
                    <a:pt x="1181819" y="3325379"/>
                  </a:cubicBezTo>
                  <a:cubicBezTo>
                    <a:pt x="1155221" y="3328255"/>
                    <a:pt x="1127904" y="3330412"/>
                    <a:pt x="1101306" y="3332568"/>
                  </a:cubicBezTo>
                  <a:cubicBezTo>
                    <a:pt x="1112808" y="3225457"/>
                    <a:pt x="1125028" y="3118346"/>
                    <a:pt x="1136530" y="3011234"/>
                  </a:cubicBezTo>
                  <a:cubicBezTo>
                    <a:pt x="1135093" y="3001170"/>
                    <a:pt x="1133655" y="2990387"/>
                    <a:pt x="1132217" y="2980323"/>
                  </a:cubicBezTo>
                  <a:cubicBezTo>
                    <a:pt x="1144438" y="2974572"/>
                    <a:pt x="1155940" y="2968821"/>
                    <a:pt x="1167442" y="2963070"/>
                  </a:cubicBezTo>
                  <a:cubicBezTo>
                    <a:pt x="1176787" y="2959476"/>
                    <a:pt x="1185413" y="2955881"/>
                    <a:pt x="1194759" y="2952287"/>
                  </a:cubicBezTo>
                  <a:cubicBezTo>
                    <a:pt x="1221357" y="2941504"/>
                    <a:pt x="1250830" y="2933596"/>
                    <a:pt x="1270959" y="2911311"/>
                  </a:cubicBezTo>
                  <a:cubicBezTo>
                    <a:pt x="1272396" y="2909155"/>
                    <a:pt x="1273834" y="2906998"/>
                    <a:pt x="1273834" y="2904842"/>
                  </a:cubicBezTo>
                  <a:cubicBezTo>
                    <a:pt x="1275991" y="2905561"/>
                    <a:pt x="1277428" y="2906998"/>
                    <a:pt x="1279585" y="2907717"/>
                  </a:cubicBezTo>
                  <a:cubicBezTo>
                    <a:pt x="1286055" y="2910593"/>
                    <a:pt x="1295400" y="2907717"/>
                    <a:pt x="1294681" y="2899091"/>
                  </a:cubicBezTo>
                  <a:cubicBezTo>
                    <a:pt x="1290368" y="2858834"/>
                    <a:pt x="1261613" y="2828642"/>
                    <a:pt x="1237891" y="2797730"/>
                  </a:cubicBezTo>
                  <a:cubicBezTo>
                    <a:pt x="1219200" y="2772570"/>
                    <a:pt x="1201229" y="2745972"/>
                    <a:pt x="1180381" y="2721530"/>
                  </a:cubicBezTo>
                  <a:cubicBezTo>
                    <a:pt x="1185413" y="2720811"/>
                    <a:pt x="1189727" y="2719374"/>
                    <a:pt x="1194759" y="2717217"/>
                  </a:cubicBezTo>
                  <a:cubicBezTo>
                    <a:pt x="1201229" y="2717936"/>
                    <a:pt x="1207698" y="2718655"/>
                    <a:pt x="1214168" y="2718655"/>
                  </a:cubicBezTo>
                  <a:cubicBezTo>
                    <a:pt x="1225670" y="2740221"/>
                    <a:pt x="1239328" y="2761068"/>
                    <a:pt x="1252268" y="2781915"/>
                  </a:cubicBezTo>
                  <a:cubicBezTo>
                    <a:pt x="1269521" y="2809232"/>
                    <a:pt x="1287493" y="2845176"/>
                    <a:pt x="1313372" y="2866742"/>
                  </a:cubicBezTo>
                  <a:cubicBezTo>
                    <a:pt x="1305464" y="3043583"/>
                    <a:pt x="1297557" y="3220425"/>
                    <a:pt x="1288930" y="3397266"/>
                  </a:cubicBezTo>
                  <a:cubicBezTo>
                    <a:pt x="1262332" y="3397985"/>
                    <a:pt x="1235734" y="3398704"/>
                    <a:pt x="1208417" y="3399423"/>
                  </a:cubicBezTo>
                  <a:cubicBezTo>
                    <a:pt x="1207698" y="3394391"/>
                    <a:pt x="1206261" y="3389359"/>
                    <a:pt x="1205542" y="3384327"/>
                  </a:cubicBezTo>
                  <a:cubicBezTo>
                    <a:pt x="1201229" y="3359885"/>
                    <a:pt x="1163847" y="3366355"/>
                    <a:pt x="1163129" y="3390078"/>
                  </a:cubicBezTo>
                  <a:cubicBezTo>
                    <a:pt x="1163129" y="3393672"/>
                    <a:pt x="1163129" y="3397266"/>
                    <a:pt x="1163129" y="3400861"/>
                  </a:cubicBezTo>
                  <a:cubicBezTo>
                    <a:pt x="1153783" y="3401579"/>
                    <a:pt x="1144438" y="3401579"/>
                    <a:pt x="1135812" y="3402298"/>
                  </a:cubicBezTo>
                  <a:cubicBezTo>
                    <a:pt x="1130779" y="3398704"/>
                    <a:pt x="1123591" y="3399423"/>
                    <a:pt x="1118559" y="3403017"/>
                  </a:cubicBezTo>
                  <a:close/>
                  <a:moveTo>
                    <a:pt x="1250111" y="3671155"/>
                  </a:moveTo>
                  <a:cubicBezTo>
                    <a:pt x="1245798" y="3654621"/>
                    <a:pt x="1235734" y="3642400"/>
                    <a:pt x="1225670" y="3627304"/>
                  </a:cubicBezTo>
                  <a:cubicBezTo>
                    <a:pt x="1211293" y="3605019"/>
                    <a:pt x="1199072" y="3581296"/>
                    <a:pt x="1187570" y="3556855"/>
                  </a:cubicBezTo>
                  <a:cubicBezTo>
                    <a:pt x="1172474" y="3523787"/>
                    <a:pt x="1160253" y="3487844"/>
                    <a:pt x="1150908" y="3451900"/>
                  </a:cubicBezTo>
                  <a:cubicBezTo>
                    <a:pt x="1155940" y="3451900"/>
                    <a:pt x="1161691" y="3452619"/>
                    <a:pt x="1166723" y="3452619"/>
                  </a:cubicBezTo>
                  <a:cubicBezTo>
                    <a:pt x="1172474" y="3492876"/>
                    <a:pt x="1184695" y="3531695"/>
                    <a:pt x="1201947" y="3569795"/>
                  </a:cubicBezTo>
                  <a:cubicBezTo>
                    <a:pt x="1215606" y="3599987"/>
                    <a:pt x="1237172" y="3643838"/>
                    <a:pt x="1265927" y="3671874"/>
                  </a:cubicBezTo>
                  <a:cubicBezTo>
                    <a:pt x="1261613" y="3672593"/>
                    <a:pt x="1255862" y="3671874"/>
                    <a:pt x="1250111" y="3671155"/>
                  </a:cubicBezTo>
                  <a:close/>
                  <a:moveTo>
                    <a:pt x="1260176" y="3552542"/>
                  </a:moveTo>
                  <a:cubicBezTo>
                    <a:pt x="1244361" y="3521630"/>
                    <a:pt x="1232140" y="3488563"/>
                    <a:pt x="1222076" y="3455495"/>
                  </a:cubicBezTo>
                  <a:cubicBezTo>
                    <a:pt x="1227108" y="3455495"/>
                    <a:pt x="1232859" y="3455495"/>
                    <a:pt x="1237891" y="3456213"/>
                  </a:cubicBezTo>
                  <a:cubicBezTo>
                    <a:pt x="1249393" y="3490719"/>
                    <a:pt x="1265208" y="3523787"/>
                    <a:pt x="1281023" y="3556136"/>
                  </a:cubicBezTo>
                  <a:cubicBezTo>
                    <a:pt x="1280304" y="3565481"/>
                    <a:pt x="1280304" y="3574827"/>
                    <a:pt x="1279585" y="3584891"/>
                  </a:cubicBezTo>
                  <a:cubicBezTo>
                    <a:pt x="1272396" y="3574108"/>
                    <a:pt x="1265208" y="3563325"/>
                    <a:pt x="1260176" y="3552542"/>
                  </a:cubicBezTo>
                  <a:close/>
                  <a:moveTo>
                    <a:pt x="1272396" y="5224628"/>
                  </a:moveTo>
                  <a:cubicBezTo>
                    <a:pt x="1273115" y="5205219"/>
                    <a:pt x="1273834" y="5185810"/>
                    <a:pt x="1274553" y="5166400"/>
                  </a:cubicBezTo>
                  <a:cubicBezTo>
                    <a:pt x="1287493" y="5184372"/>
                    <a:pt x="1302589" y="5203782"/>
                    <a:pt x="1319842" y="5217440"/>
                  </a:cubicBezTo>
                  <a:cubicBezTo>
                    <a:pt x="1304027" y="5219597"/>
                    <a:pt x="1288211" y="5221753"/>
                    <a:pt x="1272396" y="5224628"/>
                  </a:cubicBezTo>
                  <a:close/>
                  <a:moveTo>
                    <a:pt x="1401793" y="5211689"/>
                  </a:moveTo>
                  <a:cubicBezTo>
                    <a:pt x="1396042" y="5211689"/>
                    <a:pt x="1391010" y="5211689"/>
                    <a:pt x="1385259" y="5211689"/>
                  </a:cubicBezTo>
                  <a:cubicBezTo>
                    <a:pt x="1383102" y="5195155"/>
                    <a:pt x="1373038" y="5185091"/>
                    <a:pt x="1360098" y="5172151"/>
                  </a:cubicBezTo>
                  <a:cubicBezTo>
                    <a:pt x="1337813" y="5149147"/>
                    <a:pt x="1316247" y="5123987"/>
                    <a:pt x="1297557" y="5098108"/>
                  </a:cubicBezTo>
                  <a:cubicBezTo>
                    <a:pt x="1290368" y="5088763"/>
                    <a:pt x="1283898" y="5078698"/>
                    <a:pt x="1277428" y="5068634"/>
                  </a:cubicBezTo>
                  <a:cubicBezTo>
                    <a:pt x="1277428" y="5060727"/>
                    <a:pt x="1278147" y="5053538"/>
                    <a:pt x="1278147" y="5045631"/>
                  </a:cubicBezTo>
                  <a:cubicBezTo>
                    <a:pt x="1283898" y="5047787"/>
                    <a:pt x="1288930" y="5049944"/>
                    <a:pt x="1294681" y="5052100"/>
                  </a:cubicBezTo>
                  <a:cubicBezTo>
                    <a:pt x="1310496" y="5083012"/>
                    <a:pt x="1328468" y="5112485"/>
                    <a:pt x="1348596" y="5140521"/>
                  </a:cubicBezTo>
                  <a:cubicBezTo>
                    <a:pt x="1363693" y="5162087"/>
                    <a:pt x="1380946" y="5188685"/>
                    <a:pt x="1401793" y="5211689"/>
                  </a:cubicBezTo>
                  <a:close/>
                  <a:moveTo>
                    <a:pt x="1429110" y="5022627"/>
                  </a:moveTo>
                  <a:cubicBezTo>
                    <a:pt x="1421202" y="5014719"/>
                    <a:pt x="1410419" y="5015438"/>
                    <a:pt x="1403230" y="5020470"/>
                  </a:cubicBezTo>
                  <a:cubicBezTo>
                    <a:pt x="1377351" y="5011844"/>
                    <a:pt x="1355066" y="4996748"/>
                    <a:pt x="1339970" y="4973744"/>
                  </a:cubicBezTo>
                  <a:cubicBezTo>
                    <a:pt x="1337095" y="4973744"/>
                    <a:pt x="1334219" y="4973744"/>
                    <a:pt x="1332062" y="4973744"/>
                  </a:cubicBezTo>
                  <a:cubicBezTo>
                    <a:pt x="1321998" y="4970149"/>
                    <a:pt x="1312653" y="4966555"/>
                    <a:pt x="1302589" y="4962242"/>
                  </a:cubicBezTo>
                  <a:cubicBezTo>
                    <a:pt x="1302589" y="4962242"/>
                    <a:pt x="1301870" y="4961523"/>
                    <a:pt x="1301870" y="4961523"/>
                  </a:cubicBezTo>
                  <a:cubicBezTo>
                    <a:pt x="1297557" y="4952178"/>
                    <a:pt x="1288211" y="4950021"/>
                    <a:pt x="1280304" y="4951459"/>
                  </a:cubicBezTo>
                  <a:cubicBezTo>
                    <a:pt x="1281023" y="4926298"/>
                    <a:pt x="1281742" y="4901857"/>
                    <a:pt x="1282461" y="4876697"/>
                  </a:cubicBezTo>
                  <a:cubicBezTo>
                    <a:pt x="1282461" y="4876697"/>
                    <a:pt x="1282461" y="4876697"/>
                    <a:pt x="1282461" y="4876697"/>
                  </a:cubicBezTo>
                  <a:cubicBezTo>
                    <a:pt x="1362974" y="4889636"/>
                    <a:pt x="1444925" y="4885323"/>
                    <a:pt x="1526876" y="4889636"/>
                  </a:cubicBezTo>
                  <a:cubicBezTo>
                    <a:pt x="1534064" y="4890355"/>
                    <a:pt x="1541253" y="4890355"/>
                    <a:pt x="1548442" y="4891074"/>
                  </a:cubicBezTo>
                  <a:cubicBezTo>
                    <a:pt x="1550598" y="4894668"/>
                    <a:pt x="1553474" y="4898263"/>
                    <a:pt x="1556349" y="4901857"/>
                  </a:cubicBezTo>
                  <a:cubicBezTo>
                    <a:pt x="1566413" y="4912640"/>
                    <a:pt x="1582229" y="4908327"/>
                    <a:pt x="1589417" y="4897544"/>
                  </a:cubicBezTo>
                  <a:cubicBezTo>
                    <a:pt x="1590136" y="4896106"/>
                    <a:pt x="1590855" y="4895387"/>
                    <a:pt x="1591574" y="4893949"/>
                  </a:cubicBezTo>
                  <a:cubicBezTo>
                    <a:pt x="1657710" y="4898263"/>
                    <a:pt x="1726002" y="4900419"/>
                    <a:pt x="1789262" y="4885323"/>
                  </a:cubicBezTo>
                  <a:cubicBezTo>
                    <a:pt x="1800764" y="4882448"/>
                    <a:pt x="1800764" y="4864476"/>
                    <a:pt x="1789262" y="4862319"/>
                  </a:cubicBezTo>
                  <a:cubicBezTo>
                    <a:pt x="1729597" y="4848661"/>
                    <a:pt x="1664898" y="4850098"/>
                    <a:pt x="1602357" y="4853693"/>
                  </a:cubicBezTo>
                  <a:cubicBezTo>
                    <a:pt x="1603076" y="4842191"/>
                    <a:pt x="1602357" y="4829970"/>
                    <a:pt x="1601638" y="4817749"/>
                  </a:cubicBezTo>
                  <a:cubicBezTo>
                    <a:pt x="1602357" y="4806248"/>
                    <a:pt x="1602357" y="4794746"/>
                    <a:pt x="1602357" y="4783244"/>
                  </a:cubicBezTo>
                  <a:cubicBezTo>
                    <a:pt x="1603076" y="4735798"/>
                    <a:pt x="1611702" y="4679727"/>
                    <a:pt x="1595168" y="4634438"/>
                  </a:cubicBezTo>
                  <a:cubicBezTo>
                    <a:pt x="1593012" y="4627968"/>
                    <a:pt x="1587979" y="4622936"/>
                    <a:pt x="1582229" y="4619342"/>
                  </a:cubicBezTo>
                  <a:cubicBezTo>
                    <a:pt x="1580791" y="4607840"/>
                    <a:pt x="1578634" y="4596338"/>
                    <a:pt x="1575759" y="4584836"/>
                  </a:cubicBezTo>
                  <a:cubicBezTo>
                    <a:pt x="1567132" y="4547455"/>
                    <a:pt x="1518968" y="4574772"/>
                    <a:pt x="1526876" y="4598495"/>
                  </a:cubicBezTo>
                  <a:cubicBezTo>
                    <a:pt x="1524719" y="4625812"/>
                    <a:pt x="1525438" y="4653128"/>
                    <a:pt x="1526876" y="4681164"/>
                  </a:cubicBezTo>
                  <a:lnTo>
                    <a:pt x="1520406" y="4782525"/>
                  </a:lnTo>
                  <a:cubicBezTo>
                    <a:pt x="1518968" y="4808404"/>
                    <a:pt x="1515374" y="4836440"/>
                    <a:pt x="1531189" y="4857287"/>
                  </a:cubicBezTo>
                  <a:cubicBezTo>
                    <a:pt x="1448519" y="4860881"/>
                    <a:pt x="1365130" y="4857287"/>
                    <a:pt x="1283898" y="4870227"/>
                  </a:cubicBezTo>
                  <a:cubicBezTo>
                    <a:pt x="1283898" y="4870227"/>
                    <a:pt x="1283898" y="4870227"/>
                    <a:pt x="1283898" y="4870227"/>
                  </a:cubicBezTo>
                  <a:cubicBezTo>
                    <a:pt x="1285336" y="4820625"/>
                    <a:pt x="1286774" y="4770304"/>
                    <a:pt x="1288930" y="4720702"/>
                  </a:cubicBezTo>
                  <a:cubicBezTo>
                    <a:pt x="1291806" y="4640189"/>
                    <a:pt x="1294681" y="4559676"/>
                    <a:pt x="1297557" y="4479163"/>
                  </a:cubicBezTo>
                  <a:cubicBezTo>
                    <a:pt x="1332781" y="4487070"/>
                    <a:pt x="1371600" y="4487070"/>
                    <a:pt x="1405387" y="4489946"/>
                  </a:cubicBezTo>
                  <a:cubicBezTo>
                    <a:pt x="1462896" y="4494259"/>
                    <a:pt x="1520406" y="4494978"/>
                    <a:pt x="1578634" y="4494259"/>
                  </a:cubicBezTo>
                  <a:cubicBezTo>
                    <a:pt x="1581510" y="4494259"/>
                    <a:pt x="1584385" y="4494259"/>
                    <a:pt x="1587261" y="4494259"/>
                  </a:cubicBezTo>
                  <a:cubicBezTo>
                    <a:pt x="1593730" y="4494978"/>
                    <a:pt x="1599481" y="4494978"/>
                    <a:pt x="1605951" y="4495697"/>
                  </a:cubicBezTo>
                  <a:cubicBezTo>
                    <a:pt x="1610264" y="4495697"/>
                    <a:pt x="1614578" y="4496415"/>
                    <a:pt x="1618891" y="4496415"/>
                  </a:cubicBezTo>
                  <a:cubicBezTo>
                    <a:pt x="1638300" y="4507198"/>
                    <a:pt x="1659147" y="4512949"/>
                    <a:pt x="1679276" y="4509355"/>
                  </a:cubicBezTo>
                  <a:cubicBezTo>
                    <a:pt x="1685746" y="4508636"/>
                    <a:pt x="1688621" y="4502166"/>
                    <a:pt x="1688621" y="4496415"/>
                  </a:cubicBezTo>
                  <a:cubicBezTo>
                    <a:pt x="1722408" y="4494978"/>
                    <a:pt x="1756913" y="4489946"/>
                    <a:pt x="1788544" y="4479881"/>
                  </a:cubicBezTo>
                  <a:cubicBezTo>
                    <a:pt x="1802202" y="4478444"/>
                    <a:pt x="1815861" y="4477006"/>
                    <a:pt x="1829519" y="4474849"/>
                  </a:cubicBezTo>
                  <a:cubicBezTo>
                    <a:pt x="1844615" y="4482757"/>
                    <a:pt x="1860430" y="4489946"/>
                    <a:pt x="1876246" y="4497134"/>
                  </a:cubicBezTo>
                  <a:cubicBezTo>
                    <a:pt x="1878402" y="4536672"/>
                    <a:pt x="1880559" y="4576210"/>
                    <a:pt x="1881996" y="4615748"/>
                  </a:cubicBezTo>
                  <a:cubicBezTo>
                    <a:pt x="1878402" y="4617185"/>
                    <a:pt x="1875527" y="4622217"/>
                    <a:pt x="1879121" y="4626531"/>
                  </a:cubicBezTo>
                  <a:cubicBezTo>
                    <a:pt x="1879840" y="4627968"/>
                    <a:pt x="1881278" y="4628687"/>
                    <a:pt x="1882715" y="4630125"/>
                  </a:cubicBezTo>
                  <a:cubicBezTo>
                    <a:pt x="1885591" y="4683321"/>
                    <a:pt x="1888466" y="4736517"/>
                    <a:pt x="1890623" y="4789713"/>
                  </a:cubicBezTo>
                  <a:cubicBezTo>
                    <a:pt x="1890623" y="4794027"/>
                    <a:pt x="1891342" y="4798340"/>
                    <a:pt x="1891342" y="4802653"/>
                  </a:cubicBezTo>
                  <a:cubicBezTo>
                    <a:pt x="1892061" y="4809842"/>
                    <a:pt x="1892779" y="4817031"/>
                    <a:pt x="1894217" y="4824938"/>
                  </a:cubicBezTo>
                  <a:cubicBezTo>
                    <a:pt x="1917221" y="4823500"/>
                    <a:pt x="1938787" y="4852974"/>
                    <a:pt x="1919378" y="4873102"/>
                  </a:cubicBezTo>
                  <a:cubicBezTo>
                    <a:pt x="1914345" y="4872383"/>
                    <a:pt x="1910032" y="4871664"/>
                    <a:pt x="1905000" y="4870946"/>
                  </a:cubicBezTo>
                  <a:cubicBezTo>
                    <a:pt x="1892779" y="4869508"/>
                    <a:pt x="1888466" y="4877415"/>
                    <a:pt x="1876964" y="4878853"/>
                  </a:cubicBezTo>
                  <a:cubicBezTo>
                    <a:pt x="1874089" y="4879572"/>
                    <a:pt x="1873370" y="4883166"/>
                    <a:pt x="1875527" y="4884604"/>
                  </a:cubicBezTo>
                  <a:cubicBezTo>
                    <a:pt x="1881996" y="4890355"/>
                    <a:pt x="1883434" y="4898981"/>
                    <a:pt x="1891342" y="4903295"/>
                  </a:cubicBezTo>
                  <a:cubicBezTo>
                    <a:pt x="1892061" y="4903295"/>
                    <a:pt x="1892061" y="4904014"/>
                    <a:pt x="1892779" y="4904014"/>
                  </a:cubicBezTo>
                  <a:cubicBezTo>
                    <a:pt x="1892061" y="4912640"/>
                    <a:pt x="1887747" y="4920547"/>
                    <a:pt x="1878402" y="4925580"/>
                  </a:cubicBezTo>
                  <a:cubicBezTo>
                    <a:pt x="1867619" y="4930612"/>
                    <a:pt x="1856836" y="4936363"/>
                    <a:pt x="1846053" y="4941395"/>
                  </a:cubicBezTo>
                  <a:cubicBezTo>
                    <a:pt x="1843178" y="4943551"/>
                    <a:pt x="1839583" y="4946427"/>
                    <a:pt x="1836708" y="4948583"/>
                  </a:cubicBezTo>
                  <a:cubicBezTo>
                    <a:pt x="1835270" y="4948583"/>
                    <a:pt x="1833832" y="4947864"/>
                    <a:pt x="1831676" y="4947864"/>
                  </a:cubicBezTo>
                  <a:cubicBezTo>
                    <a:pt x="1830957" y="4947864"/>
                    <a:pt x="1830238" y="4948583"/>
                    <a:pt x="1830238" y="4948583"/>
                  </a:cubicBezTo>
                  <a:cubicBezTo>
                    <a:pt x="1795013" y="4973744"/>
                    <a:pt x="1757632" y="4994591"/>
                    <a:pt x="1717376" y="5003936"/>
                  </a:cubicBezTo>
                  <a:cubicBezTo>
                    <a:pt x="1693653" y="5008968"/>
                    <a:pt x="1671368" y="5011125"/>
                    <a:pt x="1649802" y="5008968"/>
                  </a:cubicBezTo>
                  <a:cubicBezTo>
                    <a:pt x="1624642" y="5014719"/>
                    <a:pt x="1599481" y="5019751"/>
                    <a:pt x="1575040" y="5023345"/>
                  </a:cubicBezTo>
                  <a:cubicBezTo>
                    <a:pt x="1534783" y="5029097"/>
                    <a:pt x="1483025" y="5034128"/>
                    <a:pt x="1437017" y="5026221"/>
                  </a:cubicBezTo>
                  <a:cubicBezTo>
                    <a:pt x="1433423" y="5026940"/>
                    <a:pt x="1431266" y="5024783"/>
                    <a:pt x="1429110" y="5022627"/>
                  </a:cubicBezTo>
                  <a:close/>
                  <a:moveTo>
                    <a:pt x="1689340" y="5271355"/>
                  </a:moveTo>
                  <a:cubicBezTo>
                    <a:pt x="1688621" y="5270636"/>
                    <a:pt x="1688621" y="5269917"/>
                    <a:pt x="1687902" y="5268480"/>
                  </a:cubicBezTo>
                  <a:cubicBezTo>
                    <a:pt x="1691496" y="5274231"/>
                    <a:pt x="1695091" y="5279263"/>
                    <a:pt x="1699404" y="5285014"/>
                  </a:cubicBezTo>
                  <a:cubicBezTo>
                    <a:pt x="1695810" y="5285014"/>
                    <a:pt x="1692934" y="5285014"/>
                    <a:pt x="1689340" y="5285014"/>
                  </a:cubicBezTo>
                  <a:cubicBezTo>
                    <a:pt x="1691496" y="5281419"/>
                    <a:pt x="1691496" y="5276387"/>
                    <a:pt x="1689340" y="5271355"/>
                  </a:cubicBezTo>
                  <a:close/>
                  <a:moveTo>
                    <a:pt x="1644051" y="5095232"/>
                  </a:moveTo>
                  <a:cubicBezTo>
                    <a:pt x="1654115" y="5094514"/>
                    <a:pt x="1664179" y="5092357"/>
                    <a:pt x="1674244" y="5090919"/>
                  </a:cubicBezTo>
                  <a:cubicBezTo>
                    <a:pt x="1677838" y="5113923"/>
                    <a:pt x="1685027" y="5136208"/>
                    <a:pt x="1693653" y="5158493"/>
                  </a:cubicBezTo>
                  <a:cubicBezTo>
                    <a:pt x="1677838" y="5136208"/>
                    <a:pt x="1662023" y="5114642"/>
                    <a:pt x="1644051" y="5095232"/>
                  </a:cubicBezTo>
                  <a:close/>
                  <a:moveTo>
                    <a:pt x="1481587" y="5083012"/>
                  </a:moveTo>
                  <a:cubicBezTo>
                    <a:pt x="1485900" y="5083731"/>
                    <a:pt x="1489495" y="5085168"/>
                    <a:pt x="1493808" y="5085887"/>
                  </a:cubicBezTo>
                  <a:cubicBezTo>
                    <a:pt x="1498840" y="5097389"/>
                    <a:pt x="1503872" y="5108172"/>
                    <a:pt x="1509623" y="5119674"/>
                  </a:cubicBezTo>
                  <a:cubicBezTo>
                    <a:pt x="1500278" y="5106734"/>
                    <a:pt x="1490932" y="5094514"/>
                    <a:pt x="1481587" y="5083012"/>
                  </a:cubicBezTo>
                  <a:close/>
                  <a:moveTo>
                    <a:pt x="1548442" y="5094514"/>
                  </a:moveTo>
                  <a:cubicBezTo>
                    <a:pt x="1558506" y="5095232"/>
                    <a:pt x="1569289" y="5095951"/>
                    <a:pt x="1579353" y="5096670"/>
                  </a:cubicBezTo>
                  <a:cubicBezTo>
                    <a:pt x="1597325" y="5140521"/>
                    <a:pt x="1629674" y="5180778"/>
                    <a:pt x="1656272" y="5218878"/>
                  </a:cubicBezTo>
                  <a:cubicBezTo>
                    <a:pt x="1661304" y="5226066"/>
                    <a:pt x="1666336" y="5233974"/>
                    <a:pt x="1671368" y="5241881"/>
                  </a:cubicBezTo>
                  <a:cubicBezTo>
                    <a:pt x="1652678" y="5218159"/>
                    <a:pt x="1627517" y="5198031"/>
                    <a:pt x="1608827" y="5176465"/>
                  </a:cubicBezTo>
                  <a:cubicBezTo>
                    <a:pt x="1585823" y="5151304"/>
                    <a:pt x="1566413" y="5123268"/>
                    <a:pt x="1548442" y="5094514"/>
                  </a:cubicBezTo>
                  <a:close/>
                  <a:moveTo>
                    <a:pt x="1605232" y="5252664"/>
                  </a:moveTo>
                  <a:cubicBezTo>
                    <a:pt x="1619610" y="5266323"/>
                    <a:pt x="1635425" y="5278544"/>
                    <a:pt x="1651959" y="5286451"/>
                  </a:cubicBezTo>
                  <a:cubicBezTo>
                    <a:pt x="1639019" y="5286451"/>
                    <a:pt x="1625361" y="5287170"/>
                    <a:pt x="1612421" y="5287170"/>
                  </a:cubicBezTo>
                  <a:cubicBezTo>
                    <a:pt x="1612421" y="5286451"/>
                    <a:pt x="1612421" y="5285732"/>
                    <a:pt x="1612421" y="5284295"/>
                  </a:cubicBezTo>
                  <a:cubicBezTo>
                    <a:pt x="1612421" y="5273512"/>
                    <a:pt x="1609545" y="5262729"/>
                    <a:pt x="1605232" y="5252664"/>
                  </a:cubicBezTo>
                  <a:close/>
                  <a:moveTo>
                    <a:pt x="1919378" y="5557465"/>
                  </a:moveTo>
                  <a:cubicBezTo>
                    <a:pt x="1913627" y="5554589"/>
                    <a:pt x="1907876" y="5551713"/>
                    <a:pt x="1901406" y="5549557"/>
                  </a:cubicBezTo>
                  <a:cubicBezTo>
                    <a:pt x="1894936" y="5546682"/>
                    <a:pt x="1889185" y="5552432"/>
                    <a:pt x="1887747" y="5558183"/>
                  </a:cubicBezTo>
                  <a:cubicBezTo>
                    <a:pt x="1862587" y="5558902"/>
                    <a:pt x="1837427" y="5559621"/>
                    <a:pt x="1812985" y="5560340"/>
                  </a:cubicBezTo>
                  <a:cubicBezTo>
                    <a:pt x="1742536" y="5560340"/>
                    <a:pt x="1672806" y="5560340"/>
                    <a:pt x="1602357" y="5561059"/>
                  </a:cubicBezTo>
                  <a:cubicBezTo>
                    <a:pt x="1600200" y="5561059"/>
                    <a:pt x="1598762" y="5561059"/>
                    <a:pt x="1596606" y="5561059"/>
                  </a:cubicBezTo>
                  <a:cubicBezTo>
                    <a:pt x="1598044" y="5543806"/>
                    <a:pt x="1598044" y="5527272"/>
                    <a:pt x="1600200" y="5512895"/>
                  </a:cubicBezTo>
                  <a:cubicBezTo>
                    <a:pt x="1601638" y="5499236"/>
                    <a:pt x="1595887" y="5489172"/>
                    <a:pt x="1587261" y="5483421"/>
                  </a:cubicBezTo>
                  <a:cubicBezTo>
                    <a:pt x="1586542" y="5477670"/>
                    <a:pt x="1585104" y="5472638"/>
                    <a:pt x="1584385" y="5466887"/>
                  </a:cubicBezTo>
                  <a:cubicBezTo>
                    <a:pt x="1582229" y="5435257"/>
                    <a:pt x="1580072" y="5402908"/>
                    <a:pt x="1574321" y="5371278"/>
                  </a:cubicBezTo>
                  <a:cubicBezTo>
                    <a:pt x="1569289" y="5342523"/>
                    <a:pt x="1529751" y="5352587"/>
                    <a:pt x="1527595" y="5377748"/>
                  </a:cubicBezTo>
                  <a:cubicBezTo>
                    <a:pt x="1522563" y="5425911"/>
                    <a:pt x="1524719" y="5474795"/>
                    <a:pt x="1525438" y="5522959"/>
                  </a:cubicBezTo>
                  <a:cubicBezTo>
                    <a:pt x="1524000" y="5534461"/>
                    <a:pt x="1522563" y="5547400"/>
                    <a:pt x="1521125" y="5560340"/>
                  </a:cubicBezTo>
                  <a:cubicBezTo>
                    <a:pt x="1477993" y="5560340"/>
                    <a:pt x="1434861" y="5560340"/>
                    <a:pt x="1391729" y="5560340"/>
                  </a:cubicBezTo>
                  <a:cubicBezTo>
                    <a:pt x="1329187" y="5560340"/>
                    <a:pt x="1262332" y="5555308"/>
                    <a:pt x="1201229" y="5570404"/>
                  </a:cubicBezTo>
                  <a:cubicBezTo>
                    <a:pt x="1201947" y="5550276"/>
                    <a:pt x="1202666" y="5530147"/>
                    <a:pt x="1203385" y="5509300"/>
                  </a:cubicBezTo>
                  <a:cubicBezTo>
                    <a:pt x="1205542" y="5449634"/>
                    <a:pt x="1208417" y="5389249"/>
                    <a:pt x="1205542" y="5328864"/>
                  </a:cubicBezTo>
                  <a:cubicBezTo>
                    <a:pt x="1329906" y="5341804"/>
                    <a:pt x="1456427" y="5336053"/>
                    <a:pt x="1580791" y="5336772"/>
                  </a:cubicBezTo>
                  <a:cubicBezTo>
                    <a:pt x="1659147" y="5337491"/>
                    <a:pt x="1738942" y="5341085"/>
                    <a:pt x="1818736" y="5341085"/>
                  </a:cubicBezTo>
                  <a:cubicBezTo>
                    <a:pt x="1823768" y="5343242"/>
                    <a:pt x="1829519" y="5344679"/>
                    <a:pt x="1835270" y="5345399"/>
                  </a:cubicBezTo>
                  <a:cubicBezTo>
                    <a:pt x="1840302" y="5346117"/>
                    <a:pt x="1843896" y="5343961"/>
                    <a:pt x="1847491" y="5341085"/>
                  </a:cubicBezTo>
                  <a:cubicBezTo>
                    <a:pt x="1861868" y="5341085"/>
                    <a:pt x="1875527" y="5340366"/>
                    <a:pt x="1889904" y="5340366"/>
                  </a:cubicBezTo>
                  <a:cubicBezTo>
                    <a:pt x="1906438" y="5354744"/>
                    <a:pt x="1924410" y="5362651"/>
                    <a:pt x="1943819" y="5359057"/>
                  </a:cubicBezTo>
                  <a:cubicBezTo>
                    <a:pt x="1948851" y="5358338"/>
                    <a:pt x="1952446" y="5354025"/>
                    <a:pt x="1953165" y="5349712"/>
                  </a:cubicBezTo>
                  <a:cubicBezTo>
                    <a:pt x="1954602" y="5345399"/>
                    <a:pt x="1955321" y="5341804"/>
                    <a:pt x="1955321" y="5337491"/>
                  </a:cubicBezTo>
                  <a:cubicBezTo>
                    <a:pt x="1960353" y="5337491"/>
                    <a:pt x="1965385" y="5336772"/>
                    <a:pt x="1969698" y="5336772"/>
                  </a:cubicBezTo>
                  <a:cubicBezTo>
                    <a:pt x="1999172" y="5376310"/>
                    <a:pt x="2043742" y="5407940"/>
                    <a:pt x="2078247" y="5439570"/>
                  </a:cubicBezTo>
                  <a:cubicBezTo>
                    <a:pt x="2104846" y="5464012"/>
                    <a:pt x="2132163" y="5493485"/>
                    <a:pt x="2161636" y="5517927"/>
                  </a:cubicBezTo>
                  <a:cubicBezTo>
                    <a:pt x="2162355" y="5527272"/>
                    <a:pt x="2163074" y="5535899"/>
                    <a:pt x="2163074" y="5545244"/>
                  </a:cubicBezTo>
                  <a:cubicBezTo>
                    <a:pt x="2163074" y="5549557"/>
                    <a:pt x="2163074" y="5554589"/>
                    <a:pt x="2163793" y="5558902"/>
                  </a:cubicBezTo>
                  <a:cubicBezTo>
                    <a:pt x="2102689" y="5493485"/>
                    <a:pt x="2034397" y="5433819"/>
                    <a:pt x="1968979" y="5375591"/>
                  </a:cubicBezTo>
                  <a:cubicBezTo>
                    <a:pt x="1960353" y="5367683"/>
                    <a:pt x="1948132" y="5379904"/>
                    <a:pt x="1956040" y="5388531"/>
                  </a:cubicBezTo>
                  <a:cubicBezTo>
                    <a:pt x="2022176" y="5461136"/>
                    <a:pt x="2090468" y="5537336"/>
                    <a:pt x="2165231" y="5602034"/>
                  </a:cubicBezTo>
                  <a:cubicBezTo>
                    <a:pt x="2165231" y="5602753"/>
                    <a:pt x="2165231" y="5602753"/>
                    <a:pt x="2165231" y="5603472"/>
                  </a:cubicBezTo>
                  <a:lnTo>
                    <a:pt x="2167387" y="5659544"/>
                  </a:lnTo>
                  <a:cubicBezTo>
                    <a:pt x="2154448" y="5649480"/>
                    <a:pt x="2141508" y="5638697"/>
                    <a:pt x="2130006" y="5628632"/>
                  </a:cubicBezTo>
                  <a:cubicBezTo>
                    <a:pt x="2075372" y="5581187"/>
                    <a:pt x="2019300" y="5534461"/>
                    <a:pt x="1963229" y="5488453"/>
                  </a:cubicBezTo>
                  <a:cubicBezTo>
                    <a:pt x="1963948" y="5491329"/>
                    <a:pt x="1964666" y="5494923"/>
                    <a:pt x="1964666" y="5497798"/>
                  </a:cubicBezTo>
                  <a:cubicBezTo>
                    <a:pt x="1964666" y="5498517"/>
                    <a:pt x="1964666" y="5499236"/>
                    <a:pt x="1964666" y="5499955"/>
                  </a:cubicBezTo>
                  <a:cubicBezTo>
                    <a:pt x="2011393" y="5544525"/>
                    <a:pt x="2057400" y="5589814"/>
                    <a:pt x="2104846" y="5632946"/>
                  </a:cubicBezTo>
                  <a:cubicBezTo>
                    <a:pt x="2116347" y="5643010"/>
                    <a:pt x="2127130" y="5654512"/>
                    <a:pt x="2138632" y="5665295"/>
                  </a:cubicBezTo>
                  <a:cubicBezTo>
                    <a:pt x="2112034" y="5656668"/>
                    <a:pt x="2085436" y="5646604"/>
                    <a:pt x="2060276" y="5635821"/>
                  </a:cubicBezTo>
                  <a:cubicBezTo>
                    <a:pt x="2040866" y="5619287"/>
                    <a:pt x="2022176" y="5602753"/>
                    <a:pt x="2002766" y="5586219"/>
                  </a:cubicBezTo>
                  <a:cubicBezTo>
                    <a:pt x="2004923" y="5586219"/>
                    <a:pt x="2007798" y="5585500"/>
                    <a:pt x="2009955" y="5585500"/>
                  </a:cubicBezTo>
                  <a:cubicBezTo>
                    <a:pt x="2021457" y="5584062"/>
                    <a:pt x="2021457" y="5563934"/>
                    <a:pt x="2009955" y="5562496"/>
                  </a:cubicBezTo>
                  <a:cubicBezTo>
                    <a:pt x="1997015" y="5560340"/>
                    <a:pt x="1983357" y="5559621"/>
                    <a:pt x="1970417" y="5558902"/>
                  </a:cubicBezTo>
                  <a:cubicBezTo>
                    <a:pt x="1964666" y="5553870"/>
                    <a:pt x="1959634" y="5549557"/>
                    <a:pt x="1953883" y="5544525"/>
                  </a:cubicBezTo>
                  <a:cubicBezTo>
                    <a:pt x="1953165" y="5543806"/>
                    <a:pt x="1953165" y="5543806"/>
                    <a:pt x="1952446" y="5543806"/>
                  </a:cubicBezTo>
                  <a:cubicBezTo>
                    <a:pt x="1951008" y="5545963"/>
                    <a:pt x="1948851" y="5547400"/>
                    <a:pt x="1946695" y="5549557"/>
                  </a:cubicBezTo>
                  <a:cubicBezTo>
                    <a:pt x="1946695" y="5550276"/>
                    <a:pt x="1947413" y="5550276"/>
                    <a:pt x="1948132" y="5550995"/>
                  </a:cubicBezTo>
                  <a:cubicBezTo>
                    <a:pt x="1951008" y="5553151"/>
                    <a:pt x="1953883" y="5556027"/>
                    <a:pt x="1956040" y="5558183"/>
                  </a:cubicBezTo>
                  <a:cubicBezTo>
                    <a:pt x="1944538" y="5557465"/>
                    <a:pt x="1932317" y="5557465"/>
                    <a:pt x="1919378" y="5557465"/>
                  </a:cubicBezTo>
                  <a:close/>
                  <a:moveTo>
                    <a:pt x="1965385" y="5638697"/>
                  </a:moveTo>
                  <a:cubicBezTo>
                    <a:pt x="1964666" y="5638697"/>
                    <a:pt x="1964666" y="5638697"/>
                    <a:pt x="1965385" y="5638697"/>
                  </a:cubicBezTo>
                  <a:cubicBezTo>
                    <a:pt x="1964666" y="5637978"/>
                    <a:pt x="1964666" y="5637259"/>
                    <a:pt x="1964666" y="5637259"/>
                  </a:cubicBezTo>
                  <a:cubicBezTo>
                    <a:pt x="1984076" y="5650198"/>
                    <a:pt x="2004923" y="5661701"/>
                    <a:pt x="2023613" y="5671764"/>
                  </a:cubicBezTo>
                  <a:cubicBezTo>
                    <a:pt x="2051649" y="5686861"/>
                    <a:pt x="2089749" y="5708427"/>
                    <a:pt x="2127130" y="5717772"/>
                  </a:cubicBezTo>
                  <a:cubicBezTo>
                    <a:pt x="2101970" y="5717053"/>
                    <a:pt x="2076810" y="5716334"/>
                    <a:pt x="2051649" y="5716334"/>
                  </a:cubicBezTo>
                  <a:cubicBezTo>
                    <a:pt x="2021457" y="5691893"/>
                    <a:pt x="1992702" y="5666014"/>
                    <a:pt x="1965385" y="5638697"/>
                  </a:cubicBezTo>
                  <a:close/>
                  <a:moveTo>
                    <a:pt x="2024332" y="5709146"/>
                  </a:moveTo>
                  <a:cubicBezTo>
                    <a:pt x="2006361" y="5699081"/>
                    <a:pt x="1987670" y="5690455"/>
                    <a:pt x="1968261" y="5684704"/>
                  </a:cubicBezTo>
                  <a:cubicBezTo>
                    <a:pt x="1968261" y="5684704"/>
                    <a:pt x="1968261" y="5684704"/>
                    <a:pt x="1968261" y="5684704"/>
                  </a:cubicBezTo>
                  <a:cubicBezTo>
                    <a:pt x="1968261" y="5684704"/>
                    <a:pt x="1967542" y="5684704"/>
                    <a:pt x="1967542" y="5684704"/>
                  </a:cubicBezTo>
                  <a:cubicBezTo>
                    <a:pt x="1967542" y="5683985"/>
                    <a:pt x="1967542" y="5683267"/>
                    <a:pt x="1967542" y="5682547"/>
                  </a:cubicBezTo>
                  <a:cubicBezTo>
                    <a:pt x="1966823" y="5670327"/>
                    <a:pt x="1966104" y="5658106"/>
                    <a:pt x="1965385" y="5645885"/>
                  </a:cubicBezTo>
                  <a:cubicBezTo>
                    <a:pt x="1984076" y="5668170"/>
                    <a:pt x="2003485" y="5689017"/>
                    <a:pt x="2024332" y="5709146"/>
                  </a:cubicBezTo>
                  <a:close/>
                  <a:moveTo>
                    <a:pt x="1975449" y="5589095"/>
                  </a:moveTo>
                  <a:cubicBezTo>
                    <a:pt x="1980481" y="5589095"/>
                    <a:pt x="1985514" y="5588376"/>
                    <a:pt x="1990546" y="5587657"/>
                  </a:cubicBezTo>
                  <a:cubicBezTo>
                    <a:pt x="2001329" y="5597002"/>
                    <a:pt x="2011393" y="5607066"/>
                    <a:pt x="2022176" y="5616411"/>
                  </a:cubicBezTo>
                  <a:cubicBezTo>
                    <a:pt x="2006361" y="5607785"/>
                    <a:pt x="1991264" y="5598440"/>
                    <a:pt x="1975449" y="5589095"/>
                  </a:cubicBezTo>
                  <a:close/>
                  <a:moveTo>
                    <a:pt x="1835270" y="5875204"/>
                  </a:moveTo>
                  <a:cubicBezTo>
                    <a:pt x="1838864" y="5852919"/>
                    <a:pt x="1845334" y="5827040"/>
                    <a:pt x="1848210" y="5801161"/>
                  </a:cubicBezTo>
                  <a:cubicBezTo>
                    <a:pt x="1854680" y="5801161"/>
                    <a:pt x="1860430" y="5801161"/>
                    <a:pt x="1866900" y="5801161"/>
                  </a:cubicBezTo>
                  <a:cubicBezTo>
                    <a:pt x="1866900" y="5802598"/>
                    <a:pt x="1866900" y="5804755"/>
                    <a:pt x="1866900" y="5806193"/>
                  </a:cubicBezTo>
                  <a:cubicBezTo>
                    <a:pt x="1864744" y="5834229"/>
                    <a:pt x="1862587" y="5862264"/>
                    <a:pt x="1861149" y="5890300"/>
                  </a:cubicBezTo>
                  <a:cubicBezTo>
                    <a:pt x="1851804" y="5892457"/>
                    <a:pt x="1841740" y="5894613"/>
                    <a:pt x="1832395" y="5896770"/>
                  </a:cubicBezTo>
                  <a:cubicBezTo>
                    <a:pt x="1833113" y="5889581"/>
                    <a:pt x="1834551" y="5882393"/>
                    <a:pt x="1835270" y="5875204"/>
                  </a:cubicBezTo>
                  <a:close/>
                  <a:moveTo>
                    <a:pt x="1830238" y="5912585"/>
                  </a:moveTo>
                  <a:cubicBezTo>
                    <a:pt x="1840302" y="5910429"/>
                    <a:pt x="1850366" y="5908991"/>
                    <a:pt x="1860430" y="5906834"/>
                  </a:cubicBezTo>
                  <a:cubicBezTo>
                    <a:pt x="1860430" y="5910429"/>
                    <a:pt x="1860430" y="5914742"/>
                    <a:pt x="1860430" y="5918336"/>
                  </a:cubicBezTo>
                  <a:cubicBezTo>
                    <a:pt x="1849647" y="5919055"/>
                    <a:pt x="1839583" y="5919774"/>
                    <a:pt x="1828800" y="5920493"/>
                  </a:cubicBezTo>
                  <a:cubicBezTo>
                    <a:pt x="1829519" y="5917617"/>
                    <a:pt x="1829519" y="5914742"/>
                    <a:pt x="1830238" y="5912585"/>
                  </a:cubicBezTo>
                  <a:close/>
                  <a:moveTo>
                    <a:pt x="1827362" y="5927682"/>
                  </a:moveTo>
                  <a:cubicBezTo>
                    <a:pt x="1832395" y="5927682"/>
                    <a:pt x="1838146" y="5926963"/>
                    <a:pt x="1843178" y="5926963"/>
                  </a:cubicBezTo>
                  <a:cubicBezTo>
                    <a:pt x="1840302" y="5927682"/>
                    <a:pt x="1837427" y="5928400"/>
                    <a:pt x="1835270" y="5929119"/>
                  </a:cubicBezTo>
                  <a:cubicBezTo>
                    <a:pt x="1832395" y="5929119"/>
                    <a:pt x="1830238" y="5929838"/>
                    <a:pt x="1827362" y="5929838"/>
                  </a:cubicBezTo>
                  <a:cubicBezTo>
                    <a:pt x="1827362" y="5929119"/>
                    <a:pt x="1827362" y="5928400"/>
                    <a:pt x="1827362" y="5927682"/>
                  </a:cubicBezTo>
                  <a:close/>
                  <a:moveTo>
                    <a:pt x="1779198" y="5846449"/>
                  </a:moveTo>
                  <a:cubicBezTo>
                    <a:pt x="1782793" y="5832791"/>
                    <a:pt x="1787106" y="5816976"/>
                    <a:pt x="1789262" y="5801161"/>
                  </a:cubicBezTo>
                  <a:cubicBezTo>
                    <a:pt x="1791419" y="5801161"/>
                    <a:pt x="1793576" y="5801161"/>
                    <a:pt x="1795013" y="5801161"/>
                  </a:cubicBezTo>
                  <a:cubicBezTo>
                    <a:pt x="1793576" y="5819132"/>
                    <a:pt x="1792857" y="5837104"/>
                    <a:pt x="1792138" y="5853638"/>
                  </a:cubicBezTo>
                  <a:cubicBezTo>
                    <a:pt x="1789981" y="5875923"/>
                    <a:pt x="1787106" y="5899646"/>
                    <a:pt x="1785668" y="5922649"/>
                  </a:cubicBezTo>
                  <a:cubicBezTo>
                    <a:pt x="1782074" y="5922649"/>
                    <a:pt x="1778479" y="5923368"/>
                    <a:pt x="1774885" y="5923368"/>
                  </a:cubicBezTo>
                  <a:cubicBezTo>
                    <a:pt x="1771291" y="5923368"/>
                    <a:pt x="1769853" y="5928400"/>
                    <a:pt x="1772729" y="5929838"/>
                  </a:cubicBezTo>
                  <a:cubicBezTo>
                    <a:pt x="1773447" y="5929838"/>
                    <a:pt x="1774166" y="5930557"/>
                    <a:pt x="1774885" y="5930557"/>
                  </a:cubicBezTo>
                  <a:cubicBezTo>
                    <a:pt x="1773447" y="5931995"/>
                    <a:pt x="1771291" y="5934151"/>
                    <a:pt x="1769853" y="5935589"/>
                  </a:cubicBezTo>
                  <a:lnTo>
                    <a:pt x="1734629" y="5935589"/>
                  </a:lnTo>
                  <a:cubicBezTo>
                    <a:pt x="1754757" y="5910429"/>
                    <a:pt x="1768415" y="5883112"/>
                    <a:pt x="1779198" y="5846449"/>
                  </a:cubicBezTo>
                  <a:close/>
                  <a:moveTo>
                    <a:pt x="1785668" y="5935589"/>
                  </a:moveTo>
                  <a:cubicBezTo>
                    <a:pt x="1785668" y="5935589"/>
                    <a:pt x="1785668" y="5936308"/>
                    <a:pt x="1785668" y="5935589"/>
                  </a:cubicBezTo>
                  <a:cubicBezTo>
                    <a:pt x="1784949" y="5936308"/>
                    <a:pt x="1784949" y="5936308"/>
                    <a:pt x="1784230" y="5936308"/>
                  </a:cubicBezTo>
                  <a:lnTo>
                    <a:pt x="1773447" y="5936308"/>
                  </a:lnTo>
                  <a:cubicBezTo>
                    <a:pt x="1774885" y="5934870"/>
                    <a:pt x="1775604" y="5933432"/>
                    <a:pt x="1777042" y="5931995"/>
                  </a:cubicBezTo>
                  <a:cubicBezTo>
                    <a:pt x="1777042" y="5931995"/>
                    <a:pt x="1777042" y="5931995"/>
                    <a:pt x="1777042" y="5931995"/>
                  </a:cubicBezTo>
                  <a:cubicBezTo>
                    <a:pt x="1779917" y="5933432"/>
                    <a:pt x="1782793" y="5934870"/>
                    <a:pt x="1785668" y="5935589"/>
                  </a:cubicBezTo>
                  <a:close/>
                  <a:moveTo>
                    <a:pt x="1667055" y="5846449"/>
                  </a:moveTo>
                  <a:cubicBezTo>
                    <a:pt x="1670649" y="5831353"/>
                    <a:pt x="1676400" y="5816257"/>
                    <a:pt x="1682870" y="5800442"/>
                  </a:cubicBezTo>
                  <a:cubicBezTo>
                    <a:pt x="1700842" y="5800442"/>
                    <a:pt x="1718095" y="5800442"/>
                    <a:pt x="1736066" y="5800442"/>
                  </a:cubicBezTo>
                  <a:cubicBezTo>
                    <a:pt x="1735347" y="5806911"/>
                    <a:pt x="1734629" y="5813381"/>
                    <a:pt x="1733910" y="5819851"/>
                  </a:cubicBezTo>
                  <a:cubicBezTo>
                    <a:pt x="1727440" y="5857232"/>
                    <a:pt x="1717376" y="5898927"/>
                    <a:pt x="1704436" y="5936308"/>
                  </a:cubicBezTo>
                  <a:lnTo>
                    <a:pt x="1648364" y="5936308"/>
                  </a:lnTo>
                  <a:cubicBezTo>
                    <a:pt x="1657710" y="5908272"/>
                    <a:pt x="1659866" y="5874485"/>
                    <a:pt x="1667055" y="5846449"/>
                  </a:cubicBezTo>
                  <a:close/>
                  <a:moveTo>
                    <a:pt x="1596606" y="5860827"/>
                  </a:moveTo>
                  <a:cubicBezTo>
                    <a:pt x="1602357" y="5840698"/>
                    <a:pt x="1607389" y="5820570"/>
                    <a:pt x="1613140" y="5800442"/>
                  </a:cubicBezTo>
                  <a:cubicBezTo>
                    <a:pt x="1618891" y="5800442"/>
                    <a:pt x="1624642" y="5800442"/>
                    <a:pt x="1630393" y="5800442"/>
                  </a:cubicBezTo>
                  <a:cubicBezTo>
                    <a:pt x="1627517" y="5811944"/>
                    <a:pt x="1624642" y="5823446"/>
                    <a:pt x="1621766" y="5833510"/>
                  </a:cubicBezTo>
                  <a:cubicBezTo>
                    <a:pt x="1613859" y="5864421"/>
                    <a:pt x="1605951" y="5903240"/>
                    <a:pt x="1611702" y="5937027"/>
                  </a:cubicBezTo>
                  <a:lnTo>
                    <a:pt x="1577915" y="5937027"/>
                  </a:lnTo>
                  <a:cubicBezTo>
                    <a:pt x="1585823" y="5910429"/>
                    <a:pt x="1590136" y="5881674"/>
                    <a:pt x="1596606" y="5860827"/>
                  </a:cubicBezTo>
                  <a:close/>
                  <a:moveTo>
                    <a:pt x="1529032" y="5799723"/>
                  </a:moveTo>
                  <a:cubicBezTo>
                    <a:pt x="1537659" y="5799723"/>
                    <a:pt x="1547004" y="5799723"/>
                    <a:pt x="1555630" y="5799723"/>
                  </a:cubicBezTo>
                  <a:cubicBezTo>
                    <a:pt x="1557068" y="5799723"/>
                    <a:pt x="1557787" y="5799723"/>
                    <a:pt x="1559225" y="5799723"/>
                  </a:cubicBezTo>
                  <a:cubicBezTo>
                    <a:pt x="1557068" y="5811225"/>
                    <a:pt x="1554912" y="5822008"/>
                    <a:pt x="1552755" y="5831353"/>
                  </a:cubicBezTo>
                  <a:cubicBezTo>
                    <a:pt x="1544847" y="5862264"/>
                    <a:pt x="1538378" y="5893895"/>
                    <a:pt x="1531908" y="5924806"/>
                  </a:cubicBezTo>
                  <a:cubicBezTo>
                    <a:pt x="1531189" y="5929119"/>
                    <a:pt x="1530470" y="5932713"/>
                    <a:pt x="1529032" y="5937027"/>
                  </a:cubicBezTo>
                  <a:cubicBezTo>
                    <a:pt x="1513217" y="5937027"/>
                    <a:pt x="1497402" y="5937027"/>
                    <a:pt x="1481587" y="5937746"/>
                  </a:cubicBezTo>
                  <a:cubicBezTo>
                    <a:pt x="1493808" y="5909710"/>
                    <a:pt x="1502434" y="5879517"/>
                    <a:pt x="1511061" y="5850044"/>
                  </a:cubicBezTo>
                  <a:cubicBezTo>
                    <a:pt x="1516093" y="5834948"/>
                    <a:pt x="1522563" y="5817694"/>
                    <a:pt x="1529032" y="5799723"/>
                  </a:cubicBezTo>
                  <a:close/>
                  <a:moveTo>
                    <a:pt x="896428" y="6750066"/>
                  </a:moveTo>
                  <a:lnTo>
                    <a:pt x="869111" y="6724906"/>
                  </a:lnTo>
                  <a:cubicBezTo>
                    <a:pt x="853296" y="6709810"/>
                    <a:pt x="829574" y="6733532"/>
                    <a:pt x="845389" y="6748628"/>
                  </a:cubicBezTo>
                  <a:cubicBezTo>
                    <a:pt x="850421" y="6753661"/>
                    <a:pt x="856172" y="6758693"/>
                    <a:pt x="861204" y="6763725"/>
                  </a:cubicBezTo>
                  <a:cubicBezTo>
                    <a:pt x="848264" y="6763725"/>
                    <a:pt x="835325" y="6763006"/>
                    <a:pt x="822385" y="6763006"/>
                  </a:cubicBezTo>
                  <a:cubicBezTo>
                    <a:pt x="819510" y="6762287"/>
                    <a:pt x="815915" y="6761568"/>
                    <a:pt x="813040" y="6760849"/>
                  </a:cubicBezTo>
                  <a:lnTo>
                    <a:pt x="813040" y="6670991"/>
                  </a:lnTo>
                  <a:cubicBezTo>
                    <a:pt x="839638" y="6690400"/>
                    <a:pt x="866955" y="6713404"/>
                    <a:pt x="896428" y="6729938"/>
                  </a:cubicBezTo>
                  <a:lnTo>
                    <a:pt x="896428" y="6750066"/>
                  </a:lnTo>
                  <a:close/>
                  <a:moveTo>
                    <a:pt x="896428" y="6696870"/>
                  </a:moveTo>
                  <a:cubicBezTo>
                    <a:pt x="892115" y="6693995"/>
                    <a:pt x="887802" y="6691119"/>
                    <a:pt x="883489" y="6687525"/>
                  </a:cubicBezTo>
                  <a:cubicBezTo>
                    <a:pt x="860485" y="6671710"/>
                    <a:pt x="837481" y="6655176"/>
                    <a:pt x="814477" y="6639361"/>
                  </a:cubicBezTo>
                  <a:cubicBezTo>
                    <a:pt x="813759" y="6639361"/>
                    <a:pt x="813759" y="6638642"/>
                    <a:pt x="813040" y="6638642"/>
                  </a:cubicBezTo>
                  <a:lnTo>
                    <a:pt x="813040" y="6584008"/>
                  </a:lnTo>
                  <a:cubicBezTo>
                    <a:pt x="837481" y="6591197"/>
                    <a:pt x="860485" y="6600542"/>
                    <a:pt x="883489" y="6612044"/>
                  </a:cubicBezTo>
                  <a:cubicBezTo>
                    <a:pt x="887802" y="6614201"/>
                    <a:pt x="892115" y="6616357"/>
                    <a:pt x="895710" y="6619232"/>
                  </a:cubicBezTo>
                  <a:lnTo>
                    <a:pt x="895710" y="6696870"/>
                  </a:lnTo>
                  <a:close/>
                  <a:moveTo>
                    <a:pt x="896428" y="6517153"/>
                  </a:moveTo>
                  <a:cubicBezTo>
                    <a:pt x="872706" y="6500619"/>
                    <a:pt x="848264" y="6486242"/>
                    <a:pt x="825979" y="6471146"/>
                  </a:cubicBezTo>
                  <a:cubicBezTo>
                    <a:pt x="823104" y="6468989"/>
                    <a:pt x="819510" y="6474021"/>
                    <a:pt x="822385" y="6476178"/>
                  </a:cubicBezTo>
                  <a:cubicBezTo>
                    <a:pt x="846108" y="6498463"/>
                    <a:pt x="870549" y="6524342"/>
                    <a:pt x="897147" y="6546627"/>
                  </a:cubicBezTo>
                  <a:lnTo>
                    <a:pt x="897147" y="6591197"/>
                  </a:lnTo>
                  <a:cubicBezTo>
                    <a:pt x="869830" y="6578257"/>
                    <a:pt x="840357" y="6568911"/>
                    <a:pt x="813759" y="6561723"/>
                  </a:cubicBezTo>
                  <a:lnTo>
                    <a:pt x="813759" y="6415074"/>
                  </a:lnTo>
                  <a:cubicBezTo>
                    <a:pt x="838919" y="6441672"/>
                    <a:pt x="866955" y="6468270"/>
                    <a:pt x="897147" y="6489117"/>
                  </a:cubicBezTo>
                  <a:lnTo>
                    <a:pt x="897147" y="6517153"/>
                  </a:lnTo>
                  <a:close/>
                  <a:moveTo>
                    <a:pt x="964002" y="6029761"/>
                  </a:moveTo>
                  <a:cubicBezTo>
                    <a:pt x="964002" y="6029042"/>
                    <a:pt x="964002" y="6028323"/>
                    <a:pt x="964002" y="6026885"/>
                  </a:cubicBezTo>
                  <a:cubicBezTo>
                    <a:pt x="966159" y="6023291"/>
                    <a:pt x="968315" y="6018978"/>
                    <a:pt x="971191" y="6015383"/>
                  </a:cubicBezTo>
                  <a:cubicBezTo>
                    <a:pt x="981255" y="6019697"/>
                    <a:pt x="991319" y="6024010"/>
                    <a:pt x="1002102" y="6027604"/>
                  </a:cubicBezTo>
                  <a:cubicBezTo>
                    <a:pt x="989162" y="6029042"/>
                    <a:pt x="976223" y="6029761"/>
                    <a:pt x="964002" y="6029761"/>
                  </a:cubicBezTo>
                  <a:close/>
                  <a:moveTo>
                    <a:pt x="887802" y="5941340"/>
                  </a:moveTo>
                  <a:cubicBezTo>
                    <a:pt x="892834" y="5947810"/>
                    <a:pt x="895710" y="5956436"/>
                    <a:pt x="895710" y="5966500"/>
                  </a:cubicBezTo>
                  <a:lnTo>
                    <a:pt x="895710" y="6461800"/>
                  </a:lnTo>
                  <a:cubicBezTo>
                    <a:pt x="870549" y="6435921"/>
                    <a:pt x="840357" y="6412917"/>
                    <a:pt x="812321" y="6392070"/>
                  </a:cubicBezTo>
                  <a:lnTo>
                    <a:pt x="812321" y="5966500"/>
                  </a:lnTo>
                  <a:cubicBezTo>
                    <a:pt x="812321" y="5942059"/>
                    <a:pt x="829574" y="5928400"/>
                    <a:pt x="848264" y="5926244"/>
                  </a:cubicBezTo>
                  <a:cubicBezTo>
                    <a:pt x="846108" y="5925525"/>
                    <a:pt x="844670" y="5924806"/>
                    <a:pt x="842513" y="5924087"/>
                  </a:cubicBezTo>
                  <a:cubicBezTo>
                    <a:pt x="816634" y="5912585"/>
                    <a:pt x="838919" y="5874485"/>
                    <a:pt x="864798" y="5885987"/>
                  </a:cubicBezTo>
                  <a:cubicBezTo>
                    <a:pt x="878457" y="5891738"/>
                    <a:pt x="892115" y="5896770"/>
                    <a:pt x="905774" y="5901802"/>
                  </a:cubicBezTo>
                  <a:cubicBezTo>
                    <a:pt x="912962" y="5891738"/>
                    <a:pt x="920151" y="5880955"/>
                    <a:pt x="926621" y="5870172"/>
                  </a:cubicBezTo>
                  <a:cubicBezTo>
                    <a:pt x="953938" y="5851481"/>
                    <a:pt x="978379" y="5829915"/>
                    <a:pt x="999945" y="5804036"/>
                  </a:cubicBezTo>
                  <a:cubicBezTo>
                    <a:pt x="1002821" y="5801161"/>
                    <a:pt x="1003540" y="5797566"/>
                    <a:pt x="1004259" y="5794691"/>
                  </a:cubicBezTo>
                  <a:cubicBezTo>
                    <a:pt x="1106338" y="5795410"/>
                    <a:pt x="1208417" y="5796848"/>
                    <a:pt x="1311215" y="5797566"/>
                  </a:cubicBezTo>
                  <a:cubicBezTo>
                    <a:pt x="1309059" y="5803317"/>
                    <a:pt x="1306902" y="5809068"/>
                    <a:pt x="1304745" y="5814100"/>
                  </a:cubicBezTo>
                  <a:cubicBezTo>
                    <a:pt x="1298995" y="5828478"/>
                    <a:pt x="1292525" y="5842855"/>
                    <a:pt x="1286774" y="5857232"/>
                  </a:cubicBezTo>
                  <a:cubicBezTo>
                    <a:pt x="1283898" y="5864421"/>
                    <a:pt x="1281023" y="5871610"/>
                    <a:pt x="1278866" y="5878798"/>
                  </a:cubicBezTo>
                  <a:cubicBezTo>
                    <a:pt x="1275991" y="5887425"/>
                    <a:pt x="1252268" y="5880236"/>
                    <a:pt x="1246517" y="5879517"/>
                  </a:cubicBezTo>
                  <a:cubicBezTo>
                    <a:pt x="1240047" y="5878080"/>
                    <a:pt x="1236453" y="5888863"/>
                    <a:pt x="1243642" y="5890300"/>
                  </a:cubicBezTo>
                  <a:cubicBezTo>
                    <a:pt x="1255862" y="5892457"/>
                    <a:pt x="1268083" y="5895333"/>
                    <a:pt x="1279585" y="5898208"/>
                  </a:cubicBezTo>
                  <a:cubicBezTo>
                    <a:pt x="1282461" y="5898927"/>
                    <a:pt x="1285336" y="5897489"/>
                    <a:pt x="1286774" y="5895333"/>
                  </a:cubicBezTo>
                  <a:cubicBezTo>
                    <a:pt x="1304027" y="5869453"/>
                    <a:pt x="1319123" y="5841417"/>
                    <a:pt x="1332781" y="5813381"/>
                  </a:cubicBezTo>
                  <a:cubicBezTo>
                    <a:pt x="1335657" y="5808349"/>
                    <a:pt x="1337813" y="5803317"/>
                    <a:pt x="1340689" y="5797566"/>
                  </a:cubicBezTo>
                  <a:cubicBezTo>
                    <a:pt x="1360098" y="5797566"/>
                    <a:pt x="1380227" y="5797566"/>
                    <a:pt x="1399636" y="5798285"/>
                  </a:cubicBezTo>
                  <a:cubicBezTo>
                    <a:pt x="1391010" y="5821289"/>
                    <a:pt x="1380946" y="5843574"/>
                    <a:pt x="1370881" y="5865140"/>
                  </a:cubicBezTo>
                  <a:cubicBezTo>
                    <a:pt x="1362974" y="5882393"/>
                    <a:pt x="1370881" y="5893895"/>
                    <a:pt x="1364412" y="5909710"/>
                  </a:cubicBezTo>
                  <a:cubicBezTo>
                    <a:pt x="1363693" y="5911147"/>
                    <a:pt x="1365849" y="5911866"/>
                    <a:pt x="1366568" y="5911147"/>
                  </a:cubicBezTo>
                  <a:cubicBezTo>
                    <a:pt x="1378789" y="5898927"/>
                    <a:pt x="1388853" y="5902521"/>
                    <a:pt x="1401074" y="5888863"/>
                  </a:cubicBezTo>
                  <a:cubicBezTo>
                    <a:pt x="1416889" y="5870891"/>
                    <a:pt x="1427672" y="5847168"/>
                    <a:pt x="1438455" y="5825602"/>
                  </a:cubicBezTo>
                  <a:cubicBezTo>
                    <a:pt x="1442768" y="5816976"/>
                    <a:pt x="1447081" y="5808349"/>
                    <a:pt x="1451395" y="5799004"/>
                  </a:cubicBezTo>
                  <a:cubicBezTo>
                    <a:pt x="1462178" y="5799004"/>
                    <a:pt x="1473679" y="5799004"/>
                    <a:pt x="1484462" y="5799004"/>
                  </a:cubicBezTo>
                  <a:cubicBezTo>
                    <a:pt x="1482306" y="5807631"/>
                    <a:pt x="1480149" y="5816257"/>
                    <a:pt x="1477993" y="5824883"/>
                  </a:cubicBezTo>
                  <a:cubicBezTo>
                    <a:pt x="1467928" y="5862264"/>
                    <a:pt x="1456427" y="5899646"/>
                    <a:pt x="1451395" y="5938465"/>
                  </a:cubicBezTo>
                  <a:cubicBezTo>
                    <a:pt x="1379508" y="5939183"/>
                    <a:pt x="1306902" y="5940621"/>
                    <a:pt x="1235015" y="5942059"/>
                  </a:cubicBezTo>
                  <a:cubicBezTo>
                    <a:pt x="1165285" y="5929119"/>
                    <a:pt x="1094836" y="5921212"/>
                    <a:pt x="1024387" y="5919055"/>
                  </a:cubicBezTo>
                  <a:cubicBezTo>
                    <a:pt x="1022949" y="5918336"/>
                    <a:pt x="1021512" y="5917617"/>
                    <a:pt x="1019355" y="5916899"/>
                  </a:cubicBezTo>
                  <a:cubicBezTo>
                    <a:pt x="981974" y="5906116"/>
                    <a:pt x="945311" y="5901083"/>
                    <a:pt x="907930" y="5901802"/>
                  </a:cubicBezTo>
                  <a:cubicBezTo>
                    <a:pt x="1005696" y="5934870"/>
                    <a:pt x="1114245" y="5945653"/>
                    <a:pt x="1214887" y="5955717"/>
                  </a:cubicBezTo>
                  <a:cubicBezTo>
                    <a:pt x="1292525" y="5963625"/>
                    <a:pt x="1370881" y="5969376"/>
                    <a:pt x="1448519" y="5972251"/>
                  </a:cubicBezTo>
                  <a:cubicBezTo>
                    <a:pt x="1448519" y="5975127"/>
                    <a:pt x="1448519" y="5978002"/>
                    <a:pt x="1448519" y="5980878"/>
                  </a:cubicBezTo>
                  <a:cubicBezTo>
                    <a:pt x="1448519" y="5985191"/>
                    <a:pt x="1454270" y="5986628"/>
                    <a:pt x="1457145" y="5983034"/>
                  </a:cubicBezTo>
                  <a:cubicBezTo>
                    <a:pt x="1459302" y="5979440"/>
                    <a:pt x="1461459" y="5976565"/>
                    <a:pt x="1463615" y="5972970"/>
                  </a:cubicBezTo>
                  <a:cubicBezTo>
                    <a:pt x="1484462" y="5973689"/>
                    <a:pt x="1505310" y="5974408"/>
                    <a:pt x="1525438" y="5975127"/>
                  </a:cubicBezTo>
                  <a:cubicBezTo>
                    <a:pt x="1526157" y="5981597"/>
                    <a:pt x="1528313" y="5988066"/>
                    <a:pt x="1531908" y="5995255"/>
                  </a:cubicBezTo>
                  <a:cubicBezTo>
                    <a:pt x="1533346" y="5997411"/>
                    <a:pt x="1536940" y="5998849"/>
                    <a:pt x="1539096" y="5997411"/>
                  </a:cubicBezTo>
                  <a:cubicBezTo>
                    <a:pt x="1547004" y="5992380"/>
                    <a:pt x="1554193" y="5985191"/>
                    <a:pt x="1559225" y="5976565"/>
                  </a:cubicBezTo>
                  <a:cubicBezTo>
                    <a:pt x="1603795" y="5977283"/>
                    <a:pt x="1647645" y="5977283"/>
                    <a:pt x="1692215" y="5975845"/>
                  </a:cubicBezTo>
                  <a:cubicBezTo>
                    <a:pt x="1694372" y="5977283"/>
                    <a:pt x="1696529" y="5978002"/>
                    <a:pt x="1699404" y="5975845"/>
                  </a:cubicBezTo>
                  <a:lnTo>
                    <a:pt x="1699404" y="5975845"/>
                  </a:lnTo>
                  <a:cubicBezTo>
                    <a:pt x="1725283" y="5975127"/>
                    <a:pt x="1750444" y="5973689"/>
                    <a:pt x="1776323" y="5972251"/>
                  </a:cubicBezTo>
                  <a:cubicBezTo>
                    <a:pt x="1776323" y="5972970"/>
                    <a:pt x="1776323" y="5972970"/>
                    <a:pt x="1777042" y="5973689"/>
                  </a:cubicBezTo>
                  <a:cubicBezTo>
                    <a:pt x="1782793" y="5980159"/>
                    <a:pt x="1786387" y="5986628"/>
                    <a:pt x="1789262" y="5994536"/>
                  </a:cubicBezTo>
                  <a:cubicBezTo>
                    <a:pt x="1789262" y="5994536"/>
                    <a:pt x="1789262" y="5995255"/>
                    <a:pt x="1789262" y="5995255"/>
                  </a:cubicBezTo>
                  <a:cubicBezTo>
                    <a:pt x="1789262" y="5995255"/>
                    <a:pt x="1789262" y="5995255"/>
                    <a:pt x="1789262" y="5995255"/>
                  </a:cubicBezTo>
                  <a:cubicBezTo>
                    <a:pt x="1789262" y="5995974"/>
                    <a:pt x="1789981" y="5996693"/>
                    <a:pt x="1789981" y="5997411"/>
                  </a:cubicBezTo>
                  <a:cubicBezTo>
                    <a:pt x="1792857" y="6003881"/>
                    <a:pt x="1803640" y="6003881"/>
                    <a:pt x="1806515" y="5997411"/>
                  </a:cubicBezTo>
                  <a:cubicBezTo>
                    <a:pt x="1810829" y="5988066"/>
                    <a:pt x="1814423" y="5978721"/>
                    <a:pt x="1817298" y="5968657"/>
                  </a:cubicBezTo>
                  <a:cubicBezTo>
                    <a:pt x="1828800" y="5967219"/>
                    <a:pt x="1840302" y="5966500"/>
                    <a:pt x="1852523" y="5965062"/>
                  </a:cubicBezTo>
                  <a:cubicBezTo>
                    <a:pt x="1855398" y="5965062"/>
                    <a:pt x="1857555" y="5964344"/>
                    <a:pt x="1860430" y="5964344"/>
                  </a:cubicBezTo>
                  <a:cubicBezTo>
                    <a:pt x="1860430" y="5965782"/>
                    <a:pt x="1860430" y="5966500"/>
                    <a:pt x="1860430" y="5967938"/>
                  </a:cubicBezTo>
                  <a:cubicBezTo>
                    <a:pt x="1861868" y="5986628"/>
                    <a:pt x="1889904" y="5992380"/>
                    <a:pt x="1894936" y="5972251"/>
                  </a:cubicBezTo>
                  <a:cubicBezTo>
                    <a:pt x="1898530" y="5957155"/>
                    <a:pt x="1901406" y="5941340"/>
                    <a:pt x="1904281" y="5926244"/>
                  </a:cubicBezTo>
                  <a:cubicBezTo>
                    <a:pt x="1904281" y="5926244"/>
                    <a:pt x="1905000" y="5926244"/>
                    <a:pt x="1905000" y="5926244"/>
                  </a:cubicBezTo>
                  <a:cubicBezTo>
                    <a:pt x="1905719" y="5916899"/>
                    <a:pt x="1909314" y="5909710"/>
                    <a:pt x="1914345" y="5903959"/>
                  </a:cubicBezTo>
                  <a:cubicBezTo>
                    <a:pt x="1913627" y="5901083"/>
                    <a:pt x="1912908" y="5898927"/>
                    <a:pt x="1912908" y="5896051"/>
                  </a:cubicBezTo>
                  <a:cubicBezTo>
                    <a:pt x="1915783" y="5896770"/>
                    <a:pt x="1917940" y="5897489"/>
                    <a:pt x="1919378" y="5898927"/>
                  </a:cubicBezTo>
                  <a:cubicBezTo>
                    <a:pt x="1921534" y="5897489"/>
                    <a:pt x="1923691" y="5896051"/>
                    <a:pt x="1926566" y="5894613"/>
                  </a:cubicBezTo>
                  <a:cubicBezTo>
                    <a:pt x="1925128" y="5893176"/>
                    <a:pt x="1922972" y="5891738"/>
                    <a:pt x="1921534" y="5891019"/>
                  </a:cubicBezTo>
                  <a:cubicBezTo>
                    <a:pt x="1923691" y="5888144"/>
                    <a:pt x="1922972" y="5882393"/>
                    <a:pt x="1917940" y="5882393"/>
                  </a:cubicBezTo>
                  <a:cubicBezTo>
                    <a:pt x="1915064" y="5882393"/>
                    <a:pt x="1912908" y="5882393"/>
                    <a:pt x="1910032" y="5883112"/>
                  </a:cubicBezTo>
                  <a:cubicBezTo>
                    <a:pt x="1911470" y="5868734"/>
                    <a:pt x="1913627" y="5853638"/>
                    <a:pt x="1915064" y="5839261"/>
                  </a:cubicBezTo>
                  <a:cubicBezTo>
                    <a:pt x="1916502" y="5827759"/>
                    <a:pt x="1918659" y="5814819"/>
                    <a:pt x="1920815" y="5801880"/>
                  </a:cubicBezTo>
                  <a:cubicBezTo>
                    <a:pt x="1922253" y="5801880"/>
                    <a:pt x="1922972" y="5801880"/>
                    <a:pt x="1924410" y="5801880"/>
                  </a:cubicBezTo>
                  <a:lnTo>
                    <a:pt x="1924410" y="5807631"/>
                  </a:lnTo>
                  <a:cubicBezTo>
                    <a:pt x="1925128" y="5836385"/>
                    <a:pt x="1925847" y="5865140"/>
                    <a:pt x="1928723" y="5893895"/>
                  </a:cubicBezTo>
                  <a:cubicBezTo>
                    <a:pt x="1928723" y="5893895"/>
                    <a:pt x="1929442" y="5893895"/>
                    <a:pt x="1929442" y="5893895"/>
                  </a:cubicBezTo>
                  <a:cubicBezTo>
                    <a:pt x="1928723" y="5898208"/>
                    <a:pt x="1928723" y="5902521"/>
                    <a:pt x="1928004" y="5906834"/>
                  </a:cubicBezTo>
                  <a:cubicBezTo>
                    <a:pt x="1926566" y="5924806"/>
                    <a:pt x="1944538" y="5931276"/>
                    <a:pt x="1958196" y="5925525"/>
                  </a:cubicBezTo>
                  <a:cubicBezTo>
                    <a:pt x="1958915" y="5929838"/>
                    <a:pt x="1959634" y="5934151"/>
                    <a:pt x="1960353" y="5937746"/>
                  </a:cubicBezTo>
                  <a:cubicBezTo>
                    <a:pt x="1965385" y="5967938"/>
                    <a:pt x="2006361" y="5956436"/>
                    <a:pt x="2009236" y="5931276"/>
                  </a:cubicBezTo>
                  <a:cubicBezTo>
                    <a:pt x="2009236" y="5928400"/>
                    <a:pt x="2009955" y="5924806"/>
                    <a:pt x="2009955" y="5921930"/>
                  </a:cubicBezTo>
                  <a:cubicBezTo>
                    <a:pt x="2014268" y="5925525"/>
                    <a:pt x="2018581" y="5929119"/>
                    <a:pt x="2022895" y="5931995"/>
                  </a:cubicBezTo>
                  <a:cubicBezTo>
                    <a:pt x="2024332" y="5931995"/>
                    <a:pt x="2025051" y="5931276"/>
                    <a:pt x="2025770" y="5930557"/>
                  </a:cubicBezTo>
                  <a:cubicBezTo>
                    <a:pt x="2026489" y="5931276"/>
                    <a:pt x="2026489" y="5932713"/>
                    <a:pt x="2027208" y="5933432"/>
                  </a:cubicBezTo>
                  <a:cubicBezTo>
                    <a:pt x="2030083" y="5939902"/>
                    <a:pt x="2040866" y="5936308"/>
                    <a:pt x="2040147" y="5929838"/>
                  </a:cubicBezTo>
                  <a:cubicBezTo>
                    <a:pt x="2040147" y="5928400"/>
                    <a:pt x="2040147" y="5926963"/>
                    <a:pt x="2040147" y="5925525"/>
                  </a:cubicBezTo>
                  <a:cubicBezTo>
                    <a:pt x="2040866" y="5925525"/>
                    <a:pt x="2041585" y="5924806"/>
                    <a:pt x="2043023" y="5924806"/>
                  </a:cubicBezTo>
                  <a:cubicBezTo>
                    <a:pt x="2042304" y="5924087"/>
                    <a:pt x="2041585" y="5924087"/>
                    <a:pt x="2040147" y="5923368"/>
                  </a:cubicBezTo>
                  <a:cubicBezTo>
                    <a:pt x="2040147" y="5911147"/>
                    <a:pt x="2040866" y="5898927"/>
                    <a:pt x="2041585" y="5886706"/>
                  </a:cubicBezTo>
                  <a:cubicBezTo>
                    <a:pt x="2050930" y="5896051"/>
                    <a:pt x="2060276" y="5904678"/>
                    <a:pt x="2069621" y="5914023"/>
                  </a:cubicBezTo>
                  <a:cubicBezTo>
                    <a:pt x="2072496" y="5912585"/>
                    <a:pt x="2075372" y="5911147"/>
                    <a:pt x="2078247" y="5909710"/>
                  </a:cubicBezTo>
                  <a:cubicBezTo>
                    <a:pt x="2072496" y="5903959"/>
                    <a:pt x="2067464" y="5898208"/>
                    <a:pt x="2061713" y="5892457"/>
                  </a:cubicBezTo>
                  <a:cubicBezTo>
                    <a:pt x="2063870" y="5893176"/>
                    <a:pt x="2066746" y="5893895"/>
                    <a:pt x="2069621" y="5893895"/>
                  </a:cubicBezTo>
                  <a:cubicBezTo>
                    <a:pt x="2080404" y="5893895"/>
                    <a:pt x="2088312" y="5887425"/>
                    <a:pt x="2092625" y="5878080"/>
                  </a:cubicBezTo>
                  <a:cubicBezTo>
                    <a:pt x="2103408" y="5888863"/>
                    <a:pt x="2114191" y="5899646"/>
                    <a:pt x="2124974" y="5911147"/>
                  </a:cubicBezTo>
                  <a:cubicBezTo>
                    <a:pt x="2143665" y="5930557"/>
                    <a:pt x="2163074" y="5947810"/>
                    <a:pt x="2184640" y="5963625"/>
                  </a:cubicBezTo>
                  <a:cubicBezTo>
                    <a:pt x="2188953" y="5966500"/>
                    <a:pt x="2194704" y="5960749"/>
                    <a:pt x="2191829" y="5956436"/>
                  </a:cubicBezTo>
                  <a:cubicBezTo>
                    <a:pt x="2165231" y="5919055"/>
                    <a:pt x="2132163" y="5886706"/>
                    <a:pt x="2099814" y="5853638"/>
                  </a:cubicBezTo>
                  <a:cubicBezTo>
                    <a:pt x="2091187" y="5845012"/>
                    <a:pt x="2084717" y="5833510"/>
                    <a:pt x="2071059" y="5836385"/>
                  </a:cubicBezTo>
                  <a:cubicBezTo>
                    <a:pt x="2068902" y="5837104"/>
                    <a:pt x="2067464" y="5837823"/>
                    <a:pt x="2065308" y="5838542"/>
                  </a:cubicBezTo>
                  <a:cubicBezTo>
                    <a:pt x="2055244" y="5830634"/>
                    <a:pt x="2045898" y="5822008"/>
                    <a:pt x="2035834" y="5814100"/>
                  </a:cubicBezTo>
                  <a:cubicBezTo>
                    <a:pt x="2035115" y="5809787"/>
                    <a:pt x="2034397" y="5805474"/>
                    <a:pt x="2033678" y="5800442"/>
                  </a:cubicBezTo>
                  <a:cubicBezTo>
                    <a:pt x="2043023" y="5800442"/>
                    <a:pt x="2051649" y="5800442"/>
                    <a:pt x="2060995" y="5799723"/>
                  </a:cubicBezTo>
                  <a:cubicBezTo>
                    <a:pt x="2060995" y="5799723"/>
                    <a:pt x="2061713" y="5800442"/>
                    <a:pt x="2061713" y="5800442"/>
                  </a:cubicBezTo>
                  <a:cubicBezTo>
                    <a:pt x="2077529" y="5815538"/>
                    <a:pt x="2094062" y="5830634"/>
                    <a:pt x="2110597" y="5845731"/>
                  </a:cubicBezTo>
                  <a:cubicBezTo>
                    <a:pt x="2132882" y="5865859"/>
                    <a:pt x="2154448" y="5887425"/>
                    <a:pt x="2176732" y="5908991"/>
                  </a:cubicBezTo>
                  <a:lnTo>
                    <a:pt x="2176732" y="5913304"/>
                  </a:lnTo>
                  <a:cubicBezTo>
                    <a:pt x="2209800" y="5929838"/>
                    <a:pt x="2243587" y="5952123"/>
                    <a:pt x="2265153" y="5966500"/>
                  </a:cubicBezTo>
                  <a:cubicBezTo>
                    <a:pt x="2286719" y="5993817"/>
                    <a:pt x="2311880" y="6020415"/>
                    <a:pt x="2342791" y="6031198"/>
                  </a:cubicBezTo>
                  <a:cubicBezTo>
                    <a:pt x="2347823" y="6033355"/>
                    <a:pt x="2352136" y="6026885"/>
                    <a:pt x="2349980" y="6021853"/>
                  </a:cubicBezTo>
                  <a:cubicBezTo>
                    <a:pt x="2335602" y="5996693"/>
                    <a:pt x="2313317" y="5976565"/>
                    <a:pt x="2291751" y="5955717"/>
                  </a:cubicBezTo>
                  <a:cubicBezTo>
                    <a:pt x="2292470" y="5952842"/>
                    <a:pt x="2292470" y="5949966"/>
                    <a:pt x="2293908" y="5947091"/>
                  </a:cubicBezTo>
                  <a:cubicBezTo>
                    <a:pt x="2296064" y="5938465"/>
                    <a:pt x="2299659" y="5930557"/>
                    <a:pt x="2303253" y="5922649"/>
                  </a:cubicBezTo>
                  <a:cubicBezTo>
                    <a:pt x="2310442" y="5937027"/>
                    <a:pt x="2318349" y="5951404"/>
                    <a:pt x="2326976" y="5965782"/>
                  </a:cubicBezTo>
                  <a:cubicBezTo>
                    <a:pt x="2349261" y="6001006"/>
                    <a:pt x="2383766" y="6044857"/>
                    <a:pt x="2424742" y="6060672"/>
                  </a:cubicBezTo>
                  <a:cubicBezTo>
                    <a:pt x="2412521" y="6059234"/>
                    <a:pt x="2399581" y="6057078"/>
                    <a:pt x="2387361" y="6054921"/>
                  </a:cubicBezTo>
                  <a:cubicBezTo>
                    <a:pt x="2328414" y="6043419"/>
                    <a:pt x="2275936" y="6025448"/>
                    <a:pt x="2225615" y="5994536"/>
                  </a:cubicBezTo>
                  <a:cubicBezTo>
                    <a:pt x="2224897" y="6006038"/>
                    <a:pt x="2215551" y="6015383"/>
                    <a:pt x="2203331" y="6015383"/>
                  </a:cubicBezTo>
                  <a:lnTo>
                    <a:pt x="2178889" y="6015383"/>
                  </a:lnTo>
                  <a:cubicBezTo>
                    <a:pt x="2166668" y="6015383"/>
                    <a:pt x="2156604" y="6005319"/>
                    <a:pt x="2156604" y="5993098"/>
                  </a:cubicBezTo>
                  <a:cubicBezTo>
                    <a:pt x="2156604" y="5980878"/>
                    <a:pt x="2166668" y="5970814"/>
                    <a:pt x="2178889" y="5970814"/>
                  </a:cubicBezTo>
                  <a:lnTo>
                    <a:pt x="2188953" y="5970814"/>
                  </a:lnTo>
                  <a:cubicBezTo>
                    <a:pt x="2176732" y="5962906"/>
                    <a:pt x="2164512" y="5954999"/>
                    <a:pt x="2151572" y="5948529"/>
                  </a:cubicBezTo>
                  <a:cubicBezTo>
                    <a:pt x="2143665" y="5944216"/>
                    <a:pt x="2135038" y="5939183"/>
                    <a:pt x="2126412" y="5937027"/>
                  </a:cubicBezTo>
                  <a:cubicBezTo>
                    <a:pt x="2127130" y="5938465"/>
                    <a:pt x="2127130" y="5940621"/>
                    <a:pt x="2127849" y="5944216"/>
                  </a:cubicBezTo>
                  <a:cubicBezTo>
                    <a:pt x="2130006" y="5967938"/>
                    <a:pt x="2099814" y="5971532"/>
                    <a:pt x="2088312" y="5955717"/>
                  </a:cubicBezTo>
                  <a:cubicBezTo>
                    <a:pt x="2056681" y="5970095"/>
                    <a:pt x="2022895" y="5980878"/>
                    <a:pt x="1987670" y="5988785"/>
                  </a:cubicBezTo>
                  <a:lnTo>
                    <a:pt x="1987670" y="6026885"/>
                  </a:lnTo>
                  <a:cubicBezTo>
                    <a:pt x="2012830" y="6026885"/>
                    <a:pt x="2037991" y="6026885"/>
                    <a:pt x="2063151" y="6027604"/>
                  </a:cubicBezTo>
                  <a:cubicBezTo>
                    <a:pt x="2074653" y="6027604"/>
                    <a:pt x="2086155" y="6027604"/>
                    <a:pt x="2096938" y="6027604"/>
                  </a:cubicBezTo>
                  <a:cubicBezTo>
                    <a:pt x="2107002" y="6030480"/>
                    <a:pt x="2117785" y="6033355"/>
                    <a:pt x="2127849" y="6035512"/>
                  </a:cubicBezTo>
                  <a:cubicBezTo>
                    <a:pt x="2112753" y="6034074"/>
                    <a:pt x="2097657" y="6032636"/>
                    <a:pt x="2083279" y="6031198"/>
                  </a:cubicBezTo>
                  <a:cubicBezTo>
                    <a:pt x="2051649" y="6029761"/>
                    <a:pt x="2019300" y="6029042"/>
                    <a:pt x="1987670" y="6027604"/>
                  </a:cubicBezTo>
                  <a:lnTo>
                    <a:pt x="1987670" y="6521466"/>
                  </a:lnTo>
                  <a:cubicBezTo>
                    <a:pt x="1960353" y="6497025"/>
                    <a:pt x="1932317" y="6474021"/>
                    <a:pt x="1904281" y="6451017"/>
                  </a:cubicBezTo>
                  <a:lnTo>
                    <a:pt x="1904281" y="6057797"/>
                  </a:lnTo>
                  <a:cubicBezTo>
                    <a:pt x="1902125" y="6058515"/>
                    <a:pt x="1899249" y="6058515"/>
                    <a:pt x="1897093" y="6058515"/>
                  </a:cubicBezTo>
                  <a:cubicBezTo>
                    <a:pt x="1874089" y="6058515"/>
                    <a:pt x="1855398" y="6039825"/>
                    <a:pt x="1855398" y="6016821"/>
                  </a:cubicBezTo>
                  <a:cubicBezTo>
                    <a:pt x="1855398" y="6014664"/>
                    <a:pt x="1855398" y="6011789"/>
                    <a:pt x="1855398" y="6009632"/>
                  </a:cubicBezTo>
                  <a:cubicBezTo>
                    <a:pt x="1743255" y="6022572"/>
                    <a:pt x="1630393" y="6024010"/>
                    <a:pt x="1517530" y="6021134"/>
                  </a:cubicBezTo>
                  <a:cubicBezTo>
                    <a:pt x="1402512" y="6018259"/>
                    <a:pt x="1288211" y="6011070"/>
                    <a:pt x="1174630" y="5997411"/>
                  </a:cubicBezTo>
                  <a:cubicBezTo>
                    <a:pt x="1079740" y="5985191"/>
                    <a:pt x="980536" y="5972970"/>
                    <a:pt x="887802" y="5941340"/>
                  </a:cubicBezTo>
                  <a:close/>
                  <a:moveTo>
                    <a:pt x="2046617" y="5873047"/>
                  </a:moveTo>
                  <a:cubicBezTo>
                    <a:pt x="2045898" y="5872329"/>
                    <a:pt x="2045180" y="5871610"/>
                    <a:pt x="2044461" y="5870891"/>
                  </a:cubicBezTo>
                  <a:cubicBezTo>
                    <a:pt x="2044461" y="5863702"/>
                    <a:pt x="2043742" y="5856514"/>
                    <a:pt x="2043023" y="5849325"/>
                  </a:cubicBezTo>
                  <a:cubicBezTo>
                    <a:pt x="2042304" y="5845012"/>
                    <a:pt x="2041585" y="5840698"/>
                    <a:pt x="2040866" y="5836385"/>
                  </a:cubicBezTo>
                  <a:cubicBezTo>
                    <a:pt x="2044461" y="5840698"/>
                    <a:pt x="2048055" y="5845731"/>
                    <a:pt x="2051649" y="5850044"/>
                  </a:cubicBezTo>
                  <a:cubicBezTo>
                    <a:pt x="2050930" y="5851481"/>
                    <a:pt x="2050212" y="5852919"/>
                    <a:pt x="2049493" y="5854357"/>
                  </a:cubicBezTo>
                  <a:cubicBezTo>
                    <a:pt x="2045898" y="5860108"/>
                    <a:pt x="2045180" y="5867297"/>
                    <a:pt x="2046617" y="5873047"/>
                  </a:cubicBezTo>
                  <a:close/>
                  <a:moveTo>
                    <a:pt x="2039429" y="5828478"/>
                  </a:moveTo>
                  <a:cubicBezTo>
                    <a:pt x="2039429" y="5827759"/>
                    <a:pt x="2039429" y="5827040"/>
                    <a:pt x="2038710" y="5826321"/>
                  </a:cubicBezTo>
                  <a:cubicBezTo>
                    <a:pt x="2045180" y="5831353"/>
                    <a:pt x="2050930" y="5837104"/>
                    <a:pt x="2057400" y="5842136"/>
                  </a:cubicBezTo>
                  <a:cubicBezTo>
                    <a:pt x="2055963" y="5843574"/>
                    <a:pt x="2053806" y="5845012"/>
                    <a:pt x="2053087" y="5847168"/>
                  </a:cubicBezTo>
                  <a:cubicBezTo>
                    <a:pt x="2048055" y="5840698"/>
                    <a:pt x="2043742" y="5834948"/>
                    <a:pt x="2039429" y="5828478"/>
                  </a:cubicBezTo>
                  <a:close/>
                  <a:moveTo>
                    <a:pt x="1329906" y="6744315"/>
                  </a:moveTo>
                  <a:cubicBezTo>
                    <a:pt x="1329906" y="6775946"/>
                    <a:pt x="1280304" y="6775946"/>
                    <a:pt x="1280304" y="6744315"/>
                  </a:cubicBezTo>
                  <a:lnTo>
                    <a:pt x="1280304" y="6691838"/>
                  </a:lnTo>
                  <a:cubicBezTo>
                    <a:pt x="1296119" y="6704778"/>
                    <a:pt x="1311934" y="6716999"/>
                    <a:pt x="1328468" y="6728500"/>
                  </a:cubicBezTo>
                  <a:cubicBezTo>
                    <a:pt x="1329187" y="6729219"/>
                    <a:pt x="1329187" y="6729219"/>
                    <a:pt x="1329906" y="6729938"/>
                  </a:cubicBezTo>
                  <a:lnTo>
                    <a:pt x="1329906" y="6744315"/>
                  </a:lnTo>
                  <a:close/>
                  <a:moveTo>
                    <a:pt x="1329906" y="6667396"/>
                  </a:moveTo>
                  <a:cubicBezTo>
                    <a:pt x="1324155" y="6660208"/>
                    <a:pt x="1319123" y="6653019"/>
                    <a:pt x="1314091" y="6645830"/>
                  </a:cubicBezTo>
                  <a:cubicBezTo>
                    <a:pt x="1319123" y="6650863"/>
                    <a:pt x="1324874" y="6655895"/>
                    <a:pt x="1329906" y="6660927"/>
                  </a:cubicBezTo>
                  <a:lnTo>
                    <a:pt x="1329906" y="6667396"/>
                  </a:lnTo>
                  <a:close/>
                  <a:moveTo>
                    <a:pt x="1329906" y="6599823"/>
                  </a:moveTo>
                  <a:cubicBezTo>
                    <a:pt x="1313372" y="6584008"/>
                    <a:pt x="1296838" y="6568911"/>
                    <a:pt x="1280304" y="6553815"/>
                  </a:cubicBezTo>
                  <a:lnTo>
                    <a:pt x="1280304" y="6517153"/>
                  </a:lnTo>
                  <a:cubicBezTo>
                    <a:pt x="1296119" y="6539438"/>
                    <a:pt x="1310496" y="6561723"/>
                    <a:pt x="1324874" y="6584727"/>
                  </a:cubicBezTo>
                  <a:cubicBezTo>
                    <a:pt x="1326312" y="6587602"/>
                    <a:pt x="1328468" y="6590478"/>
                    <a:pt x="1329906" y="6593353"/>
                  </a:cubicBezTo>
                  <a:lnTo>
                    <a:pt x="1329906" y="6599823"/>
                  </a:lnTo>
                  <a:close/>
                  <a:moveTo>
                    <a:pt x="1333500" y="6211634"/>
                  </a:moveTo>
                  <a:cubicBezTo>
                    <a:pt x="1332062" y="6211634"/>
                    <a:pt x="1331344" y="6211634"/>
                    <a:pt x="1329906" y="6210915"/>
                  </a:cubicBezTo>
                  <a:lnTo>
                    <a:pt x="1329906" y="6492712"/>
                  </a:lnTo>
                  <a:cubicBezTo>
                    <a:pt x="1327749" y="6489836"/>
                    <a:pt x="1325593" y="6486242"/>
                    <a:pt x="1322717" y="6482647"/>
                  </a:cubicBezTo>
                  <a:cubicBezTo>
                    <a:pt x="1310496" y="6465395"/>
                    <a:pt x="1298995" y="6448861"/>
                    <a:pt x="1280304" y="6444547"/>
                  </a:cubicBezTo>
                  <a:lnTo>
                    <a:pt x="1280304" y="6200851"/>
                  </a:lnTo>
                  <a:cubicBezTo>
                    <a:pt x="1280304" y="6182161"/>
                    <a:pt x="1296838" y="6174253"/>
                    <a:pt x="1311215" y="6177848"/>
                  </a:cubicBezTo>
                  <a:cubicBezTo>
                    <a:pt x="1314091" y="6169940"/>
                    <a:pt x="1320561" y="6163470"/>
                    <a:pt x="1331344" y="6162032"/>
                  </a:cubicBezTo>
                  <a:cubicBezTo>
                    <a:pt x="1345002" y="6180004"/>
                    <a:pt x="1359379" y="6196538"/>
                    <a:pt x="1375913" y="6211634"/>
                  </a:cubicBezTo>
                  <a:lnTo>
                    <a:pt x="1333500" y="6211634"/>
                  </a:lnTo>
                  <a:close/>
                  <a:moveTo>
                    <a:pt x="1380946" y="6169221"/>
                  </a:moveTo>
                  <a:cubicBezTo>
                    <a:pt x="1388134" y="6170659"/>
                    <a:pt x="1393166" y="6167065"/>
                    <a:pt x="1395323" y="6162032"/>
                  </a:cubicBezTo>
                  <a:lnTo>
                    <a:pt x="1457145" y="6162032"/>
                  </a:lnTo>
                  <a:cubicBezTo>
                    <a:pt x="1447800" y="6169940"/>
                    <a:pt x="1444925" y="6185036"/>
                    <a:pt x="1459302" y="6192225"/>
                  </a:cubicBezTo>
                  <a:cubicBezTo>
                    <a:pt x="1470804" y="6197976"/>
                    <a:pt x="1481587" y="6204446"/>
                    <a:pt x="1492370" y="6211634"/>
                  </a:cubicBezTo>
                  <a:lnTo>
                    <a:pt x="1437017" y="6211634"/>
                  </a:lnTo>
                  <a:cubicBezTo>
                    <a:pt x="1416889" y="6199414"/>
                    <a:pt x="1398198" y="6185036"/>
                    <a:pt x="1380946" y="6169221"/>
                  </a:cubicBezTo>
                  <a:close/>
                </a:path>
              </a:pathLst>
            </a:custGeom>
            <a:grpFill/>
            <a:ln w="7172"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a:ea typeface="宋体"/>
                <a:cs typeface="+mn-cs"/>
              </a:endParaRPr>
            </a:p>
          </p:txBody>
        </p:sp>
      </p:grpSp>
    </p:spTree>
    <p:custDataLst>
      <p:tags r:id="rId5"/>
    </p:custDataLst>
  </p:cSld>
  <p:clrMapOvr>
    <a:masterClrMapping/>
  </p:clrMapOvr>
  <mc:AlternateContent xmlns:mc="http://schemas.openxmlformats.org/markup-compatibility/2006">
    <mc:Choice xmlns:p14="http://schemas.microsoft.com/office/powerpoint/2010/main" Requires="p14">
      <p:transition p14:dur="250" advClick="0">
        <p:random/>
      </p:transition>
    </mc:Choice>
    <mc:Fallback>
      <p:transition advClick="0">
        <p:random/>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UNIT_TABLE_BEAUTIFY" val="smartTable{911788a8-c0e5-4ca5-8be2-807f0919df29}"/>
  <p:tag name="TABLE_ENDDRAG_ORIGIN_RECT" val="949*415"/>
  <p:tag name="TABLE_ENDDRAG_RECT" val="5*61*949*415"/>
</p:tagLst>
</file>

<file path=ppt/tags/tag7.xml><?xml version="1.0" encoding="utf-8"?>
<p:tagLst xmlns:p="http://schemas.openxmlformats.org/presentationml/2006/main">
  <p:tag name="TABLE_ENDDRAG_ORIGIN_RECT" val="940*466"/>
  <p:tag name="TABLE_ENDDRAG_RECT" val="20*57*940*466"/>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 name="TABLE_ENDDRAG_ORIGIN_RECT" val="908*149"/>
  <p:tag name="TABLE_ENDDRAG_RECT" val="16*256*908*149"/>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UNIT_TABLE_BEAUTIFY" val="smartTable{882efca7-dbeb-48c5-995e-c7d6bc0fa744}"/>
  <p:tag name="TABLE_ENDDRAG_ORIGIN_RECT" val="876*399"/>
  <p:tag name="TABLE_ENDDRAG_RECT" val="52*82*876*399"/>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UNIT_TABLE_BEAUTIFY" val="smartTable{2636717b-2724-4e32-97d1-11e310ff2243}"/>
  <p:tag name="TABLE_ENDDRAG_ORIGIN_RECT" val="876*380"/>
  <p:tag name="TABLE_ENDDRAG_RECT" val="36*85*876*380"/>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RESOURCE_RECORD_KEY" val="{&quot;29&quot;:[50052696]}"/>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RESOURCE_RECORD_KEY" val="{&quot;29&quot;:[50052696]}"/>
</p:tagLst>
</file>

<file path=ppt/tags/tag25.xml><?xml version="1.0" encoding="utf-8"?>
<p:tagLst xmlns:p="http://schemas.openxmlformats.org/presentationml/2006/main">
  <p:tag name="KSO_WM_UNIT_TABLE_BEAUTIFY" val="smartTable{2f81ba9d-ea4d-4d24-970f-ed1c3e4dec2d}"/>
  <p:tag name="TABLE_ENDDRAG_ORIGIN_RECT" val="875*202"/>
  <p:tag name="TABLE_ENDDRAG_RECT" val="43*86*875*202"/>
</p:tagLst>
</file>

<file path=ppt/tags/tag26.xml><?xml version="1.0" encoding="utf-8"?>
<p:tagLst xmlns:p="http://schemas.openxmlformats.org/presentationml/2006/main">
  <p:tag name="KSO_WM_UNIT_TABLE_BEAUTIFY" val="smartTable{c10a9441-420f-42a3-ab00-223c209f3feb}"/>
  <p:tag name="TABLE_ENDDRAG_ORIGIN_RECT" val="879*384"/>
  <p:tag name="TABLE_ENDDRAG_RECT" val="42*81*879*384"/>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DIAGRAM_VIRTUALLY_FRAME" val="{&quot;height&quot;:430.4,&quot;left&quot;:353.25456692913383,&quot;top&quot;:60.86456692913386,&quot;width&quot;:481.59543307086614}"/>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DIAGRAM_VIRTUALLY_FRAME" val="{&quot;height&quot;:430.4,&quot;left&quot;:353.25456692913383,&quot;top&quot;:60.86456692913386,&quot;width&quot;:481.59543307086614}"/>
  <p:tag name="KSO_WM_BEAUTIFY_FLAG" val=""/>
</p:tagLst>
</file>

<file path=ppt/tags/tag33.xml><?xml version="1.0" encoding="utf-8"?>
<p:tagLst xmlns:p="http://schemas.openxmlformats.org/presentationml/2006/main">
  <p:tag name="KSO_WM_DIAGRAM_VIRTUALLY_FRAME" val="{&quot;height&quot;:430.4,&quot;left&quot;:353.25456692913383,&quot;top&quot;:60.86456692913386,&quot;width&quot;:481.59543307086614}"/>
  <p:tag name="KSO_WM_BEAUTIFY_FLAG" val=""/>
</p:tagLst>
</file>

<file path=ppt/tags/tag34.xml><?xml version="1.0" encoding="utf-8"?>
<p:tagLst xmlns:p="http://schemas.openxmlformats.org/presentationml/2006/main">
  <p:tag name="KSO_WM_DIAGRAM_VIRTUALLY_FRAME" val="{&quot;height&quot;:430.4,&quot;left&quot;:353.25456692913383,&quot;top&quot;:60.86456692913386,&quot;width&quot;:481.59543307086614}"/>
  <p:tag name="KSO_WM_BEAUTIFY_FLAG" val=""/>
</p:tagLst>
</file>

<file path=ppt/tags/tag35.xml><?xml version="1.0" encoding="utf-8"?>
<p:tagLst xmlns:p="http://schemas.openxmlformats.org/presentationml/2006/main">
  <p:tag name="KSO_WM_DIAGRAM_VIRTUALLY_FRAME" val="{&quot;height&quot;:430.4,&quot;left&quot;:353.25456692913383,&quot;top&quot;:60.86456692913386,&quot;width&quot;:481.59543307086614}"/>
  <p:tag name="KSO_WM_BEAUTIFY_FLAG" val=""/>
</p:tagLst>
</file>

<file path=ppt/tags/tag36.xml><?xml version="1.0" encoding="utf-8"?>
<p:tagLst xmlns:p="http://schemas.openxmlformats.org/presentationml/2006/main">
  <p:tag name="KSO_WM_DIAGRAM_VIRTUALLY_FRAME" val="{&quot;height&quot;:430.4,&quot;left&quot;:353.25456692913383,&quot;top&quot;:60.86456692913386,&quot;width&quot;:481.59543307086614}"/>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1_1"/>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1_1"/>
  <p:tag name="KSO_WM_UNIT_FILL_FORE_SCHEMECOLOR_INDEX" val="14"/>
  <p:tag name="KSO_WM_UNIT_FILL_TYPE" val="1"/>
  <p:tag name="KSO_WM_UNIT_SHADOW_SCHEMECOLOR_INDEX" val="5"/>
  <p:tag name="KSO_WM_UNIT_TEXT_FILL_FORE_SCHEMECOLOR_INDEX" val="2"/>
  <p:tag name="KSO_WM_UNIT_TEXT_FILL_TYPE"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1_2"/>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1_2"/>
  <p:tag name="KSO_WM_UNIT_FILL_FORE_SCHEMECOLOR_INDEX" val="14"/>
  <p:tag name="KSO_WM_UNIT_FILL_TYPE" val="1"/>
  <p:tag name="KSO_WM_UNIT_SHADOW_SCHEMECOLOR_INDEX" val="5"/>
  <p:tag name="KSO_WM_UNIT_TEXT_FILL_FORE_SCHEMECOLOR_INDEX" val="2"/>
  <p:tag name="KSO_WM_UNIT_TEXT_FILL_TYPE"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1_3"/>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1_3"/>
  <p:tag name="KSO_WM_UNIT_FILL_FORE_SCHEMECOLOR_INDEX" val="5"/>
  <p:tag name="KSO_WM_UNIT_FILL_TYPE" val="1"/>
  <p:tag name="KSO_WM_UNIT_SHADOW_SCHEMECOLOR_INDEX" val="5"/>
  <p:tag name="KSO_WM_UNIT_TEXT_FILL_FORE_SCHEMECOLOR_INDEX" val="2"/>
  <p:tag name="KSO_WM_UNIT_TEXT_FILL_TYPE"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x*1_1_1"/>
  <p:tag name="KSO_WM_TEMPLATE_CATEGORY" val="diagram"/>
  <p:tag name="KSO_WM_TEMPLATE_INDEX" val="20228674"/>
  <p:tag name="KSO_WM_UNIT_LAYERLEVEL" val="1_1_1"/>
  <p:tag name="KSO_WM_TAG_VERSION" val="1.0"/>
  <p:tag name="KSO_WM_BEAUTIFY_FLAG" val=""/>
  <p:tag name="KSO_WM_UNIT_VALUE" val="325*325"/>
  <p:tag name="KSO_WM_DIAGRAM_GROUP_CODE" val="n1-1"/>
  <p:tag name="KSO_WM_UNIT_TYPE" val="n_h_x"/>
  <p:tag name="KSO_WM_UNIT_INDEX" val="1_1_1"/>
  <p:tag name="KSO_WM_UNIT_FILL_FORE_SCHEMECOLOR_INDEX" val="16"/>
  <p:tag name="KSO_WM_UNIT_FILL_TYPE"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h_i*1_2_1_1"/>
  <p:tag name="KSO_WM_TEMPLATE_CATEGORY" val="diagram"/>
  <p:tag name="KSO_WM_TEMPLATE_INDEX" val="20228674"/>
  <p:tag name="KSO_WM_UNIT_LAYERLEVEL" val="1_1_1_1"/>
  <p:tag name="KSO_WM_TAG_VERSION" val="1.0"/>
  <p:tag name="KSO_WM_BEAUTIFY_FLAG" val=""/>
  <p:tag name="KSO_WM_DIAGRAM_GROUP_CODE" val="n1-1"/>
  <p:tag name="KSO_WM_UNIT_TYPE" val="n_h_h_i"/>
  <p:tag name="KSO_WM_UNIT_INDEX" val="1_2_1_1"/>
  <p:tag name="KSO_WM_UNIT_FILL_FORE_SCHEMECOLOR_INDEX" val="6"/>
  <p:tag name="KSO_WM_UNIT_FILL_TYPE" val="1"/>
  <p:tag name="KSO_WM_UNIT_SHADOW_SCHEMECOLOR_INDEX" val="6"/>
  <p:tag name="KSO_WM_UNIT_TEXT_FILL_FORE_SCHEMECOLOR_INDEX" val="2"/>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a*1_1_1"/>
  <p:tag name="KSO_WM_TEMPLATE_CATEGORY" val="diagram"/>
  <p:tag name="KSO_WM_TEMPLATE_INDEX" val="20228674"/>
  <p:tag name="KSO_WM_UNIT_LAYERLEVEL" val="1_1_1"/>
  <p:tag name="KSO_WM_TAG_VERSION" val="1.0"/>
  <p:tag name="KSO_WM_BEAUTIFY_FLAG" val=""/>
  <p:tag name="KSO_WM_UNIT_ISCONTENTSTITLE" val="0"/>
  <p:tag name="KSO_WM_UNIT_ISNUMDGMTITLE" val="0"/>
  <p:tag name="KSO_WM_UNIT_PRESET_TEXT" val="点击添加标题"/>
  <p:tag name="KSO_WM_UNIT_NOCLEAR" val="0"/>
  <p:tag name="KSO_WM_UNIT_VALUE" val="6"/>
  <p:tag name="KSO_WM_DIAGRAM_GROUP_CODE" val="n1-1"/>
  <p:tag name="KSO_WM_UNIT_TYPE" val="n_h_a"/>
  <p:tag name="KSO_WM_UNIT_INDEX" val="1_1_1"/>
  <p:tag name="KSO_WM_UNIT_TEXT_FILL_FORE_SCHEMECOLOR_INDEX" val="14"/>
  <p:tag name="KSO_WM_UNIT_TEXT_FILL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h_i*1_2_3_1"/>
  <p:tag name="KSO_WM_TEMPLATE_CATEGORY" val="diagram"/>
  <p:tag name="KSO_WM_TEMPLATE_INDEX" val="20228674"/>
  <p:tag name="KSO_WM_UNIT_LAYERLEVEL" val="1_1_1_1"/>
  <p:tag name="KSO_WM_TAG_VERSION" val="1.0"/>
  <p:tag name="KSO_WM_BEAUTIFY_FLAG" val=""/>
  <p:tag name="KSO_WM_DIAGRAM_GROUP_CODE" val="n1-1"/>
  <p:tag name="KSO_WM_UNIT_TYPE" val="n_h_h_i"/>
  <p:tag name="KSO_WM_UNIT_INDEX" val="1_2_3_1"/>
  <p:tag name="KSO_WM_UNIT_FILL_FORE_SCHEMECOLOR_INDEX" val="7"/>
  <p:tag name="KSO_WM_UNIT_FILL_TYPE" val="1"/>
  <p:tag name="KSO_WM_UNIT_SHADOW_SCHEMECOLOR_INDEX" val="7"/>
  <p:tag name="KSO_WM_UNIT_TEXT_FILL_FORE_SCHEMECOLOR_INDEX" val="2"/>
  <p:tag name="KSO_WM_UNIT_TEXT_FILL_TYPE"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h_i*1_2_2_1"/>
  <p:tag name="KSO_WM_TEMPLATE_CATEGORY" val="diagram"/>
  <p:tag name="KSO_WM_TEMPLATE_INDEX" val="20228674"/>
  <p:tag name="KSO_WM_UNIT_LAYERLEVEL" val="1_1_1_1"/>
  <p:tag name="KSO_WM_TAG_VERSION" val="1.0"/>
  <p:tag name="KSO_WM_BEAUTIFY_FLAG" val=""/>
  <p:tag name="KSO_WM_DIAGRAM_GROUP_CODE" val="n1-1"/>
  <p:tag name="KSO_WM_UNIT_TYPE" val="n_h_h_i"/>
  <p:tag name="KSO_WM_UNIT_INDEX" val="1_2_2_1"/>
  <p:tag name="KSO_WM_UNIT_FILL_FORE_SCHEMECOLOR_INDEX" val="8"/>
  <p:tag name="KSO_WM_UNIT_FILL_TYPE" val="1"/>
  <p:tag name="KSO_WM_UNIT_SHADOW_SCHEMECOLOR_INDEX" val="7"/>
  <p:tag name="KSO_WM_UNIT_TEXT_FILL_FORE_SCHEMECOLOR_INDEX" val="2"/>
  <p:tag name="KSO_WM_UNIT_TEXT_FILL_TYPE"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2_2"/>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2_2"/>
  <p:tag name="KSO_WM_UNIT_FILL_FORE_SCHEMECOLOR_INDEX" val="5"/>
  <p:tag name="KSO_WM_UNIT_FILL_TYPE" val="1"/>
  <p:tag name="KSO_WM_UNIT_SHADOW_SCHEMECOLOR_INDEX" val="5"/>
  <p:tag name="KSO_WM_UNIT_TEXT_FILL_FORE_SCHEMECOLOR_INDEX" val="2"/>
  <p:tag name="KSO_WM_UNIT_TEXT_FILL_TYPE"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2_4"/>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2_4"/>
  <p:tag name="KSO_WM_UNIT_FILL_FORE_SCHEMECOLOR_INDEX" val="5"/>
  <p:tag name="KSO_WM_UNIT_FILL_TYPE" val="1"/>
  <p:tag name="KSO_WM_UNIT_SHADOW_SCHEMECOLOR_INDEX" val="5"/>
  <p:tag name="KSO_WM_UNIT_TEXT_FILL_FORE_SCHEMECOLOR_INDEX" val="2"/>
  <p:tag name="KSO_WM_UNIT_TEXT_FILL_TYPE"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2_5"/>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2_5"/>
  <p:tag name="KSO_WM_UNIT_FILL_FORE_SCHEMECOLOR_INDEX" val="5"/>
  <p:tag name="KSO_WM_UNIT_FILL_TYPE" val="1"/>
  <p:tag name="KSO_WM_UNIT_SHADOW_SCHEMECOLOR_INDEX" val="5"/>
  <p:tag name="KSO_WM_UNIT_TEXT_FILL_FORE_SCHEMECOLOR_INDEX" val="2"/>
  <p:tag name="KSO_WM_UNIT_TEXT_FILL_TYPE"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h_a*1_2_1_1"/>
  <p:tag name="KSO_WM_TEMPLATE_CATEGORY" val="diagram"/>
  <p:tag name="KSO_WM_TEMPLATE_INDEX" val="20228674"/>
  <p:tag name="KSO_WM_UNIT_LAYERLEVEL" val="1_1_1_1"/>
  <p:tag name="KSO_WM_TAG_VERSION" val="1.0"/>
  <p:tag name="KSO_WM_BEAUTIFY_FLAG" val=""/>
  <p:tag name="KSO_WM_UNIT_ISCONTENTSTITLE" val="0"/>
  <p:tag name="KSO_WM_UNIT_ISNUMDGMTITLE" val="0"/>
  <p:tag name="KSO_WM_UNIT_PRESET_TEXT" val="标题"/>
  <p:tag name="KSO_WM_UNIT_NOCLEAR" val="0"/>
  <p:tag name="KSO_WM_DIAGRAM_GROUP_CODE" val="n1-1"/>
  <p:tag name="KSO_WM_UNIT_TYPE" val="n_h_h_a"/>
  <p:tag name="KSO_WM_UNIT_INDEX" val="1_2_1_1"/>
  <p:tag name="KSO_WM_UNIT_TEXT_FILL_FORE_SCHEMECOLOR_INDEX" val="14"/>
  <p:tag name="KSO_WM_UNIT_TEXT_FILL_TYPE" val="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2_6"/>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2_6"/>
  <p:tag name="KSO_WM_UNIT_FILL_FORE_SCHEMECOLOR_INDEX" val="5"/>
  <p:tag name="KSO_WM_UNIT_FILL_TYPE" val="1"/>
  <p:tag name="KSO_WM_UNIT_SHADOW_SCHEMECOLOR_INDEX" val="5"/>
  <p:tag name="KSO_WM_UNIT_TEXT_FILL_FORE_SCHEMECOLOR_INDEX" val="2"/>
  <p:tag name="KSO_WM_UNIT_TEXT_FILL_TYPE" val="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h_a*1_2_3_1"/>
  <p:tag name="KSO_WM_TEMPLATE_CATEGORY" val="diagram"/>
  <p:tag name="KSO_WM_TEMPLATE_INDEX" val="20228674"/>
  <p:tag name="KSO_WM_UNIT_LAYERLEVEL" val="1_1_1_1"/>
  <p:tag name="KSO_WM_TAG_VERSION" val="1.0"/>
  <p:tag name="KSO_WM_BEAUTIFY_FLAG" val=""/>
  <p:tag name="KSO_WM_UNIT_ISCONTENTSTITLE" val="0"/>
  <p:tag name="KSO_WM_UNIT_ISNUMDGMTITLE" val="0"/>
  <p:tag name="KSO_WM_UNIT_PRESET_TEXT" val="标题"/>
  <p:tag name="KSO_WM_UNIT_NOCLEAR" val="0"/>
  <p:tag name="KSO_WM_DIAGRAM_GROUP_CODE" val="n1-1"/>
  <p:tag name="KSO_WM_UNIT_TYPE" val="n_h_h_a"/>
  <p:tag name="KSO_WM_UNIT_INDEX" val="1_2_3_1"/>
  <p:tag name="KSO_WM_UNIT_TEXT_FILL_FORE_SCHEMECOLOR_INDEX" val="14"/>
  <p:tag name="KSO_WM_UNIT_TEXT_FILL_TYPE"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h_a*1_2_2_1"/>
  <p:tag name="KSO_WM_TEMPLATE_CATEGORY" val="diagram"/>
  <p:tag name="KSO_WM_TEMPLATE_INDEX" val="20228674"/>
  <p:tag name="KSO_WM_UNIT_LAYERLEVEL" val="1_1_1_1"/>
  <p:tag name="KSO_WM_TAG_VERSION" val="1.0"/>
  <p:tag name="KSO_WM_BEAUTIFY_FLAG" val=""/>
  <p:tag name="KSO_WM_UNIT_ISCONTENTSTITLE" val="0"/>
  <p:tag name="KSO_WM_UNIT_ISNUMDGMTITLE" val="0"/>
  <p:tag name="KSO_WM_UNIT_PRESET_TEXT" val="标题"/>
  <p:tag name="KSO_WM_UNIT_NOCLEAR" val="0"/>
  <p:tag name="KSO_WM_DIAGRAM_GROUP_CODE" val="n1-1"/>
  <p:tag name="KSO_WM_UNIT_TYPE" val="n_h_h_a"/>
  <p:tag name="KSO_WM_UNIT_INDEX" val="1_2_2_1"/>
  <p:tag name="KSO_WM_UNIT_TEXT_FILL_FORE_SCHEMECOLOR_INDEX" val="14"/>
  <p:tag name="KSO_WM_UNIT_TEXT_FILL_TYPE"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2_1"/>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2_1"/>
  <p:tag name="KSO_WM_UNIT_FILL_FORE_SCHEMECOLOR_INDEX" val="7"/>
  <p:tag name="KSO_WM_UNIT_FILL_TYPE" val="1"/>
  <p:tag name="KSO_WM_UNIT_SHADOW_SCHEMECOLOR_INDEX" val="7"/>
  <p:tag name="KSO_WM_UNIT_TEXT_FILL_FORE_SCHEMECOLOR_INDEX" val="2"/>
  <p:tag name="KSO_WM_UNIT_TEXT_FILL_TYPE"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h_a*1_2_2_1"/>
  <p:tag name="KSO_WM_TEMPLATE_CATEGORY" val="diagram"/>
  <p:tag name="KSO_WM_TEMPLATE_INDEX" val="20228674"/>
  <p:tag name="KSO_WM_UNIT_LAYERLEVEL" val="1_1_1_1"/>
  <p:tag name="KSO_WM_TAG_VERSION" val="1.0"/>
  <p:tag name="KSO_WM_BEAUTIFY_FLAG" val=""/>
  <p:tag name="KSO_WM_UNIT_ISCONTENTSTITLE" val="0"/>
  <p:tag name="KSO_WM_UNIT_ISNUMDGMTITLE" val="0"/>
  <p:tag name="KSO_WM_UNIT_PRESET_TEXT" val="标题"/>
  <p:tag name="KSO_WM_UNIT_NOCLEAR" val="0"/>
  <p:tag name="KSO_WM_DIAGRAM_GROUP_CODE" val="n1-1"/>
  <p:tag name="KSO_WM_UNIT_TYPE" val="n_h_h_a"/>
  <p:tag name="KSO_WM_UNIT_INDEX" val="1_2_2_1"/>
  <p:tag name="KSO_WM_UNIT_TEXT_FILL_FORE_SCHEMECOLOR_INDEX" val="14"/>
  <p:tag name="KSO_WM_UNIT_TEXT_FILL_TYPE"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2_7"/>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2_7"/>
  <p:tag name="KSO_WM_UNIT_FILL_FORE_SCHEMECOLOR_INDEX" val="6"/>
  <p:tag name="KSO_WM_UNIT_FILL_TYPE" val="1"/>
  <p:tag name="KSO_WM_UNIT_SHADOW_SCHEMECOLOR_INDEX" val="6"/>
  <p:tag name="KSO_WM_UNIT_TEXT_FILL_FORE_SCHEMECOLOR_INDEX" val="2"/>
  <p:tag name="KSO_WM_UNIT_TEXT_FILL_TYPE"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h_a*1_2_2_1"/>
  <p:tag name="KSO_WM_TEMPLATE_CATEGORY" val="diagram"/>
  <p:tag name="KSO_WM_TEMPLATE_INDEX" val="20228674"/>
  <p:tag name="KSO_WM_UNIT_LAYERLEVEL" val="1_1_1_1"/>
  <p:tag name="KSO_WM_TAG_VERSION" val="1.0"/>
  <p:tag name="KSO_WM_BEAUTIFY_FLAG" val=""/>
  <p:tag name="KSO_WM_UNIT_ISCONTENTSTITLE" val="0"/>
  <p:tag name="KSO_WM_UNIT_ISNUMDGMTITLE" val="0"/>
  <p:tag name="KSO_WM_UNIT_PRESET_TEXT" val="标题"/>
  <p:tag name="KSO_WM_UNIT_NOCLEAR" val="0"/>
  <p:tag name="KSO_WM_DIAGRAM_GROUP_CODE" val="n1-1"/>
  <p:tag name="KSO_WM_UNIT_TYPE" val="n_h_h_a"/>
  <p:tag name="KSO_WM_UNIT_INDEX" val="1_2_2_1"/>
  <p:tag name="KSO_WM_UNIT_TEXT_FILL_FORE_SCHEMECOLOR_INDEX" val="14"/>
  <p:tag name="KSO_WM_UNIT_TEXT_FILL_TYPE"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8674_3*n_h_i*1_2_3"/>
  <p:tag name="KSO_WM_TEMPLATE_CATEGORY" val="diagram"/>
  <p:tag name="KSO_WM_TEMPLATE_INDEX" val="20228674"/>
  <p:tag name="KSO_WM_UNIT_LAYERLEVEL" val="1_1_1"/>
  <p:tag name="KSO_WM_TAG_VERSION" val="1.0"/>
  <p:tag name="KSO_WM_BEAUTIFY_FLAG" val=""/>
  <p:tag name="KSO_WM_DIAGRAM_GROUP_CODE" val="n1-1"/>
  <p:tag name="KSO_WM_UNIT_TYPE" val="n_h_i"/>
  <p:tag name="KSO_WM_UNIT_INDEX" val="1_2_3"/>
  <p:tag name="KSO_WM_UNIT_FILL_FORE_SCHEMECOLOR_INDEX" val="5"/>
  <p:tag name="KSO_WM_UNIT_FILL_TYPE" val="1"/>
  <p:tag name="KSO_WM_UNIT_SHADOW_SCHEMECOLOR_INDEX" val="5"/>
  <p:tag name="KSO_WM_UNIT_TEXT_FILL_FORE_SCHEMECOLOR_INDEX" val="2"/>
  <p:tag name="KSO_WM_UNIT_TEXT_FILL_TYPE" val="1"/>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TABLE_ENDDRAG_ORIGIN_RECT" val="406*276"/>
  <p:tag name="TABLE_ENDDRAG_RECT" val="436*149*406*276"/>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TABLE_ENDDRAG_ORIGIN_RECT" val="619*443"/>
  <p:tag name="TABLE_ENDDRAG_RECT" val="308*58*619*443"/>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TOP" val="467.4889"/>
  <p:tag name="LEFT" val="597.173"/>
  <p:tag name="WIDTH" val="355.2403"/>
  <p:tag name="HEIGHT" val="46.04528"/>
  <p:tag name="SHADOWVISIBLE" val="0"/>
  <p:tag name="LINEVISIBLE" val="0"/>
  <p:tag name="REFLECTIONOFFSET" val="-2.147484E+09"/>
  <p:tag name="GLOWRADIUS" val="0"/>
  <p:tag name="SOFTEDGERADIUS" val="0"/>
  <p:tag name="THREEDVISIBLE" val="0"/>
  <p:tag name="HASTEXTFRAME" val="1"/>
  <p:tag name="TEXT" val="未雨绸缪，赢在前头！"/>
  <p:tag name="FONTSIZE" val="32"/>
  <p:tag name="FONTCOLOR" val="System.__ComObject"/>
  <p:tag name="FONTBOLD" val="msoFalse"/>
  <p:tag name="FONTNAME" val="字魂剑气手书"/>
  <p:tag name="FONTNAMEASCII" val="字魂剑气手书"/>
  <p:tag name="FONTNAMECOMPLEXSCRIPT" val="+mn-cs"/>
  <p:tag name="FONTNAMEFAREAST" val="字魂剑气手书"/>
  <p:tag name="TEXTALIGNMENT" val="ppAlignCenter"/>
  <p:tag name="LINERULEAFTER" val="msoFalse"/>
  <p:tag name="MARGINBOTTOM" val="3.6"/>
  <p:tag name="MARGINLEFT" val="7.2"/>
  <p:tag name="MARGINRIGHT" val="7.2"/>
  <p:tag name="MARGINTOP" val="3.6"/>
  <p:tag name="T_HASTEXT" val="1"/>
  <p:tag name="T_LEFT" val="597.173"/>
  <p:tag name="T_TOP" val="467.4889"/>
  <p:tag name="T_WIDTH" val="355.2403"/>
  <p:tag name="T_HEIGTH" val="System.__ComObject"/>
  <p:tag name="T_TEXT" val="未雨绸缪，赢在前头！"/>
  <p:tag name="T_FONTCOLOR" val="System.__ComObject"/>
  <p:tag name="T_FONTNAME" val="字魂剑气手书"/>
  <p:tag name="T_FONTNAMEASCII" val="字魂剑气手书"/>
  <p:tag name="T_NAMECOMPLEXSCRIPT" val="+mn-cs"/>
  <p:tag name="T_NAMEFAREAST" val="字魂剑气手书"/>
  <p:tag name="T_FONTBOLD" val="msoFalse"/>
  <p:tag name="T_FONTSIZE" val="32"/>
  <p:tag name="T_FONTUNDERLINE" val="msoFalse"/>
  <p:tag name="T_FONTITALIC" val="msoFalse"/>
  <p:tag name="T_FONTSPACING" val="0"/>
  <p:tag name="T_MARGINTOP" val="3.6"/>
  <p:tag name="T_MARGINRIGHT" val="7.2"/>
  <p:tag name="T_MARGINBOTTOM" val="3.6"/>
  <p:tag name="T_MARGINLEFT" val="7.2"/>
  <p:tag name="T_TEXTLINEDASHSTYLE" val="msoLineDashStyleMixed"/>
  <p:tag name="T_TEXTLINEWEIGHT" val="-2.147484E+09"/>
  <p:tag name="T_TEXTLINEFORECOLOR" val="System.__ComObject"/>
  <p:tag name="T_TEXTLINEFILLBACKCOLOR" val="System.__ComObject"/>
  <p:tag name="T_TEXTLINEFILLTRANSPARENCY" val="0"/>
  <p:tag name="T_TEXTALIGNMENT" val="ppAlignCenter"/>
  <p:tag name="T_SPACEBEFORE" val="0"/>
  <p:tag name="T_SPACEWITHIN" val="1"/>
  <p:tag name="T_SPACEAFTER" val="0"/>
  <p:tag name="T_LINERULEBEFORE" val="msoTrue"/>
  <p:tag name="T_TEXTREFLECTION" val="0"/>
  <p:tag name="T_TEXTGLOW" val="0"/>
</p:tagLst>
</file>

<file path=ppt/tags/tag150.xml><?xml version="1.0" encoding="utf-8"?>
<p:tagLst xmlns:p="http://schemas.openxmlformats.org/presentationml/2006/main">
  <p:tag name="KSO_WM_SPECIAL_SOURCE" val="bdnull"/>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11660</Words>
  <Application>WPS 演示</Application>
  <PresentationFormat>宽屏</PresentationFormat>
  <Paragraphs>2440</Paragraphs>
  <Slides>33</Slides>
  <Notes>1</Notes>
  <HiddenSlides>0</HiddenSlides>
  <MMClips>0</MMClips>
  <ScaleCrop>false</ScaleCrop>
  <HeadingPairs>
    <vt:vector size="6" baseType="variant">
      <vt:variant>
        <vt:lpstr>已用的字体</vt:lpstr>
      </vt:variant>
      <vt:variant>
        <vt:i4>41</vt:i4>
      </vt:variant>
      <vt:variant>
        <vt:lpstr>主题</vt:lpstr>
      </vt:variant>
      <vt:variant>
        <vt:i4>1</vt:i4>
      </vt:variant>
      <vt:variant>
        <vt:lpstr>幻灯片标题</vt:lpstr>
      </vt:variant>
      <vt:variant>
        <vt:i4>33</vt:i4>
      </vt:variant>
    </vt:vector>
  </HeadingPairs>
  <TitlesOfParts>
    <vt:vector size="75" baseType="lpstr">
      <vt:lpstr>Arial</vt:lpstr>
      <vt:lpstr>宋体</vt:lpstr>
      <vt:lpstr>Wingdings</vt:lpstr>
      <vt:lpstr>微软雅黑</vt:lpstr>
      <vt:lpstr>汉仪旗黑</vt:lpstr>
      <vt:lpstr>Meiryo UI</vt:lpstr>
      <vt:lpstr>Hiragino Sans</vt:lpstr>
      <vt:lpstr>微软雅黑</vt:lpstr>
      <vt:lpstr>Noto Sans SC</vt:lpstr>
      <vt:lpstr>FZLanTingHeiS-R-GB</vt:lpstr>
      <vt:lpstr>PingFang SC</vt:lpstr>
      <vt:lpstr>宋体</vt:lpstr>
      <vt:lpstr>微软雅黑 Light</vt:lpstr>
      <vt:lpstr>Verdana</vt:lpstr>
      <vt:lpstr>黑体</vt:lpstr>
      <vt:lpstr>汉仪中黑KW</vt:lpstr>
      <vt:lpstr>Arial Unicode MS</vt:lpstr>
      <vt:lpstr>汉仪书宋二KW</vt:lpstr>
      <vt:lpstr>Calibri</vt:lpstr>
      <vt:lpstr>Helvetica Neue</vt:lpstr>
      <vt:lpstr>Thonburi</vt:lpstr>
      <vt:lpstr>冬青黑体简体中文</vt:lpstr>
      <vt:lpstr>等线</vt:lpstr>
      <vt:lpstr>汉仪中等线KW</vt:lpstr>
      <vt:lpstr>FZLanTingHeiS-R-GB</vt:lpstr>
      <vt:lpstr>Meiryo UI</vt:lpstr>
      <vt:lpstr>Noto Sans SC</vt:lpstr>
      <vt:lpstr>Verdana</vt:lpstr>
      <vt:lpstr>微软雅黑 Light</vt:lpstr>
      <vt:lpstr>黑体</vt:lpstr>
      <vt:lpstr>苹方-简</vt:lpstr>
      <vt:lpstr>微软雅黑</vt:lpstr>
      <vt:lpstr>Microsoft YaHei Bold</vt:lpstr>
      <vt:lpstr>PingFang SC</vt:lpstr>
      <vt:lpstr>Arial</vt:lpstr>
      <vt:lpstr>Times New Roman</vt:lpstr>
      <vt:lpstr>字魂剑气手书</vt:lpstr>
      <vt:lpstr>Calibri</vt:lpstr>
      <vt:lpstr>宋体</vt:lpstr>
      <vt:lpstr>字魂剑气手书</vt:lpstr>
      <vt:lpstr>FZShengShiKaiShuS-R-GB</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小嘴特能叭叭</cp:lastModifiedBy>
  <cp:revision>20</cp:revision>
  <dcterms:created xsi:type="dcterms:W3CDTF">2026-05-19T03:10:44Z</dcterms:created>
  <dcterms:modified xsi:type="dcterms:W3CDTF">2026-05-19T03:10:44Z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2052-6.4.0.8550</vt:lpwstr>
  </property>
  <property fmtid="{D5CDD505-2E9C-101B-9397-08002B2CF9AE}" pid="3" name="ICV">
    <vt:lpwstr>66E81688A28C08D58D6A0B6A5B3A9209_43</vt:lpwstr>
  </property>
</Properties>
</file>